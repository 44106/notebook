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640" r:id="rId2"/>
    <p:sldMasterId id="2147484700" r:id="rId3"/>
    <p:sldMasterId id="2147484726" r:id="rId4"/>
  </p:sldMasterIdLst>
  <p:notesMasterIdLst>
    <p:notesMasterId r:id="rId91"/>
  </p:notesMasterIdLst>
  <p:sldIdLst>
    <p:sldId id="5150" r:id="rId5"/>
    <p:sldId id="6195" r:id="rId6"/>
    <p:sldId id="6218" r:id="rId7"/>
    <p:sldId id="6224" r:id="rId8"/>
    <p:sldId id="6230" r:id="rId9"/>
    <p:sldId id="6258" r:id="rId10"/>
    <p:sldId id="6264" r:id="rId11"/>
    <p:sldId id="618" r:id="rId12"/>
    <p:sldId id="6390" r:id="rId13"/>
    <p:sldId id="6266" r:id="rId14"/>
    <p:sldId id="6265" r:id="rId15"/>
    <p:sldId id="6267" r:id="rId16"/>
    <p:sldId id="6268" r:id="rId17"/>
    <p:sldId id="6269" r:id="rId18"/>
    <p:sldId id="6270" r:id="rId19"/>
    <p:sldId id="6271" r:id="rId20"/>
    <p:sldId id="6272" r:id="rId21"/>
    <p:sldId id="6273" r:id="rId22"/>
    <p:sldId id="6274" r:id="rId23"/>
    <p:sldId id="6317" r:id="rId24"/>
    <p:sldId id="6275" r:id="rId25"/>
    <p:sldId id="6280" r:id="rId26"/>
    <p:sldId id="6281" r:id="rId27"/>
    <p:sldId id="934" r:id="rId28"/>
    <p:sldId id="5153" r:id="rId29"/>
    <p:sldId id="6282" r:id="rId30"/>
    <p:sldId id="6283" r:id="rId31"/>
    <p:sldId id="6284" r:id="rId32"/>
    <p:sldId id="6285" r:id="rId33"/>
    <p:sldId id="6286" r:id="rId34"/>
    <p:sldId id="6287" r:id="rId35"/>
    <p:sldId id="6288" r:id="rId36"/>
    <p:sldId id="620" r:id="rId37"/>
    <p:sldId id="6391" r:id="rId38"/>
    <p:sldId id="6289" r:id="rId39"/>
    <p:sldId id="6332" r:id="rId40"/>
    <p:sldId id="6333" r:id="rId41"/>
    <p:sldId id="6318" r:id="rId42"/>
    <p:sldId id="6334" r:id="rId43"/>
    <p:sldId id="6335" r:id="rId44"/>
    <p:sldId id="6336" r:id="rId45"/>
    <p:sldId id="6337" r:id="rId46"/>
    <p:sldId id="6339" r:id="rId47"/>
    <p:sldId id="6341" r:id="rId48"/>
    <p:sldId id="6342" r:id="rId49"/>
    <p:sldId id="6343" r:id="rId50"/>
    <p:sldId id="6344" r:id="rId51"/>
    <p:sldId id="6345" r:id="rId52"/>
    <p:sldId id="6331" r:id="rId53"/>
    <p:sldId id="6290" r:id="rId54"/>
    <p:sldId id="6291" r:id="rId55"/>
    <p:sldId id="6351" r:id="rId56"/>
    <p:sldId id="6292" r:id="rId57"/>
    <p:sldId id="6293" r:id="rId58"/>
    <p:sldId id="6294" r:id="rId59"/>
    <p:sldId id="6295" r:id="rId60"/>
    <p:sldId id="6296" r:id="rId61"/>
    <p:sldId id="6297" r:id="rId62"/>
    <p:sldId id="6298" r:id="rId63"/>
    <p:sldId id="6299" r:id="rId64"/>
    <p:sldId id="6300" r:id="rId65"/>
    <p:sldId id="6301" r:id="rId66"/>
    <p:sldId id="6302" r:id="rId67"/>
    <p:sldId id="6303" r:id="rId68"/>
    <p:sldId id="6304" r:id="rId69"/>
    <p:sldId id="6305" r:id="rId70"/>
    <p:sldId id="6306" r:id="rId71"/>
    <p:sldId id="6307" r:id="rId72"/>
    <p:sldId id="6308" r:id="rId73"/>
    <p:sldId id="6309" r:id="rId74"/>
    <p:sldId id="6310" r:id="rId75"/>
    <p:sldId id="6311" r:id="rId76"/>
    <p:sldId id="6312" r:id="rId77"/>
    <p:sldId id="6313" r:id="rId78"/>
    <p:sldId id="6393" r:id="rId79"/>
    <p:sldId id="6314" r:id="rId80"/>
    <p:sldId id="6315" r:id="rId81"/>
    <p:sldId id="6349" r:id="rId82"/>
    <p:sldId id="324" r:id="rId83"/>
    <p:sldId id="6392" r:id="rId84"/>
    <p:sldId id="6353" r:id="rId85"/>
    <p:sldId id="6316" r:id="rId86"/>
    <p:sldId id="6347" r:id="rId87"/>
    <p:sldId id="6348" r:id="rId88"/>
    <p:sldId id="6346" r:id="rId89"/>
    <p:sldId id="6352" r:id="rId9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88912" autoAdjust="0"/>
  </p:normalViewPr>
  <p:slideViewPr>
    <p:cSldViewPr>
      <p:cViewPr varScale="1">
        <p:scale>
          <a:sx n="115" d="100"/>
          <a:sy n="115" d="100"/>
        </p:scale>
        <p:origin x="1440" y="5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1464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D74527-51F1-AB48-B4F9-BB0F8CA54FC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B822B267-2E62-4941-A171-E37B410EA1DC}"/>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cs typeface="Arial" panose="020B0604020202020204" pitchFamily="34" charset="0"/>
              </a:defRPr>
            </a:lvl1pPr>
          </a:lstStyle>
          <a:p>
            <a:fld id="{CF04C754-071B-AA4C-B512-F19175A1F21E}" type="datetime1">
              <a:rPr lang="en-US" altLang="en-US"/>
              <a:pPr/>
              <a:t>6/8/2026</a:t>
            </a:fld>
            <a:endParaRPr lang="en-US" altLang="en-US"/>
          </a:p>
        </p:txBody>
      </p:sp>
      <p:sp>
        <p:nvSpPr>
          <p:cNvPr id="4" name="Slide Image Placeholder 3">
            <a:extLst>
              <a:ext uri="{FF2B5EF4-FFF2-40B4-BE49-F238E27FC236}">
                <a16:creationId xmlns:a16="http://schemas.microsoft.com/office/drawing/2014/main" id="{E9FAB851-5E73-E840-90DA-18D8D153022D}"/>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2CBD56D0-ADC9-F844-8DC3-3CFABC6EFFF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2DDC5CE-C333-3044-99DE-049D03D996F6}"/>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9D02D0E4-AD48-3E4D-B5D6-028AA3EF799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cs typeface="Arial" panose="020B0604020202020204" pitchFamily="34" charset="0"/>
              </a:defRPr>
            </a:lvl1pPr>
          </a:lstStyle>
          <a:p>
            <a:fld id="{093286A4-7211-A74A-AC00-948057392F5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4811DDEB-23E5-1A4A-A4FA-2FB462DC493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7CF1C65-F0E2-8E44-882C-5DBA87F125D8}" type="slidenum">
              <a:rPr lang="en-US" altLang="en-US" smtClean="0">
                <a:solidFill>
                  <a:srgbClr val="000000"/>
                </a:solidFill>
                <a:latin typeface="Arial" panose="020B0604020202020204" pitchFamily="34" charset="0"/>
                <a:cs typeface="Arial" panose="020B0604020202020204" pitchFamily="34" charset="0"/>
              </a:rPr>
              <a:pPr>
                <a:spcBef>
                  <a:spcPct val="0"/>
                </a:spcBef>
              </a:pPr>
              <a:t>1</a:t>
            </a:fld>
            <a:endParaRPr lang="en-US" altLang="en-US">
              <a:solidFill>
                <a:srgbClr val="000000"/>
              </a:solidFill>
              <a:latin typeface="Arial" panose="020B0604020202020204" pitchFamily="34" charset="0"/>
              <a:cs typeface="Arial" panose="020B0604020202020204" pitchFamily="34" charset="0"/>
            </a:endParaRPr>
          </a:p>
        </p:txBody>
      </p:sp>
      <p:sp>
        <p:nvSpPr>
          <p:cNvPr id="23554" name="Rectangle 2">
            <a:extLst>
              <a:ext uri="{FF2B5EF4-FFF2-40B4-BE49-F238E27FC236}">
                <a16:creationId xmlns:a16="http://schemas.microsoft.com/office/drawing/2014/main" id="{2AB01437-07BF-AD4E-82F9-DDA0E0B2AF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55423678-1E4A-644F-87FF-81A34DC442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74162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全流程服务，分层</a:t>
            </a:r>
            <a:r>
              <a:rPr lang="en-US" altLang="zh-CN" sz="1200" dirty="0">
                <a:solidFill>
                  <a:srgbClr val="1D1D1A"/>
                </a:solidFill>
                <a:latin typeface="Arial" panose="020B0604020202020204" pitchFamily="34" charset="0"/>
                <a:cs typeface="Arial" panose="020B0604020202020204" pitchFamily="34" charset="0"/>
                <a:sym typeface="Arial" panose="020B0604020202020204" pitchFamily="34" charset="0"/>
              </a:rPr>
              <a:t>API</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和预集成方案</a:t>
            </a:r>
            <a:endParaRPr lang="en-US" altLang="zh-CN" sz="1200" dirty="0">
              <a:solidFill>
                <a:srgbClr val="1D1D1A"/>
              </a:solidFill>
              <a:latin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降低核心代码量</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20%,</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效率提升</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50%</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以上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应对算子多样性，开发效率提升</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3</a:t>
            </a:r>
            <a:r>
              <a:rPr lang="zh-CN" altLang="en-US" sz="1200" b="1" dirty="0">
                <a:solidFill>
                  <a:srgbClr val="C7000A"/>
                </a:solidFill>
                <a:latin typeface="Arial" panose="020B0604020202020204" pitchFamily="34" charset="0"/>
                <a:cs typeface="Arial" panose="020B0604020202020204" pitchFamily="34" charset="0"/>
                <a:sym typeface="Arial" panose="020B0604020202020204" pitchFamily="34" charset="0"/>
              </a:rPr>
              <a:t>倍</a:t>
            </a:r>
            <a:endPar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5</a:t>
            </a:fld>
            <a:endParaRPr lang="en-US" altLang="en-US"/>
          </a:p>
        </p:txBody>
      </p:sp>
    </p:spTree>
    <p:extLst>
      <p:ext uri="{BB962C8B-B14F-4D97-AF65-F5344CB8AC3E}">
        <p14:creationId xmlns:p14="http://schemas.microsoft.com/office/powerpoint/2010/main" val="50888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Usually fp32 in reduced precision (FP16/BF16) training</a:t>
            </a:r>
          </a:p>
          <a:p>
            <a:endParaRPr lang="en-US" altLang="zh-CN" dirty="0"/>
          </a:p>
          <a:p>
            <a:r>
              <a:rPr lang="en-US" altLang="zh-CN" dirty="0"/>
              <a:t>Optimizer may need 2-6x more memory than just the model</a:t>
            </a: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20</a:t>
            </a:fld>
            <a:endParaRPr lang="en-US" altLang="en-US"/>
          </a:p>
        </p:txBody>
      </p:sp>
    </p:spTree>
    <p:extLst>
      <p:ext uri="{BB962C8B-B14F-4D97-AF65-F5344CB8AC3E}">
        <p14:creationId xmlns:p14="http://schemas.microsoft.com/office/powerpoint/2010/main" val="3283209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内存的速度跟容量只能要一个。。。</a:t>
            </a:r>
            <a:endParaRPr lang="en-US" dirty="0"/>
          </a:p>
        </p:txBody>
      </p:sp>
      <p:sp>
        <p:nvSpPr>
          <p:cNvPr id="4" name="Slide Number Placeholder 3"/>
          <p:cNvSpPr>
            <a:spLocks noGrp="1"/>
          </p:cNvSpPr>
          <p:nvPr>
            <p:ph type="sldNum" sz="quarter" idx="5"/>
          </p:nvPr>
        </p:nvSpPr>
        <p:spPr/>
        <p:txBody>
          <a:bodyPr/>
          <a:lstStyle/>
          <a:p>
            <a:fld id="{9606A79A-48AC-6344-A926-7E6ABD53936B}" type="slidenum">
              <a:rPr lang="en-US" smtClean="0"/>
              <a:t>24</a:t>
            </a:fld>
            <a:endParaRPr lang="en-US"/>
          </a:p>
        </p:txBody>
      </p:sp>
    </p:spTree>
    <p:extLst>
      <p:ext uri="{BB962C8B-B14F-4D97-AF65-F5344CB8AC3E}">
        <p14:creationId xmlns:p14="http://schemas.microsoft.com/office/powerpoint/2010/main" val="687324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The A100 GPU includes 40 MB of L2 cache, which is 6.7x larger than V100 L2 </a:t>
            </a:r>
            <a:r>
              <a:rPr lang="en-US" sz="1200" b="0" i="0" u="none" strike="noStrike" kern="1200" dirty="0" err="1">
                <a:solidFill>
                  <a:schemeClr val="tx1"/>
                </a:solidFill>
                <a:effectLst/>
                <a:latin typeface="+mn-lt"/>
                <a:ea typeface="ＭＳ Ｐゴシック" charset="0"/>
                <a:cs typeface="ＭＳ Ｐゴシック" charset="0"/>
              </a:rPr>
              <a:t>cache.The</a:t>
            </a:r>
            <a:r>
              <a:rPr lang="en-US" sz="1200" b="0" i="0" u="none" strike="noStrike" kern="1200" dirty="0">
                <a:solidFill>
                  <a:schemeClr val="tx1"/>
                </a:solidFill>
                <a:effectLst/>
                <a:latin typeface="+mn-lt"/>
                <a:ea typeface="ＭＳ Ｐゴシック" charset="0"/>
                <a:cs typeface="ＭＳ Ｐゴシック" charset="0"/>
              </a:rPr>
              <a:t> L2 cache is divided into two partitions to enable higher bandwidth and lower latency memory access. Each L2 partition localizes and caches data for memory accesses from SMs in the GPCs directly connected to the partition. This structure enables A100 to deliver a 2.3x L2 bandwidth increase over V100 (see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69449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 number of workers, devices.</a:t>
            </a:r>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62</a:t>
            </a:fld>
            <a:endParaRPr lang="en-US" altLang="en-US"/>
          </a:p>
        </p:txBody>
      </p:sp>
    </p:spTree>
    <p:extLst>
      <p:ext uri="{BB962C8B-B14F-4D97-AF65-F5344CB8AC3E}">
        <p14:creationId xmlns:p14="http://schemas.microsoft.com/office/powerpoint/2010/main" val="1093292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70</a:t>
            </a:fld>
            <a:endParaRPr lang="en-US" altLang="en-US"/>
          </a:p>
        </p:txBody>
      </p:sp>
    </p:spTree>
    <p:extLst>
      <p:ext uri="{BB962C8B-B14F-4D97-AF65-F5344CB8AC3E}">
        <p14:creationId xmlns:p14="http://schemas.microsoft.com/office/powerpoint/2010/main" val="1289761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71</a:t>
            </a:fld>
            <a:endParaRPr lang="en-US" altLang="en-US"/>
          </a:p>
        </p:txBody>
      </p:sp>
    </p:spTree>
    <p:extLst>
      <p:ext uri="{BB962C8B-B14F-4D97-AF65-F5344CB8AC3E}">
        <p14:creationId xmlns:p14="http://schemas.microsoft.com/office/powerpoint/2010/main" val="699443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72</a:t>
            </a:fld>
            <a:endParaRPr lang="en-US" altLang="en-US"/>
          </a:p>
        </p:txBody>
      </p:sp>
    </p:spTree>
    <p:extLst>
      <p:ext uri="{BB962C8B-B14F-4D97-AF65-F5344CB8AC3E}">
        <p14:creationId xmlns:p14="http://schemas.microsoft.com/office/powerpoint/2010/main" val="2013614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73</a:t>
            </a:fld>
            <a:endParaRPr lang="en-US" altLang="en-US"/>
          </a:p>
        </p:txBody>
      </p:sp>
    </p:spTree>
    <p:extLst>
      <p:ext uri="{BB962C8B-B14F-4D97-AF65-F5344CB8AC3E}">
        <p14:creationId xmlns:p14="http://schemas.microsoft.com/office/powerpoint/2010/main" val="3648717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74</a:t>
            </a:fld>
            <a:endParaRPr lang="en-US" altLang="en-US"/>
          </a:p>
        </p:txBody>
      </p:sp>
    </p:spTree>
    <p:extLst>
      <p:ext uri="{BB962C8B-B14F-4D97-AF65-F5344CB8AC3E}">
        <p14:creationId xmlns:p14="http://schemas.microsoft.com/office/powerpoint/2010/main" val="1420064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8550E3ED-E896-7E48-A30B-2085D8A377BD}"/>
              </a:ext>
            </a:extLst>
          </p:cNvPr>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D5DA10FF-9D63-3D4D-B0EE-D6801F29B9D5}"/>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55009FA3-13B7-F945-8CF0-99FC1CB7C0AC}"/>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E3274CC4-3C31-E54D-A253-4130D73DC0F7}"/>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2153F0E5-2598-0B4E-8FB8-35438832A94F}"/>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6A35344-4CED-B446-AF03-47062C5021C5}"/>
              </a:ext>
            </a:extLst>
          </p:cNvPr>
          <p:cNvSpPr>
            <a:spLocks noGrp="1" noChangeArrowheads="1"/>
          </p:cNvSpPr>
          <p:nvPr>
            <p:ph type="sldNum" sz="quarter" idx="12"/>
          </p:nvPr>
        </p:nvSpPr>
        <p:spPr/>
        <p:txBody>
          <a:bodyPr/>
          <a:lstStyle>
            <a:lvl1pPr>
              <a:defRPr sz="1200"/>
            </a:lvl1pPr>
          </a:lstStyle>
          <a:p>
            <a:fld id="{7BEB9E71-D8D4-7446-9D70-8A15DA6EDF52}" type="slidenum">
              <a:rPr lang="en-US" altLang="en-US"/>
              <a:pPr/>
              <a:t>‹#›</a:t>
            </a:fld>
            <a:endParaRPr lang="en-US" altLang="en-US"/>
          </a:p>
        </p:txBody>
      </p:sp>
    </p:spTree>
    <p:extLst>
      <p:ext uri="{BB962C8B-B14F-4D97-AF65-F5344CB8AC3E}">
        <p14:creationId xmlns:p14="http://schemas.microsoft.com/office/powerpoint/2010/main" val="179124921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4FA21633-04E6-8D4A-A5F6-8F306A3E30A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4CFD6D6A-3E03-3D47-8BCB-90B05E36584A}"/>
              </a:ext>
            </a:extLst>
          </p:cNvPr>
          <p:cNvSpPr>
            <a:spLocks noGrp="1" noChangeArrowheads="1"/>
          </p:cNvSpPr>
          <p:nvPr>
            <p:ph type="sldNum" sz="quarter" idx="11"/>
          </p:nvPr>
        </p:nvSpPr>
        <p:spPr>
          <a:ln/>
        </p:spPr>
        <p:txBody>
          <a:bodyPr/>
          <a:lstStyle>
            <a:lvl1pPr>
              <a:defRPr/>
            </a:lvl1pPr>
          </a:lstStyle>
          <a:p>
            <a:fld id="{AAD908C8-E3D5-D143-B8F7-E7AAFB30926C}" type="slidenum">
              <a:rPr lang="en-US" altLang="en-US"/>
              <a:pPr/>
              <a:t>‹#›</a:t>
            </a:fld>
            <a:endParaRPr lang="en-US" altLang="en-US"/>
          </a:p>
        </p:txBody>
      </p:sp>
    </p:spTree>
    <p:extLst>
      <p:ext uri="{BB962C8B-B14F-4D97-AF65-F5344CB8AC3E}">
        <p14:creationId xmlns:p14="http://schemas.microsoft.com/office/powerpoint/2010/main" val="100092129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69D6C228-CA69-3841-86C2-CBEDC6F30EA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1B7A4051-F824-F841-A1FA-346954B66536}"/>
              </a:ext>
            </a:extLst>
          </p:cNvPr>
          <p:cNvSpPr>
            <a:spLocks noGrp="1" noChangeArrowheads="1"/>
          </p:cNvSpPr>
          <p:nvPr>
            <p:ph type="sldNum" sz="quarter" idx="11"/>
          </p:nvPr>
        </p:nvSpPr>
        <p:spPr>
          <a:ln/>
        </p:spPr>
        <p:txBody>
          <a:bodyPr/>
          <a:lstStyle>
            <a:lvl1pPr>
              <a:defRPr/>
            </a:lvl1pPr>
          </a:lstStyle>
          <a:p>
            <a:fld id="{88153657-2427-9848-AA8A-531F880EB4CA}" type="slidenum">
              <a:rPr lang="en-US" altLang="en-US"/>
              <a:pPr/>
              <a:t>‹#›</a:t>
            </a:fld>
            <a:endParaRPr lang="en-US" altLang="en-US"/>
          </a:p>
        </p:txBody>
      </p:sp>
    </p:spTree>
    <p:extLst>
      <p:ext uri="{BB962C8B-B14F-4D97-AF65-F5344CB8AC3E}">
        <p14:creationId xmlns:p14="http://schemas.microsoft.com/office/powerpoint/2010/main" val="164841405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47BE944C-FF48-874A-94BD-039F2C5EB10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9CA7B1E7-D97A-884E-B16C-309ED064F46D}"/>
              </a:ext>
            </a:extLst>
          </p:cNvPr>
          <p:cNvSpPr>
            <a:spLocks noGrp="1" noChangeArrowheads="1"/>
          </p:cNvSpPr>
          <p:nvPr>
            <p:ph type="sldNum" sz="quarter" idx="11"/>
          </p:nvPr>
        </p:nvSpPr>
        <p:spPr>
          <a:ln/>
        </p:spPr>
        <p:txBody>
          <a:bodyPr/>
          <a:lstStyle>
            <a:lvl1pPr>
              <a:defRPr/>
            </a:lvl1pPr>
          </a:lstStyle>
          <a:p>
            <a:fld id="{85AD58A0-13DA-124A-B63C-DD962352C426}" type="slidenum">
              <a:rPr lang="en-US" altLang="en-US"/>
              <a:pPr/>
              <a:t>‹#›</a:t>
            </a:fld>
            <a:endParaRPr lang="en-US" altLang="en-US"/>
          </a:p>
        </p:txBody>
      </p:sp>
    </p:spTree>
    <p:extLst>
      <p:ext uri="{BB962C8B-B14F-4D97-AF65-F5344CB8AC3E}">
        <p14:creationId xmlns:p14="http://schemas.microsoft.com/office/powerpoint/2010/main" val="81487669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B212EFAC-7B78-6B42-BA0F-A9ADC317243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DC7BA0A2-874F-8240-B95A-8B3AF325D4C8}"/>
              </a:ext>
            </a:extLst>
          </p:cNvPr>
          <p:cNvSpPr>
            <a:spLocks noGrp="1" noChangeArrowheads="1"/>
          </p:cNvSpPr>
          <p:nvPr>
            <p:ph type="sldNum" sz="quarter" idx="11"/>
          </p:nvPr>
        </p:nvSpPr>
        <p:spPr>
          <a:ln/>
        </p:spPr>
        <p:txBody>
          <a:bodyPr/>
          <a:lstStyle>
            <a:lvl1pPr>
              <a:defRPr/>
            </a:lvl1pPr>
          </a:lstStyle>
          <a:p>
            <a:fld id="{71EB8FEF-1794-BD4E-A88A-A598301AE20A}" type="slidenum">
              <a:rPr lang="en-US" altLang="en-US"/>
              <a:pPr/>
              <a:t>‹#›</a:t>
            </a:fld>
            <a:endParaRPr lang="en-US" altLang="en-US"/>
          </a:p>
        </p:txBody>
      </p:sp>
    </p:spTree>
    <p:extLst>
      <p:ext uri="{BB962C8B-B14F-4D97-AF65-F5344CB8AC3E}">
        <p14:creationId xmlns:p14="http://schemas.microsoft.com/office/powerpoint/2010/main" val="180562227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FDF86FE9-A271-3043-BDD6-F86D42E0DAD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F79BFB93-65D9-3047-8C2F-8EA5C22728F2}"/>
              </a:ext>
            </a:extLst>
          </p:cNvPr>
          <p:cNvSpPr>
            <a:spLocks noGrp="1" noChangeArrowheads="1"/>
          </p:cNvSpPr>
          <p:nvPr>
            <p:ph type="sldNum" sz="quarter" idx="11"/>
          </p:nvPr>
        </p:nvSpPr>
        <p:spPr>
          <a:ln/>
        </p:spPr>
        <p:txBody>
          <a:bodyPr/>
          <a:lstStyle>
            <a:lvl1pPr>
              <a:defRPr/>
            </a:lvl1pPr>
          </a:lstStyle>
          <a:p>
            <a:fld id="{5A0B16C4-CDE5-9B44-AF59-D00B8B436C57}" type="slidenum">
              <a:rPr lang="en-US" altLang="en-US"/>
              <a:pPr/>
              <a:t>‹#›</a:t>
            </a:fld>
            <a:endParaRPr lang="en-US" altLang="en-US"/>
          </a:p>
        </p:txBody>
      </p:sp>
    </p:spTree>
    <p:extLst>
      <p:ext uri="{BB962C8B-B14F-4D97-AF65-F5344CB8AC3E}">
        <p14:creationId xmlns:p14="http://schemas.microsoft.com/office/powerpoint/2010/main" val="279229345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218B440C-3319-9747-9F3B-0021DFE5215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B9DEC265-519D-CA42-B99B-DDEBB0853014}"/>
              </a:ext>
            </a:extLst>
          </p:cNvPr>
          <p:cNvSpPr>
            <a:spLocks noGrp="1" noChangeArrowheads="1"/>
          </p:cNvSpPr>
          <p:nvPr>
            <p:ph type="sldNum" sz="quarter" idx="11"/>
          </p:nvPr>
        </p:nvSpPr>
        <p:spPr>
          <a:ln/>
        </p:spPr>
        <p:txBody>
          <a:bodyPr/>
          <a:lstStyle>
            <a:lvl1pPr>
              <a:defRPr/>
            </a:lvl1pPr>
          </a:lstStyle>
          <a:p>
            <a:fld id="{149A141C-751E-AA46-830B-28D628036509}" type="slidenum">
              <a:rPr lang="en-US" altLang="en-US"/>
              <a:pPr/>
              <a:t>‹#›</a:t>
            </a:fld>
            <a:endParaRPr lang="en-US" altLang="en-US"/>
          </a:p>
        </p:txBody>
      </p:sp>
    </p:spTree>
    <p:extLst>
      <p:ext uri="{BB962C8B-B14F-4D97-AF65-F5344CB8AC3E}">
        <p14:creationId xmlns:p14="http://schemas.microsoft.com/office/powerpoint/2010/main" val="215787814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58CC2959-1E39-9A4B-BD30-31FDDCC45D5E}"/>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01A7326B-6B0A-D848-9248-1AB64A8B0809}"/>
              </a:ext>
            </a:extLst>
          </p:cNvPr>
          <p:cNvSpPr>
            <a:spLocks noGrp="1" noChangeArrowheads="1"/>
          </p:cNvSpPr>
          <p:nvPr>
            <p:ph type="sldNum" sz="quarter" idx="11"/>
          </p:nvPr>
        </p:nvSpPr>
        <p:spPr>
          <a:ln/>
        </p:spPr>
        <p:txBody>
          <a:bodyPr/>
          <a:lstStyle>
            <a:lvl1pPr>
              <a:defRPr/>
            </a:lvl1pPr>
          </a:lstStyle>
          <a:p>
            <a:fld id="{FAE11EBE-95F7-9245-938F-DCB0C2804CC6}" type="slidenum">
              <a:rPr lang="en-US" altLang="en-US"/>
              <a:pPr/>
              <a:t>‹#›</a:t>
            </a:fld>
            <a:endParaRPr lang="en-US" altLang="en-US"/>
          </a:p>
        </p:txBody>
      </p:sp>
    </p:spTree>
    <p:extLst>
      <p:ext uri="{BB962C8B-B14F-4D97-AF65-F5344CB8AC3E}">
        <p14:creationId xmlns:p14="http://schemas.microsoft.com/office/powerpoint/2010/main" val="188387816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918A18DD-B4B4-574A-9BE5-36221FF00F0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790A52DC-151C-D542-9C81-CC5A4B202935}"/>
              </a:ext>
            </a:extLst>
          </p:cNvPr>
          <p:cNvSpPr>
            <a:spLocks noGrp="1" noChangeArrowheads="1"/>
          </p:cNvSpPr>
          <p:nvPr>
            <p:ph type="sldNum" sz="quarter" idx="11"/>
          </p:nvPr>
        </p:nvSpPr>
        <p:spPr>
          <a:ln/>
        </p:spPr>
        <p:txBody>
          <a:bodyPr/>
          <a:lstStyle>
            <a:lvl1pPr>
              <a:defRPr/>
            </a:lvl1pPr>
          </a:lstStyle>
          <a:p>
            <a:fld id="{A401E33C-8FDF-8A4D-A336-A5F09B39C7DF}" type="slidenum">
              <a:rPr lang="en-US" altLang="en-US"/>
              <a:pPr/>
              <a:t>‹#›</a:t>
            </a:fld>
            <a:endParaRPr lang="en-US" altLang="en-US"/>
          </a:p>
        </p:txBody>
      </p:sp>
    </p:spTree>
    <p:extLst>
      <p:ext uri="{BB962C8B-B14F-4D97-AF65-F5344CB8AC3E}">
        <p14:creationId xmlns:p14="http://schemas.microsoft.com/office/powerpoint/2010/main" val="36747235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1A6F4B2-80B3-5748-ABAE-B0F2A6B5643A}"/>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75A5D978-6982-EC49-8966-03C0953FFCA6}"/>
              </a:ext>
            </a:extLst>
          </p:cNvPr>
          <p:cNvSpPr>
            <a:spLocks noGrp="1" noChangeArrowheads="1"/>
          </p:cNvSpPr>
          <p:nvPr>
            <p:ph type="sldNum" sz="quarter" idx="11"/>
          </p:nvPr>
        </p:nvSpPr>
        <p:spPr>
          <a:ln/>
        </p:spPr>
        <p:txBody>
          <a:bodyPr/>
          <a:lstStyle>
            <a:lvl1pPr>
              <a:defRPr/>
            </a:lvl1pPr>
          </a:lstStyle>
          <a:p>
            <a:fld id="{38560223-F073-A34D-9754-797C69A24C52}" type="slidenum">
              <a:rPr lang="en-US" altLang="en-US"/>
              <a:pPr/>
              <a:t>‹#›</a:t>
            </a:fld>
            <a:endParaRPr lang="en-US" altLang="en-US"/>
          </a:p>
        </p:txBody>
      </p:sp>
    </p:spTree>
    <p:extLst>
      <p:ext uri="{BB962C8B-B14F-4D97-AF65-F5344CB8AC3E}">
        <p14:creationId xmlns:p14="http://schemas.microsoft.com/office/powerpoint/2010/main" val="300445091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DC53E763-9638-694E-925C-E732E95BC63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890E1D33-AFC6-8C42-A5A6-8F739CCF5416}"/>
              </a:ext>
            </a:extLst>
          </p:cNvPr>
          <p:cNvSpPr>
            <a:spLocks noGrp="1" noChangeArrowheads="1"/>
          </p:cNvSpPr>
          <p:nvPr>
            <p:ph type="sldNum" sz="quarter" idx="11"/>
          </p:nvPr>
        </p:nvSpPr>
        <p:spPr>
          <a:ln/>
        </p:spPr>
        <p:txBody>
          <a:bodyPr/>
          <a:lstStyle>
            <a:lvl1pPr>
              <a:defRPr/>
            </a:lvl1pPr>
          </a:lstStyle>
          <a:p>
            <a:fld id="{75A3954C-5B29-7F4D-BF2E-6838E52B9DBC}" type="slidenum">
              <a:rPr lang="en-US" altLang="en-US"/>
              <a:pPr/>
              <a:t>‹#›</a:t>
            </a:fld>
            <a:endParaRPr lang="en-US" altLang="en-US"/>
          </a:p>
        </p:txBody>
      </p:sp>
    </p:spTree>
    <p:extLst>
      <p:ext uri="{BB962C8B-B14F-4D97-AF65-F5344CB8AC3E}">
        <p14:creationId xmlns:p14="http://schemas.microsoft.com/office/powerpoint/2010/main" val="77693305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25BA10AE-CE9D-4B47-8294-CB6398C2CC7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853B2AFD-64DE-8046-AB0D-915824366C7A}"/>
              </a:ext>
            </a:extLst>
          </p:cNvPr>
          <p:cNvSpPr>
            <a:spLocks noGrp="1" noChangeArrowheads="1"/>
          </p:cNvSpPr>
          <p:nvPr>
            <p:ph type="sldNum" sz="quarter" idx="11"/>
          </p:nvPr>
        </p:nvSpPr>
        <p:spPr>
          <a:ln/>
        </p:spPr>
        <p:txBody>
          <a:bodyPr/>
          <a:lstStyle>
            <a:lvl1pPr>
              <a:defRPr/>
            </a:lvl1pPr>
          </a:lstStyle>
          <a:p>
            <a:fld id="{BBB239AF-E198-2C45-802D-675ED34DE15C}" type="slidenum">
              <a:rPr lang="en-US" altLang="en-US"/>
              <a:pPr/>
              <a:t>‹#›</a:t>
            </a:fld>
            <a:endParaRPr lang="en-US" altLang="en-US"/>
          </a:p>
        </p:txBody>
      </p:sp>
    </p:spTree>
    <p:extLst>
      <p:ext uri="{BB962C8B-B14F-4D97-AF65-F5344CB8AC3E}">
        <p14:creationId xmlns:p14="http://schemas.microsoft.com/office/powerpoint/2010/main" val="156808128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C8EAF384-959D-6844-AA4D-961479A86D4F}"/>
              </a:ext>
            </a:extLst>
          </p:cNvPr>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85E4D683-EA8E-3B4D-BF9B-04D6B1A385FD}"/>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B401E838-103A-C541-B9F2-1F40587BDF47}"/>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078474F0-E07D-054F-8B44-B18FD289AF4F}"/>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fontAlgn="auto">
              <a:spcBef>
                <a:spcPts val="0"/>
              </a:spcBef>
              <a:spcAft>
                <a:spcPts val="0"/>
              </a:spcAft>
              <a:defRPr sz="1200">
                <a:solidFill>
                  <a:srgbClr val="000000"/>
                </a:solidFill>
                <a:latin typeface="Garamond" pitchFamily="18" charset="0"/>
                <a:ea typeface="+mn-ea"/>
                <a:cs typeface="+mn-cs"/>
              </a:defRPr>
            </a:lvl1pPr>
          </a:lstStyle>
          <a:p>
            <a:pPr>
              <a:defRPr/>
            </a:pPr>
            <a:endParaRPr lang="en-US" altLang="en-US"/>
          </a:p>
        </p:txBody>
      </p:sp>
      <p:sp>
        <p:nvSpPr>
          <p:cNvPr id="8" name="Rectangle 5">
            <a:extLst>
              <a:ext uri="{FF2B5EF4-FFF2-40B4-BE49-F238E27FC236}">
                <a16:creationId xmlns:a16="http://schemas.microsoft.com/office/drawing/2014/main" id="{09D45F70-3DD5-2149-8C7D-532B77C369E6}"/>
              </a:ext>
            </a:extLst>
          </p:cNvPr>
          <p:cNvSpPr>
            <a:spLocks noGrp="1" noChangeArrowheads="1"/>
          </p:cNvSpPr>
          <p:nvPr>
            <p:ph type="ftr" sz="quarter" idx="11"/>
          </p:nvPr>
        </p:nvSpPr>
        <p:spPr>
          <a:xfrm>
            <a:off x="3124200" y="6243638"/>
            <a:ext cx="2895600" cy="457200"/>
          </a:xfrm>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9" name="Rectangle 6">
            <a:extLst>
              <a:ext uri="{FF2B5EF4-FFF2-40B4-BE49-F238E27FC236}">
                <a16:creationId xmlns:a16="http://schemas.microsoft.com/office/drawing/2014/main" id="{3C31F048-57A3-9747-9573-51B62FBB185E}"/>
              </a:ext>
            </a:extLst>
          </p:cNvPr>
          <p:cNvSpPr>
            <a:spLocks noGrp="1" noChangeArrowheads="1"/>
          </p:cNvSpPr>
          <p:nvPr>
            <p:ph type="sldNum" sz="quarter" idx="12"/>
          </p:nvPr>
        </p:nvSpPr>
        <p:spPr/>
        <p:txBody>
          <a:bodyPr/>
          <a:lstStyle>
            <a:lvl1pPr>
              <a:defRPr sz="1200"/>
            </a:lvl1pPr>
          </a:lstStyle>
          <a:p>
            <a:fld id="{DD2BF4B0-F07D-924A-9FDF-6AD6AF8DD3F7}" type="slidenum">
              <a:rPr lang="en-US" altLang="en-US"/>
              <a:pPr/>
              <a:t>‹#›</a:t>
            </a:fld>
            <a:endParaRPr lang="en-US" altLang="en-US"/>
          </a:p>
        </p:txBody>
      </p:sp>
    </p:spTree>
    <p:extLst>
      <p:ext uri="{BB962C8B-B14F-4D97-AF65-F5344CB8AC3E}">
        <p14:creationId xmlns:p14="http://schemas.microsoft.com/office/powerpoint/2010/main" val="11632789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D199EB0E-DD02-BF47-8EF4-7C241048ED0C}"/>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5" name="Rectangle 1030">
            <a:extLst>
              <a:ext uri="{FF2B5EF4-FFF2-40B4-BE49-F238E27FC236}">
                <a16:creationId xmlns:a16="http://schemas.microsoft.com/office/drawing/2014/main" id="{FDC7A9D1-CE24-ED41-BCC5-2CF1A1C2076A}"/>
              </a:ext>
            </a:extLst>
          </p:cNvPr>
          <p:cNvSpPr>
            <a:spLocks noGrp="1" noChangeArrowheads="1"/>
          </p:cNvSpPr>
          <p:nvPr>
            <p:ph type="sldNum" sz="quarter" idx="11"/>
          </p:nvPr>
        </p:nvSpPr>
        <p:spPr/>
        <p:txBody>
          <a:bodyPr/>
          <a:lstStyle>
            <a:lvl1pPr>
              <a:defRPr/>
            </a:lvl1pPr>
          </a:lstStyle>
          <a:p>
            <a:fld id="{CABBDF41-BCF9-F344-980E-685F33FB6589}" type="slidenum">
              <a:rPr lang="en-US" altLang="en-US"/>
              <a:pPr/>
              <a:t>‹#›</a:t>
            </a:fld>
            <a:endParaRPr lang="en-US" altLang="en-US"/>
          </a:p>
        </p:txBody>
      </p:sp>
    </p:spTree>
    <p:extLst>
      <p:ext uri="{BB962C8B-B14F-4D97-AF65-F5344CB8AC3E}">
        <p14:creationId xmlns:p14="http://schemas.microsoft.com/office/powerpoint/2010/main" val="24523233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463B9780-8A7E-EA47-BC8D-A234E5C3F111}"/>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5" name="Rectangle 1030">
            <a:extLst>
              <a:ext uri="{FF2B5EF4-FFF2-40B4-BE49-F238E27FC236}">
                <a16:creationId xmlns:a16="http://schemas.microsoft.com/office/drawing/2014/main" id="{23310FCF-B6A4-F241-A777-252E522D363B}"/>
              </a:ext>
            </a:extLst>
          </p:cNvPr>
          <p:cNvSpPr>
            <a:spLocks noGrp="1" noChangeArrowheads="1"/>
          </p:cNvSpPr>
          <p:nvPr>
            <p:ph type="sldNum" sz="quarter" idx="11"/>
          </p:nvPr>
        </p:nvSpPr>
        <p:spPr/>
        <p:txBody>
          <a:bodyPr/>
          <a:lstStyle>
            <a:lvl1pPr>
              <a:defRPr/>
            </a:lvl1pPr>
          </a:lstStyle>
          <a:p>
            <a:fld id="{1482C21B-1413-E741-B90B-DCF65F2C78A7}" type="slidenum">
              <a:rPr lang="en-US" altLang="en-US"/>
              <a:pPr/>
              <a:t>‹#›</a:t>
            </a:fld>
            <a:endParaRPr lang="en-US" altLang="en-US"/>
          </a:p>
        </p:txBody>
      </p:sp>
    </p:spTree>
    <p:extLst>
      <p:ext uri="{BB962C8B-B14F-4D97-AF65-F5344CB8AC3E}">
        <p14:creationId xmlns:p14="http://schemas.microsoft.com/office/powerpoint/2010/main" val="376995643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1DA94D30-016F-734A-94B0-DB0D0D145779}"/>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6" name="Rectangle 1030">
            <a:extLst>
              <a:ext uri="{FF2B5EF4-FFF2-40B4-BE49-F238E27FC236}">
                <a16:creationId xmlns:a16="http://schemas.microsoft.com/office/drawing/2014/main" id="{1493DD3E-1917-154C-A229-E8DEFAC7CDDC}"/>
              </a:ext>
            </a:extLst>
          </p:cNvPr>
          <p:cNvSpPr>
            <a:spLocks noGrp="1" noChangeArrowheads="1"/>
          </p:cNvSpPr>
          <p:nvPr>
            <p:ph type="sldNum" sz="quarter" idx="11"/>
          </p:nvPr>
        </p:nvSpPr>
        <p:spPr/>
        <p:txBody>
          <a:bodyPr/>
          <a:lstStyle>
            <a:lvl1pPr>
              <a:defRPr/>
            </a:lvl1pPr>
          </a:lstStyle>
          <a:p>
            <a:fld id="{1A0E10E7-40C5-4E49-8530-C2F10AB0055A}" type="slidenum">
              <a:rPr lang="en-US" altLang="en-US"/>
              <a:pPr/>
              <a:t>‹#›</a:t>
            </a:fld>
            <a:endParaRPr lang="en-US" altLang="en-US"/>
          </a:p>
        </p:txBody>
      </p:sp>
    </p:spTree>
    <p:extLst>
      <p:ext uri="{BB962C8B-B14F-4D97-AF65-F5344CB8AC3E}">
        <p14:creationId xmlns:p14="http://schemas.microsoft.com/office/powerpoint/2010/main" val="263801051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52A8FBA6-1142-5240-8D49-57C9A5F823A7}"/>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8" name="Rectangle 1030">
            <a:extLst>
              <a:ext uri="{FF2B5EF4-FFF2-40B4-BE49-F238E27FC236}">
                <a16:creationId xmlns:a16="http://schemas.microsoft.com/office/drawing/2014/main" id="{679492C5-DCD7-EA4D-A911-624858973C27}"/>
              </a:ext>
            </a:extLst>
          </p:cNvPr>
          <p:cNvSpPr>
            <a:spLocks noGrp="1" noChangeArrowheads="1"/>
          </p:cNvSpPr>
          <p:nvPr>
            <p:ph type="sldNum" sz="quarter" idx="11"/>
          </p:nvPr>
        </p:nvSpPr>
        <p:spPr/>
        <p:txBody>
          <a:bodyPr/>
          <a:lstStyle>
            <a:lvl1pPr>
              <a:defRPr/>
            </a:lvl1pPr>
          </a:lstStyle>
          <a:p>
            <a:fld id="{DD7C481E-34C9-9141-B7DF-C79E1ACCC31B}" type="slidenum">
              <a:rPr lang="en-US" altLang="en-US"/>
              <a:pPr/>
              <a:t>‹#›</a:t>
            </a:fld>
            <a:endParaRPr lang="en-US" altLang="en-US"/>
          </a:p>
        </p:txBody>
      </p:sp>
    </p:spTree>
    <p:extLst>
      <p:ext uri="{BB962C8B-B14F-4D97-AF65-F5344CB8AC3E}">
        <p14:creationId xmlns:p14="http://schemas.microsoft.com/office/powerpoint/2010/main" val="131849046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B0F67EEB-0116-D940-AFF5-7ED2D5B0FADA}"/>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4" name="Rectangle 1030">
            <a:extLst>
              <a:ext uri="{FF2B5EF4-FFF2-40B4-BE49-F238E27FC236}">
                <a16:creationId xmlns:a16="http://schemas.microsoft.com/office/drawing/2014/main" id="{FEA6CCF6-D988-E847-AC3B-EB786F96DBA6}"/>
              </a:ext>
            </a:extLst>
          </p:cNvPr>
          <p:cNvSpPr>
            <a:spLocks noGrp="1" noChangeArrowheads="1"/>
          </p:cNvSpPr>
          <p:nvPr>
            <p:ph type="sldNum" sz="quarter" idx="11"/>
          </p:nvPr>
        </p:nvSpPr>
        <p:spPr/>
        <p:txBody>
          <a:bodyPr/>
          <a:lstStyle>
            <a:lvl1pPr>
              <a:defRPr/>
            </a:lvl1pPr>
          </a:lstStyle>
          <a:p>
            <a:fld id="{F66D6B15-64D7-4543-AA86-872AEF6E89D0}" type="slidenum">
              <a:rPr lang="en-US" altLang="en-US"/>
              <a:pPr/>
              <a:t>‹#›</a:t>
            </a:fld>
            <a:endParaRPr lang="en-US" altLang="en-US"/>
          </a:p>
        </p:txBody>
      </p:sp>
    </p:spTree>
    <p:extLst>
      <p:ext uri="{BB962C8B-B14F-4D97-AF65-F5344CB8AC3E}">
        <p14:creationId xmlns:p14="http://schemas.microsoft.com/office/powerpoint/2010/main" val="320182904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3A60F556-C64C-0A4F-AB97-4C3EF5D16840}"/>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3" name="Rectangle 1030">
            <a:extLst>
              <a:ext uri="{FF2B5EF4-FFF2-40B4-BE49-F238E27FC236}">
                <a16:creationId xmlns:a16="http://schemas.microsoft.com/office/drawing/2014/main" id="{AA7B6CE4-D1CE-7043-B1BB-8DD5CA96BBEC}"/>
              </a:ext>
            </a:extLst>
          </p:cNvPr>
          <p:cNvSpPr>
            <a:spLocks noGrp="1" noChangeArrowheads="1"/>
          </p:cNvSpPr>
          <p:nvPr>
            <p:ph type="sldNum" sz="quarter" idx="11"/>
          </p:nvPr>
        </p:nvSpPr>
        <p:spPr/>
        <p:txBody>
          <a:bodyPr/>
          <a:lstStyle>
            <a:lvl1pPr>
              <a:defRPr/>
            </a:lvl1pPr>
          </a:lstStyle>
          <a:p>
            <a:fld id="{71DCC205-3ABF-ED43-AD98-B1A22F2E76F1}" type="slidenum">
              <a:rPr lang="en-US" altLang="en-US"/>
              <a:pPr/>
              <a:t>‹#›</a:t>
            </a:fld>
            <a:endParaRPr lang="en-US" altLang="en-US"/>
          </a:p>
        </p:txBody>
      </p:sp>
    </p:spTree>
    <p:extLst>
      <p:ext uri="{BB962C8B-B14F-4D97-AF65-F5344CB8AC3E}">
        <p14:creationId xmlns:p14="http://schemas.microsoft.com/office/powerpoint/2010/main" val="328072467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06C5E83E-511C-CB49-92DB-5A5722D93D29}"/>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6" name="Rectangle 1030">
            <a:extLst>
              <a:ext uri="{FF2B5EF4-FFF2-40B4-BE49-F238E27FC236}">
                <a16:creationId xmlns:a16="http://schemas.microsoft.com/office/drawing/2014/main" id="{EB2A231E-DF0E-2540-AA76-88195834859D}"/>
              </a:ext>
            </a:extLst>
          </p:cNvPr>
          <p:cNvSpPr>
            <a:spLocks noGrp="1" noChangeArrowheads="1"/>
          </p:cNvSpPr>
          <p:nvPr>
            <p:ph type="sldNum" sz="quarter" idx="11"/>
          </p:nvPr>
        </p:nvSpPr>
        <p:spPr/>
        <p:txBody>
          <a:bodyPr/>
          <a:lstStyle>
            <a:lvl1pPr>
              <a:defRPr/>
            </a:lvl1pPr>
          </a:lstStyle>
          <a:p>
            <a:fld id="{67D80539-92FC-E845-BA40-3366231D1305}" type="slidenum">
              <a:rPr lang="en-US" altLang="en-US"/>
              <a:pPr/>
              <a:t>‹#›</a:t>
            </a:fld>
            <a:endParaRPr lang="en-US" altLang="en-US"/>
          </a:p>
        </p:txBody>
      </p:sp>
    </p:spTree>
    <p:extLst>
      <p:ext uri="{BB962C8B-B14F-4D97-AF65-F5344CB8AC3E}">
        <p14:creationId xmlns:p14="http://schemas.microsoft.com/office/powerpoint/2010/main" val="78949403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966FECE4-1068-7349-AB70-5F5AC5329D5B}"/>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6" name="Rectangle 1030">
            <a:extLst>
              <a:ext uri="{FF2B5EF4-FFF2-40B4-BE49-F238E27FC236}">
                <a16:creationId xmlns:a16="http://schemas.microsoft.com/office/drawing/2014/main" id="{DD690156-4C0F-4140-B172-0A474253D2A7}"/>
              </a:ext>
            </a:extLst>
          </p:cNvPr>
          <p:cNvSpPr>
            <a:spLocks noGrp="1" noChangeArrowheads="1"/>
          </p:cNvSpPr>
          <p:nvPr>
            <p:ph type="sldNum" sz="quarter" idx="11"/>
          </p:nvPr>
        </p:nvSpPr>
        <p:spPr/>
        <p:txBody>
          <a:bodyPr/>
          <a:lstStyle>
            <a:lvl1pPr>
              <a:defRPr/>
            </a:lvl1pPr>
          </a:lstStyle>
          <a:p>
            <a:fld id="{B72007A5-101E-0442-B90D-56BAB18F071F}" type="slidenum">
              <a:rPr lang="en-US" altLang="en-US"/>
              <a:pPr/>
              <a:t>‹#›</a:t>
            </a:fld>
            <a:endParaRPr lang="en-US" altLang="en-US"/>
          </a:p>
        </p:txBody>
      </p:sp>
    </p:spTree>
    <p:extLst>
      <p:ext uri="{BB962C8B-B14F-4D97-AF65-F5344CB8AC3E}">
        <p14:creationId xmlns:p14="http://schemas.microsoft.com/office/powerpoint/2010/main" val="4184150875"/>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609FFB5-AD9B-6941-A034-DE0920D14635}"/>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5" name="Rectangle 1030">
            <a:extLst>
              <a:ext uri="{FF2B5EF4-FFF2-40B4-BE49-F238E27FC236}">
                <a16:creationId xmlns:a16="http://schemas.microsoft.com/office/drawing/2014/main" id="{FFA3A3AE-7922-7F43-A33B-F1EA2B6FB912}"/>
              </a:ext>
            </a:extLst>
          </p:cNvPr>
          <p:cNvSpPr>
            <a:spLocks noGrp="1" noChangeArrowheads="1"/>
          </p:cNvSpPr>
          <p:nvPr>
            <p:ph type="sldNum" sz="quarter" idx="11"/>
          </p:nvPr>
        </p:nvSpPr>
        <p:spPr/>
        <p:txBody>
          <a:bodyPr/>
          <a:lstStyle>
            <a:lvl1pPr>
              <a:defRPr/>
            </a:lvl1pPr>
          </a:lstStyle>
          <a:p>
            <a:fld id="{244E72A0-A9F8-864D-9ECD-F83ECF743FF3}" type="slidenum">
              <a:rPr lang="en-US" altLang="en-US"/>
              <a:pPr/>
              <a:t>‹#›</a:t>
            </a:fld>
            <a:endParaRPr lang="en-US" altLang="en-US"/>
          </a:p>
        </p:txBody>
      </p:sp>
    </p:spTree>
    <p:extLst>
      <p:ext uri="{BB962C8B-B14F-4D97-AF65-F5344CB8AC3E}">
        <p14:creationId xmlns:p14="http://schemas.microsoft.com/office/powerpoint/2010/main" val="172157088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8468325-C931-FA4E-BB3E-70B358B2A159}"/>
              </a:ext>
            </a:extLst>
          </p:cNvPr>
          <p:cNvSpPr>
            <a:spLocks noGrp="1" noChangeArrowheads="1"/>
          </p:cNvSpPr>
          <p:nvPr>
            <p:ph type="ftr" sz="quarter"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ltLang="en-US"/>
          </a:p>
        </p:txBody>
      </p:sp>
      <p:sp>
        <p:nvSpPr>
          <p:cNvPr id="5" name="Rectangle 1030">
            <a:extLst>
              <a:ext uri="{FF2B5EF4-FFF2-40B4-BE49-F238E27FC236}">
                <a16:creationId xmlns:a16="http://schemas.microsoft.com/office/drawing/2014/main" id="{D8449CBC-8123-D741-BFE6-F17B93060FBC}"/>
              </a:ext>
            </a:extLst>
          </p:cNvPr>
          <p:cNvSpPr>
            <a:spLocks noGrp="1" noChangeArrowheads="1"/>
          </p:cNvSpPr>
          <p:nvPr>
            <p:ph type="sldNum" sz="quarter" idx="11"/>
          </p:nvPr>
        </p:nvSpPr>
        <p:spPr/>
        <p:txBody>
          <a:bodyPr/>
          <a:lstStyle>
            <a:lvl1pPr>
              <a:defRPr/>
            </a:lvl1pPr>
          </a:lstStyle>
          <a:p>
            <a:fld id="{0E33535F-F180-8440-B079-7DC30DDEB7E0}" type="slidenum">
              <a:rPr lang="en-US" altLang="en-US"/>
              <a:pPr/>
              <a:t>‹#›</a:t>
            </a:fld>
            <a:endParaRPr lang="en-US" altLang="en-US"/>
          </a:p>
        </p:txBody>
      </p:sp>
    </p:spTree>
    <p:extLst>
      <p:ext uri="{BB962C8B-B14F-4D97-AF65-F5344CB8AC3E}">
        <p14:creationId xmlns:p14="http://schemas.microsoft.com/office/powerpoint/2010/main" val="10045342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714B2CC6-BCAC-1643-AB78-C2ADF490D950}"/>
              </a:ext>
            </a:extLst>
          </p:cNvPr>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0751B17A-BF36-4842-B734-E23F1865B0C4}"/>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28F08601-02AD-6D40-B66A-AFD9E5D60950}"/>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8055B2BB-4A1A-D34E-80ED-672CDAF1ADB7}"/>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6F15F5C2-BAE1-1849-939C-51DA7DCD9ABF}"/>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013B461-D351-8C4C-8D06-99189598BB72}"/>
              </a:ext>
            </a:extLst>
          </p:cNvPr>
          <p:cNvSpPr>
            <a:spLocks noGrp="1" noChangeArrowheads="1"/>
          </p:cNvSpPr>
          <p:nvPr>
            <p:ph type="sldNum" sz="quarter" idx="12"/>
          </p:nvPr>
        </p:nvSpPr>
        <p:spPr/>
        <p:txBody>
          <a:bodyPr/>
          <a:lstStyle>
            <a:lvl1pPr>
              <a:defRPr sz="1200"/>
            </a:lvl1pPr>
          </a:lstStyle>
          <a:p>
            <a:fld id="{DE858C0F-DBE4-7F41-93EF-EEDB90BFFB25}" type="slidenum">
              <a:rPr lang="en-US" altLang="en-US"/>
              <a:pPr/>
              <a:t>‹#›</a:t>
            </a:fld>
            <a:endParaRPr lang="en-US" altLang="en-US"/>
          </a:p>
        </p:txBody>
      </p:sp>
    </p:spTree>
    <p:extLst>
      <p:ext uri="{BB962C8B-B14F-4D97-AF65-F5344CB8AC3E}">
        <p14:creationId xmlns:p14="http://schemas.microsoft.com/office/powerpoint/2010/main" val="199953371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1320C456-BAB2-674B-9279-F74D1E6BAEB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87C3D555-B1CA-AC40-8B14-51B307E08C9C}"/>
              </a:ext>
            </a:extLst>
          </p:cNvPr>
          <p:cNvSpPr>
            <a:spLocks noGrp="1" noChangeArrowheads="1"/>
          </p:cNvSpPr>
          <p:nvPr>
            <p:ph type="sldNum" sz="quarter" idx="11"/>
          </p:nvPr>
        </p:nvSpPr>
        <p:spPr>
          <a:ln/>
        </p:spPr>
        <p:txBody>
          <a:bodyPr/>
          <a:lstStyle>
            <a:lvl1pPr>
              <a:defRPr/>
            </a:lvl1pPr>
          </a:lstStyle>
          <a:p>
            <a:fld id="{1BBEC082-DB60-894D-A65F-EC5CC660E7FA}" type="slidenum">
              <a:rPr lang="en-US" altLang="en-US"/>
              <a:pPr/>
              <a:t>‹#›</a:t>
            </a:fld>
            <a:endParaRPr lang="en-US" altLang="en-US"/>
          </a:p>
        </p:txBody>
      </p:sp>
    </p:spTree>
    <p:extLst>
      <p:ext uri="{BB962C8B-B14F-4D97-AF65-F5344CB8AC3E}">
        <p14:creationId xmlns:p14="http://schemas.microsoft.com/office/powerpoint/2010/main" val="184001970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5D8824E4-CBD0-324D-B203-16810E3CD22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9883843B-4311-F64D-ABF4-8C528A440053}"/>
              </a:ext>
            </a:extLst>
          </p:cNvPr>
          <p:cNvSpPr>
            <a:spLocks noGrp="1" noChangeArrowheads="1"/>
          </p:cNvSpPr>
          <p:nvPr>
            <p:ph type="sldNum" sz="quarter" idx="11"/>
          </p:nvPr>
        </p:nvSpPr>
        <p:spPr>
          <a:ln/>
        </p:spPr>
        <p:txBody>
          <a:bodyPr/>
          <a:lstStyle>
            <a:lvl1pPr>
              <a:defRPr/>
            </a:lvl1pPr>
          </a:lstStyle>
          <a:p>
            <a:fld id="{9BFABF82-8CD4-944F-9794-F4BB55EAA671}" type="slidenum">
              <a:rPr lang="en-US" altLang="en-US"/>
              <a:pPr/>
              <a:t>‹#›</a:t>
            </a:fld>
            <a:endParaRPr lang="en-US" altLang="en-US"/>
          </a:p>
        </p:txBody>
      </p:sp>
    </p:spTree>
    <p:extLst>
      <p:ext uri="{BB962C8B-B14F-4D97-AF65-F5344CB8AC3E}">
        <p14:creationId xmlns:p14="http://schemas.microsoft.com/office/powerpoint/2010/main" val="2950599207"/>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BFDEB397-DCF4-E046-9CEF-3C1373D51AA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0E8B1ECD-5EF8-C347-8080-250C48299511}"/>
              </a:ext>
            </a:extLst>
          </p:cNvPr>
          <p:cNvSpPr>
            <a:spLocks noGrp="1" noChangeArrowheads="1"/>
          </p:cNvSpPr>
          <p:nvPr>
            <p:ph type="sldNum" sz="quarter" idx="11"/>
          </p:nvPr>
        </p:nvSpPr>
        <p:spPr>
          <a:ln/>
        </p:spPr>
        <p:txBody>
          <a:bodyPr/>
          <a:lstStyle>
            <a:lvl1pPr>
              <a:defRPr/>
            </a:lvl1pPr>
          </a:lstStyle>
          <a:p>
            <a:fld id="{BB7531F1-CE42-F44C-9E97-BCF6159B0BFB}" type="slidenum">
              <a:rPr lang="en-US" altLang="en-US"/>
              <a:pPr/>
              <a:t>‹#›</a:t>
            </a:fld>
            <a:endParaRPr lang="en-US" altLang="en-US"/>
          </a:p>
        </p:txBody>
      </p:sp>
    </p:spTree>
    <p:extLst>
      <p:ext uri="{BB962C8B-B14F-4D97-AF65-F5344CB8AC3E}">
        <p14:creationId xmlns:p14="http://schemas.microsoft.com/office/powerpoint/2010/main" val="285809045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A77F40A4-3E89-1B45-BEBF-0AA9EDBC37F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7B6CB434-7272-F144-B3EB-748B298E8A16}"/>
              </a:ext>
            </a:extLst>
          </p:cNvPr>
          <p:cNvSpPr>
            <a:spLocks noGrp="1" noChangeArrowheads="1"/>
          </p:cNvSpPr>
          <p:nvPr>
            <p:ph type="sldNum" sz="quarter" idx="11"/>
          </p:nvPr>
        </p:nvSpPr>
        <p:spPr>
          <a:ln/>
        </p:spPr>
        <p:txBody>
          <a:bodyPr/>
          <a:lstStyle>
            <a:lvl1pPr>
              <a:defRPr/>
            </a:lvl1pPr>
          </a:lstStyle>
          <a:p>
            <a:fld id="{4BF0034D-4554-BD42-802B-E49E3DC77C97}" type="slidenum">
              <a:rPr lang="en-US" altLang="en-US"/>
              <a:pPr/>
              <a:t>‹#›</a:t>
            </a:fld>
            <a:endParaRPr lang="en-US" altLang="en-US"/>
          </a:p>
        </p:txBody>
      </p:sp>
    </p:spTree>
    <p:extLst>
      <p:ext uri="{BB962C8B-B14F-4D97-AF65-F5344CB8AC3E}">
        <p14:creationId xmlns:p14="http://schemas.microsoft.com/office/powerpoint/2010/main" val="329306399"/>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533EA543-58EC-1145-A87A-818F11E2CBDA}"/>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17CD2823-E242-7D44-9F36-68BECE5A08D6}"/>
              </a:ext>
            </a:extLst>
          </p:cNvPr>
          <p:cNvSpPr>
            <a:spLocks noGrp="1" noChangeArrowheads="1"/>
          </p:cNvSpPr>
          <p:nvPr>
            <p:ph type="sldNum" sz="quarter" idx="11"/>
          </p:nvPr>
        </p:nvSpPr>
        <p:spPr>
          <a:ln/>
        </p:spPr>
        <p:txBody>
          <a:bodyPr/>
          <a:lstStyle>
            <a:lvl1pPr>
              <a:defRPr/>
            </a:lvl1pPr>
          </a:lstStyle>
          <a:p>
            <a:fld id="{28AF0954-8371-A644-8944-406A45A852A9}" type="slidenum">
              <a:rPr lang="en-US" altLang="en-US"/>
              <a:pPr/>
              <a:t>‹#›</a:t>
            </a:fld>
            <a:endParaRPr lang="en-US" altLang="en-US"/>
          </a:p>
        </p:txBody>
      </p:sp>
    </p:spTree>
    <p:extLst>
      <p:ext uri="{BB962C8B-B14F-4D97-AF65-F5344CB8AC3E}">
        <p14:creationId xmlns:p14="http://schemas.microsoft.com/office/powerpoint/2010/main" val="56255246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D401DBD6-0D40-914C-A4A9-0E1A0562094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8D2885C7-A8DE-944D-A733-91FB1D23A917}"/>
              </a:ext>
            </a:extLst>
          </p:cNvPr>
          <p:cNvSpPr>
            <a:spLocks noGrp="1" noChangeArrowheads="1"/>
          </p:cNvSpPr>
          <p:nvPr>
            <p:ph type="sldNum" sz="quarter" idx="11"/>
          </p:nvPr>
        </p:nvSpPr>
        <p:spPr>
          <a:ln/>
        </p:spPr>
        <p:txBody>
          <a:bodyPr/>
          <a:lstStyle>
            <a:lvl1pPr>
              <a:defRPr/>
            </a:lvl1pPr>
          </a:lstStyle>
          <a:p>
            <a:fld id="{1BBB2226-A9FA-DB47-9CF0-2E287A38960E}" type="slidenum">
              <a:rPr lang="en-US" altLang="en-US"/>
              <a:pPr/>
              <a:t>‹#›</a:t>
            </a:fld>
            <a:endParaRPr lang="en-US" altLang="en-US"/>
          </a:p>
        </p:txBody>
      </p:sp>
    </p:spTree>
    <p:extLst>
      <p:ext uri="{BB962C8B-B14F-4D97-AF65-F5344CB8AC3E}">
        <p14:creationId xmlns:p14="http://schemas.microsoft.com/office/powerpoint/2010/main" val="742573990"/>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6F3099B0-B9D2-8449-B33E-AE3FA8363DE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8D5B7DF8-5103-1B42-996C-8AA394272AE5}"/>
              </a:ext>
            </a:extLst>
          </p:cNvPr>
          <p:cNvSpPr>
            <a:spLocks noGrp="1" noChangeArrowheads="1"/>
          </p:cNvSpPr>
          <p:nvPr>
            <p:ph type="sldNum" sz="quarter" idx="11"/>
          </p:nvPr>
        </p:nvSpPr>
        <p:spPr>
          <a:ln/>
        </p:spPr>
        <p:txBody>
          <a:bodyPr/>
          <a:lstStyle>
            <a:lvl1pPr>
              <a:defRPr/>
            </a:lvl1pPr>
          </a:lstStyle>
          <a:p>
            <a:fld id="{FF674C63-9CEC-E640-98D8-DC688D3DD9E4}" type="slidenum">
              <a:rPr lang="en-US" altLang="en-US"/>
              <a:pPr/>
              <a:t>‹#›</a:t>
            </a:fld>
            <a:endParaRPr lang="en-US" altLang="en-US"/>
          </a:p>
        </p:txBody>
      </p:sp>
    </p:spTree>
    <p:extLst>
      <p:ext uri="{BB962C8B-B14F-4D97-AF65-F5344CB8AC3E}">
        <p14:creationId xmlns:p14="http://schemas.microsoft.com/office/powerpoint/2010/main" val="293216484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A500CE77-FA0E-B448-AA17-55A6703F6BA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9B609F3A-95A7-5841-8128-4F348A5B515C}"/>
              </a:ext>
            </a:extLst>
          </p:cNvPr>
          <p:cNvSpPr>
            <a:spLocks noGrp="1" noChangeArrowheads="1"/>
          </p:cNvSpPr>
          <p:nvPr>
            <p:ph type="sldNum" sz="quarter" idx="11"/>
          </p:nvPr>
        </p:nvSpPr>
        <p:spPr>
          <a:ln/>
        </p:spPr>
        <p:txBody>
          <a:bodyPr/>
          <a:lstStyle>
            <a:lvl1pPr>
              <a:defRPr/>
            </a:lvl1pPr>
          </a:lstStyle>
          <a:p>
            <a:fld id="{1DB733DC-D3FD-4841-8A7A-4F4AB73A1310}" type="slidenum">
              <a:rPr lang="en-US" altLang="en-US"/>
              <a:pPr/>
              <a:t>‹#›</a:t>
            </a:fld>
            <a:endParaRPr lang="en-US" altLang="en-US"/>
          </a:p>
        </p:txBody>
      </p:sp>
    </p:spTree>
    <p:extLst>
      <p:ext uri="{BB962C8B-B14F-4D97-AF65-F5344CB8AC3E}">
        <p14:creationId xmlns:p14="http://schemas.microsoft.com/office/powerpoint/2010/main" val="823715539"/>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DCD27D1-ECFD-F447-88C4-5B5CD7C6446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FB4D705-4483-1248-A730-79BF1918ACC8}"/>
              </a:ext>
            </a:extLst>
          </p:cNvPr>
          <p:cNvSpPr>
            <a:spLocks noGrp="1" noChangeArrowheads="1"/>
          </p:cNvSpPr>
          <p:nvPr>
            <p:ph type="sldNum" sz="quarter" idx="11"/>
          </p:nvPr>
        </p:nvSpPr>
        <p:spPr>
          <a:ln/>
        </p:spPr>
        <p:txBody>
          <a:bodyPr/>
          <a:lstStyle>
            <a:lvl1pPr>
              <a:defRPr/>
            </a:lvl1pPr>
          </a:lstStyle>
          <a:p>
            <a:fld id="{F3317078-9EBE-8343-B263-FE4EDA0B86E1}" type="slidenum">
              <a:rPr lang="en-US" altLang="en-US"/>
              <a:pPr/>
              <a:t>‹#›</a:t>
            </a:fld>
            <a:endParaRPr lang="en-US" altLang="en-US"/>
          </a:p>
        </p:txBody>
      </p:sp>
    </p:spTree>
    <p:extLst>
      <p:ext uri="{BB962C8B-B14F-4D97-AF65-F5344CB8AC3E}">
        <p14:creationId xmlns:p14="http://schemas.microsoft.com/office/powerpoint/2010/main" val="2170576551"/>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7F7E7C7-D54C-7E42-B902-18631D0E50C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B0C1EF86-4B10-0E4B-87A4-4C31410E3E8A}"/>
              </a:ext>
            </a:extLst>
          </p:cNvPr>
          <p:cNvSpPr>
            <a:spLocks noGrp="1" noChangeArrowheads="1"/>
          </p:cNvSpPr>
          <p:nvPr>
            <p:ph type="sldNum" sz="quarter" idx="11"/>
          </p:nvPr>
        </p:nvSpPr>
        <p:spPr>
          <a:ln/>
        </p:spPr>
        <p:txBody>
          <a:bodyPr/>
          <a:lstStyle>
            <a:lvl1pPr>
              <a:defRPr/>
            </a:lvl1pPr>
          </a:lstStyle>
          <a:p>
            <a:fld id="{DAEEAFA2-6AF3-564D-8551-0ACDAB9DDF09}" type="slidenum">
              <a:rPr lang="en-US" altLang="en-US"/>
              <a:pPr/>
              <a:t>‹#›</a:t>
            </a:fld>
            <a:endParaRPr lang="en-US" altLang="en-US"/>
          </a:p>
        </p:txBody>
      </p:sp>
    </p:spTree>
    <p:extLst>
      <p:ext uri="{BB962C8B-B14F-4D97-AF65-F5344CB8AC3E}">
        <p14:creationId xmlns:p14="http://schemas.microsoft.com/office/powerpoint/2010/main" val="106236255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2C90C948-2B96-0640-82B2-1E954D9CB72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2E2E6134-7558-6D42-88BC-6E9B9E7448A4}"/>
              </a:ext>
            </a:extLst>
          </p:cNvPr>
          <p:cNvSpPr>
            <a:spLocks noGrp="1" noChangeArrowheads="1"/>
          </p:cNvSpPr>
          <p:nvPr>
            <p:ph type="sldNum" sz="quarter" idx="11"/>
          </p:nvPr>
        </p:nvSpPr>
        <p:spPr>
          <a:ln/>
        </p:spPr>
        <p:txBody>
          <a:bodyPr/>
          <a:lstStyle>
            <a:lvl1pPr>
              <a:defRPr/>
            </a:lvl1pPr>
          </a:lstStyle>
          <a:p>
            <a:fld id="{F0A436F3-25BF-5246-8097-CFB6BF81F56B}" type="slidenum">
              <a:rPr lang="en-US" altLang="en-US"/>
              <a:pPr/>
              <a:t>‹#›</a:t>
            </a:fld>
            <a:endParaRPr lang="en-US" altLang="en-US"/>
          </a:p>
        </p:txBody>
      </p:sp>
    </p:spTree>
    <p:extLst>
      <p:ext uri="{BB962C8B-B14F-4D97-AF65-F5344CB8AC3E}">
        <p14:creationId xmlns:p14="http://schemas.microsoft.com/office/powerpoint/2010/main" val="768719373"/>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3"/>
          <p:cNvSpPr>
            <a:spLocks noChangeArrowheads="1"/>
          </p:cNvSpPr>
          <p:nvPr/>
        </p:nvSpPr>
        <p:spPr bwMode="auto">
          <a:xfrm>
            <a:off x="457200" y="1123950"/>
            <a:ext cx="82296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n-US">
              <a:solidFill>
                <a:srgbClr val="000000"/>
              </a:solidFill>
              <a:latin typeface="Tahoma"/>
            </a:endParaRPr>
          </a:p>
        </p:txBody>
      </p:sp>
      <p:sp>
        <p:nvSpPr>
          <p:cNvPr id="5" name="Line 8"/>
          <p:cNvSpPr>
            <a:spLocks noChangeShapeType="1"/>
          </p:cNvSpPr>
          <p:nvPr/>
        </p:nvSpPr>
        <p:spPr bwMode="auto">
          <a:xfrm>
            <a:off x="457200" y="3371850"/>
            <a:ext cx="8229600" cy="0"/>
          </a:xfrm>
          <a:prstGeom prst="line">
            <a:avLst/>
          </a:prstGeom>
          <a:noFill/>
          <a:ln w="19050">
            <a:solidFill>
              <a:schemeClr val="accent1"/>
            </a:solidFill>
            <a:round/>
            <a:headEnd/>
            <a:tailEnd/>
          </a:ln>
          <a:effectLst/>
        </p:spPr>
        <p:txBody>
          <a:bodyPr/>
          <a:lstStyle/>
          <a:p>
            <a:pPr>
              <a:defRPr/>
            </a:pPr>
            <a:endParaRPr lang="en-US">
              <a:solidFill>
                <a:srgbClr val="000000"/>
              </a:solidFill>
              <a:latin typeface="Tahoma"/>
            </a:endParaRPr>
          </a:p>
        </p:txBody>
      </p:sp>
      <p:sp>
        <p:nvSpPr>
          <p:cNvPr id="6" name="Line 10"/>
          <p:cNvSpPr>
            <a:spLocks noChangeShapeType="1"/>
          </p:cNvSpPr>
          <p:nvPr userDrawn="1"/>
        </p:nvSpPr>
        <p:spPr bwMode="auto">
          <a:xfrm>
            <a:off x="8686800" y="2457450"/>
            <a:ext cx="0" cy="914400"/>
          </a:xfrm>
          <a:prstGeom prst="line">
            <a:avLst/>
          </a:prstGeom>
          <a:noFill/>
          <a:ln w="25400">
            <a:solidFill>
              <a:schemeClr val="accent1"/>
            </a:solidFill>
            <a:round/>
            <a:headEnd/>
            <a:tailEnd/>
          </a:ln>
          <a:effectLst/>
        </p:spPr>
        <p:txBody>
          <a:bodyPr/>
          <a:lstStyle/>
          <a:p>
            <a:pPr>
              <a:defRPr/>
            </a:pPr>
            <a:endParaRPr lang="en-US">
              <a:solidFill>
                <a:srgbClr val="000000"/>
              </a:solidFill>
              <a:latin typeface="Tahoma"/>
            </a:endParaRPr>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Garamond" pitchFamily="18" charset="0"/>
              </a:defRPr>
            </a:lvl1pPr>
          </a:lstStyle>
          <a:p>
            <a:endParaRPr lang="en-US" altLang="en-US">
              <a:solidFill>
                <a:srgbClr val="000000"/>
              </a:solidFill>
            </a:endParaRPr>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endParaRPr lang="en-US" altLang="en-US">
              <a:solidFill>
                <a:srgbClr val="000000"/>
              </a:solidFill>
            </a:endParaRPr>
          </a:p>
        </p:txBody>
      </p:sp>
      <p:sp>
        <p:nvSpPr>
          <p:cNvPr id="9" name="Rectangle 6"/>
          <p:cNvSpPr>
            <a:spLocks noGrp="1" noChangeArrowheads="1"/>
          </p:cNvSpPr>
          <p:nvPr>
            <p:ph type="sldNum" sz="quarter" idx="12"/>
          </p:nvPr>
        </p:nvSpPr>
        <p:spPr/>
        <p:txBody>
          <a:bodyPr/>
          <a:lstStyle>
            <a:lvl1pPr>
              <a:defRPr sz="1200"/>
            </a:lvl1pPr>
          </a:lstStyle>
          <a:p>
            <a:fld id="{7341D3D9-3FE8-4025-BF66-8DAB1ABB951F}"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73903266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fld id="{323594FA-E141-4234-AE05-360401972BE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441002226"/>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fld id="{C7AC7BA1-BEA2-40AF-9056-44DC8C98568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67599455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fld id="{94D2BBBE-2A44-4D16-8758-0239282DCC58}"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03204807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8" name="Rectangle 1030"/>
          <p:cNvSpPr>
            <a:spLocks noGrp="1" noChangeArrowheads="1"/>
          </p:cNvSpPr>
          <p:nvPr>
            <p:ph type="sldNum" sz="quarter" idx="11"/>
          </p:nvPr>
        </p:nvSpPr>
        <p:spPr>
          <a:ln/>
        </p:spPr>
        <p:txBody>
          <a:bodyPr/>
          <a:lstStyle>
            <a:lvl1pPr>
              <a:defRPr/>
            </a:lvl1pPr>
          </a:lstStyle>
          <a:p>
            <a:fld id="{D5FD5635-BCCD-45D2-B61E-320731E13B1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49368303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4" name="Rectangle 1030"/>
          <p:cNvSpPr>
            <a:spLocks noGrp="1" noChangeArrowheads="1"/>
          </p:cNvSpPr>
          <p:nvPr>
            <p:ph type="sldNum" sz="quarter" idx="11"/>
          </p:nvPr>
        </p:nvSpPr>
        <p:spPr>
          <a:ln/>
        </p:spPr>
        <p:txBody>
          <a:bodyPr/>
          <a:lstStyle>
            <a:lvl1pPr>
              <a:defRPr/>
            </a:lvl1pPr>
          </a:lstStyle>
          <a:p>
            <a:fld id="{018A7077-2B78-4FB5-8F56-24239751AEF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920438650"/>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3" name="Rectangle 1030"/>
          <p:cNvSpPr>
            <a:spLocks noGrp="1" noChangeArrowheads="1"/>
          </p:cNvSpPr>
          <p:nvPr>
            <p:ph type="sldNum" sz="quarter" idx="11"/>
          </p:nvPr>
        </p:nvSpPr>
        <p:spPr>
          <a:ln/>
        </p:spPr>
        <p:txBody>
          <a:bodyPr/>
          <a:lstStyle>
            <a:lvl1pPr>
              <a:defRPr/>
            </a:lvl1pPr>
          </a:lstStyle>
          <a:p>
            <a:fld id="{6E86574E-FA2E-425B-A84C-39F9592E9ECB}"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05726834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fld id="{9148CFD0-6DDB-45F0-A989-9F5CE648BC1E}"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847176884"/>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fld id="{9E97B092-8552-4BA4-B0E1-CE51B98A2A2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76626734"/>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fld id="{F44DDA66-0DFC-412A-A4B0-EFE91F0913E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75187498"/>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fld id="{4D1F9A79-97CD-456A-8962-B51E5744B9C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07544287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30AEAA4F-EDAA-504E-B5B4-CF8F14451443}"/>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1027">
            <a:extLst>
              <a:ext uri="{FF2B5EF4-FFF2-40B4-BE49-F238E27FC236}">
                <a16:creationId xmlns:a16="http://schemas.microsoft.com/office/drawing/2014/main" id="{931EF2BB-3B54-DF43-8685-B93DB79050EA}"/>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D624DA32-BF01-BA4E-9E10-47ABCA88245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44215C59-8EB3-1A4D-A592-4164F6136CDB}"/>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cs typeface="Arial" panose="020B0604020202020204" pitchFamily="34" charset="0"/>
              </a:defRPr>
            </a:lvl1pPr>
          </a:lstStyle>
          <a:p>
            <a:fld id="{DECE033A-9A2F-7340-883E-492A11F8D221}" type="slidenum">
              <a:rPr lang="en-US" altLang="en-US"/>
              <a:pPr/>
              <a:t>‹#›</a:t>
            </a:fld>
            <a:endParaRPr lang="en-US" altLang="en-US"/>
          </a:p>
        </p:txBody>
      </p:sp>
      <p:sp>
        <p:nvSpPr>
          <p:cNvPr id="1030" name="Line 1032">
            <a:extLst>
              <a:ext uri="{FF2B5EF4-FFF2-40B4-BE49-F238E27FC236}">
                <a16:creationId xmlns:a16="http://schemas.microsoft.com/office/drawing/2014/main" id="{A41FD444-C3E5-724B-8630-9A1D244BB14A}"/>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1033">
            <a:extLst>
              <a:ext uri="{FF2B5EF4-FFF2-40B4-BE49-F238E27FC236}">
                <a16:creationId xmlns:a16="http://schemas.microsoft.com/office/drawing/2014/main" id="{BB4891C3-E885-DD41-A36B-469362AEF1D8}"/>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687" r:id="rId1"/>
    <p:sldLayoutId id="2147484665" r:id="rId2"/>
    <p:sldLayoutId id="2147484666" r:id="rId3"/>
    <p:sldLayoutId id="2147484667" r:id="rId4"/>
    <p:sldLayoutId id="2147484668" r:id="rId5"/>
    <p:sldLayoutId id="2147484669" r:id="rId6"/>
    <p:sldLayoutId id="2147484670" r:id="rId7"/>
    <p:sldLayoutId id="2147484671" r:id="rId8"/>
    <p:sldLayoutId id="2147484672" r:id="rId9"/>
    <p:sldLayoutId id="2147484673" r:id="rId10"/>
    <p:sldLayoutId id="2147484674" r:id="rId11"/>
    <p:sldLayoutId id="2147484675"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682" name="Rectangle 1026">
            <a:extLst>
              <a:ext uri="{FF2B5EF4-FFF2-40B4-BE49-F238E27FC236}">
                <a16:creationId xmlns:a16="http://schemas.microsoft.com/office/drawing/2014/main" id="{BA359737-B852-D94A-975C-05392AD8E819}"/>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71683" name="Rectangle 1027">
            <a:extLst>
              <a:ext uri="{FF2B5EF4-FFF2-40B4-BE49-F238E27FC236}">
                <a16:creationId xmlns:a16="http://schemas.microsoft.com/office/drawing/2014/main" id="{428C38A4-5EE5-5A45-B7E0-69AEC97017B6}"/>
              </a:ext>
            </a:extLst>
          </p:cNvPr>
          <p:cNvSpPr>
            <a:spLocks noGrp="1" noChangeArrowheads="1"/>
          </p:cNvSpPr>
          <p:nvPr>
            <p:ph type="body" idx="1"/>
          </p:nvPr>
        </p:nvSpPr>
        <p:spPr bwMode="auto">
          <a:xfrm>
            <a:off x="228600" y="1371600"/>
            <a:ext cx="8610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B0ECEFDE-5F49-D342-BBEB-C0E1FFD24D0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fontAlgn="auto">
              <a:spcBef>
                <a:spcPts val="0"/>
              </a:spcBef>
              <a:spcAft>
                <a:spcPts val="0"/>
              </a:spcAft>
              <a:defRPr sz="1200">
                <a:solidFill>
                  <a:srgbClr val="000000"/>
                </a:solidFill>
                <a:latin typeface="Garamond" pitchFamily="18" charset="0"/>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F843798B-A7AA-234B-9DDD-AFBDE5968A52}"/>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defRPr>
            </a:lvl1pPr>
          </a:lstStyle>
          <a:p>
            <a:fld id="{8BD4A072-29D8-9D49-8AB8-83424FCF796B}" type="slidenum">
              <a:rPr lang="en-US" altLang="en-US"/>
              <a:pPr/>
              <a:t>‹#›</a:t>
            </a:fld>
            <a:endParaRPr lang="en-US" altLang="en-US"/>
          </a:p>
        </p:txBody>
      </p:sp>
      <p:sp>
        <p:nvSpPr>
          <p:cNvPr id="71686" name="Line 1032">
            <a:extLst>
              <a:ext uri="{FF2B5EF4-FFF2-40B4-BE49-F238E27FC236}">
                <a16:creationId xmlns:a16="http://schemas.microsoft.com/office/drawing/2014/main" id="{83CB84E9-A589-274B-9191-F58683089956}"/>
              </a:ext>
            </a:extLst>
          </p:cNvPr>
          <p:cNvSpPr>
            <a:spLocks noChangeShapeType="1"/>
          </p:cNvSpPr>
          <p:nvPr/>
        </p:nvSpPr>
        <p:spPr bwMode="auto">
          <a:xfrm>
            <a:off x="228600" y="6381750"/>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7" name="Line 1033">
            <a:extLst>
              <a:ext uri="{FF2B5EF4-FFF2-40B4-BE49-F238E27FC236}">
                <a16:creationId xmlns:a16="http://schemas.microsoft.com/office/drawing/2014/main" id="{CC05FE3C-59F2-074D-BD41-9640F85BF84E}"/>
              </a:ext>
            </a:extLst>
          </p:cNvPr>
          <p:cNvSpPr>
            <a:spLocks noChangeShapeType="1"/>
          </p:cNvSpPr>
          <p:nvPr/>
        </p:nvSpPr>
        <p:spPr bwMode="auto">
          <a:xfrm>
            <a:off x="228600" y="914400"/>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689" r:id="rId1"/>
    <p:sldLayoutId id="2147484690" r:id="rId2"/>
    <p:sldLayoutId id="2147484691" r:id="rId3"/>
    <p:sldLayoutId id="2147484692" r:id="rId4"/>
    <p:sldLayoutId id="2147484693" r:id="rId5"/>
    <p:sldLayoutId id="2147484694" r:id="rId6"/>
    <p:sldLayoutId id="2147484695" r:id="rId7"/>
    <p:sldLayoutId id="2147484696" r:id="rId8"/>
    <p:sldLayoutId id="2147484697" r:id="rId9"/>
    <p:sldLayoutId id="2147484698" r:id="rId10"/>
    <p:sldLayoutId id="2147484699" r:id="rId11"/>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charset="0"/>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E6597FE0-60A1-034A-A636-36595A800F00}"/>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1027">
            <a:extLst>
              <a:ext uri="{FF2B5EF4-FFF2-40B4-BE49-F238E27FC236}">
                <a16:creationId xmlns:a16="http://schemas.microsoft.com/office/drawing/2014/main" id="{D0B67E57-9F41-B942-81B9-9C49558CA570}"/>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23BE90E2-0FA9-C945-9333-68CC9FE4F5D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191BEC63-1DEA-0847-B8BC-002CCC743F2C}"/>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cs typeface="Arial" panose="020B0604020202020204" pitchFamily="34" charset="0"/>
              </a:defRPr>
            </a:lvl1pPr>
          </a:lstStyle>
          <a:p>
            <a:fld id="{764B09B3-2352-4B45-BFD9-B15BF150B2F8}" type="slidenum">
              <a:rPr lang="en-US" altLang="en-US"/>
              <a:pPr/>
              <a:t>‹#›</a:t>
            </a:fld>
            <a:endParaRPr lang="en-US" altLang="en-US"/>
          </a:p>
        </p:txBody>
      </p:sp>
      <p:sp>
        <p:nvSpPr>
          <p:cNvPr id="1030" name="Line 1032">
            <a:extLst>
              <a:ext uri="{FF2B5EF4-FFF2-40B4-BE49-F238E27FC236}">
                <a16:creationId xmlns:a16="http://schemas.microsoft.com/office/drawing/2014/main" id="{3B64EC2B-D863-2044-B2D5-E738C6E47F61}"/>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1033">
            <a:extLst>
              <a:ext uri="{FF2B5EF4-FFF2-40B4-BE49-F238E27FC236}">
                <a16:creationId xmlns:a16="http://schemas.microsoft.com/office/drawing/2014/main" id="{A5047C56-8C24-0345-894A-0C4BCF3C536F}"/>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986313949"/>
      </p:ext>
    </p:extLst>
  </p:cSld>
  <p:clrMap bg1="lt1" tx1="dk1" bg2="lt2" tx2="dk2" accent1="accent1" accent2="accent2" accent3="accent3" accent4="accent4" accent5="accent5" accent6="accent6" hlink="hlink" folHlink="folHlink"/>
  <p:sldLayoutIdLst>
    <p:sldLayoutId id="2147484701" r:id="rId1"/>
    <p:sldLayoutId id="2147484702" r:id="rId2"/>
    <p:sldLayoutId id="2147484703" r:id="rId3"/>
    <p:sldLayoutId id="2147484704" r:id="rId4"/>
    <p:sldLayoutId id="2147484705" r:id="rId5"/>
    <p:sldLayoutId id="2147484706" r:id="rId6"/>
    <p:sldLayoutId id="2147484707" r:id="rId7"/>
    <p:sldLayoutId id="2147484708" r:id="rId8"/>
    <p:sldLayoutId id="2147484709" r:id="rId9"/>
    <p:sldLayoutId id="2147484710" r:id="rId10"/>
    <p:sldLayoutId id="2147484711" r:id="rId11"/>
    <p:sldLayoutId id="2147484712"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bwMode="auto">
          <a:xfrm>
            <a:off x="228600" y="152400"/>
            <a:ext cx="8610600" cy="106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5123" name="Rectangle 1027"/>
          <p:cNvSpPr>
            <a:spLocks noGrp="1" noChangeArrowheads="1"/>
          </p:cNvSpPr>
          <p:nvPr>
            <p:ph type="body" idx="1"/>
          </p:nvPr>
        </p:nvSpPr>
        <p:spPr bwMode="auto">
          <a:xfrm>
            <a:off x="228600" y="1371600"/>
            <a:ext cx="8610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endParaRPr lang="en-US" altLang="en-US">
              <a:solidFill>
                <a:srgbClr val="000000"/>
              </a:solidFill>
            </a:endParaRPr>
          </a:p>
        </p:txBody>
      </p:sp>
      <p:sp>
        <p:nvSpPr>
          <p:cNvPr id="100358" name="Rectangle 1030"/>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pitchFamily="18" charset="0"/>
              </a:defRPr>
            </a:lvl1pPr>
          </a:lstStyle>
          <a:p>
            <a:fld id="{6F400BD0-49BF-48FC-8114-37C1D4F5AB3D}" type="slidenum">
              <a:rPr lang="en-US" altLang="en-US">
                <a:solidFill>
                  <a:srgbClr val="000000"/>
                </a:solidFill>
              </a:rPr>
              <a:pPr/>
              <a:t>‹#›</a:t>
            </a:fld>
            <a:endParaRPr lang="en-US" altLang="en-US">
              <a:solidFill>
                <a:srgbClr val="000000"/>
              </a:solidFill>
            </a:endParaRPr>
          </a:p>
        </p:txBody>
      </p:sp>
      <p:sp>
        <p:nvSpPr>
          <p:cNvPr id="100360" name="Line 1032"/>
          <p:cNvSpPr>
            <a:spLocks noChangeShapeType="1"/>
          </p:cNvSpPr>
          <p:nvPr/>
        </p:nvSpPr>
        <p:spPr bwMode="auto">
          <a:xfrm>
            <a:off x="228600" y="6381328"/>
            <a:ext cx="8610600" cy="0"/>
          </a:xfrm>
          <a:prstGeom prst="line">
            <a:avLst/>
          </a:prstGeom>
          <a:noFill/>
          <a:ln w="19050">
            <a:solidFill>
              <a:schemeClr val="accent1"/>
            </a:solidFill>
            <a:round/>
            <a:headEnd/>
            <a:tailEnd/>
          </a:ln>
          <a:effectLst/>
        </p:spPr>
        <p:txBody>
          <a:bodyPr/>
          <a:lstStyle/>
          <a:p>
            <a:pPr>
              <a:defRPr/>
            </a:pPr>
            <a:endParaRPr lang="en-US">
              <a:solidFill>
                <a:srgbClr val="000000"/>
              </a:solidFill>
              <a:latin typeface="Tahoma"/>
            </a:endParaRPr>
          </a:p>
        </p:txBody>
      </p:sp>
      <p:sp>
        <p:nvSpPr>
          <p:cNvPr id="100361" name="Line 1033"/>
          <p:cNvSpPr>
            <a:spLocks noChangeShapeType="1"/>
          </p:cNvSpPr>
          <p:nvPr/>
        </p:nvSpPr>
        <p:spPr bwMode="auto">
          <a:xfrm>
            <a:off x="228600" y="914400"/>
            <a:ext cx="8610600" cy="0"/>
          </a:xfrm>
          <a:prstGeom prst="line">
            <a:avLst/>
          </a:prstGeom>
          <a:noFill/>
          <a:ln w="19050">
            <a:solidFill>
              <a:schemeClr val="accent1"/>
            </a:solidFill>
            <a:round/>
            <a:headEnd/>
            <a:tailEnd/>
          </a:ln>
          <a:effectLst/>
        </p:spPr>
        <p:txBody>
          <a:bodyPr/>
          <a:lstStyle/>
          <a:p>
            <a:pPr>
              <a:defRPr/>
            </a:pPr>
            <a:endParaRPr lang="en-US">
              <a:solidFill>
                <a:srgbClr val="000000"/>
              </a:solidFill>
              <a:latin typeface="Tahoma"/>
            </a:endParaRPr>
          </a:p>
        </p:txBody>
      </p:sp>
      <p:pic>
        <p:nvPicPr>
          <p:cNvPr id="8" name="Picture 7" descr="safari.png"/>
          <p:cNvPicPr>
            <a:picLocks noChangeAspect="1"/>
          </p:cNvPicPr>
          <p:nvPr userDrawn="1"/>
        </p:nvPicPr>
        <p:blipFill>
          <a:blip r:embed="rId13" cstate="print"/>
          <a:stretch>
            <a:fillRect/>
          </a:stretch>
        </p:blipFill>
        <p:spPr>
          <a:xfrm>
            <a:off x="179512" y="6453336"/>
            <a:ext cx="1080120" cy="312522"/>
          </a:xfrm>
          <a:prstGeom prst="rect">
            <a:avLst/>
          </a:prstGeom>
        </p:spPr>
      </p:pic>
    </p:spTree>
    <p:extLst>
      <p:ext uri="{BB962C8B-B14F-4D97-AF65-F5344CB8AC3E}">
        <p14:creationId xmlns:p14="http://schemas.microsoft.com/office/powerpoint/2010/main" val="1338223454"/>
      </p:ext>
    </p:extLst>
  </p:cSld>
  <p:clrMap bg1="lt1" tx1="dk1" bg2="lt2" tx2="dk2" accent1="accent1" accent2="accent2" accent3="accent3" accent4="accent4" accent5="accent5" accent6="accent6" hlink="hlink" folHlink="folHlink"/>
  <p:sldLayoutIdLst>
    <p:sldLayoutId id="2147484727" r:id="rId1"/>
    <p:sldLayoutId id="2147484728" r:id="rId2"/>
    <p:sldLayoutId id="2147484729" r:id="rId3"/>
    <p:sldLayoutId id="2147484730" r:id="rId4"/>
    <p:sldLayoutId id="2147484731" r:id="rId5"/>
    <p:sldLayoutId id="2147484732" r:id="rId6"/>
    <p:sldLayoutId id="2147484733" r:id="rId7"/>
    <p:sldLayoutId id="2147484734" r:id="rId8"/>
    <p:sldLayoutId id="2147484735" r:id="rId9"/>
    <p:sldLayoutId id="2147484736" r:id="rId10"/>
    <p:sldLayoutId id="2147484737" r:id="rId11"/>
  </p:sldLayoutIdLst>
  <p:transition/>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Garamond" pitchFamily="18" charset="0"/>
        </a:defRPr>
      </a:lvl2pPr>
      <a:lvl3pPr algn="l" rtl="0" eaLnBrk="0" fontAlgn="base" hangingPunct="0">
        <a:spcBef>
          <a:spcPct val="0"/>
        </a:spcBef>
        <a:spcAft>
          <a:spcPct val="0"/>
        </a:spcAft>
        <a:defRPr sz="4000">
          <a:solidFill>
            <a:schemeClr val="tx2"/>
          </a:solidFill>
          <a:latin typeface="Garamond" pitchFamily="18" charset="0"/>
        </a:defRPr>
      </a:lvl3pPr>
      <a:lvl4pPr algn="l" rtl="0" eaLnBrk="0" fontAlgn="base" hangingPunct="0">
        <a:spcBef>
          <a:spcPct val="0"/>
        </a:spcBef>
        <a:spcAft>
          <a:spcPct val="0"/>
        </a:spcAft>
        <a:defRPr sz="4000">
          <a:solidFill>
            <a:schemeClr val="tx2"/>
          </a:solidFill>
          <a:latin typeface="Garamond" pitchFamily="18" charset="0"/>
        </a:defRPr>
      </a:lvl4pPr>
      <a:lvl5pPr algn="l" rtl="0" eaLnBrk="0" fontAlgn="base" hangingPunct="0">
        <a:spcBef>
          <a:spcPct val="0"/>
        </a:spcBef>
        <a:spcAft>
          <a:spcPct val="0"/>
        </a:spcAft>
        <a:defRPr sz="4000">
          <a:solidFill>
            <a:schemeClr val="tx2"/>
          </a:solidFill>
          <a:latin typeface="Garamond" pitchFamily="18"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26" Type="http://schemas.openxmlformats.org/officeDocument/2006/relationships/image" Target="../media/image43.pn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5" Type="http://schemas.openxmlformats.org/officeDocument/2006/relationships/image" Target="../media/image42.pn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25.xml"/><Relationship Id="rId6" Type="http://schemas.openxmlformats.org/officeDocument/2006/relationships/image" Target="../media/image23.png"/><Relationship Id="rId11" Type="http://schemas.openxmlformats.org/officeDocument/2006/relationships/image" Target="../media/image28.png"/><Relationship Id="rId24" Type="http://schemas.openxmlformats.org/officeDocument/2006/relationships/image" Target="../media/image41.png"/><Relationship Id="rId5" Type="http://schemas.openxmlformats.org/officeDocument/2006/relationships/image" Target="../media/image22.png"/><Relationship Id="rId15" Type="http://schemas.openxmlformats.org/officeDocument/2006/relationships/image" Target="../media/image32.png"/><Relationship Id="rId23" Type="http://schemas.openxmlformats.org/officeDocument/2006/relationships/image" Target="../media/image40.png"/><Relationship Id="rId28" Type="http://schemas.openxmlformats.org/officeDocument/2006/relationships/image" Target="../media/image18.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9.png"/><Relationship Id="rId27" Type="http://schemas.openxmlformats.org/officeDocument/2006/relationships/image" Target="../media/image44.png"/></Relationships>
</file>

<file path=ppt/slides/_rels/slide19.xml.rels><?xml version="1.0" encoding="UTF-8" standalone="yes"?>
<Relationships xmlns="http://schemas.openxmlformats.org/package/2006/relationships"><Relationship Id="rId26" Type="http://schemas.openxmlformats.org/officeDocument/2006/relationships/image" Target="../media/image41.png"/><Relationship Id="rId21" Type="http://schemas.openxmlformats.org/officeDocument/2006/relationships/image" Target="../media/image32.png"/><Relationship Id="rId42" Type="http://schemas.openxmlformats.org/officeDocument/2006/relationships/image" Target="../media/image59.png"/><Relationship Id="rId47" Type="http://schemas.openxmlformats.org/officeDocument/2006/relationships/image" Target="../media/image63.png"/><Relationship Id="rId63" Type="http://schemas.openxmlformats.org/officeDocument/2006/relationships/image" Target="../media/image79.png"/><Relationship Id="rId68" Type="http://schemas.openxmlformats.org/officeDocument/2006/relationships/image" Target="../media/image84.png"/><Relationship Id="rId84" Type="http://schemas.openxmlformats.org/officeDocument/2006/relationships/image" Target="../media/image100.png"/><Relationship Id="rId89" Type="http://schemas.openxmlformats.org/officeDocument/2006/relationships/image" Target="../media/image105.png"/><Relationship Id="rId16" Type="http://schemas.openxmlformats.org/officeDocument/2006/relationships/image" Target="../media/image27.png"/><Relationship Id="rId11" Type="http://schemas.openxmlformats.org/officeDocument/2006/relationships/image" Target="../media/image35.png"/><Relationship Id="rId32" Type="http://schemas.openxmlformats.org/officeDocument/2006/relationships/image" Target="../media/image49.png"/><Relationship Id="rId37" Type="http://schemas.openxmlformats.org/officeDocument/2006/relationships/image" Target="../media/image54.png"/><Relationship Id="rId53" Type="http://schemas.openxmlformats.org/officeDocument/2006/relationships/image" Target="../media/image69.png"/><Relationship Id="rId58" Type="http://schemas.openxmlformats.org/officeDocument/2006/relationships/image" Target="../media/image74.png"/><Relationship Id="rId74" Type="http://schemas.openxmlformats.org/officeDocument/2006/relationships/image" Target="../media/image90.png"/><Relationship Id="rId79" Type="http://schemas.openxmlformats.org/officeDocument/2006/relationships/image" Target="../media/image95.png"/><Relationship Id="rId5" Type="http://schemas.openxmlformats.org/officeDocument/2006/relationships/image" Target="../media/image21.png"/><Relationship Id="rId90" Type="http://schemas.openxmlformats.org/officeDocument/2006/relationships/image" Target="../media/image106.png"/><Relationship Id="rId22" Type="http://schemas.openxmlformats.org/officeDocument/2006/relationships/image" Target="../media/image33.png"/><Relationship Id="rId27" Type="http://schemas.openxmlformats.org/officeDocument/2006/relationships/image" Target="../media/image42.png"/><Relationship Id="rId43" Type="http://schemas.openxmlformats.org/officeDocument/2006/relationships/image" Target="../media/image60.png"/><Relationship Id="rId48" Type="http://schemas.openxmlformats.org/officeDocument/2006/relationships/image" Target="../media/image64.png"/><Relationship Id="rId64" Type="http://schemas.openxmlformats.org/officeDocument/2006/relationships/image" Target="../media/image80.png"/><Relationship Id="rId69" Type="http://schemas.openxmlformats.org/officeDocument/2006/relationships/image" Target="../media/image85.png"/><Relationship Id="rId8" Type="http://schemas.openxmlformats.org/officeDocument/2006/relationships/image" Target="../media/image24.png"/><Relationship Id="rId51" Type="http://schemas.openxmlformats.org/officeDocument/2006/relationships/image" Target="../media/image67.png"/><Relationship Id="rId72" Type="http://schemas.openxmlformats.org/officeDocument/2006/relationships/image" Target="../media/image88.png"/><Relationship Id="rId80" Type="http://schemas.openxmlformats.org/officeDocument/2006/relationships/image" Target="../media/image96.png"/><Relationship Id="rId85" Type="http://schemas.openxmlformats.org/officeDocument/2006/relationships/image" Target="../media/image101.png"/><Relationship Id="rId93" Type="http://schemas.openxmlformats.org/officeDocument/2006/relationships/image" Target="../media/image109.png"/><Relationship Id="rId3" Type="http://schemas.openxmlformats.org/officeDocument/2006/relationships/image" Target="../media/image19.png"/><Relationship Id="rId12" Type="http://schemas.openxmlformats.org/officeDocument/2006/relationships/image" Target="../media/image36.png"/><Relationship Id="rId17" Type="http://schemas.openxmlformats.org/officeDocument/2006/relationships/image" Target="../media/image28.png"/><Relationship Id="rId25" Type="http://schemas.openxmlformats.org/officeDocument/2006/relationships/image" Target="../media/image40.png"/><Relationship Id="rId33" Type="http://schemas.openxmlformats.org/officeDocument/2006/relationships/image" Target="../media/image50.png"/><Relationship Id="rId38" Type="http://schemas.openxmlformats.org/officeDocument/2006/relationships/image" Target="../media/image55.png"/><Relationship Id="rId46" Type="http://schemas.openxmlformats.org/officeDocument/2006/relationships/image" Target="../media/image62.png"/><Relationship Id="rId59" Type="http://schemas.openxmlformats.org/officeDocument/2006/relationships/image" Target="../media/image75.png"/><Relationship Id="rId67" Type="http://schemas.openxmlformats.org/officeDocument/2006/relationships/image" Target="../media/image83.png"/><Relationship Id="rId20" Type="http://schemas.openxmlformats.org/officeDocument/2006/relationships/image" Target="../media/image31.png"/><Relationship Id="rId41" Type="http://schemas.openxmlformats.org/officeDocument/2006/relationships/image" Target="../media/image58.png"/><Relationship Id="rId54" Type="http://schemas.openxmlformats.org/officeDocument/2006/relationships/image" Target="../media/image70.png"/><Relationship Id="rId62" Type="http://schemas.openxmlformats.org/officeDocument/2006/relationships/image" Target="../media/image78.png"/><Relationship Id="rId70" Type="http://schemas.openxmlformats.org/officeDocument/2006/relationships/image" Target="../media/image86.png"/><Relationship Id="rId75" Type="http://schemas.openxmlformats.org/officeDocument/2006/relationships/image" Target="../media/image91.png"/><Relationship Id="rId83" Type="http://schemas.openxmlformats.org/officeDocument/2006/relationships/image" Target="../media/image99.png"/><Relationship Id="rId88" Type="http://schemas.openxmlformats.org/officeDocument/2006/relationships/image" Target="../media/image104.png"/><Relationship Id="rId91" Type="http://schemas.openxmlformats.org/officeDocument/2006/relationships/image" Target="../media/image107.png"/><Relationship Id="rId1" Type="http://schemas.openxmlformats.org/officeDocument/2006/relationships/slideLayout" Target="../slideLayouts/slideLayout25.xml"/><Relationship Id="rId6" Type="http://schemas.openxmlformats.org/officeDocument/2006/relationships/image" Target="../media/image22.png"/><Relationship Id="rId15" Type="http://schemas.openxmlformats.org/officeDocument/2006/relationships/image" Target="../media/image43.png"/><Relationship Id="rId23" Type="http://schemas.openxmlformats.org/officeDocument/2006/relationships/image" Target="../media/image34.png"/><Relationship Id="rId28" Type="http://schemas.openxmlformats.org/officeDocument/2006/relationships/image" Target="../media/image44.png"/><Relationship Id="rId36" Type="http://schemas.openxmlformats.org/officeDocument/2006/relationships/image" Target="../media/image53.png"/><Relationship Id="rId49" Type="http://schemas.openxmlformats.org/officeDocument/2006/relationships/image" Target="../media/image65.png"/><Relationship Id="rId57" Type="http://schemas.openxmlformats.org/officeDocument/2006/relationships/image" Target="../media/image73.png"/><Relationship Id="rId10" Type="http://schemas.openxmlformats.org/officeDocument/2006/relationships/image" Target="../media/image26.png"/><Relationship Id="rId31" Type="http://schemas.openxmlformats.org/officeDocument/2006/relationships/image" Target="../media/image48.png"/><Relationship Id="rId44" Type="http://schemas.openxmlformats.org/officeDocument/2006/relationships/image" Target="../media/image61.png"/><Relationship Id="rId52" Type="http://schemas.openxmlformats.org/officeDocument/2006/relationships/image" Target="../media/image68.png"/><Relationship Id="rId60" Type="http://schemas.openxmlformats.org/officeDocument/2006/relationships/image" Target="../media/image76.png"/><Relationship Id="rId65" Type="http://schemas.openxmlformats.org/officeDocument/2006/relationships/image" Target="../media/image81.png"/><Relationship Id="rId73" Type="http://schemas.openxmlformats.org/officeDocument/2006/relationships/image" Target="../media/image89.png"/><Relationship Id="rId78" Type="http://schemas.openxmlformats.org/officeDocument/2006/relationships/image" Target="../media/image94.png"/><Relationship Id="rId81" Type="http://schemas.openxmlformats.org/officeDocument/2006/relationships/image" Target="../media/image97.png"/><Relationship Id="rId86" Type="http://schemas.openxmlformats.org/officeDocument/2006/relationships/image" Target="../media/image102.png"/><Relationship Id="rId4" Type="http://schemas.openxmlformats.org/officeDocument/2006/relationships/image" Target="../media/image20.png"/><Relationship Id="rId9" Type="http://schemas.openxmlformats.org/officeDocument/2006/relationships/image" Target="../media/image25.png"/><Relationship Id="rId13" Type="http://schemas.openxmlformats.org/officeDocument/2006/relationships/image" Target="../media/image37.png"/><Relationship Id="rId18" Type="http://schemas.openxmlformats.org/officeDocument/2006/relationships/image" Target="../media/image29.png"/><Relationship Id="rId39" Type="http://schemas.openxmlformats.org/officeDocument/2006/relationships/image" Target="../media/image56.png"/><Relationship Id="rId34" Type="http://schemas.openxmlformats.org/officeDocument/2006/relationships/image" Target="../media/image51.png"/><Relationship Id="rId50" Type="http://schemas.openxmlformats.org/officeDocument/2006/relationships/image" Target="../media/image66.png"/><Relationship Id="rId55" Type="http://schemas.openxmlformats.org/officeDocument/2006/relationships/image" Target="../media/image71.png"/><Relationship Id="rId76" Type="http://schemas.openxmlformats.org/officeDocument/2006/relationships/image" Target="../media/image92.png"/><Relationship Id="rId7" Type="http://schemas.openxmlformats.org/officeDocument/2006/relationships/image" Target="../media/image23.png"/><Relationship Id="rId71" Type="http://schemas.openxmlformats.org/officeDocument/2006/relationships/image" Target="../media/image87.png"/><Relationship Id="rId92" Type="http://schemas.openxmlformats.org/officeDocument/2006/relationships/image" Target="../media/image108.png"/><Relationship Id="rId2" Type="http://schemas.openxmlformats.org/officeDocument/2006/relationships/image" Target="../media/image45.png"/><Relationship Id="rId29" Type="http://schemas.openxmlformats.org/officeDocument/2006/relationships/image" Target="../media/image46.png"/><Relationship Id="rId24" Type="http://schemas.openxmlformats.org/officeDocument/2006/relationships/image" Target="../media/image39.png"/><Relationship Id="rId40" Type="http://schemas.openxmlformats.org/officeDocument/2006/relationships/image" Target="../media/image57.png"/><Relationship Id="rId45" Type="http://schemas.openxmlformats.org/officeDocument/2006/relationships/image" Target="../media/image18.png"/><Relationship Id="rId66" Type="http://schemas.openxmlformats.org/officeDocument/2006/relationships/image" Target="../media/image82.png"/><Relationship Id="rId87" Type="http://schemas.openxmlformats.org/officeDocument/2006/relationships/image" Target="../media/image103.png"/><Relationship Id="rId61" Type="http://schemas.openxmlformats.org/officeDocument/2006/relationships/image" Target="../media/image77.png"/><Relationship Id="rId82" Type="http://schemas.openxmlformats.org/officeDocument/2006/relationships/image" Target="../media/image98.png"/><Relationship Id="rId19" Type="http://schemas.openxmlformats.org/officeDocument/2006/relationships/image" Target="../media/image30.png"/><Relationship Id="rId14" Type="http://schemas.openxmlformats.org/officeDocument/2006/relationships/image" Target="../media/image38.png"/><Relationship Id="rId30" Type="http://schemas.openxmlformats.org/officeDocument/2006/relationships/image" Target="../media/image47.png"/><Relationship Id="rId35" Type="http://schemas.openxmlformats.org/officeDocument/2006/relationships/image" Target="../media/image52.png"/><Relationship Id="rId56" Type="http://schemas.openxmlformats.org/officeDocument/2006/relationships/image" Target="../media/image72.png"/><Relationship Id="rId77" Type="http://schemas.openxmlformats.org/officeDocument/2006/relationships/image" Target="../media/image93.png"/></Relationships>
</file>

<file path=ppt/slides/_rels/slide20.xml.rels><?xml version="1.0" encoding="UTF-8" standalone="yes"?>
<Relationships xmlns="http://schemas.openxmlformats.org/package/2006/relationships"><Relationship Id="rId26" Type="http://schemas.openxmlformats.org/officeDocument/2006/relationships/image" Target="../media/image133.png"/><Relationship Id="rId21" Type="http://schemas.openxmlformats.org/officeDocument/2006/relationships/image" Target="../media/image128.png"/><Relationship Id="rId34" Type="http://schemas.openxmlformats.org/officeDocument/2006/relationships/image" Target="../media/image141.png"/><Relationship Id="rId42" Type="http://schemas.openxmlformats.org/officeDocument/2006/relationships/image" Target="../media/image149.png"/><Relationship Id="rId47" Type="http://schemas.openxmlformats.org/officeDocument/2006/relationships/image" Target="../media/image154.png"/><Relationship Id="rId50" Type="http://schemas.openxmlformats.org/officeDocument/2006/relationships/image" Target="../media/image157.png"/><Relationship Id="rId55" Type="http://schemas.openxmlformats.org/officeDocument/2006/relationships/image" Target="../media/image162.png"/><Relationship Id="rId63" Type="http://schemas.openxmlformats.org/officeDocument/2006/relationships/image" Target="../media/image170.png"/><Relationship Id="rId7" Type="http://schemas.openxmlformats.org/officeDocument/2006/relationships/image" Target="../media/image114.png"/><Relationship Id="rId2" Type="http://schemas.openxmlformats.org/officeDocument/2006/relationships/notesSlide" Target="../notesSlides/notesSlide3.xml"/><Relationship Id="rId16" Type="http://schemas.openxmlformats.org/officeDocument/2006/relationships/image" Target="../media/image123.png"/><Relationship Id="rId29" Type="http://schemas.openxmlformats.org/officeDocument/2006/relationships/image" Target="../media/image136.png"/><Relationship Id="rId11" Type="http://schemas.openxmlformats.org/officeDocument/2006/relationships/image" Target="../media/image118.png"/><Relationship Id="rId24" Type="http://schemas.openxmlformats.org/officeDocument/2006/relationships/image" Target="../media/image131.png"/><Relationship Id="rId32" Type="http://schemas.openxmlformats.org/officeDocument/2006/relationships/image" Target="../media/image139.png"/><Relationship Id="rId37" Type="http://schemas.openxmlformats.org/officeDocument/2006/relationships/image" Target="../media/image144.png"/><Relationship Id="rId40" Type="http://schemas.openxmlformats.org/officeDocument/2006/relationships/image" Target="../media/image147.png"/><Relationship Id="rId45" Type="http://schemas.openxmlformats.org/officeDocument/2006/relationships/image" Target="../media/image152.png"/><Relationship Id="rId53" Type="http://schemas.openxmlformats.org/officeDocument/2006/relationships/image" Target="../media/image160.png"/><Relationship Id="rId58" Type="http://schemas.openxmlformats.org/officeDocument/2006/relationships/image" Target="../media/image165.png"/><Relationship Id="rId66" Type="http://schemas.openxmlformats.org/officeDocument/2006/relationships/image" Target="../media/image173.png"/><Relationship Id="rId5" Type="http://schemas.openxmlformats.org/officeDocument/2006/relationships/image" Target="../media/image112.png"/><Relationship Id="rId61" Type="http://schemas.openxmlformats.org/officeDocument/2006/relationships/image" Target="../media/image168.png"/><Relationship Id="rId19" Type="http://schemas.openxmlformats.org/officeDocument/2006/relationships/image" Target="../media/image126.png"/><Relationship Id="rId14" Type="http://schemas.openxmlformats.org/officeDocument/2006/relationships/image" Target="../media/image121.png"/><Relationship Id="rId22" Type="http://schemas.openxmlformats.org/officeDocument/2006/relationships/image" Target="../media/image129.png"/><Relationship Id="rId27" Type="http://schemas.openxmlformats.org/officeDocument/2006/relationships/image" Target="../media/image134.png"/><Relationship Id="rId30" Type="http://schemas.openxmlformats.org/officeDocument/2006/relationships/image" Target="../media/image137.png"/><Relationship Id="rId35" Type="http://schemas.openxmlformats.org/officeDocument/2006/relationships/image" Target="../media/image142.png"/><Relationship Id="rId43" Type="http://schemas.openxmlformats.org/officeDocument/2006/relationships/image" Target="../media/image150.png"/><Relationship Id="rId48" Type="http://schemas.openxmlformats.org/officeDocument/2006/relationships/image" Target="../media/image155.png"/><Relationship Id="rId56" Type="http://schemas.openxmlformats.org/officeDocument/2006/relationships/image" Target="../media/image163.png"/><Relationship Id="rId64" Type="http://schemas.openxmlformats.org/officeDocument/2006/relationships/image" Target="../media/image171.png"/><Relationship Id="rId8" Type="http://schemas.openxmlformats.org/officeDocument/2006/relationships/image" Target="../media/image115.png"/><Relationship Id="rId51" Type="http://schemas.openxmlformats.org/officeDocument/2006/relationships/image" Target="../media/image158.png"/><Relationship Id="rId3" Type="http://schemas.openxmlformats.org/officeDocument/2006/relationships/image" Target="../media/image110.png"/><Relationship Id="rId12" Type="http://schemas.openxmlformats.org/officeDocument/2006/relationships/image" Target="../media/image119.png"/><Relationship Id="rId17" Type="http://schemas.openxmlformats.org/officeDocument/2006/relationships/image" Target="../media/image124.png"/><Relationship Id="rId25" Type="http://schemas.openxmlformats.org/officeDocument/2006/relationships/image" Target="../media/image132.png"/><Relationship Id="rId33" Type="http://schemas.openxmlformats.org/officeDocument/2006/relationships/image" Target="../media/image140.png"/><Relationship Id="rId38" Type="http://schemas.openxmlformats.org/officeDocument/2006/relationships/image" Target="../media/image145.png"/><Relationship Id="rId46" Type="http://schemas.openxmlformats.org/officeDocument/2006/relationships/image" Target="../media/image153.png"/><Relationship Id="rId59" Type="http://schemas.openxmlformats.org/officeDocument/2006/relationships/image" Target="../media/image166.png"/><Relationship Id="rId20" Type="http://schemas.openxmlformats.org/officeDocument/2006/relationships/image" Target="../media/image127.png"/><Relationship Id="rId41" Type="http://schemas.openxmlformats.org/officeDocument/2006/relationships/image" Target="../media/image148.png"/><Relationship Id="rId54" Type="http://schemas.openxmlformats.org/officeDocument/2006/relationships/image" Target="../media/image161.png"/><Relationship Id="rId62" Type="http://schemas.openxmlformats.org/officeDocument/2006/relationships/image" Target="../media/image169.png"/><Relationship Id="rId1" Type="http://schemas.openxmlformats.org/officeDocument/2006/relationships/slideLayout" Target="../slideLayouts/slideLayout25.xml"/><Relationship Id="rId6" Type="http://schemas.openxmlformats.org/officeDocument/2006/relationships/image" Target="../media/image113.png"/><Relationship Id="rId15" Type="http://schemas.openxmlformats.org/officeDocument/2006/relationships/image" Target="../media/image122.png"/><Relationship Id="rId23" Type="http://schemas.openxmlformats.org/officeDocument/2006/relationships/image" Target="../media/image130.png"/><Relationship Id="rId28" Type="http://schemas.openxmlformats.org/officeDocument/2006/relationships/image" Target="../media/image135.png"/><Relationship Id="rId36" Type="http://schemas.openxmlformats.org/officeDocument/2006/relationships/image" Target="../media/image143.png"/><Relationship Id="rId49" Type="http://schemas.openxmlformats.org/officeDocument/2006/relationships/image" Target="../media/image156.png"/><Relationship Id="rId57" Type="http://schemas.openxmlformats.org/officeDocument/2006/relationships/image" Target="../media/image164.png"/><Relationship Id="rId10" Type="http://schemas.openxmlformats.org/officeDocument/2006/relationships/image" Target="../media/image117.png"/><Relationship Id="rId31" Type="http://schemas.openxmlformats.org/officeDocument/2006/relationships/image" Target="../media/image138.png"/><Relationship Id="rId44" Type="http://schemas.openxmlformats.org/officeDocument/2006/relationships/image" Target="../media/image151.png"/><Relationship Id="rId52" Type="http://schemas.openxmlformats.org/officeDocument/2006/relationships/image" Target="../media/image159.png"/><Relationship Id="rId60" Type="http://schemas.openxmlformats.org/officeDocument/2006/relationships/image" Target="../media/image167.png"/><Relationship Id="rId65" Type="http://schemas.openxmlformats.org/officeDocument/2006/relationships/image" Target="../media/image172.png"/><Relationship Id="rId4" Type="http://schemas.openxmlformats.org/officeDocument/2006/relationships/image" Target="../media/image111.png"/><Relationship Id="rId9" Type="http://schemas.openxmlformats.org/officeDocument/2006/relationships/image" Target="../media/image116.png"/><Relationship Id="rId13" Type="http://schemas.openxmlformats.org/officeDocument/2006/relationships/image" Target="../media/image120.png"/><Relationship Id="rId18" Type="http://schemas.openxmlformats.org/officeDocument/2006/relationships/image" Target="../media/image125.png"/><Relationship Id="rId39" Type="http://schemas.openxmlformats.org/officeDocument/2006/relationships/image" Target="../media/image146.png"/></Relationships>
</file>

<file path=ppt/slides/_rels/slide21.xml.rels><?xml version="1.0" encoding="UTF-8" standalone="yes"?>
<Relationships xmlns="http://schemas.openxmlformats.org/package/2006/relationships"><Relationship Id="rId26" Type="http://schemas.openxmlformats.org/officeDocument/2006/relationships/image" Target="../media/image198.png"/><Relationship Id="rId21" Type="http://schemas.openxmlformats.org/officeDocument/2006/relationships/image" Target="../media/image193.png"/><Relationship Id="rId42" Type="http://schemas.openxmlformats.org/officeDocument/2006/relationships/image" Target="../media/image214.png"/><Relationship Id="rId47" Type="http://schemas.openxmlformats.org/officeDocument/2006/relationships/image" Target="../media/image219.png"/><Relationship Id="rId63" Type="http://schemas.openxmlformats.org/officeDocument/2006/relationships/image" Target="../media/image235.png"/><Relationship Id="rId68" Type="http://schemas.openxmlformats.org/officeDocument/2006/relationships/image" Target="../media/image240.png"/><Relationship Id="rId84" Type="http://schemas.openxmlformats.org/officeDocument/2006/relationships/image" Target="../media/image256.png"/><Relationship Id="rId89" Type="http://schemas.openxmlformats.org/officeDocument/2006/relationships/image" Target="../media/image261.png"/><Relationship Id="rId16" Type="http://schemas.openxmlformats.org/officeDocument/2006/relationships/image" Target="../media/image188.png"/><Relationship Id="rId11" Type="http://schemas.openxmlformats.org/officeDocument/2006/relationships/image" Target="../media/image183.png"/><Relationship Id="rId32" Type="http://schemas.openxmlformats.org/officeDocument/2006/relationships/image" Target="../media/image204.png"/><Relationship Id="rId37" Type="http://schemas.openxmlformats.org/officeDocument/2006/relationships/image" Target="../media/image209.png"/><Relationship Id="rId53" Type="http://schemas.openxmlformats.org/officeDocument/2006/relationships/image" Target="../media/image225.png"/><Relationship Id="rId58" Type="http://schemas.openxmlformats.org/officeDocument/2006/relationships/image" Target="../media/image230.png"/><Relationship Id="rId74" Type="http://schemas.openxmlformats.org/officeDocument/2006/relationships/image" Target="../media/image246.png"/><Relationship Id="rId79" Type="http://schemas.openxmlformats.org/officeDocument/2006/relationships/image" Target="../media/image251.png"/><Relationship Id="rId5" Type="http://schemas.openxmlformats.org/officeDocument/2006/relationships/image" Target="../media/image177.png"/><Relationship Id="rId90" Type="http://schemas.openxmlformats.org/officeDocument/2006/relationships/image" Target="../media/image262.png"/><Relationship Id="rId95" Type="http://schemas.openxmlformats.org/officeDocument/2006/relationships/image" Target="../media/image267.png"/><Relationship Id="rId22" Type="http://schemas.openxmlformats.org/officeDocument/2006/relationships/image" Target="../media/image194.png"/><Relationship Id="rId27" Type="http://schemas.openxmlformats.org/officeDocument/2006/relationships/image" Target="../media/image199.png"/><Relationship Id="rId43" Type="http://schemas.openxmlformats.org/officeDocument/2006/relationships/image" Target="../media/image215.png"/><Relationship Id="rId48" Type="http://schemas.openxmlformats.org/officeDocument/2006/relationships/image" Target="../media/image220.png"/><Relationship Id="rId64" Type="http://schemas.openxmlformats.org/officeDocument/2006/relationships/image" Target="../media/image236.png"/><Relationship Id="rId69" Type="http://schemas.openxmlformats.org/officeDocument/2006/relationships/image" Target="../media/image241.png"/><Relationship Id="rId80" Type="http://schemas.openxmlformats.org/officeDocument/2006/relationships/image" Target="../media/image252.png"/><Relationship Id="rId85" Type="http://schemas.openxmlformats.org/officeDocument/2006/relationships/image" Target="../media/image257.png"/><Relationship Id="rId3" Type="http://schemas.openxmlformats.org/officeDocument/2006/relationships/image" Target="../media/image175.png"/><Relationship Id="rId12" Type="http://schemas.openxmlformats.org/officeDocument/2006/relationships/image" Target="../media/image184.png"/><Relationship Id="rId17" Type="http://schemas.openxmlformats.org/officeDocument/2006/relationships/image" Target="../media/image189.png"/><Relationship Id="rId25" Type="http://schemas.openxmlformats.org/officeDocument/2006/relationships/image" Target="../media/image197.png"/><Relationship Id="rId33" Type="http://schemas.openxmlformats.org/officeDocument/2006/relationships/image" Target="../media/image205.png"/><Relationship Id="rId38" Type="http://schemas.openxmlformats.org/officeDocument/2006/relationships/image" Target="../media/image210.png"/><Relationship Id="rId46" Type="http://schemas.openxmlformats.org/officeDocument/2006/relationships/image" Target="../media/image218.png"/><Relationship Id="rId59" Type="http://schemas.openxmlformats.org/officeDocument/2006/relationships/image" Target="../media/image231.png"/><Relationship Id="rId67" Type="http://schemas.openxmlformats.org/officeDocument/2006/relationships/image" Target="../media/image239.png"/><Relationship Id="rId20" Type="http://schemas.openxmlformats.org/officeDocument/2006/relationships/image" Target="../media/image192.png"/><Relationship Id="rId41" Type="http://schemas.openxmlformats.org/officeDocument/2006/relationships/image" Target="../media/image213.png"/><Relationship Id="rId54" Type="http://schemas.openxmlformats.org/officeDocument/2006/relationships/image" Target="../media/image226.png"/><Relationship Id="rId62" Type="http://schemas.openxmlformats.org/officeDocument/2006/relationships/image" Target="../media/image234.png"/><Relationship Id="rId70" Type="http://schemas.openxmlformats.org/officeDocument/2006/relationships/image" Target="../media/image242.png"/><Relationship Id="rId75" Type="http://schemas.openxmlformats.org/officeDocument/2006/relationships/image" Target="../media/image247.png"/><Relationship Id="rId83" Type="http://schemas.openxmlformats.org/officeDocument/2006/relationships/image" Target="../media/image255.png"/><Relationship Id="rId88" Type="http://schemas.openxmlformats.org/officeDocument/2006/relationships/image" Target="../media/image260.png"/><Relationship Id="rId91" Type="http://schemas.openxmlformats.org/officeDocument/2006/relationships/image" Target="../media/image263.png"/><Relationship Id="rId96" Type="http://schemas.openxmlformats.org/officeDocument/2006/relationships/image" Target="../media/image268.png"/><Relationship Id="rId1" Type="http://schemas.openxmlformats.org/officeDocument/2006/relationships/slideLayout" Target="../slideLayouts/slideLayout25.xml"/><Relationship Id="rId6" Type="http://schemas.openxmlformats.org/officeDocument/2006/relationships/image" Target="../media/image178.png"/><Relationship Id="rId15" Type="http://schemas.openxmlformats.org/officeDocument/2006/relationships/image" Target="../media/image187.png"/><Relationship Id="rId23" Type="http://schemas.openxmlformats.org/officeDocument/2006/relationships/image" Target="../media/image195.png"/><Relationship Id="rId28" Type="http://schemas.openxmlformats.org/officeDocument/2006/relationships/image" Target="../media/image200.png"/><Relationship Id="rId36" Type="http://schemas.openxmlformats.org/officeDocument/2006/relationships/image" Target="../media/image208.png"/><Relationship Id="rId49" Type="http://schemas.openxmlformats.org/officeDocument/2006/relationships/image" Target="../media/image221.png"/><Relationship Id="rId57" Type="http://schemas.openxmlformats.org/officeDocument/2006/relationships/image" Target="../media/image229.png"/><Relationship Id="rId10" Type="http://schemas.openxmlformats.org/officeDocument/2006/relationships/image" Target="../media/image182.png"/><Relationship Id="rId31" Type="http://schemas.openxmlformats.org/officeDocument/2006/relationships/image" Target="../media/image203.png"/><Relationship Id="rId44" Type="http://schemas.openxmlformats.org/officeDocument/2006/relationships/image" Target="../media/image216.png"/><Relationship Id="rId52" Type="http://schemas.openxmlformats.org/officeDocument/2006/relationships/image" Target="../media/image224.png"/><Relationship Id="rId60" Type="http://schemas.openxmlformats.org/officeDocument/2006/relationships/image" Target="../media/image232.png"/><Relationship Id="rId65" Type="http://schemas.openxmlformats.org/officeDocument/2006/relationships/image" Target="../media/image237.png"/><Relationship Id="rId73" Type="http://schemas.openxmlformats.org/officeDocument/2006/relationships/image" Target="../media/image245.png"/><Relationship Id="rId78" Type="http://schemas.openxmlformats.org/officeDocument/2006/relationships/image" Target="../media/image250.png"/><Relationship Id="rId81" Type="http://schemas.openxmlformats.org/officeDocument/2006/relationships/image" Target="../media/image253.png"/><Relationship Id="rId86" Type="http://schemas.openxmlformats.org/officeDocument/2006/relationships/image" Target="../media/image258.png"/><Relationship Id="rId94" Type="http://schemas.openxmlformats.org/officeDocument/2006/relationships/image" Target="../media/image266.png"/><Relationship Id="rId4" Type="http://schemas.openxmlformats.org/officeDocument/2006/relationships/image" Target="../media/image176.png"/><Relationship Id="rId9" Type="http://schemas.openxmlformats.org/officeDocument/2006/relationships/image" Target="../media/image181.png"/><Relationship Id="rId13" Type="http://schemas.openxmlformats.org/officeDocument/2006/relationships/image" Target="../media/image185.png"/><Relationship Id="rId18" Type="http://schemas.openxmlformats.org/officeDocument/2006/relationships/image" Target="../media/image190.png"/><Relationship Id="rId39" Type="http://schemas.openxmlformats.org/officeDocument/2006/relationships/image" Target="../media/image211.png"/><Relationship Id="rId34" Type="http://schemas.openxmlformats.org/officeDocument/2006/relationships/image" Target="../media/image206.png"/><Relationship Id="rId50" Type="http://schemas.openxmlformats.org/officeDocument/2006/relationships/image" Target="../media/image222.png"/><Relationship Id="rId55" Type="http://schemas.openxmlformats.org/officeDocument/2006/relationships/image" Target="../media/image227.png"/><Relationship Id="rId76" Type="http://schemas.openxmlformats.org/officeDocument/2006/relationships/image" Target="../media/image248.png"/><Relationship Id="rId97" Type="http://schemas.openxmlformats.org/officeDocument/2006/relationships/image" Target="../media/image269.png"/><Relationship Id="rId7" Type="http://schemas.openxmlformats.org/officeDocument/2006/relationships/image" Target="../media/image179.png"/><Relationship Id="rId71" Type="http://schemas.openxmlformats.org/officeDocument/2006/relationships/image" Target="../media/image243.png"/><Relationship Id="rId92" Type="http://schemas.openxmlformats.org/officeDocument/2006/relationships/image" Target="../media/image264.png"/><Relationship Id="rId2" Type="http://schemas.openxmlformats.org/officeDocument/2006/relationships/image" Target="../media/image174.png"/><Relationship Id="rId29" Type="http://schemas.openxmlformats.org/officeDocument/2006/relationships/image" Target="../media/image201.png"/><Relationship Id="rId24" Type="http://schemas.openxmlformats.org/officeDocument/2006/relationships/image" Target="../media/image196.png"/><Relationship Id="rId40" Type="http://schemas.openxmlformats.org/officeDocument/2006/relationships/image" Target="../media/image212.png"/><Relationship Id="rId45" Type="http://schemas.openxmlformats.org/officeDocument/2006/relationships/image" Target="../media/image217.png"/><Relationship Id="rId66" Type="http://schemas.openxmlformats.org/officeDocument/2006/relationships/image" Target="../media/image238.png"/><Relationship Id="rId87" Type="http://schemas.openxmlformats.org/officeDocument/2006/relationships/image" Target="../media/image259.png"/><Relationship Id="rId61" Type="http://schemas.openxmlformats.org/officeDocument/2006/relationships/image" Target="../media/image233.png"/><Relationship Id="rId82" Type="http://schemas.openxmlformats.org/officeDocument/2006/relationships/image" Target="../media/image254.png"/><Relationship Id="rId19" Type="http://schemas.openxmlformats.org/officeDocument/2006/relationships/image" Target="../media/image191.png"/><Relationship Id="rId14" Type="http://schemas.openxmlformats.org/officeDocument/2006/relationships/image" Target="../media/image186.png"/><Relationship Id="rId30" Type="http://schemas.openxmlformats.org/officeDocument/2006/relationships/image" Target="../media/image202.png"/><Relationship Id="rId35" Type="http://schemas.openxmlformats.org/officeDocument/2006/relationships/image" Target="../media/image207.png"/><Relationship Id="rId56" Type="http://schemas.openxmlformats.org/officeDocument/2006/relationships/image" Target="../media/image228.png"/><Relationship Id="rId77" Type="http://schemas.openxmlformats.org/officeDocument/2006/relationships/image" Target="../media/image249.png"/><Relationship Id="rId8" Type="http://schemas.openxmlformats.org/officeDocument/2006/relationships/image" Target="../media/image180.png"/><Relationship Id="rId51" Type="http://schemas.openxmlformats.org/officeDocument/2006/relationships/image" Target="../media/image223.png"/><Relationship Id="rId72" Type="http://schemas.openxmlformats.org/officeDocument/2006/relationships/image" Target="../media/image244.png"/><Relationship Id="rId93" Type="http://schemas.openxmlformats.org/officeDocument/2006/relationships/image" Target="../media/image265.png"/><Relationship Id="rId98" Type="http://schemas.openxmlformats.org/officeDocument/2006/relationships/image" Target="../media/image27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6" Type="http://schemas.openxmlformats.org/officeDocument/2006/relationships/image" Target="../media/image296.png"/><Relationship Id="rId21" Type="http://schemas.openxmlformats.org/officeDocument/2006/relationships/image" Target="../media/image291.png"/><Relationship Id="rId42" Type="http://schemas.openxmlformats.org/officeDocument/2006/relationships/image" Target="../media/image312.png"/><Relationship Id="rId47" Type="http://schemas.openxmlformats.org/officeDocument/2006/relationships/image" Target="../media/image317.png"/><Relationship Id="rId63" Type="http://schemas.openxmlformats.org/officeDocument/2006/relationships/image" Target="../media/image333.png"/><Relationship Id="rId68" Type="http://schemas.openxmlformats.org/officeDocument/2006/relationships/image" Target="../media/image338.png"/><Relationship Id="rId84" Type="http://schemas.openxmlformats.org/officeDocument/2006/relationships/image" Target="../media/image354.png"/><Relationship Id="rId89" Type="http://schemas.openxmlformats.org/officeDocument/2006/relationships/image" Target="../media/image359.png"/><Relationship Id="rId16" Type="http://schemas.openxmlformats.org/officeDocument/2006/relationships/image" Target="../media/image286.png"/><Relationship Id="rId107" Type="http://schemas.openxmlformats.org/officeDocument/2006/relationships/image" Target="../media/image377.png"/><Relationship Id="rId11" Type="http://schemas.openxmlformats.org/officeDocument/2006/relationships/image" Target="../media/image281.png"/><Relationship Id="rId32" Type="http://schemas.openxmlformats.org/officeDocument/2006/relationships/image" Target="../media/image302.png"/><Relationship Id="rId37" Type="http://schemas.openxmlformats.org/officeDocument/2006/relationships/image" Target="../media/image307.png"/><Relationship Id="rId53" Type="http://schemas.openxmlformats.org/officeDocument/2006/relationships/image" Target="../media/image323.png"/><Relationship Id="rId58" Type="http://schemas.openxmlformats.org/officeDocument/2006/relationships/image" Target="../media/image328.png"/><Relationship Id="rId74" Type="http://schemas.openxmlformats.org/officeDocument/2006/relationships/image" Target="../media/image344.png"/><Relationship Id="rId79" Type="http://schemas.openxmlformats.org/officeDocument/2006/relationships/image" Target="../media/image349.png"/><Relationship Id="rId102" Type="http://schemas.openxmlformats.org/officeDocument/2006/relationships/image" Target="../media/image372.png"/><Relationship Id="rId5" Type="http://schemas.openxmlformats.org/officeDocument/2006/relationships/image" Target="../media/image275.png"/><Relationship Id="rId90" Type="http://schemas.openxmlformats.org/officeDocument/2006/relationships/image" Target="../media/image360.png"/><Relationship Id="rId95" Type="http://schemas.openxmlformats.org/officeDocument/2006/relationships/image" Target="../media/image365.png"/><Relationship Id="rId22" Type="http://schemas.openxmlformats.org/officeDocument/2006/relationships/image" Target="../media/image292.png"/><Relationship Id="rId27" Type="http://schemas.openxmlformats.org/officeDocument/2006/relationships/image" Target="../media/image297.png"/><Relationship Id="rId43" Type="http://schemas.openxmlformats.org/officeDocument/2006/relationships/image" Target="../media/image313.png"/><Relationship Id="rId48" Type="http://schemas.openxmlformats.org/officeDocument/2006/relationships/image" Target="../media/image318.png"/><Relationship Id="rId64" Type="http://schemas.openxmlformats.org/officeDocument/2006/relationships/image" Target="../media/image334.png"/><Relationship Id="rId69" Type="http://schemas.openxmlformats.org/officeDocument/2006/relationships/image" Target="../media/image339.png"/><Relationship Id="rId80" Type="http://schemas.openxmlformats.org/officeDocument/2006/relationships/image" Target="../media/image350.png"/><Relationship Id="rId85" Type="http://schemas.openxmlformats.org/officeDocument/2006/relationships/image" Target="../media/image355.png"/><Relationship Id="rId12" Type="http://schemas.openxmlformats.org/officeDocument/2006/relationships/image" Target="../media/image282.png"/><Relationship Id="rId17" Type="http://schemas.openxmlformats.org/officeDocument/2006/relationships/image" Target="../media/image287.png"/><Relationship Id="rId33" Type="http://schemas.openxmlformats.org/officeDocument/2006/relationships/image" Target="../media/image303.png"/><Relationship Id="rId38" Type="http://schemas.openxmlformats.org/officeDocument/2006/relationships/image" Target="../media/image308.png"/><Relationship Id="rId59" Type="http://schemas.openxmlformats.org/officeDocument/2006/relationships/image" Target="../media/image329.png"/><Relationship Id="rId103" Type="http://schemas.openxmlformats.org/officeDocument/2006/relationships/image" Target="../media/image373.png"/><Relationship Id="rId108" Type="http://schemas.openxmlformats.org/officeDocument/2006/relationships/image" Target="../media/image378.png"/><Relationship Id="rId54" Type="http://schemas.openxmlformats.org/officeDocument/2006/relationships/image" Target="../media/image324.png"/><Relationship Id="rId70" Type="http://schemas.openxmlformats.org/officeDocument/2006/relationships/image" Target="../media/image340.png"/><Relationship Id="rId75" Type="http://schemas.openxmlformats.org/officeDocument/2006/relationships/image" Target="../media/image345.png"/><Relationship Id="rId91" Type="http://schemas.openxmlformats.org/officeDocument/2006/relationships/image" Target="../media/image361.png"/><Relationship Id="rId96" Type="http://schemas.openxmlformats.org/officeDocument/2006/relationships/image" Target="../media/image366.png"/><Relationship Id="rId1" Type="http://schemas.openxmlformats.org/officeDocument/2006/relationships/slideLayout" Target="../slideLayouts/slideLayout25.xml"/><Relationship Id="rId6" Type="http://schemas.openxmlformats.org/officeDocument/2006/relationships/image" Target="../media/image276.png"/><Relationship Id="rId15" Type="http://schemas.openxmlformats.org/officeDocument/2006/relationships/image" Target="../media/image285.png"/><Relationship Id="rId23" Type="http://schemas.openxmlformats.org/officeDocument/2006/relationships/image" Target="../media/image293.png"/><Relationship Id="rId28" Type="http://schemas.openxmlformats.org/officeDocument/2006/relationships/image" Target="../media/image298.png"/><Relationship Id="rId36" Type="http://schemas.openxmlformats.org/officeDocument/2006/relationships/image" Target="../media/image306.png"/><Relationship Id="rId49" Type="http://schemas.openxmlformats.org/officeDocument/2006/relationships/image" Target="../media/image319.png"/><Relationship Id="rId57" Type="http://schemas.openxmlformats.org/officeDocument/2006/relationships/image" Target="../media/image327.png"/><Relationship Id="rId106" Type="http://schemas.openxmlformats.org/officeDocument/2006/relationships/image" Target="../media/image376.png"/><Relationship Id="rId10" Type="http://schemas.openxmlformats.org/officeDocument/2006/relationships/image" Target="../media/image280.png"/><Relationship Id="rId31" Type="http://schemas.openxmlformats.org/officeDocument/2006/relationships/image" Target="../media/image301.png"/><Relationship Id="rId44" Type="http://schemas.openxmlformats.org/officeDocument/2006/relationships/image" Target="../media/image314.png"/><Relationship Id="rId52" Type="http://schemas.openxmlformats.org/officeDocument/2006/relationships/image" Target="../media/image322.png"/><Relationship Id="rId60" Type="http://schemas.openxmlformats.org/officeDocument/2006/relationships/image" Target="../media/image330.png"/><Relationship Id="rId65" Type="http://schemas.openxmlformats.org/officeDocument/2006/relationships/image" Target="../media/image335.png"/><Relationship Id="rId73" Type="http://schemas.openxmlformats.org/officeDocument/2006/relationships/image" Target="../media/image343.png"/><Relationship Id="rId78" Type="http://schemas.openxmlformats.org/officeDocument/2006/relationships/image" Target="../media/image348.png"/><Relationship Id="rId81" Type="http://schemas.openxmlformats.org/officeDocument/2006/relationships/image" Target="../media/image351.png"/><Relationship Id="rId86" Type="http://schemas.openxmlformats.org/officeDocument/2006/relationships/image" Target="../media/image356.png"/><Relationship Id="rId94" Type="http://schemas.openxmlformats.org/officeDocument/2006/relationships/image" Target="../media/image364.png"/><Relationship Id="rId99" Type="http://schemas.openxmlformats.org/officeDocument/2006/relationships/image" Target="../media/image369.png"/><Relationship Id="rId101" Type="http://schemas.openxmlformats.org/officeDocument/2006/relationships/image" Target="../media/image371.png"/><Relationship Id="rId4" Type="http://schemas.openxmlformats.org/officeDocument/2006/relationships/image" Target="../media/image274.png"/><Relationship Id="rId9" Type="http://schemas.openxmlformats.org/officeDocument/2006/relationships/image" Target="../media/image279.png"/><Relationship Id="rId13" Type="http://schemas.openxmlformats.org/officeDocument/2006/relationships/image" Target="../media/image283.png"/><Relationship Id="rId18" Type="http://schemas.openxmlformats.org/officeDocument/2006/relationships/image" Target="../media/image288.png"/><Relationship Id="rId39" Type="http://schemas.openxmlformats.org/officeDocument/2006/relationships/image" Target="../media/image309.png"/><Relationship Id="rId109" Type="http://schemas.openxmlformats.org/officeDocument/2006/relationships/image" Target="../media/image379.png"/><Relationship Id="rId34" Type="http://schemas.openxmlformats.org/officeDocument/2006/relationships/image" Target="../media/image304.png"/><Relationship Id="rId50" Type="http://schemas.openxmlformats.org/officeDocument/2006/relationships/image" Target="../media/image320.png"/><Relationship Id="rId55" Type="http://schemas.openxmlformats.org/officeDocument/2006/relationships/image" Target="../media/image325.png"/><Relationship Id="rId76" Type="http://schemas.openxmlformats.org/officeDocument/2006/relationships/image" Target="../media/image346.png"/><Relationship Id="rId97" Type="http://schemas.openxmlformats.org/officeDocument/2006/relationships/image" Target="../media/image367.png"/><Relationship Id="rId104" Type="http://schemas.openxmlformats.org/officeDocument/2006/relationships/image" Target="../media/image374.png"/><Relationship Id="rId7" Type="http://schemas.openxmlformats.org/officeDocument/2006/relationships/image" Target="../media/image277.png"/><Relationship Id="rId71" Type="http://schemas.openxmlformats.org/officeDocument/2006/relationships/image" Target="../media/image341.png"/><Relationship Id="rId92" Type="http://schemas.openxmlformats.org/officeDocument/2006/relationships/image" Target="../media/image362.png"/><Relationship Id="rId2" Type="http://schemas.openxmlformats.org/officeDocument/2006/relationships/image" Target="../media/image272.png"/><Relationship Id="rId29" Type="http://schemas.openxmlformats.org/officeDocument/2006/relationships/image" Target="../media/image299.png"/><Relationship Id="rId24" Type="http://schemas.openxmlformats.org/officeDocument/2006/relationships/image" Target="../media/image294.png"/><Relationship Id="rId40" Type="http://schemas.openxmlformats.org/officeDocument/2006/relationships/image" Target="../media/image310.png"/><Relationship Id="rId45" Type="http://schemas.openxmlformats.org/officeDocument/2006/relationships/image" Target="../media/image315.png"/><Relationship Id="rId66" Type="http://schemas.openxmlformats.org/officeDocument/2006/relationships/image" Target="../media/image336.png"/><Relationship Id="rId87" Type="http://schemas.openxmlformats.org/officeDocument/2006/relationships/image" Target="../media/image357.png"/><Relationship Id="rId61" Type="http://schemas.openxmlformats.org/officeDocument/2006/relationships/image" Target="../media/image331.png"/><Relationship Id="rId82" Type="http://schemas.openxmlformats.org/officeDocument/2006/relationships/image" Target="../media/image352.png"/><Relationship Id="rId19" Type="http://schemas.openxmlformats.org/officeDocument/2006/relationships/image" Target="../media/image289.png"/><Relationship Id="rId14" Type="http://schemas.openxmlformats.org/officeDocument/2006/relationships/image" Target="../media/image284.png"/><Relationship Id="rId30" Type="http://schemas.openxmlformats.org/officeDocument/2006/relationships/image" Target="../media/image300.png"/><Relationship Id="rId35" Type="http://schemas.openxmlformats.org/officeDocument/2006/relationships/image" Target="../media/image305.png"/><Relationship Id="rId56" Type="http://schemas.openxmlformats.org/officeDocument/2006/relationships/image" Target="../media/image326.png"/><Relationship Id="rId77" Type="http://schemas.openxmlformats.org/officeDocument/2006/relationships/image" Target="../media/image347.png"/><Relationship Id="rId100" Type="http://schemas.openxmlformats.org/officeDocument/2006/relationships/image" Target="../media/image370.png"/><Relationship Id="rId105" Type="http://schemas.openxmlformats.org/officeDocument/2006/relationships/image" Target="../media/image375.png"/><Relationship Id="rId8" Type="http://schemas.openxmlformats.org/officeDocument/2006/relationships/image" Target="../media/image278.png"/><Relationship Id="rId51" Type="http://schemas.openxmlformats.org/officeDocument/2006/relationships/image" Target="../media/image321.png"/><Relationship Id="rId72" Type="http://schemas.openxmlformats.org/officeDocument/2006/relationships/image" Target="../media/image342.png"/><Relationship Id="rId93" Type="http://schemas.openxmlformats.org/officeDocument/2006/relationships/image" Target="../media/image363.png"/><Relationship Id="rId98" Type="http://schemas.openxmlformats.org/officeDocument/2006/relationships/image" Target="../media/image368.png"/><Relationship Id="rId3" Type="http://schemas.openxmlformats.org/officeDocument/2006/relationships/image" Target="../media/image273.png"/><Relationship Id="rId25" Type="http://schemas.openxmlformats.org/officeDocument/2006/relationships/image" Target="../media/image295.png"/><Relationship Id="rId46" Type="http://schemas.openxmlformats.org/officeDocument/2006/relationships/image" Target="../media/image316.png"/><Relationship Id="rId67" Type="http://schemas.openxmlformats.org/officeDocument/2006/relationships/image" Target="../media/image337.png"/><Relationship Id="rId20" Type="http://schemas.openxmlformats.org/officeDocument/2006/relationships/image" Target="../media/image290.png"/><Relationship Id="rId41" Type="http://schemas.openxmlformats.org/officeDocument/2006/relationships/image" Target="../media/image311.png"/><Relationship Id="rId62" Type="http://schemas.openxmlformats.org/officeDocument/2006/relationships/image" Target="../media/image332.png"/><Relationship Id="rId83" Type="http://schemas.openxmlformats.org/officeDocument/2006/relationships/image" Target="../media/image353.png"/><Relationship Id="rId88" Type="http://schemas.openxmlformats.org/officeDocument/2006/relationships/image" Target="../media/image358.png"/></Relationships>
</file>

<file path=ppt/slides/_rels/slide32.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381.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3" Type="http://schemas.openxmlformats.org/officeDocument/2006/relationships/image" Target="../media/image383.png"/><Relationship Id="rId2" Type="http://schemas.openxmlformats.org/officeDocument/2006/relationships/image" Target="../media/image382.png"/><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3" Type="http://schemas.openxmlformats.org/officeDocument/2006/relationships/image" Target="../media/image383.png"/><Relationship Id="rId2" Type="http://schemas.openxmlformats.org/officeDocument/2006/relationships/image" Target="../media/image382.png"/><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3" Type="http://schemas.openxmlformats.org/officeDocument/2006/relationships/image" Target="../media/image385.png"/><Relationship Id="rId2" Type="http://schemas.openxmlformats.org/officeDocument/2006/relationships/image" Target="../media/image384.png"/><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3" Type="http://schemas.openxmlformats.org/officeDocument/2006/relationships/image" Target="../media/image385.png"/><Relationship Id="rId2" Type="http://schemas.openxmlformats.org/officeDocument/2006/relationships/image" Target="../media/image384.png"/><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3" Type="http://schemas.openxmlformats.org/officeDocument/2006/relationships/image" Target="../media/image384.png"/><Relationship Id="rId2" Type="http://schemas.openxmlformats.org/officeDocument/2006/relationships/image" Target="../media/image386.png"/><Relationship Id="rId1" Type="http://schemas.openxmlformats.org/officeDocument/2006/relationships/slideLayout" Target="../slideLayouts/slideLayout25.xml"/><Relationship Id="rId4" Type="http://schemas.openxmlformats.org/officeDocument/2006/relationships/image" Target="../media/image385.png"/></Relationships>
</file>

<file path=ppt/slides/_rels/slide59.xml.rels><?xml version="1.0" encoding="UTF-8" standalone="yes"?>
<Relationships xmlns="http://schemas.openxmlformats.org/package/2006/relationships"><Relationship Id="rId3" Type="http://schemas.openxmlformats.org/officeDocument/2006/relationships/image" Target="../media/image388.png"/><Relationship Id="rId2" Type="http://schemas.openxmlformats.org/officeDocument/2006/relationships/image" Target="../media/image387.png"/><Relationship Id="rId1" Type="http://schemas.openxmlformats.org/officeDocument/2006/relationships/slideLayout" Target="../slideLayouts/slideLayout25.xml"/><Relationship Id="rId5" Type="http://schemas.openxmlformats.org/officeDocument/2006/relationships/image" Target="../media/image385.png"/><Relationship Id="rId4" Type="http://schemas.openxmlformats.org/officeDocument/2006/relationships/image" Target="../media/image384.png"/></Relationships>
</file>

<file path=ppt/slides/_rels/slide60.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9.png"/><Relationship Id="rId1" Type="http://schemas.openxmlformats.org/officeDocument/2006/relationships/slideLayout" Target="../slideLayouts/slideLayout25.xml"/><Relationship Id="rId5" Type="http://schemas.openxmlformats.org/officeDocument/2006/relationships/image" Target="../media/image385.png"/><Relationship Id="rId4" Type="http://schemas.openxmlformats.org/officeDocument/2006/relationships/image" Target="../media/image384.png"/></Relationships>
</file>

<file path=ppt/slides/_rels/slide61.xml.rels><?xml version="1.0" encoding="UTF-8" standalone="yes"?>
<Relationships xmlns="http://schemas.openxmlformats.org/package/2006/relationships"><Relationship Id="rId3" Type="http://schemas.openxmlformats.org/officeDocument/2006/relationships/image" Target="../media/image392.png"/><Relationship Id="rId2" Type="http://schemas.openxmlformats.org/officeDocument/2006/relationships/image" Target="../media/image391.png"/><Relationship Id="rId1" Type="http://schemas.openxmlformats.org/officeDocument/2006/relationships/slideLayout" Target="../slideLayouts/slideLayout25.xml"/><Relationship Id="rId5" Type="http://schemas.openxmlformats.org/officeDocument/2006/relationships/image" Target="../media/image385.png"/><Relationship Id="rId4" Type="http://schemas.openxmlformats.org/officeDocument/2006/relationships/image" Target="../media/image384.png"/></Relationships>
</file>

<file path=ppt/slides/_rels/slide62.xml.rels><?xml version="1.0" encoding="UTF-8" standalone="yes"?>
<Relationships xmlns="http://schemas.openxmlformats.org/package/2006/relationships"><Relationship Id="rId8" Type="http://schemas.openxmlformats.org/officeDocument/2006/relationships/image" Target="../media/image392.png"/><Relationship Id="rId3" Type="http://schemas.openxmlformats.org/officeDocument/2006/relationships/image" Target="../media/image387.png"/><Relationship Id="rId7" Type="http://schemas.openxmlformats.org/officeDocument/2006/relationships/image" Target="../media/image391.png"/><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image" Target="../media/image390.png"/><Relationship Id="rId11" Type="http://schemas.openxmlformats.org/officeDocument/2006/relationships/image" Target="../media/image385.png"/><Relationship Id="rId5" Type="http://schemas.openxmlformats.org/officeDocument/2006/relationships/image" Target="../media/image389.png"/><Relationship Id="rId10" Type="http://schemas.openxmlformats.org/officeDocument/2006/relationships/image" Target="../media/image384.png"/><Relationship Id="rId4" Type="http://schemas.openxmlformats.org/officeDocument/2006/relationships/image" Target="../media/image388.png"/><Relationship Id="rId9" Type="http://schemas.openxmlformats.org/officeDocument/2006/relationships/image" Target="../media/image386.png"/></Relationships>
</file>

<file path=ppt/slides/_rels/slide63.xml.rels><?xml version="1.0" encoding="UTF-8" standalone="yes"?>
<Relationships xmlns="http://schemas.openxmlformats.org/package/2006/relationships"><Relationship Id="rId8" Type="http://schemas.openxmlformats.org/officeDocument/2006/relationships/image" Target="../media/image384.png"/><Relationship Id="rId3" Type="http://schemas.openxmlformats.org/officeDocument/2006/relationships/image" Target="../media/image394.png"/><Relationship Id="rId7" Type="http://schemas.openxmlformats.org/officeDocument/2006/relationships/image" Target="../media/image396.png"/><Relationship Id="rId2" Type="http://schemas.openxmlformats.org/officeDocument/2006/relationships/image" Target="../media/image393.png"/><Relationship Id="rId1" Type="http://schemas.openxmlformats.org/officeDocument/2006/relationships/slideLayout" Target="../slideLayouts/slideLayout25.xml"/><Relationship Id="rId6" Type="http://schemas.openxmlformats.org/officeDocument/2006/relationships/image" Target="../media/image385.png"/><Relationship Id="rId11" Type="http://schemas.openxmlformats.org/officeDocument/2006/relationships/image" Target="../media/image399.png"/><Relationship Id="rId5" Type="http://schemas.openxmlformats.org/officeDocument/2006/relationships/image" Target="../media/image386.png"/><Relationship Id="rId10" Type="http://schemas.openxmlformats.org/officeDocument/2006/relationships/image" Target="../media/image398.png"/><Relationship Id="rId4" Type="http://schemas.openxmlformats.org/officeDocument/2006/relationships/image" Target="../media/image395.png"/><Relationship Id="rId9" Type="http://schemas.openxmlformats.org/officeDocument/2006/relationships/image" Target="../media/image397.png"/></Relationships>
</file>

<file path=ppt/slides/_rels/slide64.xml.rels><?xml version="1.0" encoding="UTF-8" standalone="yes"?>
<Relationships xmlns="http://schemas.openxmlformats.org/package/2006/relationships"><Relationship Id="rId8" Type="http://schemas.openxmlformats.org/officeDocument/2006/relationships/image" Target="../media/image384.png"/><Relationship Id="rId3" Type="http://schemas.openxmlformats.org/officeDocument/2006/relationships/image" Target="../media/image394.png"/><Relationship Id="rId7" Type="http://schemas.openxmlformats.org/officeDocument/2006/relationships/image" Target="../media/image396.png"/><Relationship Id="rId2" Type="http://schemas.openxmlformats.org/officeDocument/2006/relationships/image" Target="../media/image393.png"/><Relationship Id="rId1" Type="http://schemas.openxmlformats.org/officeDocument/2006/relationships/slideLayout" Target="../slideLayouts/slideLayout25.xml"/><Relationship Id="rId6" Type="http://schemas.openxmlformats.org/officeDocument/2006/relationships/image" Target="../media/image385.png"/><Relationship Id="rId11" Type="http://schemas.openxmlformats.org/officeDocument/2006/relationships/image" Target="../media/image399.png"/><Relationship Id="rId5" Type="http://schemas.openxmlformats.org/officeDocument/2006/relationships/image" Target="../media/image386.png"/><Relationship Id="rId10" Type="http://schemas.openxmlformats.org/officeDocument/2006/relationships/image" Target="../media/image398.png"/><Relationship Id="rId4" Type="http://schemas.openxmlformats.org/officeDocument/2006/relationships/image" Target="../media/image395.png"/><Relationship Id="rId9" Type="http://schemas.openxmlformats.org/officeDocument/2006/relationships/image" Target="../media/image39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8" Type="http://schemas.openxmlformats.org/officeDocument/2006/relationships/image" Target="../media/image405.png"/><Relationship Id="rId13" Type="http://schemas.openxmlformats.org/officeDocument/2006/relationships/image" Target="../media/image410.png"/><Relationship Id="rId3" Type="http://schemas.openxmlformats.org/officeDocument/2006/relationships/image" Target="../media/image400.png"/><Relationship Id="rId7" Type="http://schemas.openxmlformats.org/officeDocument/2006/relationships/image" Target="../media/image404.png"/><Relationship Id="rId12" Type="http://schemas.openxmlformats.org/officeDocument/2006/relationships/image" Target="../media/image409.png"/><Relationship Id="rId2" Type="http://schemas.openxmlformats.org/officeDocument/2006/relationships/notesSlide" Target="../notesSlides/notesSlide7.xml"/><Relationship Id="rId1" Type="http://schemas.openxmlformats.org/officeDocument/2006/relationships/slideLayout" Target="../slideLayouts/slideLayout25.xml"/><Relationship Id="rId6" Type="http://schemas.openxmlformats.org/officeDocument/2006/relationships/image" Target="../media/image403.png"/><Relationship Id="rId11" Type="http://schemas.openxmlformats.org/officeDocument/2006/relationships/image" Target="../media/image408.png"/><Relationship Id="rId5" Type="http://schemas.openxmlformats.org/officeDocument/2006/relationships/image" Target="../media/image402.png"/><Relationship Id="rId15" Type="http://schemas.openxmlformats.org/officeDocument/2006/relationships/image" Target="../media/image412.png"/><Relationship Id="rId10" Type="http://schemas.openxmlformats.org/officeDocument/2006/relationships/image" Target="../media/image407.png"/><Relationship Id="rId4" Type="http://schemas.openxmlformats.org/officeDocument/2006/relationships/image" Target="../media/image401.png"/><Relationship Id="rId9" Type="http://schemas.openxmlformats.org/officeDocument/2006/relationships/image" Target="../media/image406.png"/><Relationship Id="rId14" Type="http://schemas.openxmlformats.org/officeDocument/2006/relationships/image" Target="../media/image411.png"/></Relationships>
</file>

<file path=ppt/slides/_rels/slide71.xml.rels><?xml version="1.0" encoding="UTF-8" standalone="yes"?>
<Relationships xmlns="http://schemas.openxmlformats.org/package/2006/relationships"><Relationship Id="rId8" Type="http://schemas.openxmlformats.org/officeDocument/2006/relationships/image" Target="../media/image418.png"/><Relationship Id="rId3" Type="http://schemas.openxmlformats.org/officeDocument/2006/relationships/image" Target="../media/image413.png"/><Relationship Id="rId7" Type="http://schemas.openxmlformats.org/officeDocument/2006/relationships/image" Target="../media/image417.png"/><Relationship Id="rId2" Type="http://schemas.openxmlformats.org/officeDocument/2006/relationships/notesSlide" Target="../notesSlides/notesSlide8.xml"/><Relationship Id="rId1" Type="http://schemas.openxmlformats.org/officeDocument/2006/relationships/slideLayout" Target="../slideLayouts/slideLayout25.xml"/><Relationship Id="rId6" Type="http://schemas.openxmlformats.org/officeDocument/2006/relationships/image" Target="../media/image416.png"/><Relationship Id="rId11" Type="http://schemas.openxmlformats.org/officeDocument/2006/relationships/image" Target="../media/image421.png"/><Relationship Id="rId5" Type="http://schemas.openxmlformats.org/officeDocument/2006/relationships/image" Target="../media/image415.png"/><Relationship Id="rId10" Type="http://schemas.openxmlformats.org/officeDocument/2006/relationships/image" Target="../media/image420.png"/><Relationship Id="rId4" Type="http://schemas.openxmlformats.org/officeDocument/2006/relationships/image" Target="../media/image414.png"/><Relationship Id="rId9" Type="http://schemas.openxmlformats.org/officeDocument/2006/relationships/image" Target="../media/image419.png"/></Relationships>
</file>

<file path=ppt/slides/_rels/slide72.xml.rels><?xml version="1.0" encoding="UTF-8" standalone="yes"?>
<Relationships xmlns="http://schemas.openxmlformats.org/package/2006/relationships"><Relationship Id="rId8" Type="http://schemas.openxmlformats.org/officeDocument/2006/relationships/image" Target="../media/image418.png"/><Relationship Id="rId3" Type="http://schemas.openxmlformats.org/officeDocument/2006/relationships/image" Target="../media/image413.png"/><Relationship Id="rId7" Type="http://schemas.openxmlformats.org/officeDocument/2006/relationships/image" Target="../media/image417.png"/><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image" Target="../media/image416.png"/><Relationship Id="rId11" Type="http://schemas.openxmlformats.org/officeDocument/2006/relationships/image" Target="../media/image421.png"/><Relationship Id="rId5" Type="http://schemas.openxmlformats.org/officeDocument/2006/relationships/image" Target="../media/image415.png"/><Relationship Id="rId10" Type="http://schemas.openxmlformats.org/officeDocument/2006/relationships/image" Target="../media/image420.png"/><Relationship Id="rId4" Type="http://schemas.openxmlformats.org/officeDocument/2006/relationships/image" Target="../media/image414.png"/><Relationship Id="rId9" Type="http://schemas.openxmlformats.org/officeDocument/2006/relationships/image" Target="../media/image419.png"/></Relationships>
</file>

<file path=ppt/slides/_rels/slide73.xml.rels><?xml version="1.0" encoding="UTF-8" standalone="yes"?>
<Relationships xmlns="http://schemas.openxmlformats.org/package/2006/relationships"><Relationship Id="rId8" Type="http://schemas.openxmlformats.org/officeDocument/2006/relationships/image" Target="../media/image418.png"/><Relationship Id="rId13" Type="http://schemas.openxmlformats.org/officeDocument/2006/relationships/image" Target="../media/image411.png"/><Relationship Id="rId3" Type="http://schemas.openxmlformats.org/officeDocument/2006/relationships/image" Target="../media/image413.png"/><Relationship Id="rId7" Type="http://schemas.openxmlformats.org/officeDocument/2006/relationships/image" Target="../media/image417.png"/><Relationship Id="rId12" Type="http://schemas.openxmlformats.org/officeDocument/2006/relationships/image" Target="../media/image422.png"/><Relationship Id="rId2" Type="http://schemas.openxmlformats.org/officeDocument/2006/relationships/notesSlide" Target="../notesSlides/notesSlide10.xml"/><Relationship Id="rId1" Type="http://schemas.openxmlformats.org/officeDocument/2006/relationships/slideLayout" Target="../slideLayouts/slideLayout25.xml"/><Relationship Id="rId6" Type="http://schemas.openxmlformats.org/officeDocument/2006/relationships/image" Target="../media/image416.png"/><Relationship Id="rId11" Type="http://schemas.openxmlformats.org/officeDocument/2006/relationships/image" Target="../media/image420.png"/><Relationship Id="rId5" Type="http://schemas.openxmlformats.org/officeDocument/2006/relationships/image" Target="../media/image415.png"/><Relationship Id="rId10" Type="http://schemas.openxmlformats.org/officeDocument/2006/relationships/image" Target="../media/image421.png"/><Relationship Id="rId4" Type="http://schemas.openxmlformats.org/officeDocument/2006/relationships/image" Target="../media/image414.png"/><Relationship Id="rId9" Type="http://schemas.openxmlformats.org/officeDocument/2006/relationships/image" Target="../media/image419.png"/><Relationship Id="rId14" Type="http://schemas.openxmlformats.org/officeDocument/2006/relationships/image" Target="../media/image412.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2" Type="http://schemas.openxmlformats.org/officeDocument/2006/relationships/image" Target="../media/image423.png"/><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2" Type="http://schemas.openxmlformats.org/officeDocument/2006/relationships/image" Target="../media/image424.emf"/><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2" Type="http://schemas.openxmlformats.org/officeDocument/2006/relationships/image" Target="../media/image425.png"/><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2" Type="http://schemas.openxmlformats.org/officeDocument/2006/relationships/image" Target="../media/image426.png"/><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2" Type="http://schemas.openxmlformats.org/officeDocument/2006/relationships/image" Target="../media/image427.png"/><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2" Type="http://schemas.openxmlformats.org/officeDocument/2006/relationships/image" Target="../media/image428.png"/><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449D8DDE-B114-874A-8B5A-CE4E2F84BF76}"/>
              </a:ext>
            </a:extLst>
          </p:cNvPr>
          <p:cNvSpPr>
            <a:spLocks noGrp="1" noChangeArrowheads="1"/>
          </p:cNvSpPr>
          <p:nvPr>
            <p:ph type="ctrTitle"/>
          </p:nvPr>
        </p:nvSpPr>
        <p:spPr>
          <a:xfrm>
            <a:off x="-228600" y="382587"/>
            <a:ext cx="9829800" cy="1720850"/>
          </a:xfrm>
        </p:spPr>
        <p:txBody>
          <a:bodyPr/>
          <a:lstStyle/>
          <a:p>
            <a:pPr algn="ctr" eaLnBrk="1" hangingPunct="1"/>
            <a:br>
              <a:rPr lang="en-US" altLang="en-US" dirty="0">
                <a:ea typeface="ＭＳ Ｐゴシック" panose="020B0600070205080204" pitchFamily="34" charset="-128"/>
              </a:rPr>
            </a:br>
            <a:r>
              <a:rPr lang="en-US" altLang="en-US" sz="4500" b="1" dirty="0">
                <a:ea typeface="ＭＳ Ｐゴシック" panose="020B0600070205080204" pitchFamily="34" charset="-128"/>
              </a:rPr>
              <a:t>Computer Arch. &amp; AI System</a:t>
            </a:r>
            <a:br>
              <a:rPr lang="en-US" altLang="en-US" sz="4500" b="1" dirty="0">
                <a:ea typeface="ＭＳ Ｐゴシック" panose="020B0600070205080204" pitchFamily="34" charset="-128"/>
              </a:rPr>
            </a:br>
            <a:br>
              <a:rPr lang="en-US" altLang="en-US" sz="1000" b="1" dirty="0">
                <a:ea typeface="ＭＳ Ｐゴシック" panose="020B0600070205080204" pitchFamily="34" charset="-128"/>
              </a:rPr>
            </a:br>
            <a:r>
              <a:rPr lang="en-US" altLang="en-US" sz="4500">
                <a:solidFill>
                  <a:srgbClr val="C00000"/>
                </a:solidFill>
                <a:ea typeface="ＭＳ Ｐゴシック" panose="020B0600070205080204" pitchFamily="34" charset="-128"/>
              </a:rPr>
              <a:t>Lecture 14: </a:t>
            </a:r>
            <a:br>
              <a:rPr lang="en-US" altLang="en-US" sz="4500" dirty="0">
                <a:solidFill>
                  <a:srgbClr val="C00000"/>
                </a:solidFill>
                <a:ea typeface="ＭＳ Ｐゴシック" panose="020B0600070205080204" pitchFamily="34" charset="-128"/>
              </a:rPr>
            </a:br>
            <a:r>
              <a:rPr lang="en-US" altLang="zh-CN" sz="4500" dirty="0">
                <a:solidFill>
                  <a:srgbClr val="C00000"/>
                </a:solidFill>
                <a:ea typeface="ＭＳ Ｐゴシック" panose="020B0600070205080204" pitchFamily="34" charset="-128"/>
              </a:rPr>
              <a:t>Parallel Training</a:t>
            </a:r>
            <a:endParaRPr lang="en-US" altLang="en-US" sz="4500" dirty="0">
              <a:solidFill>
                <a:srgbClr val="C00000"/>
              </a:solidFill>
              <a:ea typeface="ＭＳ Ｐゴシック" panose="020B0600070205080204" pitchFamily="34" charset="-128"/>
            </a:endParaRPr>
          </a:p>
        </p:txBody>
      </p:sp>
      <p:sp>
        <p:nvSpPr>
          <p:cNvPr id="22530" name="Rectangle 5">
            <a:extLst>
              <a:ext uri="{FF2B5EF4-FFF2-40B4-BE49-F238E27FC236}">
                <a16:creationId xmlns:a16="http://schemas.microsoft.com/office/drawing/2014/main" id="{435E454D-D444-0541-B91A-9C35CDC08D6C}"/>
              </a:ext>
            </a:extLst>
          </p:cNvPr>
          <p:cNvSpPr>
            <a:spLocks noGrp="1" noChangeArrowheads="1"/>
          </p:cNvSpPr>
          <p:nvPr>
            <p:ph type="subTitle" idx="1"/>
          </p:nvPr>
        </p:nvSpPr>
        <p:spPr>
          <a:xfrm>
            <a:off x="685800" y="3581400"/>
            <a:ext cx="7848600" cy="2900363"/>
          </a:xfrm>
        </p:spPr>
        <p:txBody>
          <a:bodyPr/>
          <a:lstStyle/>
          <a:p>
            <a:pPr eaLnBrk="1" hangingPunct="1"/>
            <a:endParaRPr lang="en-US" altLang="en-US" dirty="0">
              <a:solidFill>
                <a:srgbClr val="003399"/>
              </a:solidFill>
              <a:ea typeface="ＭＳ Ｐゴシック" panose="020B0600070205080204" pitchFamily="34" charset="-128"/>
            </a:endParaRPr>
          </a:p>
          <a:p>
            <a:pPr eaLnBrk="1" hangingPunct="1"/>
            <a:r>
              <a:rPr lang="en-US" altLang="en-US" sz="2800" dirty="0">
                <a:solidFill>
                  <a:srgbClr val="003399"/>
                </a:solidFill>
                <a:ea typeface="ＭＳ Ｐゴシック" panose="020B0600070205080204" pitchFamily="34" charset="-128"/>
              </a:rPr>
              <a:t>Prof. </a:t>
            </a:r>
            <a:r>
              <a:rPr lang="en-US" altLang="zh-CN" sz="2800" dirty="0">
                <a:solidFill>
                  <a:srgbClr val="003399"/>
                </a:solidFill>
                <a:ea typeface="ＭＳ Ｐゴシック" panose="020B0600070205080204" pitchFamily="34" charset="-128"/>
              </a:rPr>
              <a:t>Zeke Wang</a:t>
            </a:r>
            <a:endParaRPr lang="en-US" altLang="en-US" sz="2800" dirty="0">
              <a:solidFill>
                <a:srgbClr val="003399"/>
              </a:solidFill>
              <a:ea typeface="ＭＳ Ｐゴシック" panose="020B0600070205080204" pitchFamily="34" charset="-128"/>
            </a:endParaRPr>
          </a:p>
          <a:p>
            <a:pPr eaLnBrk="1" hangingPunct="1"/>
            <a:endParaRPr lang="en-US" altLang="en-US" sz="2800" dirty="0">
              <a:solidFill>
                <a:srgbClr val="003399"/>
              </a:solidFill>
              <a:ea typeface="ＭＳ Ｐゴシック" panose="020B0600070205080204" pitchFamily="34" charset="-128"/>
            </a:endParaRPr>
          </a:p>
          <a:p>
            <a:pPr eaLnBrk="1" hangingPunct="1"/>
            <a:r>
              <a:rPr lang="en-US" altLang="en-US" dirty="0">
                <a:ea typeface="ＭＳ Ｐゴシック" panose="020B0600070205080204" pitchFamily="34" charset="-128"/>
              </a:rPr>
              <a:t>Zhejiang University</a:t>
            </a:r>
          </a:p>
          <a:p>
            <a:pPr eaLnBrk="1" hangingPunct="1"/>
            <a:r>
              <a:rPr lang="en-US" altLang="zh-CN" dirty="0">
                <a:ea typeface="ＭＳ Ｐゴシック" panose="020B0600070205080204" pitchFamily="34" charset="-128"/>
              </a:rPr>
              <a:t>June</a:t>
            </a:r>
            <a:r>
              <a:rPr lang="en-US" altLang="en-US" dirty="0">
                <a:ea typeface="ＭＳ Ｐゴシック" panose="020B0600070205080204" pitchFamily="34" charset="-128"/>
              </a:rPr>
              <a:t> 8 2026</a:t>
            </a: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60085992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Recall: Overall Architecture of </a:t>
            </a:r>
            <a:r>
              <a:rPr lang="en-US" altLang="zh-CN" dirty="0"/>
              <a:t>DLP-S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a:t>
            </a:fld>
            <a:endParaRPr lang="en-US" altLang="en-US" sz="1600">
              <a:solidFill>
                <a:srgbClr val="000000"/>
              </a:solidFill>
              <a:latin typeface="Garamond" panose="02020404030301010803" pitchFamily="18" charset="0"/>
            </a:endParaRPr>
          </a:p>
        </p:txBody>
      </p:sp>
      <p:sp>
        <p:nvSpPr>
          <p:cNvPr id="3" name="内容占位符 2">
            <a:extLst>
              <a:ext uri="{FF2B5EF4-FFF2-40B4-BE49-F238E27FC236}">
                <a16:creationId xmlns:a16="http://schemas.microsoft.com/office/drawing/2014/main" id="{9341DF9C-97AD-426B-845A-0783441F9ABC}"/>
              </a:ext>
            </a:extLst>
          </p:cNvPr>
          <p:cNvSpPr>
            <a:spLocks noGrp="1"/>
          </p:cNvSpPr>
          <p:nvPr>
            <p:ph idx="1"/>
          </p:nvPr>
        </p:nvSpPr>
        <p:spPr>
          <a:xfrm>
            <a:off x="228600" y="1041688"/>
            <a:ext cx="8610600" cy="5193723"/>
          </a:xfrm>
        </p:spPr>
        <p:txBody>
          <a:bodyPr/>
          <a:lstStyle/>
          <a:p>
            <a:r>
              <a:rPr lang="en-US" altLang="zh-CN" sz="2800" dirty="0"/>
              <a:t>Control Module</a:t>
            </a:r>
          </a:p>
          <a:p>
            <a:pPr lvl="1"/>
            <a:r>
              <a:rPr lang="en-US" altLang="zh-CN" dirty="0">
                <a:solidFill>
                  <a:schemeClr val="accent2"/>
                </a:solidFill>
              </a:rPr>
              <a:t>IFU</a:t>
            </a:r>
            <a:r>
              <a:rPr lang="en-US" altLang="zh-CN" dirty="0"/>
              <a:t> (Instruction Fetch Unit)</a:t>
            </a:r>
          </a:p>
          <a:p>
            <a:pPr lvl="1"/>
            <a:r>
              <a:rPr lang="en-US" altLang="zh-CN" dirty="0">
                <a:solidFill>
                  <a:schemeClr val="accent2"/>
                </a:solidFill>
              </a:rPr>
              <a:t>IDU</a:t>
            </a:r>
            <a:r>
              <a:rPr lang="en-US" altLang="zh-CN" dirty="0"/>
              <a:t> (Instruction Decode Unit)</a:t>
            </a:r>
          </a:p>
          <a:p>
            <a:pPr lvl="1"/>
            <a:endParaRPr lang="en-US" altLang="zh-CN" dirty="0"/>
          </a:p>
          <a:p>
            <a:r>
              <a:rPr lang="en-US" altLang="zh-CN" sz="2800" dirty="0"/>
              <a:t>Compute Unit</a:t>
            </a:r>
          </a:p>
          <a:p>
            <a:pPr lvl="1"/>
            <a:r>
              <a:rPr lang="en-US" altLang="zh-CN" dirty="0">
                <a:solidFill>
                  <a:schemeClr val="accent2"/>
                </a:solidFill>
              </a:rPr>
              <a:t>VFU</a:t>
            </a:r>
            <a:r>
              <a:rPr lang="en-US" altLang="zh-CN" dirty="0"/>
              <a:t> (Vector Function Unit)</a:t>
            </a:r>
          </a:p>
          <a:p>
            <a:pPr lvl="1"/>
            <a:r>
              <a:rPr lang="en-US" altLang="zh-CN" dirty="0">
                <a:solidFill>
                  <a:schemeClr val="accent2"/>
                </a:solidFill>
              </a:rPr>
              <a:t>MFU</a:t>
            </a:r>
            <a:r>
              <a:rPr lang="en-US" altLang="zh-CN" dirty="0"/>
              <a:t> (Matrix Function Unit)</a:t>
            </a:r>
          </a:p>
          <a:p>
            <a:pPr lvl="1"/>
            <a:endParaRPr lang="en-US" altLang="zh-CN" dirty="0"/>
          </a:p>
          <a:p>
            <a:r>
              <a:rPr lang="en-US" altLang="zh-CN" sz="2800" dirty="0"/>
              <a:t>SRAM Unit</a:t>
            </a:r>
          </a:p>
          <a:p>
            <a:pPr lvl="1"/>
            <a:r>
              <a:rPr lang="en-US" altLang="zh-CN" dirty="0">
                <a:solidFill>
                  <a:schemeClr val="accent2"/>
                </a:solidFill>
              </a:rPr>
              <a:t>WRAM</a:t>
            </a:r>
            <a:r>
              <a:rPr lang="en-US" altLang="zh-CN" dirty="0"/>
              <a:t> (Weight RAM)</a:t>
            </a:r>
          </a:p>
          <a:p>
            <a:pPr lvl="1"/>
            <a:r>
              <a:rPr lang="en-US" altLang="zh-CN" dirty="0">
                <a:solidFill>
                  <a:schemeClr val="accent2"/>
                </a:solidFill>
              </a:rPr>
              <a:t>NRAM</a:t>
            </a:r>
            <a:r>
              <a:rPr lang="en-US" altLang="zh-CN" dirty="0"/>
              <a:t> (Neuron RAM)</a:t>
            </a:r>
          </a:p>
          <a:p>
            <a:pPr lvl="1"/>
            <a:r>
              <a:rPr lang="en-US" altLang="zh-CN" dirty="0">
                <a:solidFill>
                  <a:schemeClr val="accent2"/>
                </a:solidFill>
              </a:rPr>
              <a:t>DMA </a:t>
            </a:r>
            <a:r>
              <a:rPr lang="en-US" altLang="zh-CN" dirty="0"/>
              <a:t>(Direct Memory Access)</a:t>
            </a:r>
            <a:endParaRPr lang="zh-CN" altLang="en-US" dirty="0"/>
          </a:p>
        </p:txBody>
      </p:sp>
      <p:pic>
        <p:nvPicPr>
          <p:cNvPr id="6" name="图片 4">
            <a:extLst>
              <a:ext uri="{FF2B5EF4-FFF2-40B4-BE49-F238E27FC236}">
                <a16:creationId xmlns:a16="http://schemas.microsoft.com/office/drawing/2014/main" id="{558FF63E-7451-451C-80A4-E661D6D193FB}"/>
              </a:ext>
            </a:extLst>
          </p:cNvPr>
          <p:cNvPicPr>
            <a:picLocks noChangeAspect="1"/>
          </p:cNvPicPr>
          <p:nvPr/>
        </p:nvPicPr>
        <p:blipFill>
          <a:blip r:embed="rId2"/>
          <a:stretch>
            <a:fillRect/>
          </a:stretch>
        </p:blipFill>
        <p:spPr>
          <a:xfrm>
            <a:off x="4717251" y="1536160"/>
            <a:ext cx="4388649" cy="4616413"/>
          </a:xfrm>
          <a:prstGeom prst="rect">
            <a:avLst/>
          </a:prstGeom>
        </p:spPr>
      </p:pic>
    </p:spTree>
    <p:extLst>
      <p:ext uri="{BB962C8B-B14F-4D97-AF65-F5344CB8AC3E}">
        <p14:creationId xmlns:p14="http://schemas.microsoft.com/office/powerpoint/2010/main" val="2848710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cs typeface="+mn-ea"/>
                <a:sym typeface="+mn-lt"/>
              </a:rPr>
              <a:t>Recall: </a:t>
            </a:r>
            <a:r>
              <a:rPr lang="en-US" altLang="zh-CN" dirty="0" err="1">
                <a:cs typeface="+mn-ea"/>
                <a:sym typeface="+mn-lt"/>
              </a:rPr>
              <a:t>Cambricon</a:t>
            </a:r>
            <a:r>
              <a:rPr lang="en-US" altLang="zh-CN" dirty="0">
                <a:cs typeface="+mn-ea"/>
                <a:sym typeface="+mn-lt"/>
              </a:rPr>
              <a:t> DLP</a:t>
            </a:r>
            <a:r>
              <a:rPr lang="zh-CN" altLang="en-US" dirty="0"/>
              <a:t> </a:t>
            </a:r>
            <a:r>
              <a:rPr lang="en-US" altLang="zh-CN" dirty="0"/>
              <a:t>ISA</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a:t>
            </a:fld>
            <a:endParaRPr lang="en-US" altLang="en-US" sz="1600">
              <a:solidFill>
                <a:srgbClr val="000000"/>
              </a:solidFill>
              <a:latin typeface="Garamond" panose="02020404030301010803" pitchFamily="18" charset="0"/>
            </a:endParaRPr>
          </a:p>
        </p:txBody>
      </p:sp>
      <p:pic>
        <p:nvPicPr>
          <p:cNvPr id="14" name="图片 4">
            <a:extLst>
              <a:ext uri="{FF2B5EF4-FFF2-40B4-BE49-F238E27FC236}">
                <a16:creationId xmlns:a16="http://schemas.microsoft.com/office/drawing/2014/main" id="{998FA0FB-51B4-4E31-A374-838F1E8A3274}"/>
              </a:ext>
            </a:extLst>
          </p:cNvPr>
          <p:cNvPicPr>
            <a:picLocks noChangeAspect="1"/>
          </p:cNvPicPr>
          <p:nvPr/>
        </p:nvPicPr>
        <p:blipFill>
          <a:blip r:embed="rId2"/>
          <a:stretch>
            <a:fillRect/>
          </a:stretch>
        </p:blipFill>
        <p:spPr>
          <a:xfrm>
            <a:off x="494213" y="1828800"/>
            <a:ext cx="8155573" cy="3550189"/>
          </a:xfrm>
          <a:prstGeom prst="rect">
            <a:avLst/>
          </a:prstGeom>
        </p:spPr>
      </p:pic>
    </p:spTree>
    <p:extLst>
      <p:ext uri="{BB962C8B-B14F-4D97-AF65-F5344CB8AC3E}">
        <p14:creationId xmlns:p14="http://schemas.microsoft.com/office/powerpoint/2010/main" val="104295470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cs typeface="+mn-ea"/>
                <a:sym typeface="+mn-lt"/>
              </a:rPr>
              <a:t>Recall: DLP-M</a:t>
            </a:r>
            <a:r>
              <a:rPr lang="zh-CN" altLang="en-US" dirty="0">
                <a:cs typeface="+mn-ea"/>
                <a:sym typeface="+mn-lt"/>
              </a:rPr>
              <a:t> </a:t>
            </a:r>
            <a:r>
              <a:rPr lang="en-US" altLang="zh-CN" dirty="0">
                <a:cs typeface="+mn-ea"/>
                <a:sym typeface="+mn-lt"/>
              </a:rPr>
              <a:t>Architecture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a:t>
            </a:fld>
            <a:endParaRPr lang="en-US" altLang="en-US" sz="1600">
              <a:solidFill>
                <a:srgbClr val="000000"/>
              </a:solidFill>
              <a:latin typeface="Garamond" panose="02020404030301010803" pitchFamily="18" charset="0"/>
            </a:endParaRPr>
          </a:p>
        </p:txBody>
      </p:sp>
      <p:pic>
        <p:nvPicPr>
          <p:cNvPr id="7" name="图片 4">
            <a:extLst>
              <a:ext uri="{FF2B5EF4-FFF2-40B4-BE49-F238E27FC236}">
                <a16:creationId xmlns:a16="http://schemas.microsoft.com/office/drawing/2014/main" id="{D04BA431-E683-4B5E-848F-5AD164E05CBB}"/>
              </a:ext>
            </a:extLst>
          </p:cNvPr>
          <p:cNvPicPr>
            <a:picLocks noChangeAspect="1"/>
          </p:cNvPicPr>
          <p:nvPr/>
        </p:nvPicPr>
        <p:blipFill>
          <a:blip r:embed="rId2"/>
          <a:stretch>
            <a:fillRect/>
          </a:stretch>
        </p:blipFill>
        <p:spPr>
          <a:xfrm>
            <a:off x="685800" y="1244600"/>
            <a:ext cx="7927683" cy="3747341"/>
          </a:xfrm>
          <a:prstGeom prst="rect">
            <a:avLst/>
          </a:prstGeom>
        </p:spPr>
      </p:pic>
      <p:sp>
        <p:nvSpPr>
          <p:cNvPr id="11" name="内容占位符 2">
            <a:extLst>
              <a:ext uri="{FF2B5EF4-FFF2-40B4-BE49-F238E27FC236}">
                <a16:creationId xmlns:a16="http://schemas.microsoft.com/office/drawing/2014/main" id="{8EB5945E-8C23-444D-A72A-F560FB2CAF83}"/>
              </a:ext>
            </a:extLst>
          </p:cNvPr>
          <p:cNvSpPr txBox="1">
            <a:spLocks/>
          </p:cNvSpPr>
          <p:nvPr/>
        </p:nvSpPr>
        <p:spPr>
          <a:xfrm>
            <a:off x="405361" y="4794230"/>
            <a:ext cx="8640960" cy="12255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多核处理器分层结构设计</a:t>
            </a:r>
            <a:endParaRPr lang="en-US" altLang="zh-CN" sz="2400" dirty="0"/>
          </a:p>
          <a:p>
            <a:pPr lvl="1"/>
            <a:r>
              <a:rPr lang="zh-CN" altLang="en-US" sz="2000" dirty="0"/>
              <a:t>一个</a:t>
            </a:r>
            <a:r>
              <a:rPr lang="en-US" altLang="zh-CN" sz="2000" dirty="0"/>
              <a:t>DLP-M</a:t>
            </a:r>
            <a:r>
              <a:rPr lang="zh-CN" altLang="en-US" sz="2000" dirty="0"/>
              <a:t>由多个</a:t>
            </a:r>
            <a:r>
              <a:rPr lang="en-US" altLang="zh-CN" sz="2000" dirty="0"/>
              <a:t>DLP-C</a:t>
            </a:r>
            <a:r>
              <a:rPr lang="zh-CN" altLang="en-US" sz="2000" dirty="0"/>
              <a:t>构成</a:t>
            </a:r>
            <a:endParaRPr lang="en-US" altLang="zh-CN" sz="2000" dirty="0"/>
          </a:p>
          <a:p>
            <a:pPr lvl="1"/>
            <a:r>
              <a:rPr lang="zh-CN" altLang="en-US" sz="2000" dirty="0"/>
              <a:t>一个</a:t>
            </a:r>
            <a:r>
              <a:rPr lang="en-US" altLang="zh-CN" sz="2000" dirty="0"/>
              <a:t>DLP-C</a:t>
            </a:r>
            <a:r>
              <a:rPr lang="zh-CN" altLang="en-US" sz="2000" dirty="0"/>
              <a:t>由多个</a:t>
            </a:r>
            <a:r>
              <a:rPr lang="en-US" altLang="zh-CN" sz="2000" dirty="0"/>
              <a:t>DLP-S</a:t>
            </a:r>
            <a:r>
              <a:rPr lang="zh-CN" altLang="en-US" sz="2000" dirty="0"/>
              <a:t>构成</a:t>
            </a:r>
          </a:p>
        </p:txBody>
      </p:sp>
      <p:sp>
        <p:nvSpPr>
          <p:cNvPr id="2" name="矩形 1">
            <a:extLst>
              <a:ext uri="{FF2B5EF4-FFF2-40B4-BE49-F238E27FC236}">
                <a16:creationId xmlns:a16="http://schemas.microsoft.com/office/drawing/2014/main" id="{F5A38F65-BF84-4827-B217-B7894ED104D5}"/>
              </a:ext>
            </a:extLst>
          </p:cNvPr>
          <p:cNvSpPr/>
          <p:nvPr/>
        </p:nvSpPr>
        <p:spPr>
          <a:xfrm>
            <a:off x="2133600" y="951579"/>
            <a:ext cx="997389" cy="400110"/>
          </a:xfrm>
          <a:prstGeom prst="rect">
            <a:avLst/>
          </a:prstGeom>
        </p:spPr>
        <p:txBody>
          <a:bodyPr wrap="none">
            <a:spAutoFit/>
          </a:bodyPr>
          <a:lstStyle/>
          <a:p>
            <a:r>
              <a:rPr lang="en-US" altLang="zh-CN" sz="2000" b="1" dirty="0"/>
              <a:t>DLP-M</a:t>
            </a:r>
            <a:endParaRPr lang="zh-CN" altLang="en-US" sz="2000" b="1" dirty="0"/>
          </a:p>
        </p:txBody>
      </p:sp>
      <p:sp>
        <p:nvSpPr>
          <p:cNvPr id="8" name="矩形 7">
            <a:extLst>
              <a:ext uri="{FF2B5EF4-FFF2-40B4-BE49-F238E27FC236}">
                <a16:creationId xmlns:a16="http://schemas.microsoft.com/office/drawing/2014/main" id="{D0D491DA-2595-496F-81C2-5E2B7D4A6FD8}"/>
              </a:ext>
            </a:extLst>
          </p:cNvPr>
          <p:cNvSpPr/>
          <p:nvPr/>
        </p:nvSpPr>
        <p:spPr>
          <a:xfrm>
            <a:off x="6013011" y="918908"/>
            <a:ext cx="970137" cy="400110"/>
          </a:xfrm>
          <a:prstGeom prst="rect">
            <a:avLst/>
          </a:prstGeom>
        </p:spPr>
        <p:txBody>
          <a:bodyPr wrap="none">
            <a:spAutoFit/>
          </a:bodyPr>
          <a:lstStyle/>
          <a:p>
            <a:r>
              <a:rPr lang="en-US" altLang="zh-CN" sz="2000" b="1" dirty="0"/>
              <a:t>DLP-C</a:t>
            </a:r>
            <a:endParaRPr lang="zh-CN" altLang="en-US" sz="2000" b="1" dirty="0"/>
          </a:p>
        </p:txBody>
      </p:sp>
    </p:spTree>
    <p:extLst>
      <p:ext uri="{BB962C8B-B14F-4D97-AF65-F5344CB8AC3E}">
        <p14:creationId xmlns:p14="http://schemas.microsoft.com/office/powerpoint/2010/main" val="199137314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a:xfrm>
            <a:off x="228600" y="152400"/>
            <a:ext cx="8610600" cy="739341"/>
          </a:xfrm>
        </p:spPr>
        <p:txBody>
          <a:bodyPr/>
          <a:lstStyle/>
          <a:p>
            <a:r>
              <a:rPr lang="en-US" altLang="zh-CN" dirty="0">
                <a:ea typeface="ＭＳ Ｐゴシック" panose="020B0600070205080204" pitchFamily="34" charset="-128"/>
              </a:rPr>
              <a:t>Recall: AI Architecture</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xfrm>
            <a:off x="7378637"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60" name="矩形 59">
            <a:extLst>
              <a:ext uri="{FF2B5EF4-FFF2-40B4-BE49-F238E27FC236}">
                <a16:creationId xmlns:a16="http://schemas.microsoft.com/office/drawing/2014/main" id="{B23F33D8-3442-4D2C-A4BC-2015C7AB8258}"/>
              </a:ext>
            </a:extLst>
          </p:cNvPr>
          <p:cNvSpPr/>
          <p:nvPr/>
        </p:nvSpPr>
        <p:spPr>
          <a:xfrm>
            <a:off x="1413632" y="1413178"/>
            <a:ext cx="7401223" cy="913776"/>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1" name="矩形 60">
            <a:extLst>
              <a:ext uri="{FF2B5EF4-FFF2-40B4-BE49-F238E27FC236}">
                <a16:creationId xmlns:a16="http://schemas.microsoft.com/office/drawing/2014/main" id="{24126BE7-951B-4B1F-A08E-18F4F6F268F0}"/>
              </a:ext>
            </a:extLst>
          </p:cNvPr>
          <p:cNvSpPr/>
          <p:nvPr/>
        </p:nvSpPr>
        <p:spPr>
          <a:xfrm>
            <a:off x="1396241" y="2391913"/>
            <a:ext cx="7425729" cy="905892"/>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2" name="矩形 61">
            <a:extLst>
              <a:ext uri="{FF2B5EF4-FFF2-40B4-BE49-F238E27FC236}">
                <a16:creationId xmlns:a16="http://schemas.microsoft.com/office/drawing/2014/main" id="{EA3B895C-6FA8-450F-A026-839D6F3B30EA}"/>
              </a:ext>
            </a:extLst>
          </p:cNvPr>
          <p:cNvSpPr/>
          <p:nvPr/>
        </p:nvSpPr>
        <p:spPr>
          <a:xfrm>
            <a:off x="1396241" y="3389362"/>
            <a:ext cx="7425730" cy="825127"/>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3" name="矩形 62">
            <a:extLst>
              <a:ext uri="{FF2B5EF4-FFF2-40B4-BE49-F238E27FC236}">
                <a16:creationId xmlns:a16="http://schemas.microsoft.com/office/drawing/2014/main" id="{D9AD3D84-771B-460D-AE21-1D0F1F1F6F6F}"/>
              </a:ext>
            </a:extLst>
          </p:cNvPr>
          <p:cNvSpPr/>
          <p:nvPr/>
        </p:nvSpPr>
        <p:spPr>
          <a:xfrm>
            <a:off x="1396241" y="4295400"/>
            <a:ext cx="7425728" cy="1711789"/>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4" name="芯片使能">
            <a:extLst>
              <a:ext uri="{FF2B5EF4-FFF2-40B4-BE49-F238E27FC236}">
                <a16:creationId xmlns:a16="http://schemas.microsoft.com/office/drawing/2014/main" id="{2A7DF596-3827-43E3-A849-65839C54F7DC}"/>
              </a:ext>
            </a:extLst>
          </p:cNvPr>
          <p:cNvSpPr txBox="1"/>
          <p:nvPr/>
        </p:nvSpPr>
        <p:spPr>
          <a:xfrm>
            <a:off x="227571" y="3674223"/>
            <a:ext cx="1500275" cy="246221"/>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AI Runtime</a:t>
            </a:r>
            <a:endPar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5" name="框架">
            <a:extLst>
              <a:ext uri="{FF2B5EF4-FFF2-40B4-BE49-F238E27FC236}">
                <a16:creationId xmlns:a16="http://schemas.microsoft.com/office/drawing/2014/main" id="{67290B6E-9D9B-4B9A-BDC4-ECE7DB45E799}"/>
              </a:ext>
            </a:extLst>
          </p:cNvPr>
          <p:cNvSpPr txBox="1"/>
          <p:nvPr/>
        </p:nvSpPr>
        <p:spPr>
          <a:xfrm>
            <a:off x="23589" y="2796205"/>
            <a:ext cx="1390043" cy="246221"/>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AI</a:t>
            </a:r>
            <a:r>
              <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rPr>
              <a:t> </a:t>
            </a:r>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Framework</a:t>
            </a:r>
            <a:endPar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6" name="框架">
            <a:extLst>
              <a:ext uri="{FF2B5EF4-FFF2-40B4-BE49-F238E27FC236}">
                <a16:creationId xmlns:a16="http://schemas.microsoft.com/office/drawing/2014/main" id="{882D45AD-417A-47B6-9820-F6CE94DA6AEC}"/>
              </a:ext>
            </a:extLst>
          </p:cNvPr>
          <p:cNvSpPr txBox="1"/>
          <p:nvPr/>
        </p:nvSpPr>
        <p:spPr>
          <a:xfrm>
            <a:off x="367245" y="1569239"/>
            <a:ext cx="846941" cy="430887"/>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400" b="1" dirty="0">
                <a:solidFill>
                  <a:srgbClr val="1D1D1A"/>
                </a:solidFill>
                <a:latin typeface="Arial" panose="020B0604020202020204" pitchFamily="34" charset="0"/>
                <a:cs typeface="Arial" panose="020B0604020202020204" pitchFamily="34" charset="0"/>
                <a:sym typeface="Arial" panose="020B0604020202020204" pitchFamily="34" charset="0"/>
              </a:rPr>
              <a:t>Parallel </a:t>
            </a:r>
          </a:p>
          <a:p>
            <a:pPr algn="l"/>
            <a:r>
              <a:rPr lang="en-US" altLang="zh-CN" sz="1400" b="1" dirty="0">
                <a:solidFill>
                  <a:srgbClr val="1D1D1A"/>
                </a:solidFill>
                <a:latin typeface="Arial" panose="020B0604020202020204" pitchFamily="34" charset="0"/>
                <a:cs typeface="Arial" panose="020B0604020202020204" pitchFamily="34" charset="0"/>
                <a:sym typeface="Arial" panose="020B0604020202020204" pitchFamily="34" charset="0"/>
              </a:rPr>
              <a:t>Training</a:t>
            </a:r>
            <a:endParaRPr lang="zh-CN" altLang="en-US" sz="14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7" name="Ascend-Nano">
            <a:extLst>
              <a:ext uri="{FF2B5EF4-FFF2-40B4-BE49-F238E27FC236}">
                <a16:creationId xmlns:a16="http://schemas.microsoft.com/office/drawing/2014/main" id="{66FF35CC-0D6B-477E-B86B-DAC0D11334F4}"/>
              </a:ext>
            </a:extLst>
          </p:cNvPr>
          <p:cNvSpPr txBox="1"/>
          <p:nvPr/>
        </p:nvSpPr>
        <p:spPr>
          <a:xfrm>
            <a:off x="1853585" y="3800725"/>
            <a:ext cx="799361" cy="347944"/>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800" b="1" u="sng" dirty="0">
                <a:solidFill>
                  <a:srgbClr val="C00000"/>
                </a:solidFill>
                <a:latin typeface="Arial" panose="020B0604020202020204" pitchFamily="34" charset="0"/>
                <a:cs typeface="Arial" panose="020B0604020202020204" pitchFamily="34" charset="0"/>
                <a:sym typeface="Arial" panose="020B0604020202020204" pitchFamily="34" charset="0"/>
              </a:rPr>
              <a:t>CANN</a:t>
            </a:r>
            <a:r>
              <a:rPr lang="en-US" altLang="zh-CN" sz="1800" b="1" u="sng" dirty="0">
                <a:solidFill>
                  <a:srgbClr val="1D1D1A"/>
                </a:solidFill>
                <a:latin typeface="Arial" panose="020B0604020202020204" pitchFamily="34" charset="0"/>
                <a:cs typeface="Arial" panose="020B0604020202020204" pitchFamily="34" charset="0"/>
                <a:sym typeface="Arial" panose="020B0604020202020204" pitchFamily="34" charset="0"/>
              </a:rPr>
              <a:t>*</a:t>
            </a:r>
            <a:endParaRPr lang="en-US" altLang="zh-CN" sz="1600"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8" name="芯片使能">
            <a:extLst>
              <a:ext uri="{FF2B5EF4-FFF2-40B4-BE49-F238E27FC236}">
                <a16:creationId xmlns:a16="http://schemas.microsoft.com/office/drawing/2014/main" id="{62E7545D-8AC7-44CE-BAE8-B417CFB6A86F}"/>
              </a:ext>
            </a:extLst>
          </p:cNvPr>
          <p:cNvSpPr txBox="1"/>
          <p:nvPr/>
        </p:nvSpPr>
        <p:spPr>
          <a:xfrm>
            <a:off x="358673" y="4960394"/>
            <a:ext cx="1234213" cy="246221"/>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AI Chip</a:t>
            </a:r>
            <a:endPar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70" name="Ascend-Nano">
            <a:extLst>
              <a:ext uri="{FF2B5EF4-FFF2-40B4-BE49-F238E27FC236}">
                <a16:creationId xmlns:a16="http://schemas.microsoft.com/office/drawing/2014/main" id="{FC9C5F6F-418D-4A7E-8563-0E4BC5A4F4B9}"/>
              </a:ext>
            </a:extLst>
          </p:cNvPr>
          <p:cNvSpPr txBox="1"/>
          <p:nvPr/>
        </p:nvSpPr>
        <p:spPr>
          <a:xfrm>
            <a:off x="4038599" y="2441923"/>
            <a:ext cx="2133601" cy="266011"/>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00" b="1" kern="1200" dirty="0">
                <a:solidFill>
                  <a:srgbClr val="C00000"/>
                </a:solidFill>
                <a:latin typeface="Arial" panose="020B0604020202020204" pitchFamily="34" charset="0"/>
                <a:cs typeface="Arial" panose="020B0604020202020204" pitchFamily="34" charset="0"/>
                <a:sym typeface="Arial" panose="020B0604020202020204" pitchFamily="34" charset="0"/>
              </a:rPr>
              <a:t>模型训练和推理框架</a:t>
            </a:r>
            <a:endParaRPr lang="en-US" altLang="zh-CN" sz="1600" b="1" kern="1200" dirty="0">
              <a:solidFill>
                <a:srgbClr val="C00000"/>
              </a:solidFill>
              <a:latin typeface="Arial" panose="020B0604020202020204" pitchFamily="34" charset="0"/>
              <a:cs typeface="Arial" panose="020B0604020202020204" pitchFamily="34" charset="0"/>
              <a:sym typeface="Arial" panose="020B0604020202020204" pitchFamily="34" charset="0"/>
            </a:endParaRPr>
          </a:p>
        </p:txBody>
      </p:sp>
      <p:sp>
        <p:nvSpPr>
          <p:cNvPr id="71" name="Ascend-Nano">
            <a:extLst>
              <a:ext uri="{FF2B5EF4-FFF2-40B4-BE49-F238E27FC236}">
                <a16:creationId xmlns:a16="http://schemas.microsoft.com/office/drawing/2014/main" id="{29C5CB4A-8308-43EA-B956-D0232C861062}"/>
              </a:ext>
            </a:extLst>
          </p:cNvPr>
          <p:cNvSpPr txBox="1"/>
          <p:nvPr/>
        </p:nvSpPr>
        <p:spPr>
          <a:xfrm>
            <a:off x="2652946" y="3902784"/>
            <a:ext cx="3692567" cy="304566"/>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050" dirty="0">
                <a:solidFill>
                  <a:srgbClr val="1D1D1A"/>
                </a:solidFill>
                <a:latin typeface="Arial" panose="020B0604020202020204" pitchFamily="34" charset="0"/>
                <a:cs typeface="Arial" panose="020B0604020202020204" pitchFamily="34" charset="0"/>
                <a:sym typeface="Arial" panose="020B0604020202020204" pitchFamily="34" charset="0"/>
              </a:rPr>
              <a:t>Compute Architecture for Neural Network</a:t>
            </a:r>
          </a:p>
        </p:txBody>
      </p:sp>
      <p:sp>
        <p:nvSpPr>
          <p:cNvPr id="72" name="Ascend-Nano">
            <a:extLst>
              <a:ext uri="{FF2B5EF4-FFF2-40B4-BE49-F238E27FC236}">
                <a16:creationId xmlns:a16="http://schemas.microsoft.com/office/drawing/2014/main" id="{823A7274-9F45-452A-BDB5-4FC50A5964FA}"/>
              </a:ext>
            </a:extLst>
          </p:cNvPr>
          <p:cNvSpPr txBox="1"/>
          <p:nvPr/>
        </p:nvSpPr>
        <p:spPr>
          <a:xfrm>
            <a:off x="7550337" y="3420223"/>
            <a:ext cx="3035424" cy="413449"/>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endParaRPr>
          </a:p>
        </p:txBody>
      </p:sp>
      <p:sp>
        <p:nvSpPr>
          <p:cNvPr id="74" name="矩形 73">
            <a:extLst>
              <a:ext uri="{FF2B5EF4-FFF2-40B4-BE49-F238E27FC236}">
                <a16:creationId xmlns:a16="http://schemas.microsoft.com/office/drawing/2014/main" id="{BAD4D783-492E-442A-A333-2DFE86DA8923}"/>
              </a:ext>
            </a:extLst>
          </p:cNvPr>
          <p:cNvSpPr/>
          <p:nvPr/>
        </p:nvSpPr>
        <p:spPr>
          <a:xfrm>
            <a:off x="4732055" y="4389121"/>
            <a:ext cx="1257075" cy="338554"/>
          </a:xfrm>
          <a:prstGeom prst="rect">
            <a:avLst/>
          </a:prstGeom>
          <a:noFill/>
        </p:spPr>
        <p:txBody>
          <a:bodyPr wrap="none" rtlCol="0">
            <a:spAutoFit/>
          </a:bodyPr>
          <a:lstStyle/>
          <a:p>
            <a:pPr algn="ctr"/>
            <a:r>
              <a:rPr lang="en-US" altLang="zh-CN" sz="16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AI IP</a:t>
            </a:r>
            <a:r>
              <a:rPr lang="zh-CN" altLang="en-US" sz="16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和芯片</a:t>
            </a:r>
            <a:endParaRPr lang="en-US" altLang="zh-CN" sz="16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cxnSp>
        <p:nvCxnSpPr>
          <p:cNvPr id="84" name="直接连接符 83">
            <a:extLst>
              <a:ext uri="{FF2B5EF4-FFF2-40B4-BE49-F238E27FC236}">
                <a16:creationId xmlns:a16="http://schemas.microsoft.com/office/drawing/2014/main" id="{3B33C7E7-990F-496C-A243-C541F9D16884}"/>
              </a:ext>
            </a:extLst>
          </p:cNvPr>
          <p:cNvCxnSpPr/>
          <p:nvPr/>
        </p:nvCxnSpPr>
        <p:spPr>
          <a:xfrm>
            <a:off x="2418085" y="5057839"/>
            <a:ext cx="0" cy="469819"/>
          </a:xfrm>
          <a:prstGeom prst="line">
            <a:avLst/>
          </a:prstGeom>
          <a:noFill/>
          <a:ln w="6350" cap="flat" cmpd="sng" algn="ctr">
            <a:solidFill>
              <a:srgbClr val="666666">
                <a:lumMod val="50000"/>
                <a:alpha val="50000"/>
              </a:srgbClr>
            </a:solidFill>
            <a:prstDash val="solid"/>
            <a:miter lim="800000"/>
          </a:ln>
          <a:effectLst/>
        </p:spPr>
      </p:cxnSp>
      <p:grpSp>
        <p:nvGrpSpPr>
          <p:cNvPr id="87" name="组合 86">
            <a:extLst>
              <a:ext uri="{FF2B5EF4-FFF2-40B4-BE49-F238E27FC236}">
                <a16:creationId xmlns:a16="http://schemas.microsoft.com/office/drawing/2014/main" id="{9C2F3341-761C-43FC-ACB6-AB1A8C00BFC8}"/>
              </a:ext>
            </a:extLst>
          </p:cNvPr>
          <p:cNvGrpSpPr/>
          <p:nvPr/>
        </p:nvGrpSpPr>
        <p:grpSpPr>
          <a:xfrm>
            <a:off x="2053761" y="4439597"/>
            <a:ext cx="766125" cy="650866"/>
            <a:chOff x="2888264" y="5179987"/>
            <a:chExt cx="842431" cy="700850"/>
          </a:xfrm>
        </p:grpSpPr>
        <p:grpSp>
          <p:nvGrpSpPr>
            <p:cNvPr id="88" name="组合 87">
              <a:extLst>
                <a:ext uri="{FF2B5EF4-FFF2-40B4-BE49-F238E27FC236}">
                  <a16:creationId xmlns:a16="http://schemas.microsoft.com/office/drawing/2014/main" id="{0A3FD569-2A78-4DD8-8810-21CC0E711757}"/>
                </a:ext>
              </a:extLst>
            </p:cNvPr>
            <p:cNvGrpSpPr/>
            <p:nvPr/>
          </p:nvGrpSpPr>
          <p:grpSpPr>
            <a:xfrm>
              <a:off x="2888264" y="5179987"/>
              <a:ext cx="842431" cy="700850"/>
              <a:chOff x="13537343" y="1516428"/>
              <a:chExt cx="4371090" cy="3636474"/>
            </a:xfrm>
          </p:grpSpPr>
          <p:pic>
            <p:nvPicPr>
              <p:cNvPr id="90" name="图片 21" descr="图片 21">
                <a:extLst>
                  <a:ext uri="{FF2B5EF4-FFF2-40B4-BE49-F238E27FC236}">
                    <a16:creationId xmlns:a16="http://schemas.microsoft.com/office/drawing/2014/main" id="{91EC5411-3E63-4484-8689-BAFE519A5EEF}"/>
                  </a:ext>
                </a:extLst>
              </p:cNvPr>
              <p:cNvPicPr>
                <a:picLocks noChangeAspect="1"/>
              </p:cNvPicPr>
              <p:nvPr/>
            </p:nvPicPr>
            <p:blipFill>
              <a:blip r:embed="rId3" cstate="screen"/>
              <a:srcRect l="25744" t="20102" r="29763" b="14024"/>
              <a:stretch>
                <a:fillRect/>
              </a:stretch>
            </p:blipFill>
            <p:spPr>
              <a:xfrm>
                <a:off x="13537343" y="1516428"/>
                <a:ext cx="4371090" cy="363647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4395" y="23"/>
                    </a:lnTo>
                    <a:lnTo>
                      <a:pt x="7188" y="44"/>
                    </a:lnTo>
                    <a:lnTo>
                      <a:pt x="7152" y="1606"/>
                    </a:lnTo>
                    <a:lnTo>
                      <a:pt x="7116" y="3168"/>
                    </a:lnTo>
                    <a:lnTo>
                      <a:pt x="3558" y="3191"/>
                    </a:lnTo>
                    <a:lnTo>
                      <a:pt x="0" y="3211"/>
                    </a:lnTo>
                    <a:lnTo>
                      <a:pt x="0" y="12406"/>
                    </a:lnTo>
                    <a:lnTo>
                      <a:pt x="0" y="21600"/>
                    </a:lnTo>
                    <a:lnTo>
                      <a:pt x="7693" y="21600"/>
                    </a:lnTo>
                    <a:lnTo>
                      <a:pt x="15386" y="21600"/>
                    </a:lnTo>
                    <a:lnTo>
                      <a:pt x="15405" y="19541"/>
                    </a:lnTo>
                    <a:lnTo>
                      <a:pt x="15424" y="17482"/>
                    </a:lnTo>
                    <a:lnTo>
                      <a:pt x="18513" y="17459"/>
                    </a:lnTo>
                    <a:lnTo>
                      <a:pt x="21600" y="17436"/>
                    </a:lnTo>
                    <a:lnTo>
                      <a:pt x="21600" y="8718"/>
                    </a:lnTo>
                    <a:lnTo>
                      <a:pt x="21600" y="0"/>
                    </a:lnTo>
                    <a:close/>
                  </a:path>
                </a:pathLst>
              </a:custGeom>
              <a:ln w="3175" cap="flat">
                <a:noFill/>
                <a:miter lim="400000"/>
                <a:headEnd/>
                <a:tailEnd/>
              </a:ln>
              <a:effectLst/>
            </p:spPr>
          </p:pic>
          <p:grpSp>
            <p:nvGrpSpPr>
              <p:cNvPr id="91" name="成组">
                <a:extLst>
                  <a:ext uri="{FF2B5EF4-FFF2-40B4-BE49-F238E27FC236}">
                    <a16:creationId xmlns:a16="http://schemas.microsoft.com/office/drawing/2014/main" id="{D521A3DE-DC62-42B6-B683-CD891F8052B7}"/>
                  </a:ext>
                </a:extLst>
              </p:cNvPr>
              <p:cNvGrpSpPr/>
              <p:nvPr/>
            </p:nvGrpSpPr>
            <p:grpSpPr>
              <a:xfrm>
                <a:off x="13537348" y="2017508"/>
                <a:ext cx="3107492" cy="3135394"/>
                <a:chOff x="-3" y="0"/>
                <a:chExt cx="3198127" cy="3226839"/>
              </a:xfrm>
            </p:grpSpPr>
            <p:sp>
              <p:nvSpPr>
                <p:cNvPr id="92" name="矩形">
                  <a:extLst>
                    <a:ext uri="{FF2B5EF4-FFF2-40B4-BE49-F238E27FC236}">
                      <a16:creationId xmlns:a16="http://schemas.microsoft.com/office/drawing/2014/main" id="{FD2F4F22-1B62-4594-9B83-EBA57300808D}"/>
                    </a:ext>
                  </a:extLst>
                </p:cNvPr>
                <p:cNvSpPr/>
                <p:nvPr/>
              </p:nvSpPr>
              <p:spPr>
                <a:xfrm>
                  <a:off x="-3" y="0"/>
                  <a:ext cx="3198127" cy="3226839"/>
                </a:xfrm>
                <a:prstGeom prst="rect">
                  <a:avLst/>
                </a:prstGeom>
                <a:gradFill flip="none" rotWithShape="1">
                  <a:gsLst>
                    <a:gs pos="0">
                      <a:srgbClr val="000000"/>
                    </a:gs>
                    <a:gs pos="100000">
                      <a:srgbClr val="434343"/>
                    </a:gs>
                  </a:gsLst>
                  <a:lin ang="2606235" scaled="0"/>
                </a:gradFill>
                <a:ln w="3175" cap="flat">
                  <a:noFill/>
                  <a:miter lim="400000"/>
                </a:ln>
                <a:effectLst/>
              </p:spPr>
              <p:txBody>
                <a:bodyPr wrap="square" lIns="25399" tIns="25399" rIns="25399" bIns="25399" numCol="1" anchor="ctr">
                  <a:noAutofit/>
                </a:bodyPr>
                <a:lstStyle/>
                <a:p>
                  <a:pPr algn="ctr" defTabSz="412750" hangingPunct="0">
                    <a:defRPr sz="2200" b="0">
                      <a:latin typeface="+mn-lt"/>
                      <a:ea typeface="+mn-ea"/>
                      <a:cs typeface="+mn-cs"/>
                      <a:sym typeface="Helvetica Neue Medium"/>
                    </a:defRPr>
                  </a:pPr>
                  <a:endParaRPr sz="1485" kern="0">
                    <a:solidFill>
                      <a:srgbClr val="FFFFFF"/>
                    </a:solidFill>
                    <a:latin typeface="Arial" panose="020B0604020202020204" pitchFamily="34" charset="0"/>
                    <a:sym typeface="Arial" panose="020B0604020202020204" pitchFamily="34" charset="0"/>
                  </a:endParaRPr>
                </a:p>
              </p:txBody>
            </p:sp>
            <p:sp>
              <p:nvSpPr>
                <p:cNvPr id="93" name="矩形">
                  <a:extLst>
                    <a:ext uri="{FF2B5EF4-FFF2-40B4-BE49-F238E27FC236}">
                      <a16:creationId xmlns:a16="http://schemas.microsoft.com/office/drawing/2014/main" id="{B8C8861F-6C48-42DE-A7B7-57008CB708C2}"/>
                    </a:ext>
                  </a:extLst>
                </p:cNvPr>
                <p:cNvSpPr/>
                <p:nvPr/>
              </p:nvSpPr>
              <p:spPr>
                <a:xfrm>
                  <a:off x="380790" y="387730"/>
                  <a:ext cx="2441998" cy="2463922"/>
                </a:xfrm>
                <a:prstGeom prst="rect">
                  <a:avLst/>
                </a:prstGeom>
                <a:gradFill flip="none" rotWithShape="1">
                  <a:gsLst>
                    <a:gs pos="40469">
                      <a:srgbClr val="3E3D3E"/>
                    </a:gs>
                    <a:gs pos="76437">
                      <a:srgbClr val="565656"/>
                    </a:gs>
                    <a:gs pos="100000">
                      <a:srgbClr val="6E6E6E"/>
                    </a:gs>
                  </a:gsLst>
                  <a:path path="shape">
                    <a:fillToRect l="-37827" t="129036" r="137827" b="-29036"/>
                  </a:path>
                </a:gradFill>
                <a:ln w="3175" cap="flat">
                  <a:noFill/>
                  <a:miter lim="400000"/>
                </a:ln>
                <a:effectLst/>
              </p:spPr>
              <p:txBody>
                <a:bodyPr wrap="square" lIns="25399" tIns="25399" rIns="25399" bIns="25399" numCol="1" anchor="ctr">
                  <a:noAutofit/>
                </a:bodyPr>
                <a:lstStyle/>
                <a:p>
                  <a:pPr algn="ctr" defTabSz="412750" hangingPunct="0">
                    <a:defRPr sz="2200" b="0">
                      <a:latin typeface="+mn-lt"/>
                      <a:ea typeface="+mn-ea"/>
                      <a:cs typeface="+mn-cs"/>
                      <a:sym typeface="Helvetica Neue Medium"/>
                    </a:defRPr>
                  </a:pPr>
                  <a:endParaRPr sz="1485" kern="0">
                    <a:solidFill>
                      <a:srgbClr val="FFFFFF"/>
                    </a:solidFill>
                    <a:latin typeface="Arial" panose="020B0604020202020204" pitchFamily="34" charset="0"/>
                    <a:sym typeface="Arial" panose="020B0604020202020204" pitchFamily="34" charset="0"/>
                  </a:endParaRPr>
                </a:p>
              </p:txBody>
            </p:sp>
            <p:pic>
              <p:nvPicPr>
                <p:cNvPr id="94" name="image12.png" descr="image12.png">
                  <a:extLst>
                    <a:ext uri="{FF2B5EF4-FFF2-40B4-BE49-F238E27FC236}">
                      <a16:creationId xmlns:a16="http://schemas.microsoft.com/office/drawing/2014/main" id="{5E904948-A453-4633-9B61-8298F290C3C6}"/>
                    </a:ext>
                  </a:extLst>
                </p:cNvPr>
                <p:cNvPicPr>
                  <a:picLocks noChangeAspect="1"/>
                </p:cNvPicPr>
                <p:nvPr/>
              </p:nvPicPr>
              <p:blipFill rotWithShape="1">
                <a:blip r:embed="rId4" cstate="screen"/>
                <a:srcRect l="6085" r="6085" b="25603"/>
                <a:stretch>
                  <a:fillRect/>
                </a:stretch>
              </p:blipFill>
              <p:spPr>
                <a:xfrm>
                  <a:off x="954367" y="1082153"/>
                  <a:ext cx="1929322" cy="1089512"/>
                </a:xfrm>
                <a:prstGeom prst="rect">
                  <a:avLst/>
                </a:prstGeom>
                <a:ln w="3175" cap="flat">
                  <a:noFill/>
                  <a:miter lim="400000"/>
                  <a:headEnd/>
                  <a:tailEnd/>
                </a:ln>
                <a:effectLst/>
              </p:spPr>
            </p:pic>
          </p:grpSp>
        </p:grpSp>
        <p:sp>
          <p:nvSpPr>
            <p:cNvPr id="89" name="Ascend-Nano">
              <a:extLst>
                <a:ext uri="{FF2B5EF4-FFF2-40B4-BE49-F238E27FC236}">
                  <a16:creationId xmlns:a16="http://schemas.microsoft.com/office/drawing/2014/main" id="{4D977AB0-60F6-490F-9326-FEEA6FEF8E16}"/>
                </a:ext>
              </a:extLst>
            </p:cNvPr>
            <p:cNvSpPr txBox="1"/>
            <p:nvPr/>
          </p:nvSpPr>
          <p:spPr>
            <a:xfrm>
              <a:off x="2888264" y="5624483"/>
              <a:ext cx="572516" cy="221224"/>
            </a:xfrm>
            <a:prstGeom prst="rect">
              <a:avLst/>
            </a:prstGeom>
            <a:noFill/>
            <a:ln w="6350">
              <a:noFill/>
              <a:miter lim="400000"/>
            </a:ln>
          </p:spPr>
          <p:txBody>
            <a:bodyPr lIns="0" tIns="11997" rIns="0" bIns="11997" anchor="ctr"/>
            <a:lstStyle>
              <a:defPPr>
                <a:defRPr lang="zh-CN"/>
              </a:defPPr>
              <a:lvl1pPr algn="ctr" defTabSz="194945" hangingPunct="0">
                <a:defRPr sz="700" b="0" kern="0">
                  <a:solidFill>
                    <a:srgbClr val="FFFFFF"/>
                  </a:solidFill>
                  <a:latin typeface="+mn-ea"/>
                </a:defRPr>
              </a:lvl1pPr>
            </a:lstStyle>
            <a:p>
              <a:pPr defTabSz="194945">
                <a:defRPr/>
              </a:pPr>
              <a:r>
                <a:rPr lang="en-US" altLang="zh-CN" sz="800" i="1" dirty="0">
                  <a:latin typeface="Arial" panose="020B0604020202020204" pitchFamily="34" charset="0"/>
                  <a:cs typeface="Arial" panose="020B0604020202020204" pitchFamily="34" charset="0"/>
                  <a:sym typeface="Arial" panose="020B0604020202020204" pitchFamily="34" charset="0"/>
                </a:rPr>
                <a:t>Ascend</a:t>
              </a:r>
            </a:p>
          </p:txBody>
        </p:sp>
      </p:grpSp>
      <p:sp>
        <p:nvSpPr>
          <p:cNvPr id="113" name="矩形 112">
            <a:extLst>
              <a:ext uri="{FF2B5EF4-FFF2-40B4-BE49-F238E27FC236}">
                <a16:creationId xmlns:a16="http://schemas.microsoft.com/office/drawing/2014/main" id="{1F8749C1-B5D9-4C0A-A47C-AE955ADB8807}"/>
              </a:ext>
            </a:extLst>
          </p:cNvPr>
          <p:cNvSpPr/>
          <p:nvPr/>
        </p:nvSpPr>
        <p:spPr>
          <a:xfrm>
            <a:off x="2668735" y="3410714"/>
            <a:ext cx="5335294" cy="338554"/>
          </a:xfrm>
          <a:prstGeom prst="rect">
            <a:avLst/>
          </a:prstGeom>
        </p:spPr>
        <p:txBody>
          <a:bodyPr wrap="square">
            <a:spAutoFit/>
          </a:bodyPr>
          <a:lstStyle/>
          <a:p>
            <a:pPr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00" b="1" dirty="0">
                <a:solidFill>
                  <a:srgbClr val="C00000"/>
                </a:solidFill>
                <a:latin typeface="Arial" panose="020B0604020202020204" pitchFamily="34" charset="0"/>
                <a:cs typeface="Arial" panose="020B0604020202020204" pitchFamily="34" charset="0"/>
                <a:sym typeface="Arial" panose="020B0604020202020204" pitchFamily="34" charset="0"/>
              </a:rPr>
              <a:t>计算加速库、芯片算子库和高度自动化的算子开发工具</a:t>
            </a:r>
            <a:endParaRPr lang="en-US" altLang="zh-CN" sz="1600" b="1" dirty="0">
              <a:solidFill>
                <a:srgbClr val="C00000"/>
              </a:solidFill>
              <a:latin typeface="Arial" panose="020B0604020202020204" pitchFamily="34" charset="0"/>
              <a:cs typeface="Arial" panose="020B0604020202020204" pitchFamily="34" charset="0"/>
              <a:sym typeface="Arial" panose="020B0604020202020204" pitchFamily="34" charset="0"/>
            </a:endParaRPr>
          </a:p>
        </p:txBody>
      </p:sp>
      <p:sp>
        <p:nvSpPr>
          <p:cNvPr id="114" name="圆角矩形 190">
            <a:extLst>
              <a:ext uri="{FF2B5EF4-FFF2-40B4-BE49-F238E27FC236}">
                <a16:creationId xmlns:a16="http://schemas.microsoft.com/office/drawing/2014/main" id="{C16E85FF-86FD-428B-B837-13042C7872B8}"/>
              </a:ext>
            </a:extLst>
          </p:cNvPr>
          <p:cNvSpPr/>
          <p:nvPr/>
        </p:nvSpPr>
        <p:spPr>
          <a:xfrm>
            <a:off x="1727846" y="2874679"/>
            <a:ext cx="1270151"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MindSpore</a:t>
            </a:r>
          </a:p>
        </p:txBody>
      </p:sp>
      <p:sp>
        <p:nvSpPr>
          <p:cNvPr id="115" name="圆角矩形 191">
            <a:extLst>
              <a:ext uri="{FF2B5EF4-FFF2-40B4-BE49-F238E27FC236}">
                <a16:creationId xmlns:a16="http://schemas.microsoft.com/office/drawing/2014/main" id="{A1638CAF-8C50-440E-A0C5-4B132323F2A2}"/>
              </a:ext>
            </a:extLst>
          </p:cNvPr>
          <p:cNvSpPr/>
          <p:nvPr/>
        </p:nvSpPr>
        <p:spPr>
          <a:xfrm>
            <a:off x="3060224" y="2874679"/>
            <a:ext cx="844796"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err="1">
                <a:solidFill>
                  <a:srgbClr val="1D1D1A"/>
                </a:solidFill>
                <a:latin typeface="微软雅黑" panose="020B0503020204020204" pitchFamily="34" charset="-122"/>
                <a:sym typeface="微软雅黑" panose="020B0503020204020204" pitchFamily="34" charset="-122"/>
              </a:rPr>
              <a:t>TensorFlow</a:t>
            </a:r>
            <a:endParaRPr lang="en-US" altLang="zh-CN" sz="900" dirty="0">
              <a:solidFill>
                <a:srgbClr val="1D1D1A"/>
              </a:solidFill>
              <a:latin typeface="微软雅黑" panose="020B0503020204020204" pitchFamily="34" charset="-122"/>
              <a:sym typeface="微软雅黑" panose="020B0503020204020204" pitchFamily="34" charset="-122"/>
            </a:endParaRPr>
          </a:p>
        </p:txBody>
      </p:sp>
      <p:sp>
        <p:nvSpPr>
          <p:cNvPr id="116" name="圆角矩形 192">
            <a:extLst>
              <a:ext uri="{FF2B5EF4-FFF2-40B4-BE49-F238E27FC236}">
                <a16:creationId xmlns:a16="http://schemas.microsoft.com/office/drawing/2014/main" id="{0B6D1E48-902E-4980-892F-9E11984D7754}"/>
              </a:ext>
            </a:extLst>
          </p:cNvPr>
          <p:cNvSpPr/>
          <p:nvPr/>
        </p:nvSpPr>
        <p:spPr>
          <a:xfrm>
            <a:off x="3984052" y="2874679"/>
            <a:ext cx="722666"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err="1">
                <a:solidFill>
                  <a:srgbClr val="1D1D1A"/>
                </a:solidFill>
                <a:latin typeface="微软雅黑" panose="020B0503020204020204" pitchFamily="34" charset="-122"/>
                <a:sym typeface="微软雅黑" panose="020B0503020204020204" pitchFamily="34" charset="-122"/>
              </a:rPr>
              <a:t>PyTorch</a:t>
            </a:r>
            <a:endParaRPr lang="en-US" altLang="zh-CN" sz="900" dirty="0">
              <a:solidFill>
                <a:srgbClr val="1D1D1A"/>
              </a:solidFill>
              <a:latin typeface="微软雅黑" panose="020B0503020204020204" pitchFamily="34" charset="-122"/>
              <a:sym typeface="微软雅黑" panose="020B0503020204020204" pitchFamily="34" charset="-122"/>
            </a:endParaRPr>
          </a:p>
        </p:txBody>
      </p:sp>
      <p:sp>
        <p:nvSpPr>
          <p:cNvPr id="117" name="圆角矩形 192">
            <a:extLst>
              <a:ext uri="{FF2B5EF4-FFF2-40B4-BE49-F238E27FC236}">
                <a16:creationId xmlns:a16="http://schemas.microsoft.com/office/drawing/2014/main" id="{BCAB7467-AE02-4F2D-86D3-5CE962100D0B}"/>
              </a:ext>
            </a:extLst>
          </p:cNvPr>
          <p:cNvSpPr/>
          <p:nvPr/>
        </p:nvSpPr>
        <p:spPr>
          <a:xfrm>
            <a:off x="4784152" y="2874679"/>
            <a:ext cx="918820"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err="1">
                <a:solidFill>
                  <a:srgbClr val="1D1D1A"/>
                </a:solidFill>
                <a:latin typeface="微软雅黑" panose="020B0503020204020204" pitchFamily="34" charset="-122"/>
                <a:sym typeface="微软雅黑" panose="020B0503020204020204" pitchFamily="34" charset="-122"/>
              </a:rPr>
              <a:t>PaddlePaddle</a:t>
            </a:r>
            <a:endParaRPr lang="en-US" altLang="zh-CN" sz="900" dirty="0">
              <a:solidFill>
                <a:srgbClr val="1D1D1A"/>
              </a:solidFill>
              <a:latin typeface="微软雅黑" panose="020B0503020204020204" pitchFamily="34" charset="-122"/>
              <a:sym typeface="微软雅黑" panose="020B0503020204020204" pitchFamily="34" charset="-122"/>
            </a:endParaRPr>
          </a:p>
        </p:txBody>
      </p:sp>
      <p:sp>
        <p:nvSpPr>
          <p:cNvPr id="118" name="圆角矩形 192">
            <a:extLst>
              <a:ext uri="{FF2B5EF4-FFF2-40B4-BE49-F238E27FC236}">
                <a16:creationId xmlns:a16="http://schemas.microsoft.com/office/drawing/2014/main" id="{B79E8ECD-D36F-4DA2-932C-0C37F4A3124D}"/>
              </a:ext>
            </a:extLst>
          </p:cNvPr>
          <p:cNvSpPr/>
          <p:nvPr/>
        </p:nvSpPr>
        <p:spPr>
          <a:xfrm>
            <a:off x="5780406" y="2874679"/>
            <a:ext cx="539212"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a:solidFill>
                  <a:srgbClr val="1D1D1A"/>
                </a:solidFill>
                <a:latin typeface="微软雅黑" panose="020B0503020204020204" pitchFamily="34" charset="-122"/>
                <a:sym typeface="微软雅黑" panose="020B0503020204020204" pitchFamily="34" charset="-122"/>
              </a:rPr>
              <a:t>…</a:t>
            </a:r>
          </a:p>
        </p:txBody>
      </p:sp>
      <p:sp>
        <p:nvSpPr>
          <p:cNvPr id="119" name="圆角矩形 181">
            <a:extLst>
              <a:ext uri="{FF2B5EF4-FFF2-40B4-BE49-F238E27FC236}">
                <a16:creationId xmlns:a16="http://schemas.microsoft.com/office/drawing/2014/main" id="{1A803CDE-7A53-435D-9B0B-F5894A40963D}"/>
              </a:ext>
            </a:extLst>
          </p:cNvPr>
          <p:cNvSpPr/>
          <p:nvPr/>
        </p:nvSpPr>
        <p:spPr>
          <a:xfrm>
            <a:off x="2286000" y="1905000"/>
            <a:ext cx="1568018"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Data parallel</a:t>
            </a:r>
          </a:p>
        </p:txBody>
      </p:sp>
      <p:grpSp>
        <p:nvGrpSpPr>
          <p:cNvPr id="126" name="Group 119">
            <a:extLst>
              <a:ext uri="{FF2B5EF4-FFF2-40B4-BE49-F238E27FC236}">
                <a16:creationId xmlns:a16="http://schemas.microsoft.com/office/drawing/2014/main" id="{115DC066-A91B-4647-8FFB-4A2A327E2189}"/>
              </a:ext>
            </a:extLst>
          </p:cNvPr>
          <p:cNvGrpSpPr/>
          <p:nvPr/>
        </p:nvGrpSpPr>
        <p:grpSpPr>
          <a:xfrm>
            <a:off x="2163569" y="5322050"/>
            <a:ext cx="578169" cy="569506"/>
            <a:chOff x="5154290" y="1948220"/>
            <a:chExt cx="1222310" cy="1093534"/>
          </a:xfrm>
          <a:effectLst>
            <a:reflection blurRad="25400" stA="37000" endPos="24000" dir="5400000" sy="-100000" algn="bl" rotWithShape="0"/>
          </a:effectLst>
        </p:grpSpPr>
        <p:grpSp>
          <p:nvGrpSpPr>
            <p:cNvPr id="127" name="Group 120">
              <a:extLst>
                <a:ext uri="{FF2B5EF4-FFF2-40B4-BE49-F238E27FC236}">
                  <a16:creationId xmlns:a16="http://schemas.microsoft.com/office/drawing/2014/main" id="{D7F62B8B-D3A7-4840-A3E1-0FC45C79C4D9}"/>
                </a:ext>
              </a:extLst>
            </p:cNvPr>
            <p:cNvGrpSpPr/>
            <p:nvPr/>
          </p:nvGrpSpPr>
          <p:grpSpPr>
            <a:xfrm>
              <a:off x="5154290" y="1948220"/>
              <a:ext cx="1222310" cy="1093534"/>
              <a:chOff x="6066625" y="2062882"/>
              <a:chExt cx="869841" cy="833600"/>
            </a:xfrm>
          </p:grpSpPr>
          <p:sp>
            <p:nvSpPr>
              <p:cNvPr id="129" name="矩形">
                <a:extLst>
                  <a:ext uri="{FF2B5EF4-FFF2-40B4-BE49-F238E27FC236}">
                    <a16:creationId xmlns:a16="http://schemas.microsoft.com/office/drawing/2014/main" id="{3642598C-3409-4246-BF3C-9A7254BDC7E2}"/>
                  </a:ext>
                </a:extLst>
              </p:cNvPr>
              <p:cNvSpPr/>
              <p:nvPr/>
            </p:nvSpPr>
            <p:spPr>
              <a:xfrm>
                <a:off x="6066625" y="2062882"/>
                <a:ext cx="869841" cy="833600"/>
              </a:xfrm>
              <a:prstGeom prst="rect">
                <a:avLst/>
              </a:prstGeom>
              <a:gradFill flip="none" rotWithShape="1">
                <a:gsLst>
                  <a:gs pos="0">
                    <a:srgbClr val="000000"/>
                  </a:gs>
                  <a:gs pos="100000">
                    <a:srgbClr val="434343"/>
                  </a:gs>
                </a:gsLst>
                <a:lin ang="2606235" scaled="0"/>
              </a:gradFill>
              <a:ln w="3175" cap="flat">
                <a:noFill/>
                <a:miter lim="400000"/>
              </a:ln>
              <a:effectLst/>
            </p:spPr>
            <p:txBody>
              <a:bodyPr wrap="square" lIns="37629" tIns="37629" rIns="37629" bIns="37629" numCol="1" anchor="ctr">
                <a:noAutofit/>
              </a:bodyPr>
              <a:lstStyle/>
              <a:p>
                <a:pPr defTabSz="914400">
                  <a:defRPr sz="2200" b="0">
                    <a:latin typeface="+mn-lt"/>
                    <a:ea typeface="+mn-ea"/>
                    <a:cs typeface="+mn-cs"/>
                    <a:sym typeface="Helvetica Neue Medium"/>
                  </a:defRPr>
                </a:pPr>
                <a:endParaRPr sz="2200">
                  <a:solidFill>
                    <a:prstClr val="black"/>
                  </a:solidFill>
                  <a:latin typeface="Arial" panose="020B0604020202020204" pitchFamily="34" charset="0"/>
                  <a:cs typeface="Arial" panose="020B0604020202020204" pitchFamily="34" charset="0"/>
                  <a:sym typeface="Helvetica Neue Medium"/>
                </a:endParaRPr>
              </a:p>
            </p:txBody>
          </p:sp>
          <p:sp>
            <p:nvSpPr>
              <p:cNvPr id="130" name="矩形">
                <a:extLst>
                  <a:ext uri="{FF2B5EF4-FFF2-40B4-BE49-F238E27FC236}">
                    <a16:creationId xmlns:a16="http://schemas.microsoft.com/office/drawing/2014/main" id="{E8B31972-AA7A-479F-BD2B-D45500246D18}"/>
                  </a:ext>
                </a:extLst>
              </p:cNvPr>
              <p:cNvSpPr/>
              <p:nvPr/>
            </p:nvSpPr>
            <p:spPr>
              <a:xfrm>
                <a:off x="6170194" y="2163046"/>
                <a:ext cx="664186" cy="636513"/>
              </a:xfrm>
              <a:prstGeom prst="rect">
                <a:avLst/>
              </a:prstGeom>
              <a:gradFill flip="none" rotWithShape="1">
                <a:gsLst>
                  <a:gs pos="40469">
                    <a:srgbClr val="3E3D3E"/>
                  </a:gs>
                  <a:gs pos="76437">
                    <a:srgbClr val="565656"/>
                  </a:gs>
                  <a:gs pos="100000">
                    <a:srgbClr val="6E6E6E"/>
                  </a:gs>
                </a:gsLst>
                <a:path path="shape">
                  <a:fillToRect l="-37827" t="129036" r="137827" b="-29036"/>
                </a:path>
              </a:gradFill>
              <a:ln w="3175" cap="flat">
                <a:noFill/>
                <a:miter lim="400000"/>
              </a:ln>
              <a:effectLst/>
            </p:spPr>
            <p:txBody>
              <a:bodyPr wrap="square" lIns="37629" tIns="37629" rIns="37629" bIns="37629" numCol="1" anchor="ctr">
                <a:noAutofit/>
              </a:bodyPr>
              <a:lstStyle/>
              <a:p>
                <a:pPr defTabSz="914400">
                  <a:defRPr sz="2200" b="0">
                    <a:latin typeface="+mn-lt"/>
                    <a:ea typeface="+mn-ea"/>
                    <a:cs typeface="+mn-cs"/>
                    <a:sym typeface="Helvetica Neue Medium"/>
                  </a:defRPr>
                </a:pPr>
                <a:endParaRPr sz="2200">
                  <a:solidFill>
                    <a:prstClr val="black"/>
                  </a:solidFill>
                  <a:latin typeface="Arial" panose="020B0604020202020204" pitchFamily="34" charset="0"/>
                  <a:cs typeface="Arial" panose="020B0604020202020204" pitchFamily="34" charset="0"/>
                  <a:sym typeface="Helvetica Neue Medium"/>
                </a:endParaRPr>
              </a:p>
            </p:txBody>
          </p:sp>
          <p:pic>
            <p:nvPicPr>
              <p:cNvPr id="131" name="image12.png" descr="image12.png">
                <a:extLst>
                  <a:ext uri="{FF2B5EF4-FFF2-40B4-BE49-F238E27FC236}">
                    <a16:creationId xmlns:a16="http://schemas.microsoft.com/office/drawing/2014/main" id="{0C065CCD-9557-49E5-A244-F0079C049650}"/>
                  </a:ext>
                </a:extLst>
              </p:cNvPr>
              <p:cNvPicPr>
                <a:picLocks noChangeAspect="1"/>
              </p:cNvPicPr>
              <p:nvPr/>
            </p:nvPicPr>
            <p:blipFill>
              <a:blip r:embed="rId5"/>
              <a:srcRect l="6085" r="6085"/>
              <a:stretch>
                <a:fillRect/>
              </a:stretch>
            </p:blipFill>
            <p:spPr>
              <a:xfrm>
                <a:off x="6269941" y="2290540"/>
                <a:ext cx="524746" cy="378320"/>
              </a:xfrm>
              <a:prstGeom prst="rect">
                <a:avLst/>
              </a:prstGeom>
              <a:ln w="3175" cap="flat">
                <a:noFill/>
                <a:miter lim="400000"/>
                <a:headEnd/>
                <a:tailEnd/>
              </a:ln>
              <a:effectLst/>
            </p:spPr>
          </p:pic>
          <p:pic>
            <p:nvPicPr>
              <p:cNvPr id="132" name="图片 42">
                <a:extLst>
                  <a:ext uri="{FF2B5EF4-FFF2-40B4-BE49-F238E27FC236}">
                    <a16:creationId xmlns:a16="http://schemas.microsoft.com/office/drawing/2014/main" id="{B01F85AF-F0E0-4D56-BF02-152B4FBD03EE}"/>
                  </a:ext>
                </a:extLst>
              </p:cNvPr>
              <p:cNvPicPr>
                <a:picLocks noChangeAspect="1"/>
              </p:cNvPicPr>
              <p:nvPr/>
            </p:nvPicPr>
            <p:blipFill rotWithShape="1">
              <a:blip r:embed="rId6"/>
              <a:srcRect l="43396" t="44242" r="50410" b="30936"/>
              <a:stretch>
                <a:fillRect/>
              </a:stretch>
            </p:blipFill>
            <p:spPr>
              <a:xfrm>
                <a:off x="6159619" y="2150880"/>
                <a:ext cx="682024" cy="655281"/>
              </a:xfrm>
              <a:prstGeom prst="rect">
                <a:avLst/>
              </a:prstGeom>
            </p:spPr>
          </p:pic>
        </p:grpSp>
        <p:pic>
          <p:nvPicPr>
            <p:cNvPr id="128" name="Picture 121">
              <a:extLst>
                <a:ext uri="{FF2B5EF4-FFF2-40B4-BE49-F238E27FC236}">
                  <a16:creationId xmlns:a16="http://schemas.microsoft.com/office/drawing/2014/main" id="{16F4DDDF-2588-46F8-B743-3CEE348B422C}"/>
                </a:ext>
              </a:extLst>
            </p:cNvPr>
            <p:cNvPicPr>
              <a:picLocks noChangeAspect="1"/>
            </p:cNvPicPr>
            <p:nvPr/>
          </p:nvPicPr>
          <p:blipFill>
            <a:blip r:embed="rId7"/>
            <a:stretch>
              <a:fillRect/>
            </a:stretch>
          </p:blipFill>
          <p:spPr>
            <a:xfrm>
              <a:off x="5296532" y="2067601"/>
              <a:ext cx="938229" cy="851442"/>
            </a:xfrm>
            <a:prstGeom prst="rect">
              <a:avLst/>
            </a:prstGeom>
          </p:spPr>
        </p:pic>
      </p:grpSp>
      <p:sp>
        <p:nvSpPr>
          <p:cNvPr id="146" name="矩形 145">
            <a:extLst>
              <a:ext uri="{FF2B5EF4-FFF2-40B4-BE49-F238E27FC236}">
                <a16:creationId xmlns:a16="http://schemas.microsoft.com/office/drawing/2014/main" id="{878B00BF-DDA9-4BAD-8BBB-8764144D8B9E}"/>
              </a:ext>
            </a:extLst>
          </p:cNvPr>
          <p:cNvSpPr/>
          <p:nvPr/>
        </p:nvSpPr>
        <p:spPr>
          <a:xfrm>
            <a:off x="121076" y="3285358"/>
            <a:ext cx="8795353" cy="1037590"/>
          </a:xfrm>
          <a:prstGeom prst="rect">
            <a:avLst/>
          </a:prstGeom>
          <a:noFill/>
          <a:ln w="57150">
            <a:solidFill>
              <a:schemeClr val="accent1"/>
            </a:solidFill>
          </a:ln>
          <a:extLst>
            <a:ext uri="{909E8E84-426E-40DD-AFC4-6F175D3DCCD1}">
              <a14:hiddenFill xmlns:a14="http://schemas.microsoft.com/office/drawing/2010/main">
                <a:solidFill>
                  <a:srgbClr val="EA002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Ascend-Nano">
            <a:extLst>
              <a:ext uri="{FF2B5EF4-FFF2-40B4-BE49-F238E27FC236}">
                <a16:creationId xmlns:a16="http://schemas.microsoft.com/office/drawing/2014/main" id="{F274BA06-FFD4-408A-A0EF-57EBF9AE74E8}"/>
              </a:ext>
            </a:extLst>
          </p:cNvPr>
          <p:cNvSpPr txBox="1"/>
          <p:nvPr/>
        </p:nvSpPr>
        <p:spPr>
          <a:xfrm>
            <a:off x="5574245" y="3833710"/>
            <a:ext cx="799361" cy="347944"/>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800" b="1" u="sng" dirty="0">
                <a:solidFill>
                  <a:srgbClr val="C00000"/>
                </a:solidFill>
                <a:latin typeface="Arial" panose="020B0604020202020204" pitchFamily="34" charset="0"/>
                <a:cs typeface="Arial" panose="020B0604020202020204" pitchFamily="34" charset="0"/>
                <a:sym typeface="Arial" panose="020B0604020202020204" pitchFamily="34" charset="0"/>
              </a:rPr>
              <a:t>CUDA</a:t>
            </a:r>
            <a:r>
              <a:rPr lang="en-US" altLang="zh-CN" sz="1800" b="1" u="sng" dirty="0">
                <a:solidFill>
                  <a:srgbClr val="1D1D1A"/>
                </a:solidFill>
                <a:latin typeface="Arial" panose="020B0604020202020204" pitchFamily="34" charset="0"/>
                <a:cs typeface="Arial" panose="020B0604020202020204" pitchFamily="34" charset="0"/>
                <a:sym typeface="Arial" panose="020B0604020202020204" pitchFamily="34" charset="0"/>
              </a:rPr>
              <a:t>*</a:t>
            </a:r>
            <a:endParaRPr lang="en-US" altLang="zh-CN" sz="1600"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148" name="Ascend-Nano">
            <a:extLst>
              <a:ext uri="{FF2B5EF4-FFF2-40B4-BE49-F238E27FC236}">
                <a16:creationId xmlns:a16="http://schemas.microsoft.com/office/drawing/2014/main" id="{CF82D653-09C4-4DC7-A6C5-C893C1962905}"/>
              </a:ext>
            </a:extLst>
          </p:cNvPr>
          <p:cNvSpPr txBox="1"/>
          <p:nvPr/>
        </p:nvSpPr>
        <p:spPr>
          <a:xfrm>
            <a:off x="6353587" y="3935322"/>
            <a:ext cx="2409414" cy="304566"/>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050" dirty="0">
                <a:solidFill>
                  <a:srgbClr val="1D1D1A"/>
                </a:solidFill>
                <a:latin typeface="Arial" panose="020B0604020202020204" pitchFamily="34" charset="0"/>
                <a:cs typeface="Arial" panose="020B0604020202020204" pitchFamily="34" charset="0"/>
                <a:sym typeface="Arial" panose="020B0604020202020204" pitchFamily="34" charset="0"/>
              </a:rPr>
              <a:t>Compute Unified Device Architecture</a:t>
            </a:r>
          </a:p>
        </p:txBody>
      </p:sp>
      <p:pic>
        <p:nvPicPr>
          <p:cNvPr id="149" name="Picture 28">
            <a:extLst>
              <a:ext uri="{FF2B5EF4-FFF2-40B4-BE49-F238E27FC236}">
                <a16:creationId xmlns:a16="http://schemas.microsoft.com/office/drawing/2014/main" id="{2D8E8C0C-E194-4A6F-87D0-1DEE516462E9}"/>
              </a:ext>
            </a:extLst>
          </p:cNvPr>
          <p:cNvPicPr>
            <a:picLocks noChangeAspect="1"/>
          </p:cNvPicPr>
          <p:nvPr/>
        </p:nvPicPr>
        <p:blipFill>
          <a:blip r:embed="rId8"/>
          <a:stretch>
            <a:fillRect/>
          </a:stretch>
        </p:blipFill>
        <p:spPr>
          <a:xfrm>
            <a:off x="6938136" y="4790394"/>
            <a:ext cx="1388814" cy="1063311"/>
          </a:xfrm>
          <a:prstGeom prst="rect">
            <a:avLst/>
          </a:prstGeom>
        </p:spPr>
      </p:pic>
      <p:pic>
        <p:nvPicPr>
          <p:cNvPr id="150" name="Picture 3">
            <a:extLst>
              <a:ext uri="{FF2B5EF4-FFF2-40B4-BE49-F238E27FC236}">
                <a16:creationId xmlns:a16="http://schemas.microsoft.com/office/drawing/2014/main" id="{5D603FDA-7D0B-450B-B3DD-9C5127309EE9}"/>
              </a:ext>
            </a:extLst>
          </p:cNvPr>
          <p:cNvPicPr>
            <a:picLocks noChangeAspect="1"/>
          </p:cNvPicPr>
          <p:nvPr/>
        </p:nvPicPr>
        <p:blipFill>
          <a:blip r:embed="rId9"/>
          <a:stretch>
            <a:fillRect/>
          </a:stretch>
        </p:blipFill>
        <p:spPr>
          <a:xfrm>
            <a:off x="3529291" y="4922791"/>
            <a:ext cx="932527" cy="949330"/>
          </a:xfrm>
          <a:prstGeom prst="rect">
            <a:avLst/>
          </a:prstGeom>
        </p:spPr>
      </p:pic>
      <p:pic>
        <p:nvPicPr>
          <p:cNvPr id="1026" name="Picture 2" descr="Ampere架構NVIDIA A100 GPU正式亮相，確認發行GeForce產品線| 4Gamers">
            <a:extLst>
              <a:ext uri="{FF2B5EF4-FFF2-40B4-BE49-F238E27FC236}">
                <a16:creationId xmlns:a16="http://schemas.microsoft.com/office/drawing/2014/main" id="{15050EC4-4BD8-43E7-9DF2-F35074F5FA0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54304" y="4763886"/>
            <a:ext cx="1388814" cy="1178215"/>
          </a:xfrm>
          <a:prstGeom prst="rect">
            <a:avLst/>
          </a:prstGeom>
          <a:noFill/>
          <a:extLst>
            <a:ext uri="{909E8E84-426E-40DD-AFC4-6F175D3DCCD1}">
              <a14:hiddenFill xmlns:a14="http://schemas.microsoft.com/office/drawing/2010/main">
                <a:solidFill>
                  <a:srgbClr val="FFFFFF"/>
                </a:solidFill>
              </a14:hiddenFill>
            </a:ext>
          </a:extLst>
        </p:spPr>
      </p:pic>
      <p:sp>
        <p:nvSpPr>
          <p:cNvPr id="151" name="圆角矩形 181">
            <a:extLst>
              <a:ext uri="{FF2B5EF4-FFF2-40B4-BE49-F238E27FC236}">
                <a16:creationId xmlns:a16="http://schemas.microsoft.com/office/drawing/2014/main" id="{A1CBE018-18B7-483A-901C-2F5000A86D36}"/>
              </a:ext>
            </a:extLst>
          </p:cNvPr>
          <p:cNvSpPr/>
          <p:nvPr/>
        </p:nvSpPr>
        <p:spPr>
          <a:xfrm>
            <a:off x="4135008" y="1909545"/>
            <a:ext cx="1656191"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Model parallel</a:t>
            </a:r>
          </a:p>
        </p:txBody>
      </p:sp>
      <p:sp>
        <p:nvSpPr>
          <p:cNvPr id="152" name="圆角矩形 181">
            <a:extLst>
              <a:ext uri="{FF2B5EF4-FFF2-40B4-BE49-F238E27FC236}">
                <a16:creationId xmlns:a16="http://schemas.microsoft.com/office/drawing/2014/main" id="{4359ACFF-BA86-4B99-94CA-43EBF1A1EF14}"/>
              </a:ext>
            </a:extLst>
          </p:cNvPr>
          <p:cNvSpPr/>
          <p:nvPr/>
        </p:nvSpPr>
        <p:spPr>
          <a:xfrm>
            <a:off x="5974617" y="1907111"/>
            <a:ext cx="1797783"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Pipeline parallel</a:t>
            </a:r>
          </a:p>
        </p:txBody>
      </p:sp>
      <p:sp>
        <p:nvSpPr>
          <p:cNvPr id="153" name="圆角矩形 181">
            <a:extLst>
              <a:ext uri="{FF2B5EF4-FFF2-40B4-BE49-F238E27FC236}">
                <a16:creationId xmlns:a16="http://schemas.microsoft.com/office/drawing/2014/main" id="{B669D47E-B29D-4FB2-9275-EAC991D4BAAB}"/>
              </a:ext>
            </a:extLst>
          </p:cNvPr>
          <p:cNvSpPr/>
          <p:nvPr/>
        </p:nvSpPr>
        <p:spPr>
          <a:xfrm>
            <a:off x="3003982" y="1524000"/>
            <a:ext cx="4006418"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Hybrid parallel</a:t>
            </a:r>
          </a:p>
        </p:txBody>
      </p:sp>
    </p:spTree>
    <p:extLst>
      <p:ext uri="{BB962C8B-B14F-4D97-AF65-F5344CB8AC3E}">
        <p14:creationId xmlns:p14="http://schemas.microsoft.com/office/powerpoint/2010/main" val="230690801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z="4800" dirty="0">
                <a:cs typeface="+mn-ea"/>
                <a:sym typeface="+mn-lt"/>
              </a:rPr>
              <a:t>Recall: </a:t>
            </a:r>
            <a:r>
              <a:rPr lang="en-US" altLang="zh-CN" sz="4800" dirty="0" err="1">
                <a:cs typeface="+mn-ea"/>
                <a:sym typeface="+mn-lt"/>
              </a:rPr>
              <a:t>MindSpore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a:t>
            </a:fld>
            <a:endParaRPr lang="en-US" altLang="en-US" sz="1600">
              <a:solidFill>
                <a:srgbClr val="000000"/>
              </a:solidFill>
              <a:latin typeface="Garamond" panose="02020404030301010803" pitchFamily="18" charset="0"/>
            </a:endParaRPr>
          </a:p>
        </p:txBody>
      </p:sp>
      <p:grpSp>
        <p:nvGrpSpPr>
          <p:cNvPr id="5" name="组合 4">
            <a:extLst>
              <a:ext uri="{FF2B5EF4-FFF2-40B4-BE49-F238E27FC236}">
                <a16:creationId xmlns:a16="http://schemas.microsoft.com/office/drawing/2014/main" id="{A17581D5-ADED-4BF8-9E0C-A0F1C012FE52}"/>
              </a:ext>
            </a:extLst>
          </p:cNvPr>
          <p:cNvGrpSpPr/>
          <p:nvPr/>
        </p:nvGrpSpPr>
        <p:grpSpPr>
          <a:xfrm>
            <a:off x="76200" y="1075532"/>
            <a:ext cx="6228843" cy="5386386"/>
            <a:chOff x="75701" y="1062296"/>
            <a:chExt cx="8347532" cy="5018069"/>
          </a:xfrm>
        </p:grpSpPr>
        <p:sp>
          <p:nvSpPr>
            <p:cNvPr id="6" name="矩形 5">
              <a:extLst>
                <a:ext uri="{FF2B5EF4-FFF2-40B4-BE49-F238E27FC236}">
                  <a16:creationId xmlns:a16="http://schemas.microsoft.com/office/drawing/2014/main" id="{E5A317D1-98AE-46E5-B8E4-9720A3E7A731}"/>
                </a:ext>
              </a:extLst>
            </p:cNvPr>
            <p:cNvSpPr/>
            <p:nvPr/>
          </p:nvSpPr>
          <p:spPr>
            <a:xfrm>
              <a:off x="2887106" y="1062296"/>
              <a:ext cx="5536127" cy="823105"/>
            </a:xfrm>
            <a:prstGeom prst="rect">
              <a:avLst/>
            </a:prstGeom>
            <a:solidFill>
              <a:srgbClr val="CCE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1D1D1A"/>
                  </a:solidFill>
                  <a:effectLst/>
                  <a:uLnTx/>
                  <a:uFillTx/>
                  <a:cs typeface="+mn-ea"/>
                  <a:sym typeface="+mn-lt"/>
                </a:rPr>
                <a:t>MindSpore Extend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cs typeface="+mn-ea"/>
                  <a:sym typeface="+mn-lt"/>
                </a:rPr>
                <a:t>GNN/</a:t>
              </a:r>
              <a:r>
                <a:rPr kumimoji="0" lang="zh-CN" altLang="en-US" sz="1600" b="0" i="0" u="none" strike="noStrike" kern="0" cap="none" spc="0" normalizeH="0" baseline="0" noProof="0" dirty="0">
                  <a:ln>
                    <a:noFill/>
                  </a:ln>
                  <a:solidFill>
                    <a:srgbClr val="1D1D1A"/>
                  </a:solidFill>
                  <a:effectLst/>
                  <a:uLnTx/>
                  <a:uFillTx/>
                  <a:cs typeface="+mn-ea"/>
                  <a:sym typeface="+mn-lt"/>
                </a:rPr>
                <a:t>深度概率编程</a:t>
              </a:r>
              <a:r>
                <a:rPr kumimoji="0" lang="en-US" altLang="zh-CN" sz="1600" b="0" i="0" u="none" strike="noStrike" kern="0" cap="none" spc="0" normalizeH="0" baseline="0" noProof="0" dirty="0">
                  <a:ln>
                    <a:noFill/>
                  </a:ln>
                  <a:solidFill>
                    <a:srgbClr val="1D1D1A"/>
                  </a:solidFill>
                  <a:effectLst/>
                  <a:uLnTx/>
                  <a:uFillTx/>
                  <a:cs typeface="+mn-ea"/>
                  <a:sym typeface="+mn-lt"/>
                </a:rPr>
                <a:t>/</a:t>
              </a:r>
              <a:r>
                <a:rPr kumimoji="0" lang="zh-CN" altLang="en-US" sz="1600" b="0" i="0" u="none" strike="noStrike" kern="0" cap="none" spc="0" normalizeH="0" baseline="0" noProof="0" dirty="0">
                  <a:ln>
                    <a:noFill/>
                  </a:ln>
                  <a:solidFill>
                    <a:srgbClr val="1D1D1A"/>
                  </a:solidFill>
                  <a:effectLst/>
                  <a:uLnTx/>
                  <a:uFillTx/>
                  <a:cs typeface="+mn-ea"/>
                  <a:sym typeface="+mn-lt"/>
                </a:rPr>
                <a:t>强化学习</a:t>
              </a:r>
              <a:r>
                <a:rPr kumimoji="0" lang="en-US" altLang="zh-CN" sz="1600" b="0" i="0" u="none" strike="noStrike" kern="0" cap="none" spc="0" normalizeH="0" baseline="0" noProof="0" dirty="0">
                  <a:ln>
                    <a:noFill/>
                  </a:ln>
                  <a:solidFill>
                    <a:srgbClr val="1D1D1A"/>
                  </a:solidFill>
                  <a:effectLst/>
                  <a:uLnTx/>
                  <a:uFillTx/>
                  <a:cs typeface="+mn-ea"/>
                  <a:sym typeface="+mn-lt"/>
                </a:rPr>
                <a:t>/</a:t>
              </a:r>
              <a:r>
                <a:rPr kumimoji="0" lang="zh-CN" altLang="en-US" sz="1600" b="0" i="0" u="none" strike="noStrike" kern="0" cap="none" spc="0" normalizeH="0" baseline="0" noProof="0" dirty="0">
                  <a:ln>
                    <a:noFill/>
                  </a:ln>
                  <a:solidFill>
                    <a:srgbClr val="1D1D1A"/>
                  </a:solidFill>
                  <a:effectLst/>
                  <a:uLnTx/>
                  <a:uFillTx/>
                  <a:cs typeface="+mn-ea"/>
                  <a:sym typeface="+mn-lt"/>
                </a:rPr>
                <a:t>微分方程</a:t>
              </a:r>
            </a:p>
          </p:txBody>
        </p:sp>
        <p:sp>
          <p:nvSpPr>
            <p:cNvPr id="7" name="矩形 6">
              <a:extLst>
                <a:ext uri="{FF2B5EF4-FFF2-40B4-BE49-F238E27FC236}">
                  <a16:creationId xmlns:a16="http://schemas.microsoft.com/office/drawing/2014/main" id="{49C156C8-5FCE-46CB-8C12-165331315D18}"/>
                </a:ext>
              </a:extLst>
            </p:cNvPr>
            <p:cNvSpPr/>
            <p:nvPr/>
          </p:nvSpPr>
          <p:spPr>
            <a:xfrm>
              <a:off x="75701" y="1988990"/>
              <a:ext cx="1133330" cy="3421615"/>
            </a:xfrm>
            <a:prstGeom prst="rect">
              <a:avLst/>
            </a:prstGeom>
            <a:solidFill>
              <a:srgbClr val="CCECFF">
                <a:alpha val="40000"/>
              </a:srgbClr>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Mind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err="1">
                  <a:ln>
                    <a:noFill/>
                  </a:ln>
                  <a:solidFill>
                    <a:srgbClr val="1D1D1A"/>
                  </a:solidFill>
                  <a:effectLst/>
                  <a:uLnTx/>
                  <a:uFillTx/>
                  <a:cs typeface="+mn-ea"/>
                  <a:sym typeface="+mn-lt"/>
                </a:rPr>
                <a:t>Armour</a:t>
              </a:r>
              <a:endParaRPr kumimoji="0" lang="en-US" altLang="zh-CN" sz="1400" b="1" i="0" u="none" strike="noStrike" kern="0" cap="none" spc="0" normalizeH="0" baseline="0" noProof="0" dirty="0">
                <a:ln>
                  <a:noFill/>
                </a:ln>
                <a:solidFill>
                  <a:srgbClr val="1D1D1A"/>
                </a:solidFill>
                <a:effectLst/>
                <a:uLnTx/>
                <a:uFillTx/>
                <a:cs typeface="+mn-ea"/>
                <a:sym typeface="+mn-lt"/>
              </a:endParaRPr>
            </a:p>
          </p:txBody>
        </p:sp>
        <p:sp>
          <p:nvSpPr>
            <p:cNvPr id="8" name="矩形 7">
              <a:extLst>
                <a:ext uri="{FF2B5EF4-FFF2-40B4-BE49-F238E27FC236}">
                  <a16:creationId xmlns:a16="http://schemas.microsoft.com/office/drawing/2014/main" id="{045AF7FE-05FD-4481-B848-445A20A66BC7}"/>
                </a:ext>
              </a:extLst>
            </p:cNvPr>
            <p:cNvSpPr/>
            <p:nvPr/>
          </p:nvSpPr>
          <p:spPr>
            <a:xfrm>
              <a:off x="75701" y="1062296"/>
              <a:ext cx="2707221" cy="823105"/>
            </a:xfrm>
            <a:prstGeom prst="rect">
              <a:avLst/>
            </a:prstGeom>
            <a:solidFill>
              <a:srgbClr val="CCEC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dirty="0">
                  <a:ln>
                    <a:noFill/>
                  </a:ln>
                  <a:solidFill>
                    <a:srgbClr val="1D1D1A"/>
                  </a:solidFill>
                  <a:effectLst/>
                  <a:uLnTx/>
                  <a:uFillTx/>
                  <a:cs typeface="+mn-ea"/>
                  <a:sym typeface="+mn-lt"/>
                </a:rPr>
                <a:t>Model Zoo</a:t>
              </a:r>
              <a:endParaRPr kumimoji="0" lang="zh-CN" altLang="en-US" b="1" i="0" u="none" strike="noStrike" kern="0" cap="none" spc="0" normalizeH="0" baseline="0" noProof="0" dirty="0">
                <a:ln>
                  <a:noFill/>
                </a:ln>
                <a:solidFill>
                  <a:srgbClr val="1D1D1A"/>
                </a:solidFill>
                <a:effectLst/>
                <a:uLnTx/>
                <a:uFillTx/>
                <a:cs typeface="+mn-ea"/>
                <a:sym typeface="+mn-lt"/>
              </a:endParaRPr>
            </a:p>
          </p:txBody>
        </p:sp>
        <p:sp>
          <p:nvSpPr>
            <p:cNvPr id="9" name="矩形 8">
              <a:extLst>
                <a:ext uri="{FF2B5EF4-FFF2-40B4-BE49-F238E27FC236}">
                  <a16:creationId xmlns:a16="http://schemas.microsoft.com/office/drawing/2014/main" id="{E2D1DA2D-5AA7-4E6B-9437-0C5333AC69C2}"/>
                </a:ext>
              </a:extLst>
            </p:cNvPr>
            <p:cNvSpPr/>
            <p:nvPr/>
          </p:nvSpPr>
          <p:spPr>
            <a:xfrm>
              <a:off x="1295385" y="1989913"/>
              <a:ext cx="1898731" cy="840061"/>
            </a:xfrm>
            <a:prstGeom prst="rect">
              <a:avLst/>
            </a:prstGeom>
            <a:solidFill>
              <a:srgbClr val="CCEC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err="1">
                  <a:ln>
                    <a:noFill/>
                  </a:ln>
                  <a:solidFill>
                    <a:srgbClr val="1D1D1A"/>
                  </a:solidFill>
                  <a:effectLst/>
                  <a:uLnTx/>
                  <a:uFillTx/>
                  <a:cs typeface="+mn-ea"/>
                  <a:sym typeface="+mn-lt"/>
                </a:rPr>
                <a:t>MindData</a:t>
              </a:r>
              <a:endParaRPr kumimoji="0" lang="zh-CN" altLang="en-US" sz="1600" b="1" i="0" u="none" strike="noStrike" kern="0" cap="none" spc="0" normalizeH="0" baseline="0" noProof="0" dirty="0">
                <a:ln>
                  <a:noFill/>
                </a:ln>
                <a:solidFill>
                  <a:srgbClr val="1D1D1A"/>
                </a:solidFill>
                <a:effectLst/>
                <a:uLnTx/>
                <a:uFillTx/>
                <a:cs typeface="+mn-ea"/>
                <a:sym typeface="+mn-lt"/>
              </a:endParaRPr>
            </a:p>
          </p:txBody>
        </p:sp>
        <p:sp>
          <p:nvSpPr>
            <p:cNvPr id="10" name="矩形 9">
              <a:extLst>
                <a:ext uri="{FF2B5EF4-FFF2-40B4-BE49-F238E27FC236}">
                  <a16:creationId xmlns:a16="http://schemas.microsoft.com/office/drawing/2014/main" id="{D592934B-0828-407B-A5DB-EDFE75A37D5F}"/>
                </a:ext>
              </a:extLst>
            </p:cNvPr>
            <p:cNvSpPr/>
            <p:nvPr/>
          </p:nvSpPr>
          <p:spPr>
            <a:xfrm>
              <a:off x="1285606" y="4734940"/>
              <a:ext cx="5954792" cy="696671"/>
            </a:xfrm>
            <a:prstGeom prst="rect">
              <a:avLst/>
            </a:prstGeom>
            <a:solidFill>
              <a:srgbClr val="CCEC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cs typeface="+mn-ea"/>
                  <a:sym typeface="+mn-lt"/>
                </a:rPr>
                <a:t>  </a:t>
              </a:r>
              <a:r>
                <a:rPr kumimoji="0" lang="en-US" altLang="zh-CN" sz="1400" b="1" i="0" u="none" strike="noStrike" kern="0" cap="none" spc="0" normalizeH="0" baseline="0" noProof="0" dirty="0" err="1">
                  <a:ln>
                    <a:noFill/>
                  </a:ln>
                  <a:solidFill>
                    <a:srgbClr val="1D1D1A"/>
                  </a:solidFill>
                  <a:effectLst/>
                  <a:uLnTx/>
                  <a:uFillTx/>
                  <a:cs typeface="+mn-ea"/>
                  <a:sym typeface="+mn-lt"/>
                </a:rPr>
                <a:t>MindRT</a:t>
              </a:r>
              <a:endParaRPr kumimoji="0" lang="zh-CN" altLang="en-US" sz="1400" b="1" i="0" u="none" strike="noStrike" kern="0" cap="none" spc="0" normalizeH="0" baseline="0" noProof="0" dirty="0">
                <a:ln>
                  <a:noFill/>
                </a:ln>
                <a:solidFill>
                  <a:srgbClr val="1D1D1A"/>
                </a:solidFill>
                <a:effectLst/>
                <a:uLnTx/>
                <a:uFillTx/>
                <a:cs typeface="+mn-ea"/>
                <a:sym typeface="+mn-lt"/>
              </a:endParaRPr>
            </a:p>
          </p:txBody>
        </p:sp>
        <p:sp>
          <p:nvSpPr>
            <p:cNvPr id="11" name="圆角矩形 62">
              <a:extLst>
                <a:ext uri="{FF2B5EF4-FFF2-40B4-BE49-F238E27FC236}">
                  <a16:creationId xmlns:a16="http://schemas.microsoft.com/office/drawing/2014/main" id="{1A4552FD-363C-4ACA-B5E2-80C0C2069B2E}"/>
                </a:ext>
              </a:extLst>
            </p:cNvPr>
            <p:cNvSpPr/>
            <p:nvPr/>
          </p:nvSpPr>
          <p:spPr>
            <a:xfrm>
              <a:off x="1486461" y="5044143"/>
              <a:ext cx="3313808"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mn-ea"/>
                  <a:sym typeface="+mn-lt"/>
                </a:rPr>
                <a:t>MindRT(</a:t>
              </a:r>
              <a:r>
                <a:rPr kumimoji="0" lang="zh-CN" altLang="en-US" sz="1200" b="0" i="0" u="none" strike="noStrike" kern="0" cap="none" spc="0" normalizeH="0" baseline="0" noProof="0" dirty="0">
                  <a:ln>
                    <a:noFill/>
                  </a:ln>
                  <a:solidFill>
                    <a:srgbClr val="1D1D1A"/>
                  </a:solidFill>
                  <a:effectLst/>
                  <a:uLnTx/>
                  <a:uFillTx/>
                  <a:cs typeface="+mn-ea"/>
                  <a:sym typeface="+mn-lt"/>
                </a:rPr>
                <a:t>分布式</a:t>
              </a:r>
              <a:r>
                <a:rPr kumimoji="0" lang="en-US" altLang="zh-CN" sz="1200" b="0" i="0" u="none" strike="noStrike" kern="0" cap="none" spc="0" normalizeH="0" baseline="0" noProof="0" dirty="0">
                  <a:ln>
                    <a:noFill/>
                  </a:ln>
                  <a:solidFill>
                    <a:srgbClr val="1D1D1A"/>
                  </a:solidFill>
                  <a:effectLst/>
                  <a:uLnTx/>
                  <a:uFillTx/>
                  <a:cs typeface="+mn-ea"/>
                  <a:sym typeface="+mn-lt"/>
                </a:rPr>
                <a:t>DAG</a:t>
              </a:r>
              <a:r>
                <a:rPr kumimoji="0" lang="zh-CN" altLang="en-US" sz="1200" b="0" i="0" u="none" strike="noStrike" kern="0" cap="none" spc="0" normalizeH="0" baseline="0" noProof="0" dirty="0">
                  <a:ln>
                    <a:noFill/>
                  </a:ln>
                  <a:solidFill>
                    <a:srgbClr val="1D1D1A"/>
                  </a:solidFill>
                  <a:effectLst/>
                  <a:uLnTx/>
                  <a:uFillTx/>
                  <a:cs typeface="+mn-ea"/>
                  <a:sym typeface="+mn-lt"/>
                </a:rPr>
                <a:t>并行执行</a:t>
              </a:r>
              <a:r>
                <a:rPr kumimoji="0" lang="en-US" altLang="zh-CN" sz="1200" b="0" i="0" u="none" strike="noStrike" kern="0" cap="none" spc="0" normalizeH="0" baseline="0" noProof="0" dirty="0">
                  <a:ln>
                    <a:noFill/>
                  </a:ln>
                  <a:solidFill>
                    <a:srgbClr val="1D1D1A"/>
                  </a:solidFill>
                  <a:effectLst/>
                  <a:uLnTx/>
                  <a:uFillTx/>
                  <a:cs typeface="+mn-ea"/>
                  <a:sym typeface="+mn-lt"/>
                </a:rPr>
                <a:t>)</a:t>
              </a:r>
            </a:p>
          </p:txBody>
        </p:sp>
        <p:sp>
          <p:nvSpPr>
            <p:cNvPr id="12" name="圆角矩形 63">
              <a:extLst>
                <a:ext uri="{FF2B5EF4-FFF2-40B4-BE49-F238E27FC236}">
                  <a16:creationId xmlns:a16="http://schemas.microsoft.com/office/drawing/2014/main" id="{D40CDFE5-F464-4AC5-ADA0-1D1C9A085E01}"/>
                </a:ext>
              </a:extLst>
            </p:cNvPr>
            <p:cNvSpPr/>
            <p:nvPr/>
          </p:nvSpPr>
          <p:spPr>
            <a:xfrm>
              <a:off x="4916532" y="5044143"/>
              <a:ext cx="2117234"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mn-ea"/>
                  <a:sym typeface="+mn-lt"/>
                </a:rPr>
                <a:t>MindRT Lite/Micro</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3" name="矩形 12">
              <a:extLst>
                <a:ext uri="{FF2B5EF4-FFF2-40B4-BE49-F238E27FC236}">
                  <a16:creationId xmlns:a16="http://schemas.microsoft.com/office/drawing/2014/main" id="{D62E1BD2-D3D1-4602-B5AB-AE8B4C4CF79B}"/>
                </a:ext>
              </a:extLst>
            </p:cNvPr>
            <p:cNvSpPr/>
            <p:nvPr/>
          </p:nvSpPr>
          <p:spPr>
            <a:xfrm>
              <a:off x="1302110" y="2917030"/>
              <a:ext cx="5932997" cy="1697007"/>
            </a:xfrm>
            <a:prstGeom prst="rect">
              <a:avLst/>
            </a:prstGeom>
            <a:solidFill>
              <a:srgbClr val="CCEC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MindCompiler</a:t>
              </a:r>
              <a:endParaRPr kumimoji="0" lang="zh-CN" altLang="en-US" sz="1400" b="1" i="0" u="none" strike="noStrike" kern="0" cap="none" spc="0" normalizeH="0" baseline="0" noProof="0" dirty="0">
                <a:ln>
                  <a:noFill/>
                </a:ln>
                <a:solidFill>
                  <a:srgbClr val="1D1D1A"/>
                </a:solidFill>
                <a:effectLst/>
                <a:uLnTx/>
                <a:uFillTx/>
                <a:cs typeface="+mn-ea"/>
                <a:sym typeface="+mn-lt"/>
              </a:endParaRPr>
            </a:p>
          </p:txBody>
        </p:sp>
        <p:sp>
          <p:nvSpPr>
            <p:cNvPr id="14" name="圆角矩形 65">
              <a:extLst>
                <a:ext uri="{FF2B5EF4-FFF2-40B4-BE49-F238E27FC236}">
                  <a16:creationId xmlns:a16="http://schemas.microsoft.com/office/drawing/2014/main" id="{115AC1D7-5DE7-48F3-BAB1-192CCA7CC544}"/>
                </a:ext>
              </a:extLst>
            </p:cNvPr>
            <p:cNvSpPr/>
            <p:nvPr/>
          </p:nvSpPr>
          <p:spPr>
            <a:xfrm>
              <a:off x="1464754" y="3930191"/>
              <a:ext cx="5569011"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1D1D1A"/>
                  </a:solidFill>
                  <a:effectLst/>
                  <a:uLnTx/>
                  <a:uFillTx/>
                  <a:cs typeface="+mn-ea"/>
                  <a:sym typeface="+mn-lt"/>
                </a:rPr>
                <a:t>MindIR</a:t>
              </a:r>
              <a:endParaRPr kumimoji="0" lang="zh-CN" altLang="en-US" sz="1200" b="1" i="0" u="none" strike="noStrike" kern="0" cap="none" spc="0" normalizeH="0" baseline="0" noProof="0" dirty="0">
                <a:ln>
                  <a:noFill/>
                </a:ln>
                <a:solidFill>
                  <a:srgbClr val="1D1D1A"/>
                </a:solidFill>
                <a:effectLst/>
                <a:uLnTx/>
                <a:uFillTx/>
                <a:cs typeface="+mn-ea"/>
                <a:sym typeface="+mn-lt"/>
              </a:endParaRPr>
            </a:p>
          </p:txBody>
        </p:sp>
        <p:sp>
          <p:nvSpPr>
            <p:cNvPr id="15" name="圆角矩形 66">
              <a:extLst>
                <a:ext uri="{FF2B5EF4-FFF2-40B4-BE49-F238E27FC236}">
                  <a16:creationId xmlns:a16="http://schemas.microsoft.com/office/drawing/2014/main" id="{342222A4-DC6C-4C9A-AB71-6A42D61FA33F}"/>
                </a:ext>
              </a:extLst>
            </p:cNvPr>
            <p:cNvSpPr/>
            <p:nvPr/>
          </p:nvSpPr>
          <p:spPr>
            <a:xfrm>
              <a:off x="5604863" y="3246345"/>
              <a:ext cx="1428902" cy="633439"/>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量化</a:t>
              </a:r>
              <a:r>
                <a:rPr kumimoji="0" lang="en-US" altLang="zh-CN" sz="1200" b="0" i="0" u="none" strike="noStrike" kern="0" cap="none" spc="0" normalizeH="0" baseline="0" noProof="0" dirty="0">
                  <a:ln>
                    <a:noFill/>
                  </a:ln>
                  <a:solidFill>
                    <a:srgbClr val="1D1D1A"/>
                  </a:solidFill>
                  <a:effectLst/>
                  <a:uLnTx/>
                  <a:uFillTx/>
                  <a:cs typeface="+mn-ea"/>
                  <a:sym typeface="+mn-lt"/>
                </a:rPr>
                <a:t>/</a:t>
              </a:r>
              <a:r>
                <a:rPr kumimoji="0" lang="zh-CN" altLang="en-US" sz="1200" b="0" i="0" u="none" strike="noStrike" kern="0" cap="none" spc="0" normalizeH="0" baseline="0" noProof="0" dirty="0">
                  <a:ln>
                    <a:noFill/>
                  </a:ln>
                  <a:solidFill>
                    <a:srgbClr val="1D1D1A"/>
                  </a:solidFill>
                  <a:effectLst/>
                  <a:uLnTx/>
                  <a:uFillTx/>
                  <a:cs typeface="+mn-ea"/>
                  <a:sym typeface="+mn-lt"/>
                </a:rPr>
                <a:t>剪枝</a:t>
              </a:r>
              <a:r>
                <a:rPr kumimoji="0" lang="en-US" altLang="zh-CN" sz="1200" b="0" i="0" u="none" strike="noStrike" kern="0" cap="none" spc="0" normalizeH="0" baseline="0" noProof="0" dirty="0">
                  <a:ln>
                    <a:noFill/>
                  </a:ln>
                  <a:solidFill>
                    <a:srgbClr val="1D1D1A"/>
                  </a:solidFill>
                  <a:effectLst/>
                  <a:uLnTx/>
                  <a:uFillTx/>
                  <a:cs typeface="+mn-ea"/>
                  <a:sym typeface="+mn-lt"/>
                </a:rPr>
                <a:t>/….</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6" name="圆角矩形 67">
              <a:extLst>
                <a:ext uri="{FF2B5EF4-FFF2-40B4-BE49-F238E27FC236}">
                  <a16:creationId xmlns:a16="http://schemas.microsoft.com/office/drawing/2014/main" id="{0CD259A3-B831-47F8-B522-EF25555FD019}"/>
                </a:ext>
              </a:extLst>
            </p:cNvPr>
            <p:cNvSpPr/>
            <p:nvPr/>
          </p:nvSpPr>
          <p:spPr>
            <a:xfrm>
              <a:off x="4397882" y="4264028"/>
              <a:ext cx="2635883"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mn-ea"/>
                  <a:sym typeface="+mn-lt"/>
                </a:rPr>
                <a:t>MindAKG(</a:t>
              </a:r>
              <a:r>
                <a:rPr kumimoji="0" lang="zh-CN" altLang="en-US" sz="1200" b="0" i="0" u="none" strike="noStrike" kern="0" cap="none" spc="0" normalizeH="0" baseline="0" noProof="0" dirty="0">
                  <a:ln>
                    <a:noFill/>
                  </a:ln>
                  <a:solidFill>
                    <a:srgbClr val="1D1D1A"/>
                  </a:solidFill>
                  <a:effectLst/>
                  <a:uLnTx/>
                  <a:uFillTx/>
                  <a:cs typeface="+mn-ea"/>
                  <a:sym typeface="+mn-lt"/>
                </a:rPr>
                <a:t>算子自动生成</a:t>
              </a:r>
              <a:r>
                <a:rPr kumimoji="0" lang="en-US" altLang="zh-CN" sz="1200" b="0" i="0" u="none" strike="noStrike" kern="0" cap="none" spc="0" normalizeH="0" baseline="0" noProof="0" dirty="0">
                  <a:ln>
                    <a:noFill/>
                  </a:ln>
                  <a:solidFill>
                    <a:srgbClr val="1D1D1A"/>
                  </a:solidFill>
                  <a:effectLst/>
                  <a:uLnTx/>
                  <a:uFillTx/>
                  <a:cs typeface="+mn-ea"/>
                  <a:sym typeface="+mn-lt"/>
                </a:rPr>
                <a:t>)</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7" name="矩形 16">
              <a:extLst>
                <a:ext uri="{FF2B5EF4-FFF2-40B4-BE49-F238E27FC236}">
                  <a16:creationId xmlns:a16="http://schemas.microsoft.com/office/drawing/2014/main" id="{FB765C8F-4D8B-4F29-ACAD-EE927969DAD0}"/>
                </a:ext>
              </a:extLst>
            </p:cNvPr>
            <p:cNvSpPr/>
            <p:nvPr/>
          </p:nvSpPr>
          <p:spPr>
            <a:xfrm>
              <a:off x="6503472" y="1989736"/>
              <a:ext cx="709081" cy="822958"/>
            </a:xfrm>
            <a:prstGeom prst="rect">
              <a:avLst/>
            </a:prstGeom>
            <a:solidFill>
              <a:srgbClr val="CCECFF">
                <a:alpha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1D1D1A"/>
                  </a:solidFill>
                  <a:effectLst/>
                  <a:uLnTx/>
                  <a:uFillTx/>
                  <a:cs typeface="+mn-ea"/>
                  <a:sym typeface="+mn-lt"/>
                </a:rPr>
                <a:t>仓颉</a:t>
              </a:r>
              <a:endParaRPr kumimoji="0" lang="en-US" altLang="zh-CN" sz="1400" b="1" i="0" u="none" strike="noStrike" kern="0" cap="none" spc="0" normalizeH="0" baseline="0" noProof="0" dirty="0">
                <a:ln>
                  <a:noFill/>
                </a:ln>
                <a:solidFill>
                  <a:srgbClr val="1D1D1A"/>
                </a:solidFill>
                <a:effectLst/>
                <a:uLnTx/>
                <a:uFillTx/>
                <a:cs typeface="+mn-ea"/>
                <a:sym typeface="+mn-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1D1D1A"/>
                  </a:solidFill>
                  <a:effectLst/>
                  <a:uLnTx/>
                  <a:uFillTx/>
                  <a:cs typeface="+mn-ea"/>
                  <a:sym typeface="+mn-lt"/>
                </a:rPr>
                <a:t>前端</a:t>
              </a:r>
              <a:endParaRPr kumimoji="0" lang="en-US" altLang="zh-CN" sz="1400" b="1" i="0" u="none" strike="noStrike" kern="0" cap="none" spc="0" normalizeH="0" baseline="30000" noProof="0" dirty="0">
                <a:ln>
                  <a:noFill/>
                </a:ln>
                <a:solidFill>
                  <a:srgbClr val="1D1D1A"/>
                </a:solidFill>
                <a:effectLst/>
                <a:uLnTx/>
                <a:uFillTx/>
                <a:cs typeface="+mn-ea"/>
                <a:sym typeface="+mn-lt"/>
              </a:endParaRPr>
            </a:p>
          </p:txBody>
        </p:sp>
        <p:sp>
          <p:nvSpPr>
            <p:cNvPr id="18" name="圆角矩形 69">
              <a:extLst>
                <a:ext uri="{FF2B5EF4-FFF2-40B4-BE49-F238E27FC236}">
                  <a16:creationId xmlns:a16="http://schemas.microsoft.com/office/drawing/2014/main" id="{21C8CFA8-BA90-4996-B85C-B988BC4D3793}"/>
                </a:ext>
              </a:extLst>
            </p:cNvPr>
            <p:cNvSpPr/>
            <p:nvPr/>
          </p:nvSpPr>
          <p:spPr>
            <a:xfrm>
              <a:off x="2863868" y="3603885"/>
              <a:ext cx="1309666"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图算融合</a:t>
              </a:r>
            </a:p>
          </p:txBody>
        </p:sp>
        <p:sp>
          <p:nvSpPr>
            <p:cNvPr id="19" name="圆角矩形 70">
              <a:extLst>
                <a:ext uri="{FF2B5EF4-FFF2-40B4-BE49-F238E27FC236}">
                  <a16:creationId xmlns:a16="http://schemas.microsoft.com/office/drawing/2014/main" id="{751DFFB2-F808-4709-8FAA-2D8AAF8E68E2}"/>
                </a:ext>
              </a:extLst>
            </p:cNvPr>
            <p:cNvSpPr/>
            <p:nvPr/>
          </p:nvSpPr>
          <p:spPr>
            <a:xfrm>
              <a:off x="1488988" y="3591210"/>
              <a:ext cx="1309666"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内存优化</a:t>
              </a:r>
            </a:p>
          </p:txBody>
        </p:sp>
        <p:sp>
          <p:nvSpPr>
            <p:cNvPr id="20" name="圆角矩形 71">
              <a:extLst>
                <a:ext uri="{FF2B5EF4-FFF2-40B4-BE49-F238E27FC236}">
                  <a16:creationId xmlns:a16="http://schemas.microsoft.com/office/drawing/2014/main" id="{424FAD42-6D53-4DD9-84BE-3A9E3DDE3AFB}"/>
                </a:ext>
              </a:extLst>
            </p:cNvPr>
            <p:cNvSpPr/>
            <p:nvPr/>
          </p:nvSpPr>
          <p:spPr>
            <a:xfrm>
              <a:off x="4238748" y="3600614"/>
              <a:ext cx="1309666"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流水线执行</a:t>
              </a:r>
            </a:p>
          </p:txBody>
        </p:sp>
        <p:sp>
          <p:nvSpPr>
            <p:cNvPr id="21" name="圆角矩形 72">
              <a:extLst>
                <a:ext uri="{FF2B5EF4-FFF2-40B4-BE49-F238E27FC236}">
                  <a16:creationId xmlns:a16="http://schemas.microsoft.com/office/drawing/2014/main" id="{092516D3-44B0-41E1-B621-AF07E23AC235}"/>
                </a:ext>
              </a:extLst>
            </p:cNvPr>
            <p:cNvSpPr/>
            <p:nvPr/>
          </p:nvSpPr>
          <p:spPr>
            <a:xfrm>
              <a:off x="2495794" y="3256110"/>
              <a:ext cx="994776"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自动微分</a:t>
              </a:r>
            </a:p>
          </p:txBody>
        </p:sp>
        <p:sp>
          <p:nvSpPr>
            <p:cNvPr id="22" name="圆角矩形 73">
              <a:extLst>
                <a:ext uri="{FF2B5EF4-FFF2-40B4-BE49-F238E27FC236}">
                  <a16:creationId xmlns:a16="http://schemas.microsoft.com/office/drawing/2014/main" id="{B36E8127-DCC8-4AC9-AF55-93D4452004DE}"/>
                </a:ext>
              </a:extLst>
            </p:cNvPr>
            <p:cNvSpPr/>
            <p:nvPr/>
          </p:nvSpPr>
          <p:spPr>
            <a:xfrm>
              <a:off x="1493024" y="3256110"/>
              <a:ext cx="960896"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类型推导</a:t>
              </a:r>
            </a:p>
          </p:txBody>
        </p:sp>
        <p:sp>
          <p:nvSpPr>
            <p:cNvPr id="23" name="圆角矩形 74">
              <a:extLst>
                <a:ext uri="{FF2B5EF4-FFF2-40B4-BE49-F238E27FC236}">
                  <a16:creationId xmlns:a16="http://schemas.microsoft.com/office/drawing/2014/main" id="{F4A9B041-70F8-40CD-8956-89397777C949}"/>
                </a:ext>
              </a:extLst>
            </p:cNvPr>
            <p:cNvSpPr/>
            <p:nvPr/>
          </p:nvSpPr>
          <p:spPr>
            <a:xfrm>
              <a:off x="3531419" y="3256110"/>
              <a:ext cx="975120"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自动并行</a:t>
              </a:r>
            </a:p>
          </p:txBody>
        </p:sp>
        <p:sp>
          <p:nvSpPr>
            <p:cNvPr id="24" name="圆角矩形 75">
              <a:extLst>
                <a:ext uri="{FF2B5EF4-FFF2-40B4-BE49-F238E27FC236}">
                  <a16:creationId xmlns:a16="http://schemas.microsoft.com/office/drawing/2014/main" id="{1A972D60-C632-4E39-8B3E-BD718A00FD2E}"/>
                </a:ext>
              </a:extLst>
            </p:cNvPr>
            <p:cNvSpPr/>
            <p:nvPr/>
          </p:nvSpPr>
          <p:spPr>
            <a:xfrm>
              <a:off x="4534433" y="3246345"/>
              <a:ext cx="996903"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二阶优化</a:t>
              </a:r>
            </a:p>
          </p:txBody>
        </p:sp>
        <p:sp>
          <p:nvSpPr>
            <p:cNvPr id="25" name="矩形 24">
              <a:extLst>
                <a:ext uri="{FF2B5EF4-FFF2-40B4-BE49-F238E27FC236}">
                  <a16:creationId xmlns:a16="http://schemas.microsoft.com/office/drawing/2014/main" id="{3B46EA5C-76C5-4747-B072-09EADC0C6D77}"/>
                </a:ext>
              </a:extLst>
            </p:cNvPr>
            <p:cNvSpPr/>
            <p:nvPr/>
          </p:nvSpPr>
          <p:spPr>
            <a:xfrm>
              <a:off x="3320159" y="1990427"/>
              <a:ext cx="3061698" cy="821576"/>
            </a:xfrm>
            <a:prstGeom prst="rect">
              <a:avLst/>
            </a:prstGeom>
            <a:solidFill>
              <a:srgbClr val="CCEC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err="1">
                  <a:ln>
                    <a:noFill/>
                  </a:ln>
                  <a:solidFill>
                    <a:srgbClr val="1D1D1A"/>
                  </a:solidFill>
                  <a:effectLst/>
                  <a:uLnTx/>
                  <a:uFillTx/>
                  <a:cs typeface="+mn-ea"/>
                  <a:sym typeface="+mn-lt"/>
                </a:rPr>
                <a:t>MindExpression</a:t>
              </a:r>
              <a:endParaRPr kumimoji="0" lang="en-US" altLang="zh-CN" sz="1600" b="0" i="0" u="none" strike="noStrike" kern="0" cap="none" spc="0" normalizeH="0" baseline="0" noProof="0" dirty="0">
                <a:ln>
                  <a:noFill/>
                </a:ln>
                <a:solidFill>
                  <a:srgbClr val="1D1D1A"/>
                </a:solidFill>
                <a:effectLst/>
                <a:uLnTx/>
                <a:uFillTx/>
                <a:cs typeface="+mn-ea"/>
                <a:sym typeface="+mn-lt"/>
              </a:endParaRPr>
            </a:p>
          </p:txBody>
        </p:sp>
        <p:sp>
          <p:nvSpPr>
            <p:cNvPr id="26" name="圆角矩形 77">
              <a:extLst>
                <a:ext uri="{FF2B5EF4-FFF2-40B4-BE49-F238E27FC236}">
                  <a16:creationId xmlns:a16="http://schemas.microsoft.com/office/drawing/2014/main" id="{FED2B926-BCD2-4922-9727-E5DA36BECA2E}"/>
                </a:ext>
              </a:extLst>
            </p:cNvPr>
            <p:cNvSpPr/>
            <p:nvPr/>
          </p:nvSpPr>
          <p:spPr>
            <a:xfrm>
              <a:off x="1495097" y="4265536"/>
              <a:ext cx="2770018"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硬件相关优化</a:t>
              </a:r>
            </a:p>
          </p:txBody>
        </p:sp>
        <p:sp>
          <p:nvSpPr>
            <p:cNvPr id="27" name="圆角矩形 78">
              <a:extLst>
                <a:ext uri="{FF2B5EF4-FFF2-40B4-BE49-F238E27FC236}">
                  <a16:creationId xmlns:a16="http://schemas.microsoft.com/office/drawing/2014/main" id="{388E7A58-1911-4AA7-B9BC-70134813B9C9}"/>
                </a:ext>
              </a:extLst>
            </p:cNvPr>
            <p:cNvSpPr/>
            <p:nvPr/>
          </p:nvSpPr>
          <p:spPr>
            <a:xfrm>
              <a:off x="201871" y="2545595"/>
              <a:ext cx="829542" cy="274368"/>
            </a:xfrm>
            <a:prstGeom prst="roundRect">
              <a:avLst/>
            </a:prstGeom>
            <a:solidFill>
              <a:srgbClr val="FFFFFF"/>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密态</a:t>
              </a:r>
              <a:r>
                <a:rPr kumimoji="0" lang="en-US" altLang="zh-CN" sz="1200" b="0" i="0" u="none" strike="noStrike" kern="0" cap="none" spc="0" normalizeH="0" baseline="0" noProof="0" dirty="0">
                  <a:ln>
                    <a:noFill/>
                  </a:ln>
                  <a:solidFill>
                    <a:srgbClr val="1D1D1A"/>
                  </a:solidFill>
                  <a:effectLst/>
                  <a:uLnTx/>
                  <a:uFillTx/>
                  <a:cs typeface="+mn-ea"/>
                  <a:sym typeface="+mn-lt"/>
                </a:rPr>
                <a:t>AI</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28" name="圆角矩形 79">
              <a:extLst>
                <a:ext uri="{FF2B5EF4-FFF2-40B4-BE49-F238E27FC236}">
                  <a16:creationId xmlns:a16="http://schemas.microsoft.com/office/drawing/2014/main" id="{C6B17EF3-30AB-4731-8438-250E9A35569C}"/>
                </a:ext>
              </a:extLst>
            </p:cNvPr>
            <p:cNvSpPr/>
            <p:nvPr/>
          </p:nvSpPr>
          <p:spPr>
            <a:xfrm>
              <a:off x="208468" y="2974965"/>
              <a:ext cx="829542" cy="274368"/>
            </a:xfrm>
            <a:prstGeom prst="roundRect">
              <a:avLst/>
            </a:prstGeom>
            <a:solidFill>
              <a:srgbClr val="FFFFFF"/>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可信</a:t>
              </a:r>
              <a:r>
                <a:rPr kumimoji="0" lang="en-US" altLang="zh-CN" sz="1200" b="0" i="0" u="none" strike="noStrike" kern="0" cap="none" spc="0" normalizeH="0" baseline="0" noProof="0" dirty="0">
                  <a:ln>
                    <a:noFill/>
                  </a:ln>
                  <a:solidFill>
                    <a:srgbClr val="1D1D1A"/>
                  </a:solidFill>
                  <a:effectLst/>
                  <a:uLnTx/>
                  <a:uFillTx/>
                  <a:cs typeface="+mn-ea"/>
                  <a:sym typeface="+mn-lt"/>
                </a:rPr>
                <a:t>AI</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29" name="矩形 28">
              <a:extLst>
                <a:ext uri="{FF2B5EF4-FFF2-40B4-BE49-F238E27FC236}">
                  <a16:creationId xmlns:a16="http://schemas.microsoft.com/office/drawing/2014/main" id="{F576C1A8-8182-4A6B-9B22-48708B213A13}"/>
                </a:ext>
              </a:extLst>
            </p:cNvPr>
            <p:cNvSpPr/>
            <p:nvPr/>
          </p:nvSpPr>
          <p:spPr>
            <a:xfrm>
              <a:off x="2345709" y="1881024"/>
              <a:ext cx="339979" cy="27395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prstClr val="white"/>
                </a:solidFill>
                <a:effectLst/>
                <a:uLnTx/>
                <a:uFillTx/>
                <a:cs typeface="+mn-ea"/>
                <a:sym typeface="+mn-lt"/>
              </a:endParaRPr>
            </a:p>
          </p:txBody>
        </p:sp>
        <p:sp>
          <p:nvSpPr>
            <p:cNvPr id="30" name="矩形 29">
              <a:extLst>
                <a:ext uri="{FF2B5EF4-FFF2-40B4-BE49-F238E27FC236}">
                  <a16:creationId xmlns:a16="http://schemas.microsoft.com/office/drawing/2014/main" id="{318E2DEE-1D20-41FF-92EF-B398419B042C}"/>
                </a:ext>
              </a:extLst>
            </p:cNvPr>
            <p:cNvSpPr/>
            <p:nvPr/>
          </p:nvSpPr>
          <p:spPr>
            <a:xfrm>
              <a:off x="7366441" y="1982937"/>
              <a:ext cx="1056792" cy="3427668"/>
            </a:xfrm>
            <a:prstGeom prst="rect">
              <a:avLst/>
            </a:prstGeom>
            <a:solidFill>
              <a:srgbClr val="CCECFF">
                <a:alpha val="40000"/>
              </a:srgbClr>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Mind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Insight</a:t>
              </a:r>
              <a:endParaRPr kumimoji="0" lang="zh-CN" altLang="en-US" sz="1400" b="1" i="0" u="none" strike="noStrike" kern="0" cap="none" spc="0" normalizeH="0" baseline="0" noProof="0" dirty="0">
                <a:ln>
                  <a:noFill/>
                </a:ln>
                <a:solidFill>
                  <a:srgbClr val="1D1D1A"/>
                </a:solidFill>
                <a:effectLst/>
                <a:uLnTx/>
                <a:uFillTx/>
                <a:cs typeface="+mn-ea"/>
                <a:sym typeface="+mn-lt"/>
              </a:endParaRPr>
            </a:p>
          </p:txBody>
        </p:sp>
        <p:sp>
          <p:nvSpPr>
            <p:cNvPr id="31" name="圆角矩形 82">
              <a:extLst>
                <a:ext uri="{FF2B5EF4-FFF2-40B4-BE49-F238E27FC236}">
                  <a16:creationId xmlns:a16="http://schemas.microsoft.com/office/drawing/2014/main" id="{33B742E6-6B7C-467C-AF85-FBCED8634A21}"/>
                </a:ext>
              </a:extLst>
            </p:cNvPr>
            <p:cNvSpPr/>
            <p:nvPr/>
          </p:nvSpPr>
          <p:spPr>
            <a:xfrm>
              <a:off x="7456467" y="2530891"/>
              <a:ext cx="873687"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网络调试</a:t>
              </a:r>
            </a:p>
          </p:txBody>
        </p:sp>
        <p:sp>
          <p:nvSpPr>
            <p:cNvPr id="32" name="圆角矩形 83">
              <a:extLst>
                <a:ext uri="{FF2B5EF4-FFF2-40B4-BE49-F238E27FC236}">
                  <a16:creationId xmlns:a16="http://schemas.microsoft.com/office/drawing/2014/main" id="{43589EAE-95EB-4BB5-8739-D74C60425135}"/>
                </a:ext>
              </a:extLst>
            </p:cNvPr>
            <p:cNvSpPr/>
            <p:nvPr/>
          </p:nvSpPr>
          <p:spPr>
            <a:xfrm>
              <a:off x="7456467" y="3051849"/>
              <a:ext cx="873687"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精度调优</a:t>
              </a:r>
            </a:p>
          </p:txBody>
        </p:sp>
        <p:sp>
          <p:nvSpPr>
            <p:cNvPr id="33" name="圆角矩形 84">
              <a:extLst>
                <a:ext uri="{FF2B5EF4-FFF2-40B4-BE49-F238E27FC236}">
                  <a16:creationId xmlns:a16="http://schemas.microsoft.com/office/drawing/2014/main" id="{00F16222-6952-48D1-8DDF-17C4BE753EE0}"/>
                </a:ext>
              </a:extLst>
            </p:cNvPr>
            <p:cNvSpPr/>
            <p:nvPr/>
          </p:nvSpPr>
          <p:spPr>
            <a:xfrm>
              <a:off x="7456467" y="3546982"/>
              <a:ext cx="873687"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性能调优</a:t>
              </a:r>
            </a:p>
          </p:txBody>
        </p:sp>
        <p:sp>
          <p:nvSpPr>
            <p:cNvPr id="34" name="矩形 33">
              <a:extLst>
                <a:ext uri="{FF2B5EF4-FFF2-40B4-BE49-F238E27FC236}">
                  <a16:creationId xmlns:a16="http://schemas.microsoft.com/office/drawing/2014/main" id="{FB5CBB58-5FD1-4633-8317-A7988F51C540}"/>
                </a:ext>
              </a:extLst>
            </p:cNvPr>
            <p:cNvSpPr/>
            <p:nvPr/>
          </p:nvSpPr>
          <p:spPr>
            <a:xfrm>
              <a:off x="81728" y="5539832"/>
              <a:ext cx="8341505" cy="540533"/>
            </a:xfrm>
            <a:prstGeom prst="rect">
              <a:avLst/>
            </a:prstGeom>
            <a:solidFill>
              <a:srgbClr val="E9002F">
                <a:lumMod val="20000"/>
                <a:lumOff val="80000"/>
              </a:srgbClr>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1D1D1A"/>
                </a:solidFill>
                <a:effectLst/>
                <a:uLnTx/>
                <a:uFillTx/>
                <a:cs typeface="+mn-ea"/>
                <a:sym typeface="+mn-lt"/>
              </a:endParaRPr>
            </a:p>
          </p:txBody>
        </p:sp>
        <p:sp>
          <p:nvSpPr>
            <p:cNvPr id="35" name="圆角矩形 86">
              <a:extLst>
                <a:ext uri="{FF2B5EF4-FFF2-40B4-BE49-F238E27FC236}">
                  <a16:creationId xmlns:a16="http://schemas.microsoft.com/office/drawing/2014/main" id="{25D81A06-C88D-4114-AC6B-79C324230AD0}"/>
                </a:ext>
              </a:extLst>
            </p:cNvPr>
            <p:cNvSpPr/>
            <p:nvPr/>
          </p:nvSpPr>
          <p:spPr>
            <a:xfrm>
              <a:off x="550417" y="5644344"/>
              <a:ext cx="1472938"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CANN</a:t>
              </a:r>
              <a:r>
                <a:rPr kumimoji="0" lang="zh-CN" altLang="en-US" sz="1400" b="1" i="0" u="none" strike="noStrike" kern="0" cap="none" spc="0" normalizeH="0" baseline="0" noProof="0" dirty="0">
                  <a:ln>
                    <a:noFill/>
                  </a:ln>
                  <a:solidFill>
                    <a:srgbClr val="1D1D1A"/>
                  </a:solidFill>
                  <a:effectLst/>
                  <a:uLnTx/>
                  <a:uFillTx/>
                  <a:cs typeface="+mn-ea"/>
                  <a:sym typeface="+mn-lt"/>
                </a:rPr>
                <a:t>昇腾</a:t>
              </a:r>
              <a:endParaRPr kumimoji="0" lang="en-US" altLang="zh-CN" sz="1400" b="1" i="0" u="none" strike="noStrike" kern="0" cap="none" spc="0" normalizeH="0" baseline="0" noProof="0" dirty="0">
                <a:ln>
                  <a:noFill/>
                </a:ln>
                <a:solidFill>
                  <a:srgbClr val="1D1D1A"/>
                </a:solidFill>
                <a:effectLst/>
                <a:uLnTx/>
                <a:uFillTx/>
                <a:cs typeface="+mn-ea"/>
                <a:sym typeface="+mn-lt"/>
              </a:endParaRPr>
            </a:p>
          </p:txBody>
        </p:sp>
        <p:sp>
          <p:nvSpPr>
            <p:cNvPr id="36" name="圆角矩形 87">
              <a:extLst>
                <a:ext uri="{FF2B5EF4-FFF2-40B4-BE49-F238E27FC236}">
                  <a16:creationId xmlns:a16="http://schemas.microsoft.com/office/drawing/2014/main" id="{39C22EE2-90B8-4EF6-9B49-F93665FE1D8F}"/>
                </a:ext>
              </a:extLst>
            </p:cNvPr>
            <p:cNvSpPr/>
            <p:nvPr/>
          </p:nvSpPr>
          <p:spPr>
            <a:xfrm>
              <a:off x="2073890" y="5642735"/>
              <a:ext cx="1351318"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CUDA</a:t>
              </a:r>
            </a:p>
          </p:txBody>
        </p:sp>
        <p:sp>
          <p:nvSpPr>
            <p:cNvPr id="37" name="圆角矩形 88">
              <a:extLst>
                <a:ext uri="{FF2B5EF4-FFF2-40B4-BE49-F238E27FC236}">
                  <a16:creationId xmlns:a16="http://schemas.microsoft.com/office/drawing/2014/main" id="{A4C047A7-8A4E-4128-9DFC-A151C894256E}"/>
                </a:ext>
              </a:extLst>
            </p:cNvPr>
            <p:cNvSpPr/>
            <p:nvPr/>
          </p:nvSpPr>
          <p:spPr>
            <a:xfrm>
              <a:off x="3493974" y="5642735"/>
              <a:ext cx="1351319"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Eigen</a:t>
              </a:r>
            </a:p>
          </p:txBody>
        </p:sp>
        <p:sp>
          <p:nvSpPr>
            <p:cNvPr id="38" name="圆角矩形 89">
              <a:extLst>
                <a:ext uri="{FF2B5EF4-FFF2-40B4-BE49-F238E27FC236}">
                  <a16:creationId xmlns:a16="http://schemas.microsoft.com/office/drawing/2014/main" id="{CABD83B9-879A-47BB-A53C-B34893D18C01}"/>
                </a:ext>
              </a:extLst>
            </p:cNvPr>
            <p:cNvSpPr/>
            <p:nvPr/>
          </p:nvSpPr>
          <p:spPr>
            <a:xfrm>
              <a:off x="4994185" y="5640645"/>
              <a:ext cx="1351319"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Android</a:t>
              </a:r>
            </a:p>
          </p:txBody>
        </p:sp>
        <p:sp>
          <p:nvSpPr>
            <p:cNvPr id="39" name="圆角矩形 90">
              <a:extLst>
                <a:ext uri="{FF2B5EF4-FFF2-40B4-BE49-F238E27FC236}">
                  <a16:creationId xmlns:a16="http://schemas.microsoft.com/office/drawing/2014/main" id="{6ACCE9DC-E877-47B0-B5A3-CD30561297A7}"/>
                </a:ext>
              </a:extLst>
            </p:cNvPr>
            <p:cNvSpPr/>
            <p:nvPr/>
          </p:nvSpPr>
          <p:spPr>
            <a:xfrm>
              <a:off x="6464546" y="5640092"/>
              <a:ext cx="1351319"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srgbClr val="1D1D1A"/>
                  </a:solidFill>
                  <a:cs typeface="+mn-ea"/>
                  <a:sym typeface="+mn-lt"/>
                </a:rPr>
                <a:t>i</a:t>
              </a:r>
              <a:r>
                <a:rPr kumimoji="0" lang="en-US" altLang="zh-CN" sz="1400" b="1" i="0" u="none" strike="noStrike" kern="0" cap="none" spc="0" normalizeH="0" baseline="0" noProof="0" dirty="0">
                  <a:ln>
                    <a:noFill/>
                  </a:ln>
                  <a:solidFill>
                    <a:srgbClr val="1D1D1A"/>
                  </a:solidFill>
                  <a:effectLst/>
                  <a:uLnTx/>
                  <a:uFillTx/>
                  <a:cs typeface="+mn-ea"/>
                  <a:sym typeface="+mn-lt"/>
                </a:rPr>
                <a:t>OS</a:t>
              </a:r>
            </a:p>
          </p:txBody>
        </p:sp>
      </p:grpSp>
      <p:sp>
        <p:nvSpPr>
          <p:cNvPr id="40" name="文本框 39">
            <a:extLst>
              <a:ext uri="{FF2B5EF4-FFF2-40B4-BE49-F238E27FC236}">
                <a16:creationId xmlns:a16="http://schemas.microsoft.com/office/drawing/2014/main" id="{C5F22029-32E9-4486-BE81-6248CB5EB841}"/>
              </a:ext>
            </a:extLst>
          </p:cNvPr>
          <p:cNvSpPr txBox="1"/>
          <p:nvPr/>
        </p:nvSpPr>
        <p:spPr>
          <a:xfrm>
            <a:off x="6342331" y="1598330"/>
            <a:ext cx="2760162" cy="4253087"/>
          </a:xfrm>
          <a:prstGeom prst="rect">
            <a:avLst/>
          </a:prstGeom>
          <a:solidFill>
            <a:srgbClr val="FFFFFF"/>
          </a:solidFill>
          <a:ln>
            <a:solidFill>
              <a:srgbClr val="4D4D4D"/>
            </a:solidFill>
          </a:ln>
        </p:spPr>
        <p:txBody>
          <a:bodyPr wrap="square" rtlCol="0">
            <a:spAutoFit/>
          </a:bodyPr>
          <a:lstStyle/>
          <a:p>
            <a:pPr marL="342900" indent="-342900" algn="just" defTabSz="913838">
              <a:lnSpc>
                <a:spcPct val="150000"/>
              </a:lnSpc>
              <a:buFont typeface="+mj-lt"/>
              <a:buAutoNum type="arabicPeriod"/>
            </a:pPr>
            <a:r>
              <a:rPr lang="zh-CN" altLang="en-US" sz="1400" b="1" dirty="0">
                <a:cs typeface="+mn-ea"/>
                <a:sym typeface="+mn-lt"/>
              </a:rPr>
              <a:t>自动并行：</a:t>
            </a:r>
            <a:r>
              <a:rPr lang="zh-CN" altLang="en-US" sz="1400" dirty="0">
                <a:solidFill>
                  <a:srgbClr val="4D4D4D"/>
                </a:solidFill>
                <a:cs typeface="+mn-ea"/>
                <a:sym typeface="+mn-lt"/>
              </a:rPr>
              <a:t>整图切分，感知集群拓扑，实现通信开销最小，融合数据并行与模型并行；</a:t>
            </a:r>
            <a:endParaRPr lang="en-US" altLang="zh-CN" sz="1400" dirty="0">
              <a:solidFill>
                <a:srgbClr val="1D1D1A"/>
              </a:solidFill>
              <a:cs typeface="+mn-ea"/>
              <a:sym typeface="+mn-lt"/>
            </a:endParaRPr>
          </a:p>
          <a:p>
            <a:pPr marL="342900" indent="-342900" algn="just" defTabSz="913838">
              <a:lnSpc>
                <a:spcPct val="150000"/>
              </a:lnSpc>
              <a:buFont typeface="+mj-lt"/>
              <a:buAutoNum type="arabicPeriod"/>
            </a:pPr>
            <a:r>
              <a:rPr lang="zh-CN" altLang="en-US" sz="1400" b="1" dirty="0">
                <a:cs typeface="+mn-ea"/>
                <a:sym typeface="+mn-lt"/>
              </a:rPr>
              <a:t>二阶优化：</a:t>
            </a:r>
            <a:r>
              <a:rPr lang="zh-CN" altLang="en-US" sz="1400" dirty="0">
                <a:solidFill>
                  <a:srgbClr val="4D4D4D"/>
                </a:solidFill>
                <a:cs typeface="+mn-ea"/>
                <a:sym typeface="+mn-lt"/>
              </a:rPr>
              <a:t>利用二阶计算修正梯度更新方向，找到训练梯度最优下降路径，从而加速训练收敛过程；</a:t>
            </a:r>
            <a:endParaRPr lang="en-US" altLang="zh-CN" sz="1400" dirty="0">
              <a:solidFill>
                <a:srgbClr val="4D4D4D"/>
              </a:solidFill>
              <a:cs typeface="+mn-ea"/>
              <a:sym typeface="+mn-lt"/>
            </a:endParaRPr>
          </a:p>
          <a:p>
            <a:pPr marL="342900" indent="-342900" algn="just" defTabSz="913838">
              <a:lnSpc>
                <a:spcPct val="150000"/>
              </a:lnSpc>
              <a:buFont typeface="+mj-lt"/>
              <a:buAutoNum type="arabicPeriod"/>
            </a:pPr>
            <a:r>
              <a:rPr lang="zh-CN" altLang="en-US" sz="1400" b="1" dirty="0">
                <a:cs typeface="+mn-ea"/>
                <a:sym typeface="+mn-lt"/>
              </a:rPr>
              <a:t>动静态图结合：</a:t>
            </a:r>
            <a:r>
              <a:rPr lang="zh-CN" altLang="en-US" sz="1400" dirty="0">
                <a:solidFill>
                  <a:srgbClr val="4D4D4D"/>
                </a:solidFill>
                <a:cs typeface="+mn-ea"/>
                <a:sym typeface="+mn-lt"/>
              </a:rPr>
              <a:t>统一自动微分引擎支持动静态图，一行代码完成模式切换，兼顾模型开发和执行效率；</a:t>
            </a:r>
            <a:endParaRPr lang="en-US" altLang="zh-CN" sz="1400" dirty="0">
              <a:solidFill>
                <a:prstClr val="black"/>
              </a:solidFill>
              <a:cs typeface="+mn-ea"/>
              <a:sym typeface="+mn-lt"/>
            </a:endParaRPr>
          </a:p>
          <a:p>
            <a:pPr marL="342900" indent="-342900" algn="just" defTabSz="913838">
              <a:lnSpc>
                <a:spcPct val="150000"/>
              </a:lnSpc>
              <a:buFont typeface="+mj-lt"/>
              <a:buAutoNum type="arabicPeriod"/>
            </a:pPr>
            <a:r>
              <a:rPr lang="en-US" altLang="zh-CN" sz="1400" b="1" dirty="0">
                <a:cs typeface="+mn-ea"/>
                <a:sym typeface="+mn-lt"/>
              </a:rPr>
              <a:t>AI+</a:t>
            </a:r>
            <a:r>
              <a:rPr lang="zh-CN" altLang="en-US" sz="1400" b="1" dirty="0">
                <a:cs typeface="+mn-ea"/>
                <a:sym typeface="+mn-lt"/>
              </a:rPr>
              <a:t>科学计算，场景应用创新，拓展</a:t>
            </a:r>
            <a:r>
              <a:rPr lang="en-US" altLang="zh-CN" sz="1400" b="1" dirty="0" err="1">
                <a:cs typeface="+mn-ea"/>
                <a:sym typeface="+mn-lt"/>
              </a:rPr>
              <a:t>MindSpore</a:t>
            </a:r>
            <a:r>
              <a:rPr lang="zh-CN" altLang="en-US" sz="1400" b="1" dirty="0">
                <a:cs typeface="+mn-ea"/>
                <a:sym typeface="+mn-lt"/>
              </a:rPr>
              <a:t>的边界</a:t>
            </a:r>
          </a:p>
        </p:txBody>
      </p:sp>
    </p:spTree>
    <p:extLst>
      <p:ext uri="{BB962C8B-B14F-4D97-AF65-F5344CB8AC3E}">
        <p14:creationId xmlns:p14="http://schemas.microsoft.com/office/powerpoint/2010/main" val="360554896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ea typeface="ＭＳ Ｐゴシック" panose="020B0600070205080204" pitchFamily="34" charset="-128"/>
              </a:rPr>
              <a:t>Recall: </a:t>
            </a:r>
            <a:r>
              <a:rPr lang="zh-CN" altLang="en-US" dirty="0">
                <a:ea typeface="ＭＳ Ｐゴシック" panose="020B0600070205080204" pitchFamily="34" charset="-128"/>
              </a:rPr>
              <a:t>关键技术</a:t>
            </a:r>
            <a:r>
              <a:rPr lang="en-US" altLang="zh-CN" dirty="0">
                <a:ea typeface="ＭＳ Ｐゴシック" panose="020B0600070205080204" pitchFamily="34" charset="-128"/>
              </a:rPr>
              <a:t>4</a:t>
            </a:r>
            <a:r>
              <a:rPr lang="zh-CN" altLang="en-US" dirty="0">
                <a:ea typeface="ＭＳ Ｐゴシック" panose="020B0600070205080204" pitchFamily="34" charset="-128"/>
              </a:rPr>
              <a:t>：</a:t>
            </a:r>
            <a:r>
              <a:rPr lang="en-US" altLang="zh-CN" dirty="0">
                <a:ea typeface="ＭＳ Ｐゴシック" panose="020B0600070205080204" pitchFamily="34" charset="-128"/>
              </a:rPr>
              <a:t>AI+</a:t>
            </a:r>
            <a:r>
              <a:rPr lang="zh-CN" altLang="en-US" dirty="0">
                <a:ea typeface="ＭＳ Ｐゴシック" panose="020B0600070205080204" pitchFamily="34" charset="-128"/>
              </a:rPr>
              <a:t>科学计算</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a:t>
            </a:fld>
            <a:endParaRPr lang="en-US" altLang="en-US" sz="1600">
              <a:solidFill>
                <a:srgbClr val="000000"/>
              </a:solidFill>
              <a:latin typeface="Garamond" panose="02020404030301010803" pitchFamily="18" charset="0"/>
            </a:endParaRPr>
          </a:p>
        </p:txBody>
      </p:sp>
      <p:sp>
        <p:nvSpPr>
          <p:cNvPr id="27" name="矩形 26">
            <a:extLst>
              <a:ext uri="{FF2B5EF4-FFF2-40B4-BE49-F238E27FC236}">
                <a16:creationId xmlns:a16="http://schemas.microsoft.com/office/drawing/2014/main" id="{EB9BFCDE-6D51-47AB-8054-8DDFC6553716}"/>
              </a:ext>
            </a:extLst>
          </p:cNvPr>
          <p:cNvSpPr/>
          <p:nvPr/>
        </p:nvSpPr>
        <p:spPr>
          <a:xfrm>
            <a:off x="304800" y="919664"/>
            <a:ext cx="1861407" cy="496290"/>
          </a:xfrm>
          <a:prstGeom prst="rect">
            <a:avLst/>
          </a:prstGeom>
        </p:spPr>
        <p:txBody>
          <a:bodyPr wrap="none">
            <a:spAutoFit/>
          </a:bodyPr>
          <a:lstStyle/>
          <a:p>
            <a:pPr defTabSz="913838">
              <a:lnSpc>
                <a:spcPct val="150000"/>
              </a:lnSpc>
            </a:pPr>
            <a:r>
              <a:rPr lang="zh-CN" altLang="en-US" sz="2000" b="1" dirty="0">
                <a:solidFill>
                  <a:srgbClr val="C00000"/>
                </a:solidFill>
                <a:cs typeface="+mn-ea"/>
                <a:sym typeface="+mn-lt"/>
              </a:rPr>
              <a:t>科学计算近况：</a:t>
            </a:r>
            <a:endParaRPr lang="en-US" altLang="zh-CN" sz="2000" b="1" dirty="0">
              <a:solidFill>
                <a:srgbClr val="C00000"/>
              </a:solidFill>
              <a:cs typeface="+mn-ea"/>
              <a:sym typeface="+mn-lt"/>
            </a:endParaRPr>
          </a:p>
        </p:txBody>
      </p:sp>
      <p:sp>
        <p:nvSpPr>
          <p:cNvPr id="28" name="文本框 27">
            <a:extLst>
              <a:ext uri="{FF2B5EF4-FFF2-40B4-BE49-F238E27FC236}">
                <a16:creationId xmlns:a16="http://schemas.microsoft.com/office/drawing/2014/main" id="{392F1A82-0BB0-443A-9849-A69E7207AE82}"/>
              </a:ext>
            </a:extLst>
          </p:cNvPr>
          <p:cNvSpPr txBox="1"/>
          <p:nvPr/>
        </p:nvSpPr>
        <p:spPr>
          <a:xfrm>
            <a:off x="457200" y="1328319"/>
            <a:ext cx="7181850" cy="871392"/>
          </a:xfrm>
          <a:prstGeom prst="rect">
            <a:avLst/>
          </a:prstGeom>
          <a:noFill/>
        </p:spPr>
        <p:txBody>
          <a:bodyPr wrap="square" rtlCol="0" anchor="ctr">
            <a:spAutoFit/>
          </a:bodyPr>
          <a:lstStyle/>
          <a:p>
            <a:pPr marL="172800" indent="-172800" defTabSz="457200">
              <a:lnSpc>
                <a:spcPct val="150000"/>
              </a:lnSpc>
              <a:spcAft>
                <a:spcPts val="600"/>
              </a:spcAft>
              <a:buFont typeface="Arial" panose="020B0604020202020204" pitchFamily="34" charset="0"/>
              <a:buChar char="•"/>
            </a:pPr>
            <a:r>
              <a:rPr lang="zh-CN" altLang="en-US" dirty="0">
                <a:solidFill>
                  <a:srgbClr val="4D4D4D"/>
                </a:solidFill>
                <a:cs typeface="+mn-ea"/>
                <a:sym typeface="+mn-lt"/>
              </a:rPr>
              <a:t>科学计算核心问题是微分方程求解，算力消耗巨大，大规模求解器垄断历年戈登贝尔奖，近年来结合</a:t>
            </a:r>
            <a:r>
              <a:rPr lang="en-US" altLang="zh-CN" dirty="0">
                <a:solidFill>
                  <a:srgbClr val="4D4D4D"/>
                </a:solidFill>
                <a:cs typeface="+mn-ea"/>
                <a:sym typeface="+mn-lt"/>
              </a:rPr>
              <a:t>AI</a:t>
            </a:r>
            <a:r>
              <a:rPr lang="zh-CN" altLang="en-US" dirty="0">
                <a:solidFill>
                  <a:srgbClr val="4D4D4D"/>
                </a:solidFill>
                <a:cs typeface="+mn-ea"/>
                <a:sym typeface="+mn-lt"/>
              </a:rPr>
              <a:t>方法成为趋势。</a:t>
            </a:r>
            <a:endParaRPr lang="en-US" altLang="zh-CN" b="1" dirty="0">
              <a:solidFill>
                <a:srgbClr val="1D1D1A"/>
              </a:solidFill>
              <a:cs typeface="+mn-ea"/>
              <a:sym typeface="+mn-lt"/>
            </a:endParaRPr>
          </a:p>
        </p:txBody>
      </p:sp>
      <p:sp>
        <p:nvSpPr>
          <p:cNvPr id="29" name="文本框 28">
            <a:extLst>
              <a:ext uri="{FF2B5EF4-FFF2-40B4-BE49-F238E27FC236}">
                <a16:creationId xmlns:a16="http://schemas.microsoft.com/office/drawing/2014/main" id="{C52DB90E-127A-4FE4-9916-C5AAD95C02A1}"/>
              </a:ext>
            </a:extLst>
          </p:cNvPr>
          <p:cNvSpPr txBox="1"/>
          <p:nvPr/>
        </p:nvSpPr>
        <p:spPr>
          <a:xfrm>
            <a:off x="146426" y="4577679"/>
            <a:ext cx="8839200" cy="1937325"/>
          </a:xfrm>
          <a:prstGeom prst="rect">
            <a:avLst/>
          </a:prstGeom>
          <a:noFill/>
        </p:spPr>
        <p:txBody>
          <a:bodyPr wrap="square" rtlCol="0">
            <a:spAutoFit/>
          </a:bodyPr>
          <a:lstStyle/>
          <a:p>
            <a:pPr defTabSz="913838">
              <a:lnSpc>
                <a:spcPct val="150000"/>
              </a:lnSpc>
            </a:pPr>
            <a:r>
              <a:rPr lang="zh-CN" altLang="en-US" b="1" dirty="0">
                <a:solidFill>
                  <a:srgbClr val="C00000"/>
                </a:solidFill>
                <a:cs typeface="+mn-ea"/>
                <a:sym typeface="+mn-lt"/>
              </a:rPr>
              <a:t>业界</a:t>
            </a:r>
            <a:r>
              <a:rPr lang="en-US" altLang="zh-CN" b="1" dirty="0">
                <a:solidFill>
                  <a:srgbClr val="C00000"/>
                </a:solidFill>
                <a:cs typeface="+mn-ea"/>
                <a:sym typeface="+mn-lt"/>
              </a:rPr>
              <a:t>AI+</a:t>
            </a:r>
            <a:r>
              <a:rPr lang="zh-CN" altLang="en-US" b="1" dirty="0">
                <a:solidFill>
                  <a:srgbClr val="C00000"/>
                </a:solidFill>
                <a:cs typeface="+mn-ea"/>
                <a:sym typeface="+mn-lt"/>
              </a:rPr>
              <a:t>科学计算现状：</a:t>
            </a:r>
            <a:endParaRPr lang="en-US" altLang="zh-CN" b="1" dirty="0">
              <a:solidFill>
                <a:srgbClr val="C00000"/>
              </a:solidFill>
              <a:cs typeface="+mn-ea"/>
              <a:sym typeface="+mn-lt"/>
            </a:endParaRPr>
          </a:p>
          <a:p>
            <a:pPr marL="171330" indent="-171330" defTabSz="914126">
              <a:lnSpc>
                <a:spcPct val="150000"/>
              </a:lnSpc>
              <a:buFont typeface="Arial" panose="020B0604020202020204" pitchFamily="34" charset="0"/>
              <a:buChar char="•"/>
            </a:pPr>
            <a:r>
              <a:rPr lang="en-US" altLang="zh-CN" sz="1600" b="1" dirty="0">
                <a:solidFill>
                  <a:srgbClr val="4D4D4D"/>
                </a:solidFill>
                <a:cs typeface="+mn-ea"/>
                <a:sym typeface="+mn-lt"/>
              </a:rPr>
              <a:t>TF</a:t>
            </a:r>
            <a:r>
              <a:rPr lang="zh-CN" altLang="en-US" sz="1600" b="1" dirty="0">
                <a:solidFill>
                  <a:srgbClr val="4D4D4D"/>
                </a:solidFill>
                <a:cs typeface="+mn-ea"/>
                <a:sym typeface="+mn-lt"/>
              </a:rPr>
              <a:t>：</a:t>
            </a:r>
            <a:r>
              <a:rPr lang="zh-CN" altLang="en-US" sz="1600" dirty="0">
                <a:solidFill>
                  <a:srgbClr val="4D4D4D"/>
                </a:solidFill>
                <a:cs typeface="+mn-ea"/>
                <a:sym typeface="+mn-lt"/>
              </a:rPr>
              <a:t>众筹方式构建</a:t>
            </a:r>
            <a:r>
              <a:rPr lang="en-US" altLang="zh-CN" sz="1600" dirty="0">
                <a:solidFill>
                  <a:srgbClr val="4D4D4D"/>
                </a:solidFill>
                <a:cs typeface="+mn-ea"/>
                <a:sym typeface="+mn-lt"/>
              </a:rPr>
              <a:t>AI</a:t>
            </a:r>
            <a:r>
              <a:rPr lang="zh-CN" altLang="en-US" sz="1600" dirty="0">
                <a:solidFill>
                  <a:srgbClr val="4D4D4D"/>
                </a:solidFill>
                <a:cs typeface="+mn-ea"/>
                <a:sym typeface="+mn-lt"/>
              </a:rPr>
              <a:t>求解模型，典型应用领域取得突破；面向</a:t>
            </a:r>
            <a:r>
              <a:rPr lang="en-US" altLang="zh-CN" sz="1600" dirty="0">
                <a:solidFill>
                  <a:srgbClr val="4D4D4D"/>
                </a:solidFill>
                <a:cs typeface="+mn-ea"/>
                <a:sym typeface="+mn-lt"/>
              </a:rPr>
              <a:t>DNN</a:t>
            </a:r>
            <a:r>
              <a:rPr lang="zh-CN" altLang="en-US" sz="1600" dirty="0">
                <a:solidFill>
                  <a:srgbClr val="4D4D4D"/>
                </a:solidFill>
                <a:cs typeface="+mn-ea"/>
                <a:sym typeface="+mn-lt"/>
              </a:rPr>
              <a:t>设计的自动微分，计算高阶微分时效率低下；</a:t>
            </a:r>
            <a:endParaRPr lang="en-US" altLang="zh-CN" sz="1600" dirty="0">
              <a:solidFill>
                <a:srgbClr val="4D4D4D"/>
              </a:solidFill>
              <a:cs typeface="+mn-ea"/>
              <a:sym typeface="+mn-lt"/>
            </a:endParaRPr>
          </a:p>
          <a:p>
            <a:pPr marL="171330" indent="-171330" defTabSz="914126">
              <a:lnSpc>
                <a:spcPct val="150000"/>
              </a:lnSpc>
              <a:buFont typeface="Arial" panose="020B0604020202020204" pitchFamily="34" charset="0"/>
              <a:buChar char="•"/>
            </a:pPr>
            <a:r>
              <a:rPr lang="en-US" altLang="zh-CN" sz="1600" b="1" dirty="0" err="1">
                <a:solidFill>
                  <a:srgbClr val="4D4D4D"/>
                </a:solidFill>
                <a:cs typeface="+mn-ea"/>
                <a:sym typeface="+mn-lt"/>
              </a:rPr>
              <a:t>Nvidia</a:t>
            </a:r>
            <a:r>
              <a:rPr lang="zh-CN" altLang="en-US" sz="1600" b="1" dirty="0">
                <a:solidFill>
                  <a:srgbClr val="4D4D4D"/>
                </a:solidFill>
                <a:cs typeface="+mn-ea"/>
                <a:sym typeface="+mn-lt"/>
              </a:rPr>
              <a:t>：</a:t>
            </a:r>
            <a:r>
              <a:rPr lang="zh-CN" altLang="en-US" sz="1600" dirty="0">
                <a:solidFill>
                  <a:srgbClr val="4D4D4D"/>
                </a:solidFill>
                <a:cs typeface="+mn-ea"/>
                <a:sym typeface="+mn-lt"/>
              </a:rPr>
              <a:t>支持高精度计算；构筑</a:t>
            </a:r>
            <a:r>
              <a:rPr lang="en-US" altLang="zh-CN" sz="1600" dirty="0" err="1">
                <a:solidFill>
                  <a:srgbClr val="4D4D4D"/>
                </a:solidFill>
                <a:cs typeface="+mn-ea"/>
                <a:sym typeface="+mn-lt"/>
              </a:rPr>
              <a:t>cuBLAS</a:t>
            </a:r>
            <a:r>
              <a:rPr lang="zh-CN" altLang="en-US" sz="1600" dirty="0">
                <a:solidFill>
                  <a:srgbClr val="4D4D4D"/>
                </a:solidFill>
                <a:cs typeface="+mn-ea"/>
                <a:sym typeface="+mn-lt"/>
              </a:rPr>
              <a:t>、</a:t>
            </a:r>
            <a:r>
              <a:rPr lang="en-US" altLang="zh-CN" sz="1600" dirty="0" err="1">
                <a:solidFill>
                  <a:srgbClr val="4D4D4D"/>
                </a:solidFill>
                <a:cs typeface="+mn-ea"/>
                <a:sym typeface="+mn-lt"/>
              </a:rPr>
              <a:t>cuFFT</a:t>
            </a:r>
            <a:r>
              <a:rPr lang="zh-CN" altLang="en-US" sz="1600" dirty="0">
                <a:solidFill>
                  <a:srgbClr val="4D4D4D"/>
                </a:solidFill>
                <a:cs typeface="+mn-ea"/>
                <a:sym typeface="+mn-lt"/>
              </a:rPr>
              <a:t>等基础数学库；上层框架依赖</a:t>
            </a:r>
            <a:r>
              <a:rPr lang="en-US" altLang="zh-CN" sz="1600" dirty="0" err="1">
                <a:solidFill>
                  <a:srgbClr val="4D4D4D"/>
                </a:solidFill>
                <a:cs typeface="+mn-ea"/>
                <a:sym typeface="+mn-lt"/>
              </a:rPr>
              <a:t>TensorFlow</a:t>
            </a:r>
            <a:r>
              <a:rPr lang="zh-CN" altLang="en-US" sz="1600" dirty="0">
                <a:solidFill>
                  <a:srgbClr val="4D4D4D"/>
                </a:solidFill>
                <a:cs typeface="+mn-ea"/>
                <a:sym typeface="+mn-lt"/>
              </a:rPr>
              <a:t>，继承</a:t>
            </a:r>
            <a:r>
              <a:rPr lang="en-US" altLang="zh-CN" sz="1600" dirty="0">
                <a:solidFill>
                  <a:srgbClr val="4D4D4D"/>
                </a:solidFill>
                <a:cs typeface="+mn-ea"/>
                <a:sym typeface="+mn-lt"/>
              </a:rPr>
              <a:t>TF</a:t>
            </a:r>
            <a:r>
              <a:rPr lang="zh-CN" altLang="en-US" sz="1600" dirty="0">
                <a:solidFill>
                  <a:srgbClr val="4D4D4D"/>
                </a:solidFill>
                <a:cs typeface="+mn-ea"/>
                <a:sym typeface="+mn-lt"/>
              </a:rPr>
              <a:t>缺点</a:t>
            </a:r>
            <a:endParaRPr lang="en-US" altLang="zh-CN" sz="1600" dirty="0">
              <a:solidFill>
                <a:srgbClr val="4D4D4D"/>
              </a:solidFill>
              <a:cs typeface="+mn-ea"/>
              <a:sym typeface="+mn-lt"/>
            </a:endParaRPr>
          </a:p>
        </p:txBody>
      </p:sp>
      <p:sp>
        <p:nvSpPr>
          <p:cNvPr id="33" name="圆角矩形 54">
            <a:extLst>
              <a:ext uri="{FF2B5EF4-FFF2-40B4-BE49-F238E27FC236}">
                <a16:creationId xmlns:a16="http://schemas.microsoft.com/office/drawing/2014/main" id="{EB311ED1-86AF-4E6A-AE2E-E9A46A4ADDE2}"/>
              </a:ext>
            </a:extLst>
          </p:cNvPr>
          <p:cNvSpPr/>
          <p:nvPr/>
        </p:nvSpPr>
        <p:spPr bwMode="auto">
          <a:xfrm>
            <a:off x="2064155" y="3657600"/>
            <a:ext cx="5435969" cy="658634"/>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defTabSz="913838">
              <a:buFont typeface="Arial" panose="020B0604020202020204" pitchFamily="34" charset="0"/>
              <a:buChar char="•"/>
            </a:pPr>
            <a:endParaRPr lang="zh-CN" altLang="en-US" sz="1100" kern="0" dirty="0">
              <a:solidFill>
                <a:schemeClr val="tx1"/>
              </a:solidFill>
              <a:cs typeface="+mn-ea"/>
              <a:sym typeface="+mn-lt"/>
            </a:endParaRPr>
          </a:p>
        </p:txBody>
      </p:sp>
      <p:cxnSp>
        <p:nvCxnSpPr>
          <p:cNvPr id="34" name="直接箭头连接符 33">
            <a:extLst>
              <a:ext uri="{FF2B5EF4-FFF2-40B4-BE49-F238E27FC236}">
                <a16:creationId xmlns:a16="http://schemas.microsoft.com/office/drawing/2014/main" id="{F7723ACB-E5CC-41A2-9873-F440865B7FE4}"/>
              </a:ext>
            </a:extLst>
          </p:cNvPr>
          <p:cNvCxnSpPr/>
          <p:nvPr/>
        </p:nvCxnSpPr>
        <p:spPr bwMode="auto">
          <a:xfrm flipH="1">
            <a:off x="4566026" y="3262033"/>
            <a:ext cx="5974" cy="396358"/>
          </a:xfrm>
          <a:prstGeom prst="straightConnector1">
            <a:avLst/>
          </a:prstGeom>
          <a:noFill/>
          <a:ln>
            <a:solidFill>
              <a:sysClr val="windowText" lastClr="000000"/>
            </a:solidFill>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矩形 34">
            <a:extLst>
              <a:ext uri="{FF2B5EF4-FFF2-40B4-BE49-F238E27FC236}">
                <a16:creationId xmlns:a16="http://schemas.microsoft.com/office/drawing/2014/main" id="{5937CEB8-63A6-4C3B-B8DC-747D9FC8C58E}"/>
              </a:ext>
            </a:extLst>
          </p:cNvPr>
          <p:cNvSpPr/>
          <p:nvPr/>
        </p:nvSpPr>
        <p:spPr>
          <a:xfrm>
            <a:off x="3197647" y="3915391"/>
            <a:ext cx="3218829" cy="637652"/>
          </a:xfrm>
          <a:prstGeom prst="rect">
            <a:avLst/>
          </a:prstGeom>
          <a:noFill/>
          <a:ln w="12700" cap="flat" cmpd="sng" algn="ctr">
            <a:noFill/>
            <a:prstDash val="solid"/>
            <a:miter lim="800000"/>
          </a:ln>
          <a:effectLst/>
        </p:spPr>
        <p:txBody>
          <a:bodyPr rtlCol="0" anchor="ctr"/>
          <a:lstStyle/>
          <a:p>
            <a:pPr marL="171450" indent="-171450" defTabSz="913838">
              <a:lnSpc>
                <a:spcPct val="150000"/>
              </a:lnSpc>
              <a:buFont typeface="Arial" panose="020B0604020202020204" pitchFamily="34" charset="0"/>
              <a:buChar char="•"/>
              <a:defRPr/>
            </a:pPr>
            <a:r>
              <a:rPr lang="zh-CN" altLang="en-US" sz="1400" kern="0" dirty="0">
                <a:solidFill>
                  <a:srgbClr val="666666"/>
                </a:solidFill>
                <a:cs typeface="+mn-ea"/>
                <a:sym typeface="+mn-lt"/>
              </a:rPr>
              <a:t>非线性拟合，无需解高维方程</a:t>
            </a:r>
            <a:endParaRPr lang="en-US" altLang="zh-CN" sz="1400" kern="0" dirty="0">
              <a:solidFill>
                <a:srgbClr val="666666"/>
              </a:solidFill>
              <a:cs typeface="+mn-ea"/>
              <a:sym typeface="+mn-lt"/>
            </a:endParaRPr>
          </a:p>
          <a:p>
            <a:pPr marL="171450" indent="-171450" defTabSz="913838">
              <a:lnSpc>
                <a:spcPct val="150000"/>
              </a:lnSpc>
              <a:buFont typeface="Arial" panose="020B0604020202020204" pitchFamily="34" charset="0"/>
              <a:buChar char="•"/>
              <a:defRPr/>
            </a:pPr>
            <a:r>
              <a:rPr lang="zh-CN" altLang="en-US" sz="1400" kern="0" dirty="0">
                <a:solidFill>
                  <a:srgbClr val="666666"/>
                </a:solidFill>
                <a:cs typeface="+mn-ea"/>
                <a:sym typeface="+mn-lt"/>
              </a:rPr>
              <a:t>神经网络模拟，不需要处理边界条件</a:t>
            </a:r>
          </a:p>
        </p:txBody>
      </p:sp>
      <p:sp>
        <p:nvSpPr>
          <p:cNvPr id="36" name="圆角矩形 32">
            <a:extLst>
              <a:ext uri="{FF2B5EF4-FFF2-40B4-BE49-F238E27FC236}">
                <a16:creationId xmlns:a16="http://schemas.microsoft.com/office/drawing/2014/main" id="{2FF7A8AF-DCF3-47FD-9674-4306DE74499E}"/>
              </a:ext>
            </a:extLst>
          </p:cNvPr>
          <p:cNvSpPr/>
          <p:nvPr/>
        </p:nvSpPr>
        <p:spPr bwMode="auto">
          <a:xfrm>
            <a:off x="3223047" y="3696195"/>
            <a:ext cx="2904677" cy="243749"/>
          </a:xfrm>
          <a:prstGeom prst="roundRect">
            <a:avLst/>
          </a:prstGeom>
          <a:solidFill>
            <a:srgbClr val="00B0F0"/>
          </a:solidFill>
          <a:ln>
            <a:solidFill>
              <a:schemeClr val="bg1">
                <a:lumMod val="20000"/>
                <a:lumOff val="80000"/>
              </a:schemeClr>
            </a:solidFill>
          </a:ln>
          <a:effectLst/>
        </p:spPr>
        <p:txBody>
          <a:bodyPr vert="horz" wrap="square" lIns="91371" tIns="45685" rIns="91371" bIns="45685" numCol="1" rtlCol="0" anchor="ctr" anchorCtr="0" compatLnSpc="1">
            <a:prstTxWarp prst="textNoShape">
              <a:avLst/>
            </a:prstTxWarp>
          </a:bodyPr>
          <a:lstStyle/>
          <a:p>
            <a:pPr algn="ctr" defTabSz="914126">
              <a:defRPr/>
            </a:pPr>
            <a:r>
              <a:rPr lang="en-US" altLang="zh-CN" sz="1600" b="1" kern="0" dirty="0">
                <a:solidFill>
                  <a:srgbClr val="FFFFFF"/>
                </a:solidFill>
                <a:cs typeface="+mn-ea"/>
                <a:sym typeface="+mn-lt"/>
              </a:rPr>
              <a:t>AI</a:t>
            </a:r>
            <a:r>
              <a:rPr lang="zh-CN" altLang="en-US" sz="1600" b="1" kern="0" dirty="0">
                <a:solidFill>
                  <a:srgbClr val="FFFFFF"/>
                </a:solidFill>
                <a:cs typeface="+mn-ea"/>
                <a:sym typeface="+mn-lt"/>
              </a:rPr>
              <a:t>方法求解</a:t>
            </a:r>
          </a:p>
        </p:txBody>
      </p:sp>
      <p:sp>
        <p:nvSpPr>
          <p:cNvPr id="38" name="矩形 37">
            <a:extLst>
              <a:ext uri="{FF2B5EF4-FFF2-40B4-BE49-F238E27FC236}">
                <a16:creationId xmlns:a16="http://schemas.microsoft.com/office/drawing/2014/main" id="{3250F967-2735-46F4-8C4B-FD0EDA818C52}"/>
              </a:ext>
            </a:extLst>
          </p:cNvPr>
          <p:cNvSpPr/>
          <p:nvPr/>
        </p:nvSpPr>
        <p:spPr>
          <a:xfrm>
            <a:off x="3197647" y="2527987"/>
            <a:ext cx="3072524" cy="637652"/>
          </a:xfrm>
          <a:prstGeom prst="rect">
            <a:avLst/>
          </a:prstGeom>
          <a:noFill/>
          <a:ln w="12700" cap="flat" cmpd="sng" algn="ctr">
            <a:noFill/>
            <a:prstDash val="solid"/>
            <a:miter lim="800000"/>
          </a:ln>
          <a:effectLst/>
        </p:spPr>
        <p:txBody>
          <a:bodyPr rtlCol="0" anchor="ctr"/>
          <a:lstStyle/>
          <a:p>
            <a:pPr marL="171450" indent="-171450" defTabSz="913838">
              <a:buFont typeface="Arial" panose="020B0604020202020204" pitchFamily="34" charset="0"/>
              <a:buChar char="•"/>
              <a:defRPr/>
            </a:pPr>
            <a:r>
              <a:rPr lang="zh-CN" altLang="en-US" sz="1400" kern="0" dirty="0">
                <a:solidFill>
                  <a:srgbClr val="666666"/>
                </a:solidFill>
                <a:cs typeface="+mn-ea"/>
                <a:sym typeface="+mn-lt"/>
              </a:rPr>
              <a:t>高维微分方程求解，计算量大</a:t>
            </a:r>
          </a:p>
          <a:p>
            <a:pPr marL="171450" indent="-171450" defTabSz="913838">
              <a:lnSpc>
                <a:spcPct val="150000"/>
              </a:lnSpc>
              <a:buFont typeface="Arial" panose="020B0604020202020204" pitchFamily="34" charset="0"/>
              <a:buChar char="•"/>
              <a:defRPr/>
            </a:pPr>
            <a:r>
              <a:rPr lang="zh-CN" altLang="en-US" sz="1400" kern="0" dirty="0">
                <a:solidFill>
                  <a:srgbClr val="666666"/>
                </a:solidFill>
                <a:cs typeface="+mn-ea"/>
                <a:sym typeface="+mn-lt"/>
              </a:rPr>
              <a:t>边界条件复杂，求解不稳定</a:t>
            </a:r>
          </a:p>
        </p:txBody>
      </p:sp>
      <p:sp>
        <p:nvSpPr>
          <p:cNvPr id="39" name="圆角矩形 20">
            <a:extLst>
              <a:ext uri="{FF2B5EF4-FFF2-40B4-BE49-F238E27FC236}">
                <a16:creationId xmlns:a16="http://schemas.microsoft.com/office/drawing/2014/main" id="{7306762F-69D4-4ABE-89E2-E8FD8272FD08}"/>
              </a:ext>
            </a:extLst>
          </p:cNvPr>
          <p:cNvSpPr/>
          <p:nvPr/>
        </p:nvSpPr>
        <p:spPr bwMode="auto">
          <a:xfrm>
            <a:off x="3219872" y="2286000"/>
            <a:ext cx="2904677" cy="241987"/>
          </a:xfrm>
          <a:prstGeom prst="roundRect">
            <a:avLst/>
          </a:prstGeom>
          <a:solidFill>
            <a:srgbClr val="C00000"/>
          </a:solidFill>
          <a:ln>
            <a:solidFill>
              <a:schemeClr val="bg1">
                <a:lumMod val="20000"/>
                <a:lumOff val="80000"/>
              </a:schemeClr>
            </a:solidFill>
          </a:ln>
          <a:effectLst/>
        </p:spPr>
        <p:txBody>
          <a:bodyPr vert="horz" wrap="square" lIns="91371" tIns="45685" rIns="91371" bIns="45685" numCol="1" rtlCol="0" anchor="ctr" anchorCtr="0" compatLnSpc="1">
            <a:prstTxWarp prst="textNoShape">
              <a:avLst/>
            </a:prstTxWarp>
          </a:bodyPr>
          <a:lstStyle/>
          <a:p>
            <a:pPr algn="ctr" defTabSz="914126">
              <a:defRPr/>
            </a:pPr>
            <a:r>
              <a:rPr lang="zh-CN" altLang="en-US" sz="1600" b="1" kern="0" dirty="0">
                <a:solidFill>
                  <a:srgbClr val="FFFFFF"/>
                </a:solidFill>
                <a:cs typeface="+mn-ea"/>
                <a:sym typeface="+mn-lt"/>
              </a:rPr>
              <a:t>传统数值方法</a:t>
            </a:r>
          </a:p>
        </p:txBody>
      </p:sp>
    </p:spTree>
    <p:extLst>
      <p:ext uri="{BB962C8B-B14F-4D97-AF65-F5344CB8AC3E}">
        <p14:creationId xmlns:p14="http://schemas.microsoft.com/office/powerpoint/2010/main" val="395880695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8656C8A-00E7-4B64-B6CC-E1C1DCBAB57B}"/>
              </a:ext>
            </a:extLst>
          </p:cNvPr>
          <p:cNvSpPr txBox="1"/>
          <p:nvPr/>
        </p:nvSpPr>
        <p:spPr>
          <a:xfrm>
            <a:off x="228600" y="228600"/>
            <a:ext cx="2715167" cy="523220"/>
          </a:xfrm>
          <a:prstGeom prst="rect">
            <a:avLst/>
          </a:prstGeom>
          <a:noFill/>
        </p:spPr>
        <p:txBody>
          <a:bodyPr wrap="none" rtlCol="0">
            <a:spAutoFit/>
          </a:bodyPr>
          <a:lstStyle/>
          <a:p>
            <a:r>
              <a:rPr lang="en-US" altLang="zh-CN" sz="2800" dirty="0"/>
              <a:t>Where Are We?</a:t>
            </a:r>
            <a:endParaRPr lang="zh-CN" altLang="en-US" sz="2800" dirty="0"/>
          </a:p>
        </p:txBody>
      </p:sp>
      <p:pic>
        <p:nvPicPr>
          <p:cNvPr id="388" name="Picture 2">
            <a:extLst>
              <a:ext uri="{FF2B5EF4-FFF2-40B4-BE49-F238E27FC236}">
                <a16:creationId xmlns:a16="http://schemas.microsoft.com/office/drawing/2014/main" id="{1F6C9595-2640-452C-8F29-332B70DB3B1B}"/>
              </a:ext>
            </a:extLst>
          </p:cNvPr>
          <p:cNvPicPr>
            <a:picLocks noChangeAspect="1"/>
          </p:cNvPicPr>
          <p:nvPr/>
        </p:nvPicPr>
        <p:blipFill>
          <a:blip r:embed="rId2"/>
          <a:stretch>
            <a:fillRect/>
          </a:stretch>
        </p:blipFill>
        <p:spPr>
          <a:xfrm>
            <a:off x="-76200" y="1143000"/>
            <a:ext cx="9144000" cy="5237544"/>
          </a:xfrm>
          <a:prstGeom prst="rect">
            <a:avLst/>
          </a:prstGeom>
        </p:spPr>
      </p:pic>
      <p:sp>
        <p:nvSpPr>
          <p:cNvPr id="389" name="Rectangle 36">
            <a:extLst>
              <a:ext uri="{FF2B5EF4-FFF2-40B4-BE49-F238E27FC236}">
                <a16:creationId xmlns:a16="http://schemas.microsoft.com/office/drawing/2014/main" id="{3A283E61-5523-4D37-92A5-039A226F26F7}"/>
              </a:ext>
            </a:extLst>
          </p:cNvPr>
          <p:cNvSpPr/>
          <p:nvPr/>
        </p:nvSpPr>
        <p:spPr>
          <a:xfrm flipV="1">
            <a:off x="7162800" y="1130300"/>
            <a:ext cx="1371600" cy="1066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66951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1FA89F76-FD63-4EBF-B747-62CC1D8051B9}"/>
              </a:ext>
            </a:extLst>
          </p:cNvPr>
          <p:cNvSpPr txBox="1"/>
          <p:nvPr/>
        </p:nvSpPr>
        <p:spPr>
          <a:xfrm>
            <a:off x="5410200" y="3224671"/>
            <a:ext cx="192898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Networking</a:t>
            </a:r>
            <a:endParaRPr lang="en-CN" sz="2400" dirty="0"/>
          </a:p>
        </p:txBody>
      </p:sp>
      <p:sp>
        <p:nvSpPr>
          <p:cNvPr id="8" name="TextBox 4">
            <a:extLst>
              <a:ext uri="{FF2B5EF4-FFF2-40B4-BE49-F238E27FC236}">
                <a16:creationId xmlns:a16="http://schemas.microsoft.com/office/drawing/2014/main" id="{1FDD6F8E-F15A-44F6-B354-59B6C754770A}"/>
              </a:ext>
            </a:extLst>
          </p:cNvPr>
          <p:cNvSpPr txBox="1"/>
          <p:nvPr/>
        </p:nvSpPr>
        <p:spPr>
          <a:xfrm>
            <a:off x="2133600" y="3224671"/>
            <a:ext cx="155180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Storage</a:t>
            </a:r>
            <a:endParaRPr lang="en-CN" sz="2400" dirty="0"/>
          </a:p>
        </p:txBody>
      </p:sp>
      <p:sp>
        <p:nvSpPr>
          <p:cNvPr id="9" name="TextBox 9">
            <a:extLst>
              <a:ext uri="{FF2B5EF4-FFF2-40B4-BE49-F238E27FC236}">
                <a16:creationId xmlns:a16="http://schemas.microsoft.com/office/drawing/2014/main" id="{704E256C-7C0C-4DB1-A84F-D330BCF76DC7}"/>
              </a:ext>
            </a:extLst>
          </p:cNvPr>
          <p:cNvSpPr txBox="1"/>
          <p:nvPr/>
        </p:nvSpPr>
        <p:spPr>
          <a:xfrm>
            <a:off x="3658100" y="2061562"/>
            <a:ext cx="192898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Computing</a:t>
            </a:r>
            <a:endParaRPr lang="en-CN" dirty="0"/>
          </a:p>
        </p:txBody>
      </p:sp>
      <p:sp>
        <p:nvSpPr>
          <p:cNvPr id="2" name="菱形 1">
            <a:extLst>
              <a:ext uri="{FF2B5EF4-FFF2-40B4-BE49-F238E27FC236}">
                <a16:creationId xmlns:a16="http://schemas.microsoft.com/office/drawing/2014/main" id="{3B36B883-A687-4C4D-AB18-C388B2AF1B7A}"/>
              </a:ext>
            </a:extLst>
          </p:cNvPr>
          <p:cNvSpPr/>
          <p:nvPr/>
        </p:nvSpPr>
        <p:spPr bwMode="auto">
          <a:xfrm>
            <a:off x="3261336" y="2620317"/>
            <a:ext cx="1981200" cy="1752600"/>
          </a:xfrm>
          <a:prstGeom prst="diamond">
            <a:avLst/>
          </a:prstGeom>
          <a:solidFill>
            <a:schemeClr val="bg1">
              <a:lumMod val="95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1800" b="1" dirty="0">
                <a:solidFill>
                  <a:schemeClr val="tx1"/>
                </a:solidFill>
                <a:latin typeface="Abadi MT Condensed Light" panose="020B0306030101010103" pitchFamily="34" charset="77"/>
              </a:rPr>
              <a:t>Model</a:t>
            </a:r>
          </a:p>
          <a:p>
            <a:pPr algn="ctr"/>
            <a:r>
              <a:rPr lang="en-CN" altLang="zh-CN" sz="1800" b="1" dirty="0">
                <a:solidFill>
                  <a:schemeClr val="tx1"/>
                </a:solidFill>
                <a:latin typeface="Abadi MT Condensed Light" panose="020B0306030101010103" pitchFamily="34" charset="77"/>
              </a:rPr>
              <a:t>Training</a:t>
            </a:r>
            <a:endParaRPr lang="en-CN" altLang="zh-CN" sz="1400" dirty="0"/>
          </a:p>
        </p:txBody>
      </p:sp>
      <p:sp>
        <p:nvSpPr>
          <p:cNvPr id="10" name="TextBox 9">
            <a:extLst>
              <a:ext uri="{FF2B5EF4-FFF2-40B4-BE49-F238E27FC236}">
                <a16:creationId xmlns:a16="http://schemas.microsoft.com/office/drawing/2014/main" id="{F934BD60-9EFF-4FA8-9F70-BD6B4DE603FE}"/>
              </a:ext>
            </a:extLst>
          </p:cNvPr>
          <p:cNvSpPr txBox="1"/>
          <p:nvPr/>
        </p:nvSpPr>
        <p:spPr>
          <a:xfrm>
            <a:off x="3650166" y="4460402"/>
            <a:ext cx="1592370"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Compiling</a:t>
            </a:r>
            <a:endParaRPr lang="en-CN" dirty="0"/>
          </a:p>
        </p:txBody>
      </p:sp>
      <p:sp>
        <p:nvSpPr>
          <p:cNvPr id="11" name="Title 1">
            <a:extLst>
              <a:ext uri="{FF2B5EF4-FFF2-40B4-BE49-F238E27FC236}">
                <a16:creationId xmlns:a16="http://schemas.microsoft.com/office/drawing/2014/main" id="{45EDF650-8E35-418A-86C8-6178F1B7D135}"/>
              </a:ext>
            </a:extLst>
          </p:cNvPr>
          <p:cNvSpPr>
            <a:spLocks noGrp="1"/>
          </p:cNvSpPr>
          <p:nvPr>
            <p:ph type="title"/>
          </p:nvPr>
        </p:nvSpPr>
        <p:spPr>
          <a:xfrm>
            <a:off x="228600" y="152400"/>
            <a:ext cx="8610600" cy="1066800"/>
          </a:xfrm>
        </p:spPr>
        <p:txBody>
          <a:bodyPr/>
          <a:lstStyle/>
          <a:p>
            <a:r>
              <a:rPr lang="en-US" altLang="zh-CN" spc="-6" dirty="0"/>
              <a:t>AI System: Four Components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49687069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Neural Network Training:  An Example</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10</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35" name="Content Placeholder 2">
            <a:extLst>
              <a:ext uri="{FF2B5EF4-FFF2-40B4-BE49-F238E27FC236}">
                <a16:creationId xmlns:a16="http://schemas.microsoft.com/office/drawing/2014/main" id="{5DF2EACA-DB30-4A1F-A6E7-21E603D79F1C}"/>
              </a:ext>
            </a:extLst>
          </p:cNvPr>
          <p:cNvSpPr txBox="1">
            <a:spLocks/>
          </p:cNvSpPr>
          <p:nvPr/>
        </p:nvSpPr>
        <p:spPr bwMode="auto">
          <a:xfrm>
            <a:off x="496473" y="2556144"/>
            <a:ext cx="8151053" cy="355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endParaRPr lang="en-US" altLang="en-US" kern="0" dirty="0">
              <a:ea typeface="ＭＳ Ｐゴシック" panose="020B0600070205080204" pitchFamily="34" charset="-128"/>
            </a:endParaRPr>
          </a:p>
          <a:p>
            <a:r>
              <a:rPr lang="en-US" altLang="zh-CN" b="1" spc="-6" dirty="0">
                <a:latin typeface="Trebuchet MS"/>
                <a:cs typeface="Trebuchet MS"/>
              </a:rPr>
              <a:t>1, Start with randomly initialized weights</a:t>
            </a:r>
          </a:p>
          <a:p>
            <a:r>
              <a:rPr lang="en-US" altLang="zh-CN" b="1" spc="-6" dirty="0">
                <a:latin typeface="Trebuchet MS"/>
                <a:cs typeface="Trebuchet MS"/>
              </a:rPr>
              <a:t>2, Iterate through </a:t>
            </a:r>
            <a:r>
              <a:rPr lang="en-US" altLang="zh-CN" b="1" dirty="0">
                <a:latin typeface="Trebuchet MS"/>
                <a:cs typeface="Trebuchet MS"/>
              </a:rPr>
              <a:t>your </a:t>
            </a:r>
            <a:r>
              <a:rPr lang="en-US" altLang="zh-CN" b="1" spc="-6" dirty="0">
                <a:latin typeface="Trebuchet MS"/>
                <a:cs typeface="Trebuchet MS"/>
              </a:rPr>
              <a:t>data </a:t>
            </a:r>
            <a:r>
              <a:rPr lang="en-US" altLang="zh-CN" b="1" dirty="0">
                <a:latin typeface="Trebuchet MS"/>
                <a:cs typeface="Trebuchet MS"/>
              </a:rPr>
              <a:t>a </a:t>
            </a:r>
            <a:r>
              <a:rPr lang="en-US" altLang="zh-CN" b="1" spc="-6" dirty="0">
                <a:latin typeface="Trebuchet MS"/>
                <a:cs typeface="Trebuchet MS"/>
              </a:rPr>
              <a:t>mini-batch </a:t>
            </a:r>
            <a:r>
              <a:rPr lang="en-US" altLang="zh-CN" b="1" dirty="0">
                <a:latin typeface="Trebuchet MS"/>
                <a:cs typeface="Trebuchet MS"/>
              </a:rPr>
              <a:t>of </a:t>
            </a:r>
            <a:r>
              <a:rPr lang="en-US" altLang="zh-CN" b="1" spc="-6" dirty="0">
                <a:latin typeface="Trebuchet MS"/>
                <a:cs typeface="Trebuchet MS"/>
              </a:rPr>
              <a:t>training data samples </a:t>
            </a:r>
            <a:r>
              <a:rPr lang="en-US" altLang="zh-CN" b="1" dirty="0">
                <a:latin typeface="Trebuchet MS"/>
                <a:cs typeface="Trebuchet MS"/>
              </a:rPr>
              <a:t>at a </a:t>
            </a:r>
            <a:r>
              <a:rPr lang="en-US" altLang="zh-CN" b="1" spc="-6" dirty="0">
                <a:latin typeface="Trebuchet MS"/>
                <a:cs typeface="Trebuchet MS"/>
              </a:rPr>
              <a:t>time:</a:t>
            </a:r>
            <a:endParaRPr lang="en-US" altLang="zh-CN" dirty="0">
              <a:latin typeface="Trebuchet MS"/>
              <a:cs typeface="Trebuchet MS"/>
            </a:endParaRPr>
          </a:p>
          <a:p>
            <a:pPr lvl="1"/>
            <a:r>
              <a:rPr lang="en-US" altLang="zh-CN" sz="2400" spc="-6" dirty="0">
                <a:latin typeface="Trebuchet MS"/>
                <a:cs typeface="Trebuchet MS"/>
              </a:rPr>
              <a:t>Forward pass</a:t>
            </a:r>
          </a:p>
          <a:p>
            <a:pPr lvl="1"/>
            <a:r>
              <a:rPr lang="en-US" altLang="zh-CN" sz="2400" spc="-6">
                <a:latin typeface="Trebuchet MS"/>
                <a:cs typeface="Trebuchet MS"/>
              </a:rPr>
              <a:t>Backward </a:t>
            </a:r>
            <a:r>
              <a:rPr lang="en-US" altLang="zh-CN" sz="2400" spc="-6" dirty="0">
                <a:latin typeface="Trebuchet MS"/>
                <a:cs typeface="Trebuchet MS"/>
              </a:rPr>
              <a:t>pass</a:t>
            </a:r>
          </a:p>
          <a:p>
            <a:pPr lvl="1"/>
            <a:r>
              <a:rPr lang="en-US" altLang="zh-CN" sz="2400" spc="-6" dirty="0">
                <a:latin typeface="Trebuchet MS"/>
                <a:cs typeface="Trebuchet MS"/>
              </a:rPr>
              <a:t>Weight update</a:t>
            </a:r>
            <a:endParaRPr lang="en-US" altLang="zh-CN" sz="2200" dirty="0">
              <a:latin typeface="Trebuchet MS"/>
              <a:cs typeface="Trebuchet MS"/>
            </a:endParaRP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grpSp>
        <p:nvGrpSpPr>
          <p:cNvPr id="33" name="object 5">
            <a:extLst>
              <a:ext uri="{FF2B5EF4-FFF2-40B4-BE49-F238E27FC236}">
                <a16:creationId xmlns:a16="http://schemas.microsoft.com/office/drawing/2014/main" id="{8FFDA101-D975-47C6-AA63-1009F5DD8B60}"/>
              </a:ext>
            </a:extLst>
          </p:cNvPr>
          <p:cNvGrpSpPr/>
          <p:nvPr/>
        </p:nvGrpSpPr>
        <p:grpSpPr>
          <a:xfrm>
            <a:off x="3276600" y="1187013"/>
            <a:ext cx="518583" cy="1432983"/>
            <a:chOff x="1764601" y="1389697"/>
            <a:chExt cx="466725" cy="1289685"/>
          </a:xfrm>
        </p:grpSpPr>
        <p:sp>
          <p:nvSpPr>
            <p:cNvPr id="34" name="object 6">
              <a:extLst>
                <a:ext uri="{FF2B5EF4-FFF2-40B4-BE49-F238E27FC236}">
                  <a16:creationId xmlns:a16="http://schemas.microsoft.com/office/drawing/2014/main" id="{A699C6B0-941B-4876-9829-602F88E7FD5C}"/>
                </a:ext>
              </a:extLst>
            </p:cNvPr>
            <p:cNvSpPr/>
            <p:nvPr/>
          </p:nvSpPr>
          <p:spPr>
            <a:xfrm>
              <a:off x="1769364" y="1394459"/>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6" name="object 7">
              <a:extLst>
                <a:ext uri="{FF2B5EF4-FFF2-40B4-BE49-F238E27FC236}">
                  <a16:creationId xmlns:a16="http://schemas.microsoft.com/office/drawing/2014/main" id="{69479FC1-EEE4-4C86-9888-5A2F04AA7965}"/>
                </a:ext>
              </a:extLst>
            </p:cNvPr>
            <p:cNvSpPr/>
            <p:nvPr/>
          </p:nvSpPr>
          <p:spPr>
            <a:xfrm>
              <a:off x="1769364" y="1394459"/>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37" name="object 8">
            <a:extLst>
              <a:ext uri="{FF2B5EF4-FFF2-40B4-BE49-F238E27FC236}">
                <a16:creationId xmlns:a16="http://schemas.microsoft.com/office/drawing/2014/main" id="{32EE218C-B11A-490D-A032-E5D126466C92}"/>
              </a:ext>
            </a:extLst>
          </p:cNvPr>
          <p:cNvSpPr txBox="1"/>
          <p:nvPr/>
        </p:nvSpPr>
        <p:spPr>
          <a:xfrm>
            <a:off x="3342568" y="1809806"/>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38" name="object 9">
            <a:extLst>
              <a:ext uri="{FF2B5EF4-FFF2-40B4-BE49-F238E27FC236}">
                <a16:creationId xmlns:a16="http://schemas.microsoft.com/office/drawing/2014/main" id="{251A6B49-54CF-4F93-9ABD-F3D578C11882}"/>
              </a:ext>
            </a:extLst>
          </p:cNvPr>
          <p:cNvGrpSpPr/>
          <p:nvPr/>
        </p:nvGrpSpPr>
        <p:grpSpPr>
          <a:xfrm>
            <a:off x="4632960" y="1395292"/>
            <a:ext cx="518583" cy="1055511"/>
            <a:chOff x="2985325" y="1577149"/>
            <a:chExt cx="466725" cy="949960"/>
          </a:xfrm>
        </p:grpSpPr>
        <p:sp>
          <p:nvSpPr>
            <p:cNvPr id="39" name="object 10">
              <a:extLst>
                <a:ext uri="{FF2B5EF4-FFF2-40B4-BE49-F238E27FC236}">
                  <a16:creationId xmlns:a16="http://schemas.microsoft.com/office/drawing/2014/main" id="{485E78AE-0A69-447D-8F78-9835984E6349}"/>
                </a:ext>
              </a:extLst>
            </p:cNvPr>
            <p:cNvSpPr/>
            <p:nvPr/>
          </p:nvSpPr>
          <p:spPr>
            <a:xfrm>
              <a:off x="2990088" y="1581911"/>
              <a:ext cx="457200" cy="940435"/>
            </a:xfrm>
            <a:custGeom>
              <a:avLst/>
              <a:gdLst/>
              <a:ahLst/>
              <a:cxnLst/>
              <a:rect l="l" t="t" r="r" b="b"/>
              <a:pathLst>
                <a:path w="457200" h="940435">
                  <a:moveTo>
                    <a:pt x="228600" y="0"/>
                  </a:moveTo>
                  <a:lnTo>
                    <a:pt x="167834" y="16790"/>
                  </a:lnTo>
                  <a:lnTo>
                    <a:pt x="113227" y="64177"/>
                  </a:lnTo>
                  <a:lnTo>
                    <a:pt x="88915" y="97945"/>
                  </a:lnTo>
                  <a:lnTo>
                    <a:pt x="66960" y="137683"/>
                  </a:lnTo>
                  <a:lnTo>
                    <a:pt x="47636" y="182833"/>
                  </a:lnTo>
                  <a:lnTo>
                    <a:pt x="31213" y="232833"/>
                  </a:lnTo>
                  <a:lnTo>
                    <a:pt x="17966" y="287125"/>
                  </a:lnTo>
                  <a:lnTo>
                    <a:pt x="8166" y="345148"/>
                  </a:lnTo>
                  <a:lnTo>
                    <a:pt x="2087" y="406345"/>
                  </a:lnTo>
                  <a:lnTo>
                    <a:pt x="0" y="470154"/>
                  </a:lnTo>
                  <a:lnTo>
                    <a:pt x="2087" y="533962"/>
                  </a:lnTo>
                  <a:lnTo>
                    <a:pt x="8166" y="595159"/>
                  </a:lnTo>
                  <a:lnTo>
                    <a:pt x="17966" y="653182"/>
                  </a:lnTo>
                  <a:lnTo>
                    <a:pt x="31213" y="707474"/>
                  </a:lnTo>
                  <a:lnTo>
                    <a:pt x="47636" y="757474"/>
                  </a:lnTo>
                  <a:lnTo>
                    <a:pt x="66960" y="802624"/>
                  </a:lnTo>
                  <a:lnTo>
                    <a:pt x="88915" y="842362"/>
                  </a:lnTo>
                  <a:lnTo>
                    <a:pt x="113227" y="876130"/>
                  </a:lnTo>
                  <a:lnTo>
                    <a:pt x="167834" y="923517"/>
                  </a:lnTo>
                  <a:lnTo>
                    <a:pt x="228600" y="940308"/>
                  </a:lnTo>
                  <a:lnTo>
                    <a:pt x="259616" y="936017"/>
                  </a:lnTo>
                  <a:lnTo>
                    <a:pt x="317575" y="903368"/>
                  </a:lnTo>
                  <a:lnTo>
                    <a:pt x="368284" y="842362"/>
                  </a:lnTo>
                  <a:lnTo>
                    <a:pt x="390239" y="802624"/>
                  </a:lnTo>
                  <a:lnTo>
                    <a:pt x="409563" y="757474"/>
                  </a:lnTo>
                  <a:lnTo>
                    <a:pt x="425986" y="707474"/>
                  </a:lnTo>
                  <a:lnTo>
                    <a:pt x="439233" y="653182"/>
                  </a:lnTo>
                  <a:lnTo>
                    <a:pt x="449033" y="595159"/>
                  </a:lnTo>
                  <a:lnTo>
                    <a:pt x="455112" y="533962"/>
                  </a:lnTo>
                  <a:lnTo>
                    <a:pt x="457200" y="470154"/>
                  </a:lnTo>
                  <a:lnTo>
                    <a:pt x="455112" y="406345"/>
                  </a:lnTo>
                  <a:lnTo>
                    <a:pt x="449033" y="345148"/>
                  </a:lnTo>
                  <a:lnTo>
                    <a:pt x="439233" y="287125"/>
                  </a:lnTo>
                  <a:lnTo>
                    <a:pt x="425986" y="232833"/>
                  </a:lnTo>
                  <a:lnTo>
                    <a:pt x="409563" y="182833"/>
                  </a:lnTo>
                  <a:lnTo>
                    <a:pt x="390239" y="137683"/>
                  </a:lnTo>
                  <a:lnTo>
                    <a:pt x="368284" y="97945"/>
                  </a:lnTo>
                  <a:lnTo>
                    <a:pt x="343972" y="64177"/>
                  </a:lnTo>
                  <a:lnTo>
                    <a:pt x="289365" y="16790"/>
                  </a:lnTo>
                  <a:lnTo>
                    <a:pt x="228600" y="0"/>
                  </a:lnTo>
                  <a:close/>
                </a:path>
              </a:pathLst>
            </a:custGeom>
            <a:solidFill>
              <a:srgbClr val="E3C2F5"/>
            </a:solidFill>
          </p:spPr>
          <p:txBody>
            <a:bodyPr wrap="square" lIns="0" tIns="0" rIns="0" bIns="0" rtlCol="0"/>
            <a:lstStyle/>
            <a:p>
              <a:endParaRPr sz="2000"/>
            </a:p>
          </p:txBody>
        </p:sp>
        <p:sp>
          <p:nvSpPr>
            <p:cNvPr id="40" name="object 11">
              <a:extLst>
                <a:ext uri="{FF2B5EF4-FFF2-40B4-BE49-F238E27FC236}">
                  <a16:creationId xmlns:a16="http://schemas.microsoft.com/office/drawing/2014/main" id="{DC9D0851-A79C-4F15-912B-FFE9F7126C47}"/>
                </a:ext>
              </a:extLst>
            </p:cNvPr>
            <p:cNvSpPr/>
            <p:nvPr/>
          </p:nvSpPr>
          <p:spPr>
            <a:xfrm>
              <a:off x="2990088" y="1581911"/>
              <a:ext cx="457200" cy="940435"/>
            </a:xfrm>
            <a:custGeom>
              <a:avLst/>
              <a:gdLst/>
              <a:ahLst/>
              <a:cxnLst/>
              <a:rect l="l" t="t" r="r" b="b"/>
              <a:pathLst>
                <a:path w="457200" h="940435">
                  <a:moveTo>
                    <a:pt x="0" y="470154"/>
                  </a:moveTo>
                  <a:lnTo>
                    <a:pt x="2087" y="406345"/>
                  </a:lnTo>
                  <a:lnTo>
                    <a:pt x="8166" y="345148"/>
                  </a:lnTo>
                  <a:lnTo>
                    <a:pt x="17966" y="287125"/>
                  </a:lnTo>
                  <a:lnTo>
                    <a:pt x="31213" y="232833"/>
                  </a:lnTo>
                  <a:lnTo>
                    <a:pt x="47636" y="182833"/>
                  </a:lnTo>
                  <a:lnTo>
                    <a:pt x="66960" y="137683"/>
                  </a:lnTo>
                  <a:lnTo>
                    <a:pt x="88915" y="97945"/>
                  </a:lnTo>
                  <a:lnTo>
                    <a:pt x="113227" y="64177"/>
                  </a:lnTo>
                  <a:lnTo>
                    <a:pt x="167834" y="16790"/>
                  </a:lnTo>
                  <a:lnTo>
                    <a:pt x="228600" y="0"/>
                  </a:lnTo>
                  <a:lnTo>
                    <a:pt x="259616" y="4290"/>
                  </a:lnTo>
                  <a:lnTo>
                    <a:pt x="317575" y="36939"/>
                  </a:lnTo>
                  <a:lnTo>
                    <a:pt x="368284" y="97945"/>
                  </a:lnTo>
                  <a:lnTo>
                    <a:pt x="390239" y="137683"/>
                  </a:lnTo>
                  <a:lnTo>
                    <a:pt x="409563" y="182833"/>
                  </a:lnTo>
                  <a:lnTo>
                    <a:pt x="425986" y="232833"/>
                  </a:lnTo>
                  <a:lnTo>
                    <a:pt x="439233" y="287125"/>
                  </a:lnTo>
                  <a:lnTo>
                    <a:pt x="449033" y="345148"/>
                  </a:lnTo>
                  <a:lnTo>
                    <a:pt x="455112" y="406345"/>
                  </a:lnTo>
                  <a:lnTo>
                    <a:pt x="457200" y="470154"/>
                  </a:lnTo>
                  <a:lnTo>
                    <a:pt x="455112" y="533962"/>
                  </a:lnTo>
                  <a:lnTo>
                    <a:pt x="449033" y="595159"/>
                  </a:lnTo>
                  <a:lnTo>
                    <a:pt x="439233" y="653182"/>
                  </a:lnTo>
                  <a:lnTo>
                    <a:pt x="425986" y="707474"/>
                  </a:lnTo>
                  <a:lnTo>
                    <a:pt x="409563" y="757474"/>
                  </a:lnTo>
                  <a:lnTo>
                    <a:pt x="390239" y="802624"/>
                  </a:lnTo>
                  <a:lnTo>
                    <a:pt x="368284" y="842362"/>
                  </a:lnTo>
                  <a:lnTo>
                    <a:pt x="343972" y="876130"/>
                  </a:lnTo>
                  <a:lnTo>
                    <a:pt x="289365" y="923517"/>
                  </a:lnTo>
                  <a:lnTo>
                    <a:pt x="228600" y="940308"/>
                  </a:lnTo>
                  <a:lnTo>
                    <a:pt x="197583" y="936017"/>
                  </a:lnTo>
                  <a:lnTo>
                    <a:pt x="139624" y="903368"/>
                  </a:lnTo>
                  <a:lnTo>
                    <a:pt x="88915" y="842362"/>
                  </a:lnTo>
                  <a:lnTo>
                    <a:pt x="66960" y="802624"/>
                  </a:lnTo>
                  <a:lnTo>
                    <a:pt x="47636" y="757474"/>
                  </a:lnTo>
                  <a:lnTo>
                    <a:pt x="31213" y="707474"/>
                  </a:lnTo>
                  <a:lnTo>
                    <a:pt x="17966" y="653182"/>
                  </a:lnTo>
                  <a:lnTo>
                    <a:pt x="8166" y="595159"/>
                  </a:lnTo>
                  <a:lnTo>
                    <a:pt x="2087" y="533962"/>
                  </a:lnTo>
                  <a:lnTo>
                    <a:pt x="0" y="470154"/>
                  </a:lnTo>
                  <a:close/>
                </a:path>
              </a:pathLst>
            </a:custGeom>
            <a:ln w="9525">
              <a:solidFill>
                <a:srgbClr val="000000"/>
              </a:solidFill>
            </a:ln>
          </p:spPr>
          <p:txBody>
            <a:bodyPr wrap="square" lIns="0" tIns="0" rIns="0" bIns="0" rtlCol="0"/>
            <a:lstStyle/>
            <a:p>
              <a:endParaRPr sz="2000"/>
            </a:p>
          </p:txBody>
        </p:sp>
      </p:grpSp>
      <p:sp>
        <p:nvSpPr>
          <p:cNvPr id="41" name="object 12">
            <a:extLst>
              <a:ext uri="{FF2B5EF4-FFF2-40B4-BE49-F238E27FC236}">
                <a16:creationId xmlns:a16="http://schemas.microsoft.com/office/drawing/2014/main" id="{F8481193-D125-44B1-A9E9-2BEE564F0E74}"/>
              </a:ext>
            </a:extLst>
          </p:cNvPr>
          <p:cNvSpPr txBox="1"/>
          <p:nvPr/>
        </p:nvSpPr>
        <p:spPr>
          <a:xfrm>
            <a:off x="4699634" y="1829421"/>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42" name="object 13">
            <a:extLst>
              <a:ext uri="{FF2B5EF4-FFF2-40B4-BE49-F238E27FC236}">
                <a16:creationId xmlns:a16="http://schemas.microsoft.com/office/drawing/2014/main" id="{5D56297A-1E30-4110-8CE0-C7705F26767D}"/>
              </a:ext>
            </a:extLst>
          </p:cNvPr>
          <p:cNvGrpSpPr/>
          <p:nvPr/>
        </p:nvGrpSpPr>
        <p:grpSpPr>
          <a:xfrm>
            <a:off x="5985932" y="1742426"/>
            <a:ext cx="520700" cy="390172"/>
            <a:chOff x="4203001" y="1889569"/>
            <a:chExt cx="468630" cy="351155"/>
          </a:xfrm>
        </p:grpSpPr>
        <p:sp>
          <p:nvSpPr>
            <p:cNvPr id="43" name="object 14">
              <a:extLst>
                <a:ext uri="{FF2B5EF4-FFF2-40B4-BE49-F238E27FC236}">
                  <a16:creationId xmlns:a16="http://schemas.microsoft.com/office/drawing/2014/main" id="{80A0A506-804C-4454-91B3-F15D1978A556}"/>
                </a:ext>
              </a:extLst>
            </p:cNvPr>
            <p:cNvSpPr/>
            <p:nvPr/>
          </p:nvSpPr>
          <p:spPr>
            <a:xfrm>
              <a:off x="4207764" y="1894331"/>
              <a:ext cx="459105" cy="341630"/>
            </a:xfrm>
            <a:custGeom>
              <a:avLst/>
              <a:gdLst/>
              <a:ahLst/>
              <a:cxnLst/>
              <a:rect l="l" t="t" r="r" b="b"/>
              <a:pathLst>
                <a:path w="459104" h="341630">
                  <a:moveTo>
                    <a:pt x="229362" y="0"/>
                  </a:moveTo>
                  <a:lnTo>
                    <a:pt x="176788" y="4509"/>
                  </a:lnTo>
                  <a:lnTo>
                    <a:pt x="128518" y="17354"/>
                  </a:lnTo>
                  <a:lnTo>
                    <a:pt x="85930" y="37509"/>
                  </a:lnTo>
                  <a:lnTo>
                    <a:pt x="50405" y="63945"/>
                  </a:lnTo>
                  <a:lnTo>
                    <a:pt x="23322" y="95638"/>
                  </a:lnTo>
                  <a:lnTo>
                    <a:pt x="6060" y="131561"/>
                  </a:lnTo>
                  <a:lnTo>
                    <a:pt x="0" y="170688"/>
                  </a:lnTo>
                  <a:lnTo>
                    <a:pt x="6060" y="209814"/>
                  </a:lnTo>
                  <a:lnTo>
                    <a:pt x="23322" y="245737"/>
                  </a:lnTo>
                  <a:lnTo>
                    <a:pt x="50405" y="277430"/>
                  </a:lnTo>
                  <a:lnTo>
                    <a:pt x="85930" y="303866"/>
                  </a:lnTo>
                  <a:lnTo>
                    <a:pt x="128518" y="324021"/>
                  </a:lnTo>
                  <a:lnTo>
                    <a:pt x="176788" y="336866"/>
                  </a:lnTo>
                  <a:lnTo>
                    <a:pt x="229362" y="341376"/>
                  </a:lnTo>
                  <a:lnTo>
                    <a:pt x="281935" y="336866"/>
                  </a:lnTo>
                  <a:lnTo>
                    <a:pt x="330205" y="324021"/>
                  </a:lnTo>
                  <a:lnTo>
                    <a:pt x="372793" y="303866"/>
                  </a:lnTo>
                  <a:lnTo>
                    <a:pt x="408318" y="277430"/>
                  </a:lnTo>
                  <a:lnTo>
                    <a:pt x="435401" y="245737"/>
                  </a:lnTo>
                  <a:lnTo>
                    <a:pt x="452663" y="209814"/>
                  </a:lnTo>
                  <a:lnTo>
                    <a:pt x="458724" y="170688"/>
                  </a:lnTo>
                  <a:lnTo>
                    <a:pt x="452663" y="131561"/>
                  </a:lnTo>
                  <a:lnTo>
                    <a:pt x="435401" y="95638"/>
                  </a:lnTo>
                  <a:lnTo>
                    <a:pt x="408318" y="63945"/>
                  </a:lnTo>
                  <a:lnTo>
                    <a:pt x="372793" y="37509"/>
                  </a:lnTo>
                  <a:lnTo>
                    <a:pt x="330205" y="17354"/>
                  </a:lnTo>
                  <a:lnTo>
                    <a:pt x="281935" y="4509"/>
                  </a:lnTo>
                  <a:lnTo>
                    <a:pt x="229362" y="0"/>
                  </a:lnTo>
                  <a:close/>
                </a:path>
              </a:pathLst>
            </a:custGeom>
            <a:solidFill>
              <a:srgbClr val="C5D1FB"/>
            </a:solidFill>
          </p:spPr>
          <p:txBody>
            <a:bodyPr wrap="square" lIns="0" tIns="0" rIns="0" bIns="0" rtlCol="0"/>
            <a:lstStyle/>
            <a:p>
              <a:endParaRPr sz="2000"/>
            </a:p>
          </p:txBody>
        </p:sp>
        <p:sp>
          <p:nvSpPr>
            <p:cNvPr id="44" name="object 15">
              <a:extLst>
                <a:ext uri="{FF2B5EF4-FFF2-40B4-BE49-F238E27FC236}">
                  <a16:creationId xmlns:a16="http://schemas.microsoft.com/office/drawing/2014/main" id="{EDAA8002-9017-4AA5-9C20-DBEAB9AE30C5}"/>
                </a:ext>
              </a:extLst>
            </p:cNvPr>
            <p:cNvSpPr/>
            <p:nvPr/>
          </p:nvSpPr>
          <p:spPr>
            <a:xfrm>
              <a:off x="4207764" y="1894331"/>
              <a:ext cx="459105" cy="341630"/>
            </a:xfrm>
            <a:custGeom>
              <a:avLst/>
              <a:gdLst/>
              <a:ahLst/>
              <a:cxnLst/>
              <a:rect l="l" t="t" r="r" b="b"/>
              <a:pathLst>
                <a:path w="459104" h="341630">
                  <a:moveTo>
                    <a:pt x="0" y="170688"/>
                  </a:moveTo>
                  <a:lnTo>
                    <a:pt x="6060" y="131561"/>
                  </a:lnTo>
                  <a:lnTo>
                    <a:pt x="23322" y="95638"/>
                  </a:lnTo>
                  <a:lnTo>
                    <a:pt x="50405" y="63945"/>
                  </a:lnTo>
                  <a:lnTo>
                    <a:pt x="85930" y="37509"/>
                  </a:lnTo>
                  <a:lnTo>
                    <a:pt x="128518" y="17354"/>
                  </a:lnTo>
                  <a:lnTo>
                    <a:pt x="176788" y="4509"/>
                  </a:lnTo>
                  <a:lnTo>
                    <a:pt x="229362" y="0"/>
                  </a:lnTo>
                  <a:lnTo>
                    <a:pt x="281935" y="4509"/>
                  </a:lnTo>
                  <a:lnTo>
                    <a:pt x="330205" y="17354"/>
                  </a:lnTo>
                  <a:lnTo>
                    <a:pt x="372793" y="37509"/>
                  </a:lnTo>
                  <a:lnTo>
                    <a:pt x="408318" y="63945"/>
                  </a:lnTo>
                  <a:lnTo>
                    <a:pt x="435401" y="95638"/>
                  </a:lnTo>
                  <a:lnTo>
                    <a:pt x="452663" y="131561"/>
                  </a:lnTo>
                  <a:lnTo>
                    <a:pt x="458724" y="170688"/>
                  </a:lnTo>
                  <a:lnTo>
                    <a:pt x="452663" y="209814"/>
                  </a:lnTo>
                  <a:lnTo>
                    <a:pt x="435401" y="245737"/>
                  </a:lnTo>
                  <a:lnTo>
                    <a:pt x="408318" y="277430"/>
                  </a:lnTo>
                  <a:lnTo>
                    <a:pt x="372793" y="303866"/>
                  </a:lnTo>
                  <a:lnTo>
                    <a:pt x="330205" y="324021"/>
                  </a:lnTo>
                  <a:lnTo>
                    <a:pt x="281935" y="336866"/>
                  </a:lnTo>
                  <a:lnTo>
                    <a:pt x="229362" y="341376"/>
                  </a:lnTo>
                  <a:lnTo>
                    <a:pt x="176788" y="336866"/>
                  </a:lnTo>
                  <a:lnTo>
                    <a:pt x="128518" y="324021"/>
                  </a:lnTo>
                  <a:lnTo>
                    <a:pt x="85930" y="303866"/>
                  </a:lnTo>
                  <a:lnTo>
                    <a:pt x="50405" y="277430"/>
                  </a:lnTo>
                  <a:lnTo>
                    <a:pt x="23322" y="245737"/>
                  </a:lnTo>
                  <a:lnTo>
                    <a:pt x="6060" y="209814"/>
                  </a:lnTo>
                  <a:lnTo>
                    <a:pt x="0" y="170688"/>
                  </a:lnTo>
                  <a:close/>
                </a:path>
              </a:pathLst>
            </a:custGeom>
            <a:ln w="9525">
              <a:solidFill>
                <a:srgbClr val="000000"/>
              </a:solidFill>
            </a:ln>
          </p:spPr>
          <p:txBody>
            <a:bodyPr wrap="square" lIns="0" tIns="0" rIns="0" bIns="0" rtlCol="0"/>
            <a:lstStyle/>
            <a:p>
              <a:endParaRPr sz="2000"/>
            </a:p>
          </p:txBody>
        </p:sp>
      </p:grpSp>
      <p:sp>
        <p:nvSpPr>
          <p:cNvPr id="45" name="object 16">
            <a:extLst>
              <a:ext uri="{FF2B5EF4-FFF2-40B4-BE49-F238E27FC236}">
                <a16:creationId xmlns:a16="http://schemas.microsoft.com/office/drawing/2014/main" id="{306BAB98-38BA-48FA-9CDB-67BA6CD4354C}"/>
              </a:ext>
            </a:extLst>
          </p:cNvPr>
          <p:cNvSpPr txBox="1"/>
          <p:nvPr/>
        </p:nvSpPr>
        <p:spPr>
          <a:xfrm>
            <a:off x="6054018" y="1843335"/>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46" name="object 17">
            <a:extLst>
              <a:ext uri="{FF2B5EF4-FFF2-40B4-BE49-F238E27FC236}">
                <a16:creationId xmlns:a16="http://schemas.microsoft.com/office/drawing/2014/main" id="{F8E2C753-2C07-4EBC-9570-E473728BF56B}"/>
              </a:ext>
            </a:extLst>
          </p:cNvPr>
          <p:cNvGrpSpPr/>
          <p:nvPr/>
        </p:nvGrpSpPr>
        <p:grpSpPr>
          <a:xfrm>
            <a:off x="2699100" y="1549316"/>
            <a:ext cx="515056" cy="774700"/>
            <a:chOff x="1244852" y="1715771"/>
            <a:chExt cx="463550" cy="697230"/>
          </a:xfrm>
        </p:grpSpPr>
        <p:sp>
          <p:nvSpPr>
            <p:cNvPr id="47" name="object 18">
              <a:extLst>
                <a:ext uri="{FF2B5EF4-FFF2-40B4-BE49-F238E27FC236}">
                  <a16:creationId xmlns:a16="http://schemas.microsoft.com/office/drawing/2014/main" id="{FD778883-823D-4493-9B3B-A17ED761A68B}"/>
                </a:ext>
              </a:extLst>
            </p:cNvPr>
            <p:cNvSpPr/>
            <p:nvPr/>
          </p:nvSpPr>
          <p:spPr>
            <a:xfrm>
              <a:off x="1251202" y="1722121"/>
              <a:ext cx="91440" cy="684530"/>
            </a:xfrm>
            <a:custGeom>
              <a:avLst/>
              <a:gdLst/>
              <a:ahLst/>
              <a:cxnLst/>
              <a:rect l="l" t="t" r="r" b="b"/>
              <a:pathLst>
                <a:path w="91440" h="684530">
                  <a:moveTo>
                    <a:pt x="0" y="85342"/>
                  </a:moveTo>
                  <a:lnTo>
                    <a:pt x="91440" y="85342"/>
                  </a:lnTo>
                  <a:lnTo>
                    <a:pt x="91440" y="0"/>
                  </a:lnTo>
                  <a:lnTo>
                    <a:pt x="0" y="0"/>
                  </a:lnTo>
                  <a:lnTo>
                    <a:pt x="0" y="85342"/>
                  </a:lnTo>
                  <a:close/>
                </a:path>
                <a:path w="91440" h="684530">
                  <a:moveTo>
                    <a:pt x="0" y="172210"/>
                  </a:moveTo>
                  <a:lnTo>
                    <a:pt x="91440" y="172210"/>
                  </a:lnTo>
                  <a:lnTo>
                    <a:pt x="91440" y="85340"/>
                  </a:lnTo>
                  <a:lnTo>
                    <a:pt x="0" y="85340"/>
                  </a:lnTo>
                  <a:lnTo>
                    <a:pt x="0" y="172210"/>
                  </a:lnTo>
                  <a:close/>
                </a:path>
                <a:path w="91440" h="684530">
                  <a:moveTo>
                    <a:pt x="0" y="257554"/>
                  </a:moveTo>
                  <a:lnTo>
                    <a:pt x="91440" y="257554"/>
                  </a:lnTo>
                  <a:lnTo>
                    <a:pt x="91440" y="172212"/>
                  </a:lnTo>
                  <a:lnTo>
                    <a:pt x="0" y="172212"/>
                  </a:lnTo>
                  <a:lnTo>
                    <a:pt x="0" y="257554"/>
                  </a:lnTo>
                  <a:close/>
                </a:path>
                <a:path w="91440" h="684530">
                  <a:moveTo>
                    <a:pt x="0" y="342898"/>
                  </a:moveTo>
                  <a:lnTo>
                    <a:pt x="91440" y="342898"/>
                  </a:lnTo>
                  <a:lnTo>
                    <a:pt x="91440" y="257556"/>
                  </a:lnTo>
                  <a:lnTo>
                    <a:pt x="0" y="257556"/>
                  </a:lnTo>
                  <a:lnTo>
                    <a:pt x="0" y="342898"/>
                  </a:lnTo>
                  <a:close/>
                </a:path>
                <a:path w="91440" h="684530">
                  <a:moveTo>
                    <a:pt x="0" y="428242"/>
                  </a:moveTo>
                  <a:lnTo>
                    <a:pt x="91440" y="428242"/>
                  </a:lnTo>
                  <a:lnTo>
                    <a:pt x="91440" y="342900"/>
                  </a:lnTo>
                  <a:lnTo>
                    <a:pt x="0" y="342900"/>
                  </a:lnTo>
                  <a:lnTo>
                    <a:pt x="0" y="428242"/>
                  </a:lnTo>
                  <a:close/>
                </a:path>
                <a:path w="91440" h="684530">
                  <a:moveTo>
                    <a:pt x="0" y="513586"/>
                  </a:moveTo>
                  <a:lnTo>
                    <a:pt x="91440" y="513586"/>
                  </a:lnTo>
                  <a:lnTo>
                    <a:pt x="91440" y="428244"/>
                  </a:lnTo>
                  <a:lnTo>
                    <a:pt x="0" y="428244"/>
                  </a:lnTo>
                  <a:lnTo>
                    <a:pt x="0" y="513586"/>
                  </a:lnTo>
                  <a:close/>
                </a:path>
                <a:path w="91440" h="684530">
                  <a:moveTo>
                    <a:pt x="0" y="598930"/>
                  </a:moveTo>
                  <a:lnTo>
                    <a:pt x="91440" y="598930"/>
                  </a:lnTo>
                  <a:lnTo>
                    <a:pt x="91440" y="513583"/>
                  </a:lnTo>
                  <a:lnTo>
                    <a:pt x="0" y="513583"/>
                  </a:lnTo>
                  <a:lnTo>
                    <a:pt x="0" y="598930"/>
                  </a:lnTo>
                  <a:close/>
                </a:path>
                <a:path w="91440" h="684530">
                  <a:moveTo>
                    <a:pt x="0" y="684274"/>
                  </a:moveTo>
                  <a:lnTo>
                    <a:pt x="91440" y="684274"/>
                  </a:lnTo>
                  <a:lnTo>
                    <a:pt x="91440" y="598932"/>
                  </a:lnTo>
                  <a:lnTo>
                    <a:pt x="0" y="598932"/>
                  </a:lnTo>
                  <a:lnTo>
                    <a:pt x="0" y="684274"/>
                  </a:lnTo>
                  <a:close/>
                </a:path>
              </a:pathLst>
            </a:custGeom>
            <a:ln w="12700">
              <a:solidFill>
                <a:srgbClr val="000000"/>
              </a:solidFill>
            </a:ln>
          </p:spPr>
          <p:txBody>
            <a:bodyPr wrap="square" lIns="0" tIns="0" rIns="0" bIns="0" rtlCol="0"/>
            <a:lstStyle/>
            <a:p>
              <a:endParaRPr sz="2000"/>
            </a:p>
          </p:txBody>
        </p:sp>
        <p:sp>
          <p:nvSpPr>
            <p:cNvPr id="48" name="object 19">
              <a:extLst>
                <a:ext uri="{FF2B5EF4-FFF2-40B4-BE49-F238E27FC236}">
                  <a16:creationId xmlns:a16="http://schemas.microsoft.com/office/drawing/2014/main" id="{9082D230-4E9C-4DB6-9911-0A0350E6C994}"/>
                </a:ext>
              </a:extLst>
            </p:cNvPr>
            <p:cNvSpPr/>
            <p:nvPr/>
          </p:nvSpPr>
          <p:spPr>
            <a:xfrm>
              <a:off x="1399794" y="2017014"/>
              <a:ext cx="295910" cy="85725"/>
            </a:xfrm>
            <a:custGeom>
              <a:avLst/>
              <a:gdLst/>
              <a:ahLst/>
              <a:cxnLst/>
              <a:rect l="l" t="t" r="r" b="b"/>
              <a:pathLst>
                <a:path w="295910" h="85725">
                  <a:moveTo>
                    <a:pt x="252984" y="0"/>
                  </a:moveTo>
                  <a:lnTo>
                    <a:pt x="252984" y="21336"/>
                  </a:lnTo>
                  <a:lnTo>
                    <a:pt x="0" y="21336"/>
                  </a:lnTo>
                  <a:lnTo>
                    <a:pt x="0" y="64008"/>
                  </a:lnTo>
                  <a:lnTo>
                    <a:pt x="252984" y="64008"/>
                  </a:lnTo>
                  <a:lnTo>
                    <a:pt x="252984" y="85344"/>
                  </a:lnTo>
                  <a:lnTo>
                    <a:pt x="295656" y="42672"/>
                  </a:lnTo>
                  <a:lnTo>
                    <a:pt x="252984" y="0"/>
                  </a:lnTo>
                  <a:close/>
                </a:path>
              </a:pathLst>
            </a:custGeom>
            <a:solidFill>
              <a:srgbClr val="B2B2B2"/>
            </a:solidFill>
          </p:spPr>
          <p:txBody>
            <a:bodyPr wrap="square" lIns="0" tIns="0" rIns="0" bIns="0" rtlCol="0"/>
            <a:lstStyle/>
            <a:p>
              <a:endParaRPr sz="2000"/>
            </a:p>
          </p:txBody>
        </p:sp>
        <p:sp>
          <p:nvSpPr>
            <p:cNvPr id="49" name="object 20">
              <a:extLst>
                <a:ext uri="{FF2B5EF4-FFF2-40B4-BE49-F238E27FC236}">
                  <a16:creationId xmlns:a16="http://schemas.microsoft.com/office/drawing/2014/main" id="{1527C7AE-22B9-47C3-B807-C2DF435F9F53}"/>
                </a:ext>
              </a:extLst>
            </p:cNvPr>
            <p:cNvSpPr/>
            <p:nvPr/>
          </p:nvSpPr>
          <p:spPr>
            <a:xfrm>
              <a:off x="1399794" y="2017014"/>
              <a:ext cx="295910" cy="85725"/>
            </a:xfrm>
            <a:custGeom>
              <a:avLst/>
              <a:gdLst/>
              <a:ahLst/>
              <a:cxnLst/>
              <a:rect l="l" t="t" r="r" b="b"/>
              <a:pathLst>
                <a:path w="295910" h="85725">
                  <a:moveTo>
                    <a:pt x="0" y="21336"/>
                  </a:moveTo>
                  <a:lnTo>
                    <a:pt x="252984" y="21336"/>
                  </a:lnTo>
                  <a:lnTo>
                    <a:pt x="252984" y="0"/>
                  </a:lnTo>
                  <a:lnTo>
                    <a:pt x="295656" y="42672"/>
                  </a:lnTo>
                  <a:lnTo>
                    <a:pt x="252984" y="85344"/>
                  </a:lnTo>
                  <a:lnTo>
                    <a:pt x="252984" y="64008"/>
                  </a:lnTo>
                  <a:lnTo>
                    <a:pt x="0" y="64008"/>
                  </a:lnTo>
                  <a:lnTo>
                    <a:pt x="0" y="21336"/>
                  </a:lnTo>
                  <a:close/>
                </a:path>
              </a:pathLst>
            </a:custGeom>
            <a:ln w="25400">
              <a:solidFill>
                <a:srgbClr val="B2B2B2"/>
              </a:solidFill>
            </a:ln>
          </p:spPr>
          <p:txBody>
            <a:bodyPr wrap="square" lIns="0" tIns="0" rIns="0" bIns="0" rtlCol="0"/>
            <a:lstStyle/>
            <a:p>
              <a:endParaRPr sz="2000"/>
            </a:p>
          </p:txBody>
        </p:sp>
      </p:grpSp>
      <p:grpSp>
        <p:nvGrpSpPr>
          <p:cNvPr id="50" name="object 21">
            <a:extLst>
              <a:ext uri="{FF2B5EF4-FFF2-40B4-BE49-F238E27FC236}">
                <a16:creationId xmlns:a16="http://schemas.microsoft.com/office/drawing/2014/main" id="{7C124EE9-7358-4A52-BA16-91E4350A5267}"/>
              </a:ext>
            </a:extLst>
          </p:cNvPr>
          <p:cNvGrpSpPr/>
          <p:nvPr/>
        </p:nvGrpSpPr>
        <p:grpSpPr>
          <a:xfrm>
            <a:off x="3851133" y="1869919"/>
            <a:ext cx="728133" cy="119944"/>
            <a:chOff x="2281682" y="2004313"/>
            <a:chExt cx="655320" cy="107950"/>
          </a:xfrm>
        </p:grpSpPr>
        <p:sp>
          <p:nvSpPr>
            <p:cNvPr id="51" name="object 22">
              <a:extLst>
                <a:ext uri="{FF2B5EF4-FFF2-40B4-BE49-F238E27FC236}">
                  <a16:creationId xmlns:a16="http://schemas.microsoft.com/office/drawing/2014/main" id="{882AD139-4ED9-405B-9CF3-E4EEE04D8B81}"/>
                </a:ext>
              </a:extLst>
            </p:cNvPr>
            <p:cNvSpPr/>
            <p:nvPr/>
          </p:nvSpPr>
          <p:spPr>
            <a:xfrm>
              <a:off x="2294382" y="2017013"/>
              <a:ext cx="629920" cy="82550"/>
            </a:xfrm>
            <a:custGeom>
              <a:avLst/>
              <a:gdLst/>
              <a:ahLst/>
              <a:cxnLst/>
              <a:rect l="l" t="t" r="r" b="b"/>
              <a:pathLst>
                <a:path w="629919" h="82550">
                  <a:moveTo>
                    <a:pt x="588264" y="0"/>
                  </a:moveTo>
                  <a:lnTo>
                    <a:pt x="588264" y="20574"/>
                  </a:lnTo>
                  <a:lnTo>
                    <a:pt x="0" y="20574"/>
                  </a:lnTo>
                  <a:lnTo>
                    <a:pt x="0" y="61722"/>
                  </a:lnTo>
                  <a:lnTo>
                    <a:pt x="588264" y="61722"/>
                  </a:lnTo>
                  <a:lnTo>
                    <a:pt x="588264" y="82296"/>
                  </a:lnTo>
                  <a:lnTo>
                    <a:pt x="629412" y="41148"/>
                  </a:lnTo>
                  <a:lnTo>
                    <a:pt x="588264" y="0"/>
                  </a:lnTo>
                  <a:close/>
                </a:path>
              </a:pathLst>
            </a:custGeom>
            <a:solidFill>
              <a:srgbClr val="B2B2B2"/>
            </a:solidFill>
          </p:spPr>
          <p:txBody>
            <a:bodyPr wrap="square" lIns="0" tIns="0" rIns="0" bIns="0" rtlCol="0"/>
            <a:lstStyle/>
            <a:p>
              <a:endParaRPr sz="2000"/>
            </a:p>
          </p:txBody>
        </p:sp>
        <p:sp>
          <p:nvSpPr>
            <p:cNvPr id="52" name="object 23">
              <a:extLst>
                <a:ext uri="{FF2B5EF4-FFF2-40B4-BE49-F238E27FC236}">
                  <a16:creationId xmlns:a16="http://schemas.microsoft.com/office/drawing/2014/main" id="{20AE186B-DAE0-4382-931E-8AD1DA5A5334}"/>
                </a:ext>
              </a:extLst>
            </p:cNvPr>
            <p:cNvSpPr/>
            <p:nvPr/>
          </p:nvSpPr>
          <p:spPr>
            <a:xfrm>
              <a:off x="2294382" y="2017013"/>
              <a:ext cx="629920" cy="82550"/>
            </a:xfrm>
            <a:custGeom>
              <a:avLst/>
              <a:gdLst/>
              <a:ahLst/>
              <a:cxnLst/>
              <a:rect l="l" t="t" r="r" b="b"/>
              <a:pathLst>
                <a:path w="629919" h="82550">
                  <a:moveTo>
                    <a:pt x="0" y="20574"/>
                  </a:moveTo>
                  <a:lnTo>
                    <a:pt x="588264" y="20574"/>
                  </a:lnTo>
                  <a:lnTo>
                    <a:pt x="588264" y="0"/>
                  </a:lnTo>
                  <a:lnTo>
                    <a:pt x="629412" y="41148"/>
                  </a:lnTo>
                  <a:lnTo>
                    <a:pt x="588264" y="82296"/>
                  </a:lnTo>
                  <a:lnTo>
                    <a:pt x="588264" y="61722"/>
                  </a:lnTo>
                  <a:lnTo>
                    <a:pt x="0" y="61722"/>
                  </a:lnTo>
                  <a:lnTo>
                    <a:pt x="0" y="20574"/>
                  </a:lnTo>
                  <a:close/>
                </a:path>
              </a:pathLst>
            </a:custGeom>
            <a:ln w="25400">
              <a:solidFill>
                <a:srgbClr val="B2B2B2"/>
              </a:solidFill>
            </a:ln>
          </p:spPr>
          <p:txBody>
            <a:bodyPr wrap="square" lIns="0" tIns="0" rIns="0" bIns="0" rtlCol="0"/>
            <a:lstStyle/>
            <a:p>
              <a:endParaRPr sz="2000"/>
            </a:p>
          </p:txBody>
        </p:sp>
      </p:grpSp>
      <p:grpSp>
        <p:nvGrpSpPr>
          <p:cNvPr id="53" name="object 24">
            <a:extLst>
              <a:ext uri="{FF2B5EF4-FFF2-40B4-BE49-F238E27FC236}">
                <a16:creationId xmlns:a16="http://schemas.microsoft.com/office/drawing/2014/main" id="{849C8DD6-EB27-4141-8BA0-707DA4EEC45E}"/>
              </a:ext>
            </a:extLst>
          </p:cNvPr>
          <p:cNvGrpSpPr/>
          <p:nvPr/>
        </p:nvGrpSpPr>
        <p:grpSpPr>
          <a:xfrm>
            <a:off x="5215960" y="1866534"/>
            <a:ext cx="705556" cy="123472"/>
            <a:chOff x="3510026" y="2001266"/>
            <a:chExt cx="635000" cy="111125"/>
          </a:xfrm>
        </p:grpSpPr>
        <p:sp>
          <p:nvSpPr>
            <p:cNvPr id="54" name="object 25">
              <a:extLst>
                <a:ext uri="{FF2B5EF4-FFF2-40B4-BE49-F238E27FC236}">
                  <a16:creationId xmlns:a16="http://schemas.microsoft.com/office/drawing/2014/main" id="{6AA166E3-B8D0-455E-9F1E-8EF6B68C522C}"/>
                </a:ext>
              </a:extLst>
            </p:cNvPr>
            <p:cNvSpPr/>
            <p:nvPr/>
          </p:nvSpPr>
          <p:spPr>
            <a:xfrm>
              <a:off x="3522726" y="2013966"/>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55" name="object 26">
              <a:extLst>
                <a:ext uri="{FF2B5EF4-FFF2-40B4-BE49-F238E27FC236}">
                  <a16:creationId xmlns:a16="http://schemas.microsoft.com/office/drawing/2014/main" id="{5B5284A0-90EB-4F87-8781-B4A620FA1161}"/>
                </a:ext>
              </a:extLst>
            </p:cNvPr>
            <p:cNvSpPr/>
            <p:nvPr/>
          </p:nvSpPr>
          <p:spPr>
            <a:xfrm>
              <a:off x="3522726" y="2013966"/>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grpSp>
      <p:grpSp>
        <p:nvGrpSpPr>
          <p:cNvPr id="56" name="object 27">
            <a:extLst>
              <a:ext uri="{FF2B5EF4-FFF2-40B4-BE49-F238E27FC236}">
                <a16:creationId xmlns:a16="http://schemas.microsoft.com/office/drawing/2014/main" id="{1584AE1A-6F93-47BC-A9CC-53EDF5A8301D}"/>
              </a:ext>
            </a:extLst>
          </p:cNvPr>
          <p:cNvGrpSpPr/>
          <p:nvPr/>
        </p:nvGrpSpPr>
        <p:grpSpPr>
          <a:xfrm>
            <a:off x="6568933" y="1871614"/>
            <a:ext cx="358422" cy="124883"/>
            <a:chOff x="4727702" y="2005838"/>
            <a:chExt cx="322580" cy="112395"/>
          </a:xfrm>
        </p:grpSpPr>
        <p:sp>
          <p:nvSpPr>
            <p:cNvPr id="57" name="object 28">
              <a:extLst>
                <a:ext uri="{FF2B5EF4-FFF2-40B4-BE49-F238E27FC236}">
                  <a16:creationId xmlns:a16="http://schemas.microsoft.com/office/drawing/2014/main" id="{68BB10F2-9077-4080-8917-339D42878BDC}"/>
                </a:ext>
              </a:extLst>
            </p:cNvPr>
            <p:cNvSpPr/>
            <p:nvPr/>
          </p:nvSpPr>
          <p:spPr>
            <a:xfrm>
              <a:off x="4740402" y="2018538"/>
              <a:ext cx="297180" cy="86995"/>
            </a:xfrm>
            <a:custGeom>
              <a:avLst/>
              <a:gdLst/>
              <a:ahLst/>
              <a:cxnLst/>
              <a:rect l="l" t="t" r="r" b="b"/>
              <a:pathLst>
                <a:path w="297179" h="86994">
                  <a:moveTo>
                    <a:pt x="253746" y="0"/>
                  </a:moveTo>
                  <a:lnTo>
                    <a:pt x="253746" y="21717"/>
                  </a:lnTo>
                  <a:lnTo>
                    <a:pt x="0" y="21717"/>
                  </a:lnTo>
                  <a:lnTo>
                    <a:pt x="0" y="65151"/>
                  </a:lnTo>
                  <a:lnTo>
                    <a:pt x="253746" y="65151"/>
                  </a:lnTo>
                  <a:lnTo>
                    <a:pt x="253746" y="86868"/>
                  </a:lnTo>
                  <a:lnTo>
                    <a:pt x="297180" y="43434"/>
                  </a:lnTo>
                  <a:lnTo>
                    <a:pt x="253746" y="0"/>
                  </a:lnTo>
                  <a:close/>
                </a:path>
              </a:pathLst>
            </a:custGeom>
            <a:solidFill>
              <a:srgbClr val="B2B2B2"/>
            </a:solidFill>
          </p:spPr>
          <p:txBody>
            <a:bodyPr wrap="square" lIns="0" tIns="0" rIns="0" bIns="0" rtlCol="0"/>
            <a:lstStyle/>
            <a:p>
              <a:endParaRPr sz="2000"/>
            </a:p>
          </p:txBody>
        </p:sp>
        <p:sp>
          <p:nvSpPr>
            <p:cNvPr id="58" name="object 29">
              <a:extLst>
                <a:ext uri="{FF2B5EF4-FFF2-40B4-BE49-F238E27FC236}">
                  <a16:creationId xmlns:a16="http://schemas.microsoft.com/office/drawing/2014/main" id="{FAEF9242-1CD5-4571-A1C0-8068189ABCF8}"/>
                </a:ext>
              </a:extLst>
            </p:cNvPr>
            <p:cNvSpPr/>
            <p:nvPr/>
          </p:nvSpPr>
          <p:spPr>
            <a:xfrm>
              <a:off x="4740402" y="2018538"/>
              <a:ext cx="297180" cy="86995"/>
            </a:xfrm>
            <a:custGeom>
              <a:avLst/>
              <a:gdLst/>
              <a:ahLst/>
              <a:cxnLst/>
              <a:rect l="l" t="t" r="r" b="b"/>
              <a:pathLst>
                <a:path w="297179" h="86994">
                  <a:moveTo>
                    <a:pt x="0" y="21717"/>
                  </a:moveTo>
                  <a:lnTo>
                    <a:pt x="253746" y="21717"/>
                  </a:lnTo>
                  <a:lnTo>
                    <a:pt x="253746" y="0"/>
                  </a:lnTo>
                  <a:lnTo>
                    <a:pt x="297180" y="43434"/>
                  </a:lnTo>
                  <a:lnTo>
                    <a:pt x="253746" y="86868"/>
                  </a:lnTo>
                  <a:lnTo>
                    <a:pt x="253746" y="65151"/>
                  </a:lnTo>
                  <a:lnTo>
                    <a:pt x="0" y="65151"/>
                  </a:lnTo>
                  <a:lnTo>
                    <a:pt x="0" y="21717"/>
                  </a:lnTo>
                  <a:close/>
                </a:path>
              </a:pathLst>
            </a:custGeom>
            <a:ln w="25400">
              <a:solidFill>
                <a:srgbClr val="B2B2B2"/>
              </a:solidFill>
            </a:ln>
          </p:spPr>
          <p:txBody>
            <a:bodyPr wrap="square" lIns="0" tIns="0" rIns="0" bIns="0" rtlCol="0"/>
            <a:lstStyle/>
            <a:p>
              <a:endParaRPr sz="2000"/>
            </a:p>
          </p:txBody>
        </p:sp>
      </p:grpSp>
      <p:sp>
        <p:nvSpPr>
          <p:cNvPr id="59" name="object 30">
            <a:extLst>
              <a:ext uri="{FF2B5EF4-FFF2-40B4-BE49-F238E27FC236}">
                <a16:creationId xmlns:a16="http://schemas.microsoft.com/office/drawing/2014/main" id="{AFA46940-776E-42A6-BC63-D3C802E3321D}"/>
              </a:ext>
            </a:extLst>
          </p:cNvPr>
          <p:cNvSpPr txBox="1"/>
          <p:nvPr/>
        </p:nvSpPr>
        <p:spPr>
          <a:xfrm>
            <a:off x="2500023" y="1222218"/>
            <a:ext cx="510822"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I</a:t>
            </a:r>
            <a:r>
              <a:rPr sz="1556" b="1" spc="-11" dirty="0">
                <a:latin typeface="Arial"/>
                <a:cs typeface="Arial"/>
              </a:rPr>
              <a:t>npu</a:t>
            </a:r>
            <a:r>
              <a:rPr sz="1556" b="1" dirty="0">
                <a:latin typeface="Arial"/>
                <a:cs typeface="Arial"/>
              </a:rPr>
              <a:t>t</a:t>
            </a:r>
            <a:endParaRPr sz="1556">
              <a:latin typeface="Arial"/>
              <a:cs typeface="Arial"/>
            </a:endParaRPr>
          </a:p>
        </p:txBody>
      </p:sp>
    </p:spTree>
    <p:extLst>
      <p:ext uri="{BB962C8B-B14F-4D97-AF65-F5344CB8AC3E}">
        <p14:creationId xmlns:p14="http://schemas.microsoft.com/office/powerpoint/2010/main" val="39696977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An example: Network of 3 Linear Layers</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11</a:t>
            </a:fld>
            <a:endParaRPr lang="en-US" altLang="en-US" sz="1600">
              <a:solidFill>
                <a:srgbClr val="000000"/>
              </a:solidFill>
              <a:latin typeface="Garamond" panose="02020404030301010803" pitchFamily="18" charset="0"/>
            </a:endParaRPr>
          </a:p>
        </p:txBody>
      </p:sp>
      <p:grpSp>
        <p:nvGrpSpPr>
          <p:cNvPr id="5" name="object 5">
            <a:extLst>
              <a:ext uri="{FF2B5EF4-FFF2-40B4-BE49-F238E27FC236}">
                <a16:creationId xmlns:a16="http://schemas.microsoft.com/office/drawing/2014/main" id="{208986E1-1BC7-4CC5-8DCB-18D9E2C7D156}"/>
              </a:ext>
            </a:extLst>
          </p:cNvPr>
          <p:cNvGrpSpPr/>
          <p:nvPr/>
        </p:nvGrpSpPr>
        <p:grpSpPr>
          <a:xfrm>
            <a:off x="1960669" y="1544109"/>
            <a:ext cx="518583" cy="1432983"/>
            <a:chOff x="1764601" y="1389697"/>
            <a:chExt cx="466725" cy="1289685"/>
          </a:xfrm>
        </p:grpSpPr>
        <p:sp>
          <p:nvSpPr>
            <p:cNvPr id="6" name="object 6">
              <a:extLst>
                <a:ext uri="{FF2B5EF4-FFF2-40B4-BE49-F238E27FC236}">
                  <a16:creationId xmlns:a16="http://schemas.microsoft.com/office/drawing/2014/main" id="{EE1821C6-47BE-4531-AE4A-CC0E7D0FE193}"/>
                </a:ext>
              </a:extLst>
            </p:cNvPr>
            <p:cNvSpPr/>
            <p:nvPr/>
          </p:nvSpPr>
          <p:spPr>
            <a:xfrm>
              <a:off x="1769364" y="1394459"/>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7" name="object 7">
              <a:extLst>
                <a:ext uri="{FF2B5EF4-FFF2-40B4-BE49-F238E27FC236}">
                  <a16:creationId xmlns:a16="http://schemas.microsoft.com/office/drawing/2014/main" id="{C74798DF-7AFB-4F72-A5F7-EA6C4B0C34CF}"/>
                </a:ext>
              </a:extLst>
            </p:cNvPr>
            <p:cNvSpPr/>
            <p:nvPr/>
          </p:nvSpPr>
          <p:spPr>
            <a:xfrm>
              <a:off x="1769364" y="1394459"/>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8" name="object 8">
            <a:extLst>
              <a:ext uri="{FF2B5EF4-FFF2-40B4-BE49-F238E27FC236}">
                <a16:creationId xmlns:a16="http://schemas.microsoft.com/office/drawing/2014/main" id="{F3AB5A27-4ED5-4105-B1BD-E196B83E0AE7}"/>
              </a:ext>
            </a:extLst>
          </p:cNvPr>
          <p:cNvSpPr txBox="1"/>
          <p:nvPr/>
        </p:nvSpPr>
        <p:spPr>
          <a:xfrm>
            <a:off x="2026637" y="2166902"/>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9" name="object 9">
            <a:extLst>
              <a:ext uri="{FF2B5EF4-FFF2-40B4-BE49-F238E27FC236}">
                <a16:creationId xmlns:a16="http://schemas.microsoft.com/office/drawing/2014/main" id="{28492A29-3DBC-4CFE-9E62-131A8B8E033A}"/>
              </a:ext>
            </a:extLst>
          </p:cNvPr>
          <p:cNvGrpSpPr/>
          <p:nvPr/>
        </p:nvGrpSpPr>
        <p:grpSpPr>
          <a:xfrm>
            <a:off x="3317029" y="1752388"/>
            <a:ext cx="518583" cy="1055511"/>
            <a:chOff x="2985325" y="1577149"/>
            <a:chExt cx="466725" cy="949960"/>
          </a:xfrm>
        </p:grpSpPr>
        <p:sp>
          <p:nvSpPr>
            <p:cNvPr id="10" name="object 10">
              <a:extLst>
                <a:ext uri="{FF2B5EF4-FFF2-40B4-BE49-F238E27FC236}">
                  <a16:creationId xmlns:a16="http://schemas.microsoft.com/office/drawing/2014/main" id="{AF80CDED-F431-4BEE-9890-DB55DA596A4D}"/>
                </a:ext>
              </a:extLst>
            </p:cNvPr>
            <p:cNvSpPr/>
            <p:nvPr/>
          </p:nvSpPr>
          <p:spPr>
            <a:xfrm>
              <a:off x="2990088" y="1581911"/>
              <a:ext cx="457200" cy="940435"/>
            </a:xfrm>
            <a:custGeom>
              <a:avLst/>
              <a:gdLst/>
              <a:ahLst/>
              <a:cxnLst/>
              <a:rect l="l" t="t" r="r" b="b"/>
              <a:pathLst>
                <a:path w="457200" h="940435">
                  <a:moveTo>
                    <a:pt x="228600" y="0"/>
                  </a:moveTo>
                  <a:lnTo>
                    <a:pt x="167834" y="16790"/>
                  </a:lnTo>
                  <a:lnTo>
                    <a:pt x="113227" y="64177"/>
                  </a:lnTo>
                  <a:lnTo>
                    <a:pt x="88915" y="97945"/>
                  </a:lnTo>
                  <a:lnTo>
                    <a:pt x="66960" y="137683"/>
                  </a:lnTo>
                  <a:lnTo>
                    <a:pt x="47636" y="182833"/>
                  </a:lnTo>
                  <a:lnTo>
                    <a:pt x="31213" y="232833"/>
                  </a:lnTo>
                  <a:lnTo>
                    <a:pt x="17966" y="287125"/>
                  </a:lnTo>
                  <a:lnTo>
                    <a:pt x="8166" y="345148"/>
                  </a:lnTo>
                  <a:lnTo>
                    <a:pt x="2087" y="406345"/>
                  </a:lnTo>
                  <a:lnTo>
                    <a:pt x="0" y="470154"/>
                  </a:lnTo>
                  <a:lnTo>
                    <a:pt x="2087" y="533962"/>
                  </a:lnTo>
                  <a:lnTo>
                    <a:pt x="8166" y="595159"/>
                  </a:lnTo>
                  <a:lnTo>
                    <a:pt x="17966" y="653182"/>
                  </a:lnTo>
                  <a:lnTo>
                    <a:pt x="31213" y="707474"/>
                  </a:lnTo>
                  <a:lnTo>
                    <a:pt x="47636" y="757474"/>
                  </a:lnTo>
                  <a:lnTo>
                    <a:pt x="66960" y="802624"/>
                  </a:lnTo>
                  <a:lnTo>
                    <a:pt x="88915" y="842362"/>
                  </a:lnTo>
                  <a:lnTo>
                    <a:pt x="113227" y="876130"/>
                  </a:lnTo>
                  <a:lnTo>
                    <a:pt x="167834" y="923517"/>
                  </a:lnTo>
                  <a:lnTo>
                    <a:pt x="228600" y="940308"/>
                  </a:lnTo>
                  <a:lnTo>
                    <a:pt x="259616" y="936017"/>
                  </a:lnTo>
                  <a:lnTo>
                    <a:pt x="317575" y="903368"/>
                  </a:lnTo>
                  <a:lnTo>
                    <a:pt x="368284" y="842362"/>
                  </a:lnTo>
                  <a:lnTo>
                    <a:pt x="390239" y="802624"/>
                  </a:lnTo>
                  <a:lnTo>
                    <a:pt x="409563" y="757474"/>
                  </a:lnTo>
                  <a:lnTo>
                    <a:pt x="425986" y="707474"/>
                  </a:lnTo>
                  <a:lnTo>
                    <a:pt x="439233" y="653182"/>
                  </a:lnTo>
                  <a:lnTo>
                    <a:pt x="449033" y="595159"/>
                  </a:lnTo>
                  <a:lnTo>
                    <a:pt x="455112" y="533962"/>
                  </a:lnTo>
                  <a:lnTo>
                    <a:pt x="457200" y="470154"/>
                  </a:lnTo>
                  <a:lnTo>
                    <a:pt x="455112" y="406345"/>
                  </a:lnTo>
                  <a:lnTo>
                    <a:pt x="449033" y="345148"/>
                  </a:lnTo>
                  <a:lnTo>
                    <a:pt x="439233" y="287125"/>
                  </a:lnTo>
                  <a:lnTo>
                    <a:pt x="425986" y="232833"/>
                  </a:lnTo>
                  <a:lnTo>
                    <a:pt x="409563" y="182833"/>
                  </a:lnTo>
                  <a:lnTo>
                    <a:pt x="390239" y="137683"/>
                  </a:lnTo>
                  <a:lnTo>
                    <a:pt x="368284" y="97945"/>
                  </a:lnTo>
                  <a:lnTo>
                    <a:pt x="343972" y="64177"/>
                  </a:lnTo>
                  <a:lnTo>
                    <a:pt x="289365" y="16790"/>
                  </a:lnTo>
                  <a:lnTo>
                    <a:pt x="228600" y="0"/>
                  </a:lnTo>
                  <a:close/>
                </a:path>
              </a:pathLst>
            </a:custGeom>
            <a:solidFill>
              <a:srgbClr val="E3C2F5"/>
            </a:solidFill>
          </p:spPr>
          <p:txBody>
            <a:bodyPr wrap="square" lIns="0" tIns="0" rIns="0" bIns="0" rtlCol="0"/>
            <a:lstStyle/>
            <a:p>
              <a:endParaRPr sz="2000"/>
            </a:p>
          </p:txBody>
        </p:sp>
        <p:sp>
          <p:nvSpPr>
            <p:cNvPr id="11" name="object 11">
              <a:extLst>
                <a:ext uri="{FF2B5EF4-FFF2-40B4-BE49-F238E27FC236}">
                  <a16:creationId xmlns:a16="http://schemas.microsoft.com/office/drawing/2014/main" id="{F89919EE-7E63-4120-8CDC-E35E49626E7B}"/>
                </a:ext>
              </a:extLst>
            </p:cNvPr>
            <p:cNvSpPr/>
            <p:nvPr/>
          </p:nvSpPr>
          <p:spPr>
            <a:xfrm>
              <a:off x="2990088" y="1581911"/>
              <a:ext cx="457200" cy="940435"/>
            </a:xfrm>
            <a:custGeom>
              <a:avLst/>
              <a:gdLst/>
              <a:ahLst/>
              <a:cxnLst/>
              <a:rect l="l" t="t" r="r" b="b"/>
              <a:pathLst>
                <a:path w="457200" h="940435">
                  <a:moveTo>
                    <a:pt x="0" y="470154"/>
                  </a:moveTo>
                  <a:lnTo>
                    <a:pt x="2087" y="406345"/>
                  </a:lnTo>
                  <a:lnTo>
                    <a:pt x="8166" y="345148"/>
                  </a:lnTo>
                  <a:lnTo>
                    <a:pt x="17966" y="287125"/>
                  </a:lnTo>
                  <a:lnTo>
                    <a:pt x="31213" y="232833"/>
                  </a:lnTo>
                  <a:lnTo>
                    <a:pt x="47636" y="182833"/>
                  </a:lnTo>
                  <a:lnTo>
                    <a:pt x="66960" y="137683"/>
                  </a:lnTo>
                  <a:lnTo>
                    <a:pt x="88915" y="97945"/>
                  </a:lnTo>
                  <a:lnTo>
                    <a:pt x="113227" y="64177"/>
                  </a:lnTo>
                  <a:lnTo>
                    <a:pt x="167834" y="16790"/>
                  </a:lnTo>
                  <a:lnTo>
                    <a:pt x="228600" y="0"/>
                  </a:lnTo>
                  <a:lnTo>
                    <a:pt x="259616" y="4290"/>
                  </a:lnTo>
                  <a:lnTo>
                    <a:pt x="317575" y="36939"/>
                  </a:lnTo>
                  <a:lnTo>
                    <a:pt x="368284" y="97945"/>
                  </a:lnTo>
                  <a:lnTo>
                    <a:pt x="390239" y="137683"/>
                  </a:lnTo>
                  <a:lnTo>
                    <a:pt x="409563" y="182833"/>
                  </a:lnTo>
                  <a:lnTo>
                    <a:pt x="425986" y="232833"/>
                  </a:lnTo>
                  <a:lnTo>
                    <a:pt x="439233" y="287125"/>
                  </a:lnTo>
                  <a:lnTo>
                    <a:pt x="449033" y="345148"/>
                  </a:lnTo>
                  <a:lnTo>
                    <a:pt x="455112" y="406345"/>
                  </a:lnTo>
                  <a:lnTo>
                    <a:pt x="457200" y="470154"/>
                  </a:lnTo>
                  <a:lnTo>
                    <a:pt x="455112" y="533962"/>
                  </a:lnTo>
                  <a:lnTo>
                    <a:pt x="449033" y="595159"/>
                  </a:lnTo>
                  <a:lnTo>
                    <a:pt x="439233" y="653182"/>
                  </a:lnTo>
                  <a:lnTo>
                    <a:pt x="425986" y="707474"/>
                  </a:lnTo>
                  <a:lnTo>
                    <a:pt x="409563" y="757474"/>
                  </a:lnTo>
                  <a:lnTo>
                    <a:pt x="390239" y="802624"/>
                  </a:lnTo>
                  <a:lnTo>
                    <a:pt x="368284" y="842362"/>
                  </a:lnTo>
                  <a:lnTo>
                    <a:pt x="343972" y="876130"/>
                  </a:lnTo>
                  <a:lnTo>
                    <a:pt x="289365" y="923517"/>
                  </a:lnTo>
                  <a:lnTo>
                    <a:pt x="228600" y="940308"/>
                  </a:lnTo>
                  <a:lnTo>
                    <a:pt x="197583" y="936017"/>
                  </a:lnTo>
                  <a:lnTo>
                    <a:pt x="139624" y="903368"/>
                  </a:lnTo>
                  <a:lnTo>
                    <a:pt x="88915" y="842362"/>
                  </a:lnTo>
                  <a:lnTo>
                    <a:pt x="66960" y="802624"/>
                  </a:lnTo>
                  <a:lnTo>
                    <a:pt x="47636" y="757474"/>
                  </a:lnTo>
                  <a:lnTo>
                    <a:pt x="31213" y="707474"/>
                  </a:lnTo>
                  <a:lnTo>
                    <a:pt x="17966" y="653182"/>
                  </a:lnTo>
                  <a:lnTo>
                    <a:pt x="8166" y="595159"/>
                  </a:lnTo>
                  <a:lnTo>
                    <a:pt x="2087" y="533962"/>
                  </a:lnTo>
                  <a:lnTo>
                    <a:pt x="0" y="470154"/>
                  </a:lnTo>
                  <a:close/>
                </a:path>
              </a:pathLst>
            </a:custGeom>
            <a:ln w="9525">
              <a:solidFill>
                <a:srgbClr val="000000"/>
              </a:solidFill>
            </a:ln>
          </p:spPr>
          <p:txBody>
            <a:bodyPr wrap="square" lIns="0" tIns="0" rIns="0" bIns="0" rtlCol="0"/>
            <a:lstStyle/>
            <a:p>
              <a:endParaRPr sz="2000"/>
            </a:p>
          </p:txBody>
        </p:sp>
      </p:grpSp>
      <p:sp>
        <p:nvSpPr>
          <p:cNvPr id="12" name="object 12">
            <a:extLst>
              <a:ext uri="{FF2B5EF4-FFF2-40B4-BE49-F238E27FC236}">
                <a16:creationId xmlns:a16="http://schemas.microsoft.com/office/drawing/2014/main" id="{920939CB-1F50-41DD-BFC7-394658697AC9}"/>
              </a:ext>
            </a:extLst>
          </p:cNvPr>
          <p:cNvSpPr txBox="1"/>
          <p:nvPr/>
        </p:nvSpPr>
        <p:spPr>
          <a:xfrm>
            <a:off x="3383703" y="2186517"/>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13" name="object 13">
            <a:extLst>
              <a:ext uri="{FF2B5EF4-FFF2-40B4-BE49-F238E27FC236}">
                <a16:creationId xmlns:a16="http://schemas.microsoft.com/office/drawing/2014/main" id="{9CA69189-2039-49D9-B944-51008CEED17B}"/>
              </a:ext>
            </a:extLst>
          </p:cNvPr>
          <p:cNvGrpSpPr/>
          <p:nvPr/>
        </p:nvGrpSpPr>
        <p:grpSpPr>
          <a:xfrm>
            <a:off x="4670001" y="2099522"/>
            <a:ext cx="520700" cy="390172"/>
            <a:chOff x="4203001" y="1889569"/>
            <a:chExt cx="468630" cy="351155"/>
          </a:xfrm>
        </p:grpSpPr>
        <p:sp>
          <p:nvSpPr>
            <p:cNvPr id="14" name="object 14">
              <a:extLst>
                <a:ext uri="{FF2B5EF4-FFF2-40B4-BE49-F238E27FC236}">
                  <a16:creationId xmlns:a16="http://schemas.microsoft.com/office/drawing/2014/main" id="{BEB17617-53B9-4CA4-83F6-628261188836}"/>
                </a:ext>
              </a:extLst>
            </p:cNvPr>
            <p:cNvSpPr/>
            <p:nvPr/>
          </p:nvSpPr>
          <p:spPr>
            <a:xfrm>
              <a:off x="4207764" y="1894331"/>
              <a:ext cx="459105" cy="341630"/>
            </a:xfrm>
            <a:custGeom>
              <a:avLst/>
              <a:gdLst/>
              <a:ahLst/>
              <a:cxnLst/>
              <a:rect l="l" t="t" r="r" b="b"/>
              <a:pathLst>
                <a:path w="459104" h="341630">
                  <a:moveTo>
                    <a:pt x="229362" y="0"/>
                  </a:moveTo>
                  <a:lnTo>
                    <a:pt x="176788" y="4509"/>
                  </a:lnTo>
                  <a:lnTo>
                    <a:pt x="128518" y="17354"/>
                  </a:lnTo>
                  <a:lnTo>
                    <a:pt x="85930" y="37509"/>
                  </a:lnTo>
                  <a:lnTo>
                    <a:pt x="50405" y="63945"/>
                  </a:lnTo>
                  <a:lnTo>
                    <a:pt x="23322" y="95638"/>
                  </a:lnTo>
                  <a:lnTo>
                    <a:pt x="6060" y="131561"/>
                  </a:lnTo>
                  <a:lnTo>
                    <a:pt x="0" y="170688"/>
                  </a:lnTo>
                  <a:lnTo>
                    <a:pt x="6060" y="209814"/>
                  </a:lnTo>
                  <a:lnTo>
                    <a:pt x="23322" y="245737"/>
                  </a:lnTo>
                  <a:lnTo>
                    <a:pt x="50405" y="277430"/>
                  </a:lnTo>
                  <a:lnTo>
                    <a:pt x="85930" y="303866"/>
                  </a:lnTo>
                  <a:lnTo>
                    <a:pt x="128518" y="324021"/>
                  </a:lnTo>
                  <a:lnTo>
                    <a:pt x="176788" y="336866"/>
                  </a:lnTo>
                  <a:lnTo>
                    <a:pt x="229362" y="341376"/>
                  </a:lnTo>
                  <a:lnTo>
                    <a:pt x="281935" y="336866"/>
                  </a:lnTo>
                  <a:lnTo>
                    <a:pt x="330205" y="324021"/>
                  </a:lnTo>
                  <a:lnTo>
                    <a:pt x="372793" y="303866"/>
                  </a:lnTo>
                  <a:lnTo>
                    <a:pt x="408318" y="277430"/>
                  </a:lnTo>
                  <a:lnTo>
                    <a:pt x="435401" y="245737"/>
                  </a:lnTo>
                  <a:lnTo>
                    <a:pt x="452663" y="209814"/>
                  </a:lnTo>
                  <a:lnTo>
                    <a:pt x="458724" y="170688"/>
                  </a:lnTo>
                  <a:lnTo>
                    <a:pt x="452663" y="131561"/>
                  </a:lnTo>
                  <a:lnTo>
                    <a:pt x="435401" y="95638"/>
                  </a:lnTo>
                  <a:lnTo>
                    <a:pt x="408318" y="63945"/>
                  </a:lnTo>
                  <a:lnTo>
                    <a:pt x="372793" y="37509"/>
                  </a:lnTo>
                  <a:lnTo>
                    <a:pt x="330205" y="17354"/>
                  </a:lnTo>
                  <a:lnTo>
                    <a:pt x="281935" y="4509"/>
                  </a:lnTo>
                  <a:lnTo>
                    <a:pt x="229362" y="0"/>
                  </a:lnTo>
                  <a:close/>
                </a:path>
              </a:pathLst>
            </a:custGeom>
            <a:solidFill>
              <a:srgbClr val="C5D1FB"/>
            </a:solidFill>
          </p:spPr>
          <p:txBody>
            <a:bodyPr wrap="square" lIns="0" tIns="0" rIns="0" bIns="0" rtlCol="0"/>
            <a:lstStyle/>
            <a:p>
              <a:endParaRPr sz="2000"/>
            </a:p>
          </p:txBody>
        </p:sp>
        <p:sp>
          <p:nvSpPr>
            <p:cNvPr id="15" name="object 15">
              <a:extLst>
                <a:ext uri="{FF2B5EF4-FFF2-40B4-BE49-F238E27FC236}">
                  <a16:creationId xmlns:a16="http://schemas.microsoft.com/office/drawing/2014/main" id="{1C1B589D-98F9-40BC-8940-73A8DF0AA675}"/>
                </a:ext>
              </a:extLst>
            </p:cNvPr>
            <p:cNvSpPr/>
            <p:nvPr/>
          </p:nvSpPr>
          <p:spPr>
            <a:xfrm>
              <a:off x="4207764" y="1894331"/>
              <a:ext cx="459105" cy="341630"/>
            </a:xfrm>
            <a:custGeom>
              <a:avLst/>
              <a:gdLst/>
              <a:ahLst/>
              <a:cxnLst/>
              <a:rect l="l" t="t" r="r" b="b"/>
              <a:pathLst>
                <a:path w="459104" h="341630">
                  <a:moveTo>
                    <a:pt x="0" y="170688"/>
                  </a:moveTo>
                  <a:lnTo>
                    <a:pt x="6060" y="131561"/>
                  </a:lnTo>
                  <a:lnTo>
                    <a:pt x="23322" y="95638"/>
                  </a:lnTo>
                  <a:lnTo>
                    <a:pt x="50405" y="63945"/>
                  </a:lnTo>
                  <a:lnTo>
                    <a:pt x="85930" y="37509"/>
                  </a:lnTo>
                  <a:lnTo>
                    <a:pt x="128518" y="17354"/>
                  </a:lnTo>
                  <a:lnTo>
                    <a:pt x="176788" y="4509"/>
                  </a:lnTo>
                  <a:lnTo>
                    <a:pt x="229362" y="0"/>
                  </a:lnTo>
                  <a:lnTo>
                    <a:pt x="281935" y="4509"/>
                  </a:lnTo>
                  <a:lnTo>
                    <a:pt x="330205" y="17354"/>
                  </a:lnTo>
                  <a:lnTo>
                    <a:pt x="372793" y="37509"/>
                  </a:lnTo>
                  <a:lnTo>
                    <a:pt x="408318" y="63945"/>
                  </a:lnTo>
                  <a:lnTo>
                    <a:pt x="435401" y="95638"/>
                  </a:lnTo>
                  <a:lnTo>
                    <a:pt x="452663" y="131561"/>
                  </a:lnTo>
                  <a:lnTo>
                    <a:pt x="458724" y="170688"/>
                  </a:lnTo>
                  <a:lnTo>
                    <a:pt x="452663" y="209814"/>
                  </a:lnTo>
                  <a:lnTo>
                    <a:pt x="435401" y="245737"/>
                  </a:lnTo>
                  <a:lnTo>
                    <a:pt x="408318" y="277430"/>
                  </a:lnTo>
                  <a:lnTo>
                    <a:pt x="372793" y="303866"/>
                  </a:lnTo>
                  <a:lnTo>
                    <a:pt x="330205" y="324021"/>
                  </a:lnTo>
                  <a:lnTo>
                    <a:pt x="281935" y="336866"/>
                  </a:lnTo>
                  <a:lnTo>
                    <a:pt x="229362" y="341376"/>
                  </a:lnTo>
                  <a:lnTo>
                    <a:pt x="176788" y="336866"/>
                  </a:lnTo>
                  <a:lnTo>
                    <a:pt x="128518" y="324021"/>
                  </a:lnTo>
                  <a:lnTo>
                    <a:pt x="85930" y="303866"/>
                  </a:lnTo>
                  <a:lnTo>
                    <a:pt x="50405" y="277430"/>
                  </a:lnTo>
                  <a:lnTo>
                    <a:pt x="23322" y="245737"/>
                  </a:lnTo>
                  <a:lnTo>
                    <a:pt x="6060" y="209814"/>
                  </a:lnTo>
                  <a:lnTo>
                    <a:pt x="0" y="170688"/>
                  </a:lnTo>
                  <a:close/>
                </a:path>
              </a:pathLst>
            </a:custGeom>
            <a:ln w="9525">
              <a:solidFill>
                <a:srgbClr val="000000"/>
              </a:solidFill>
            </a:ln>
          </p:spPr>
          <p:txBody>
            <a:bodyPr wrap="square" lIns="0" tIns="0" rIns="0" bIns="0" rtlCol="0"/>
            <a:lstStyle/>
            <a:p>
              <a:endParaRPr sz="2000"/>
            </a:p>
          </p:txBody>
        </p:sp>
      </p:grpSp>
      <p:sp>
        <p:nvSpPr>
          <p:cNvPr id="16" name="object 16">
            <a:extLst>
              <a:ext uri="{FF2B5EF4-FFF2-40B4-BE49-F238E27FC236}">
                <a16:creationId xmlns:a16="http://schemas.microsoft.com/office/drawing/2014/main" id="{2FAC660C-A98A-4CF9-AE4E-9B6FE6BAAF1D}"/>
              </a:ext>
            </a:extLst>
          </p:cNvPr>
          <p:cNvSpPr txBox="1"/>
          <p:nvPr/>
        </p:nvSpPr>
        <p:spPr>
          <a:xfrm>
            <a:off x="4738087" y="2200431"/>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17" name="object 17">
            <a:extLst>
              <a:ext uri="{FF2B5EF4-FFF2-40B4-BE49-F238E27FC236}">
                <a16:creationId xmlns:a16="http://schemas.microsoft.com/office/drawing/2014/main" id="{FCCF5A3E-A6BD-4E34-94A4-E355877E3F6F}"/>
              </a:ext>
            </a:extLst>
          </p:cNvPr>
          <p:cNvGrpSpPr/>
          <p:nvPr/>
        </p:nvGrpSpPr>
        <p:grpSpPr>
          <a:xfrm>
            <a:off x="1383169" y="1906412"/>
            <a:ext cx="515056" cy="774700"/>
            <a:chOff x="1244852" y="1715771"/>
            <a:chExt cx="463550" cy="697230"/>
          </a:xfrm>
        </p:grpSpPr>
        <p:sp>
          <p:nvSpPr>
            <p:cNvPr id="18" name="object 18">
              <a:extLst>
                <a:ext uri="{FF2B5EF4-FFF2-40B4-BE49-F238E27FC236}">
                  <a16:creationId xmlns:a16="http://schemas.microsoft.com/office/drawing/2014/main" id="{511E2697-6592-412A-8519-63F7DA2B2455}"/>
                </a:ext>
              </a:extLst>
            </p:cNvPr>
            <p:cNvSpPr/>
            <p:nvPr/>
          </p:nvSpPr>
          <p:spPr>
            <a:xfrm>
              <a:off x="1251202" y="1722121"/>
              <a:ext cx="91440" cy="684530"/>
            </a:xfrm>
            <a:custGeom>
              <a:avLst/>
              <a:gdLst/>
              <a:ahLst/>
              <a:cxnLst/>
              <a:rect l="l" t="t" r="r" b="b"/>
              <a:pathLst>
                <a:path w="91440" h="684530">
                  <a:moveTo>
                    <a:pt x="0" y="85342"/>
                  </a:moveTo>
                  <a:lnTo>
                    <a:pt x="91440" y="85342"/>
                  </a:lnTo>
                  <a:lnTo>
                    <a:pt x="91440" y="0"/>
                  </a:lnTo>
                  <a:lnTo>
                    <a:pt x="0" y="0"/>
                  </a:lnTo>
                  <a:lnTo>
                    <a:pt x="0" y="85342"/>
                  </a:lnTo>
                  <a:close/>
                </a:path>
                <a:path w="91440" h="684530">
                  <a:moveTo>
                    <a:pt x="0" y="172210"/>
                  </a:moveTo>
                  <a:lnTo>
                    <a:pt x="91440" y="172210"/>
                  </a:lnTo>
                  <a:lnTo>
                    <a:pt x="91440" y="85340"/>
                  </a:lnTo>
                  <a:lnTo>
                    <a:pt x="0" y="85340"/>
                  </a:lnTo>
                  <a:lnTo>
                    <a:pt x="0" y="172210"/>
                  </a:lnTo>
                  <a:close/>
                </a:path>
                <a:path w="91440" h="684530">
                  <a:moveTo>
                    <a:pt x="0" y="257554"/>
                  </a:moveTo>
                  <a:lnTo>
                    <a:pt x="91440" y="257554"/>
                  </a:lnTo>
                  <a:lnTo>
                    <a:pt x="91440" y="172212"/>
                  </a:lnTo>
                  <a:lnTo>
                    <a:pt x="0" y="172212"/>
                  </a:lnTo>
                  <a:lnTo>
                    <a:pt x="0" y="257554"/>
                  </a:lnTo>
                  <a:close/>
                </a:path>
                <a:path w="91440" h="684530">
                  <a:moveTo>
                    <a:pt x="0" y="342898"/>
                  </a:moveTo>
                  <a:lnTo>
                    <a:pt x="91440" y="342898"/>
                  </a:lnTo>
                  <a:lnTo>
                    <a:pt x="91440" y="257556"/>
                  </a:lnTo>
                  <a:lnTo>
                    <a:pt x="0" y="257556"/>
                  </a:lnTo>
                  <a:lnTo>
                    <a:pt x="0" y="342898"/>
                  </a:lnTo>
                  <a:close/>
                </a:path>
                <a:path w="91440" h="684530">
                  <a:moveTo>
                    <a:pt x="0" y="428242"/>
                  </a:moveTo>
                  <a:lnTo>
                    <a:pt x="91440" y="428242"/>
                  </a:lnTo>
                  <a:lnTo>
                    <a:pt x="91440" y="342900"/>
                  </a:lnTo>
                  <a:lnTo>
                    <a:pt x="0" y="342900"/>
                  </a:lnTo>
                  <a:lnTo>
                    <a:pt x="0" y="428242"/>
                  </a:lnTo>
                  <a:close/>
                </a:path>
                <a:path w="91440" h="684530">
                  <a:moveTo>
                    <a:pt x="0" y="513586"/>
                  </a:moveTo>
                  <a:lnTo>
                    <a:pt x="91440" y="513586"/>
                  </a:lnTo>
                  <a:lnTo>
                    <a:pt x="91440" y="428244"/>
                  </a:lnTo>
                  <a:lnTo>
                    <a:pt x="0" y="428244"/>
                  </a:lnTo>
                  <a:lnTo>
                    <a:pt x="0" y="513586"/>
                  </a:lnTo>
                  <a:close/>
                </a:path>
                <a:path w="91440" h="684530">
                  <a:moveTo>
                    <a:pt x="0" y="598930"/>
                  </a:moveTo>
                  <a:lnTo>
                    <a:pt x="91440" y="598930"/>
                  </a:lnTo>
                  <a:lnTo>
                    <a:pt x="91440" y="513583"/>
                  </a:lnTo>
                  <a:lnTo>
                    <a:pt x="0" y="513583"/>
                  </a:lnTo>
                  <a:lnTo>
                    <a:pt x="0" y="598930"/>
                  </a:lnTo>
                  <a:close/>
                </a:path>
                <a:path w="91440" h="684530">
                  <a:moveTo>
                    <a:pt x="0" y="684274"/>
                  </a:moveTo>
                  <a:lnTo>
                    <a:pt x="91440" y="684274"/>
                  </a:lnTo>
                  <a:lnTo>
                    <a:pt x="91440" y="598932"/>
                  </a:lnTo>
                  <a:lnTo>
                    <a:pt x="0" y="598932"/>
                  </a:lnTo>
                  <a:lnTo>
                    <a:pt x="0" y="684274"/>
                  </a:lnTo>
                  <a:close/>
                </a:path>
              </a:pathLst>
            </a:custGeom>
            <a:ln w="12700">
              <a:solidFill>
                <a:srgbClr val="000000"/>
              </a:solidFill>
            </a:ln>
          </p:spPr>
          <p:txBody>
            <a:bodyPr wrap="square" lIns="0" tIns="0" rIns="0" bIns="0" rtlCol="0"/>
            <a:lstStyle/>
            <a:p>
              <a:endParaRPr sz="2000"/>
            </a:p>
          </p:txBody>
        </p:sp>
        <p:sp>
          <p:nvSpPr>
            <p:cNvPr id="19" name="object 19">
              <a:extLst>
                <a:ext uri="{FF2B5EF4-FFF2-40B4-BE49-F238E27FC236}">
                  <a16:creationId xmlns:a16="http://schemas.microsoft.com/office/drawing/2014/main" id="{132F6A25-928E-4E9C-B9E6-148260C4679D}"/>
                </a:ext>
              </a:extLst>
            </p:cNvPr>
            <p:cNvSpPr/>
            <p:nvPr/>
          </p:nvSpPr>
          <p:spPr>
            <a:xfrm>
              <a:off x="1399794" y="2017014"/>
              <a:ext cx="295910" cy="85725"/>
            </a:xfrm>
            <a:custGeom>
              <a:avLst/>
              <a:gdLst/>
              <a:ahLst/>
              <a:cxnLst/>
              <a:rect l="l" t="t" r="r" b="b"/>
              <a:pathLst>
                <a:path w="295910" h="85725">
                  <a:moveTo>
                    <a:pt x="252984" y="0"/>
                  </a:moveTo>
                  <a:lnTo>
                    <a:pt x="252984" y="21336"/>
                  </a:lnTo>
                  <a:lnTo>
                    <a:pt x="0" y="21336"/>
                  </a:lnTo>
                  <a:lnTo>
                    <a:pt x="0" y="64008"/>
                  </a:lnTo>
                  <a:lnTo>
                    <a:pt x="252984" y="64008"/>
                  </a:lnTo>
                  <a:lnTo>
                    <a:pt x="252984" y="85344"/>
                  </a:lnTo>
                  <a:lnTo>
                    <a:pt x="295656" y="42672"/>
                  </a:lnTo>
                  <a:lnTo>
                    <a:pt x="252984" y="0"/>
                  </a:lnTo>
                  <a:close/>
                </a:path>
              </a:pathLst>
            </a:custGeom>
            <a:solidFill>
              <a:srgbClr val="B2B2B2"/>
            </a:solidFill>
          </p:spPr>
          <p:txBody>
            <a:bodyPr wrap="square" lIns="0" tIns="0" rIns="0" bIns="0" rtlCol="0"/>
            <a:lstStyle/>
            <a:p>
              <a:endParaRPr sz="2000"/>
            </a:p>
          </p:txBody>
        </p:sp>
        <p:sp>
          <p:nvSpPr>
            <p:cNvPr id="20" name="object 20">
              <a:extLst>
                <a:ext uri="{FF2B5EF4-FFF2-40B4-BE49-F238E27FC236}">
                  <a16:creationId xmlns:a16="http://schemas.microsoft.com/office/drawing/2014/main" id="{C3E6D617-C534-4547-B5BA-67BAEC471035}"/>
                </a:ext>
              </a:extLst>
            </p:cNvPr>
            <p:cNvSpPr/>
            <p:nvPr/>
          </p:nvSpPr>
          <p:spPr>
            <a:xfrm>
              <a:off x="1399794" y="2017014"/>
              <a:ext cx="295910" cy="85725"/>
            </a:xfrm>
            <a:custGeom>
              <a:avLst/>
              <a:gdLst/>
              <a:ahLst/>
              <a:cxnLst/>
              <a:rect l="l" t="t" r="r" b="b"/>
              <a:pathLst>
                <a:path w="295910" h="85725">
                  <a:moveTo>
                    <a:pt x="0" y="21336"/>
                  </a:moveTo>
                  <a:lnTo>
                    <a:pt x="252984" y="21336"/>
                  </a:lnTo>
                  <a:lnTo>
                    <a:pt x="252984" y="0"/>
                  </a:lnTo>
                  <a:lnTo>
                    <a:pt x="295656" y="42672"/>
                  </a:lnTo>
                  <a:lnTo>
                    <a:pt x="252984" y="85344"/>
                  </a:lnTo>
                  <a:lnTo>
                    <a:pt x="252984" y="64008"/>
                  </a:lnTo>
                  <a:lnTo>
                    <a:pt x="0" y="64008"/>
                  </a:lnTo>
                  <a:lnTo>
                    <a:pt x="0" y="21336"/>
                  </a:lnTo>
                  <a:close/>
                </a:path>
              </a:pathLst>
            </a:custGeom>
            <a:ln w="25400">
              <a:solidFill>
                <a:srgbClr val="B2B2B2"/>
              </a:solidFill>
            </a:ln>
          </p:spPr>
          <p:txBody>
            <a:bodyPr wrap="square" lIns="0" tIns="0" rIns="0" bIns="0" rtlCol="0"/>
            <a:lstStyle/>
            <a:p>
              <a:endParaRPr sz="2000"/>
            </a:p>
          </p:txBody>
        </p:sp>
      </p:grpSp>
      <p:grpSp>
        <p:nvGrpSpPr>
          <p:cNvPr id="21" name="object 21">
            <a:extLst>
              <a:ext uri="{FF2B5EF4-FFF2-40B4-BE49-F238E27FC236}">
                <a16:creationId xmlns:a16="http://schemas.microsoft.com/office/drawing/2014/main" id="{A19AC999-782A-48FF-ADCD-9018843D8415}"/>
              </a:ext>
            </a:extLst>
          </p:cNvPr>
          <p:cNvGrpSpPr/>
          <p:nvPr/>
        </p:nvGrpSpPr>
        <p:grpSpPr>
          <a:xfrm>
            <a:off x="2535202" y="2227015"/>
            <a:ext cx="728133" cy="119944"/>
            <a:chOff x="2281682" y="2004313"/>
            <a:chExt cx="655320" cy="107950"/>
          </a:xfrm>
        </p:grpSpPr>
        <p:sp>
          <p:nvSpPr>
            <p:cNvPr id="22" name="object 22">
              <a:extLst>
                <a:ext uri="{FF2B5EF4-FFF2-40B4-BE49-F238E27FC236}">
                  <a16:creationId xmlns:a16="http://schemas.microsoft.com/office/drawing/2014/main" id="{91510993-0558-4CCA-8A80-3B83AED3B106}"/>
                </a:ext>
              </a:extLst>
            </p:cNvPr>
            <p:cNvSpPr/>
            <p:nvPr/>
          </p:nvSpPr>
          <p:spPr>
            <a:xfrm>
              <a:off x="2294382" y="2017013"/>
              <a:ext cx="629920" cy="82550"/>
            </a:xfrm>
            <a:custGeom>
              <a:avLst/>
              <a:gdLst/>
              <a:ahLst/>
              <a:cxnLst/>
              <a:rect l="l" t="t" r="r" b="b"/>
              <a:pathLst>
                <a:path w="629919" h="82550">
                  <a:moveTo>
                    <a:pt x="588264" y="0"/>
                  </a:moveTo>
                  <a:lnTo>
                    <a:pt x="588264" y="20574"/>
                  </a:lnTo>
                  <a:lnTo>
                    <a:pt x="0" y="20574"/>
                  </a:lnTo>
                  <a:lnTo>
                    <a:pt x="0" y="61722"/>
                  </a:lnTo>
                  <a:lnTo>
                    <a:pt x="588264" y="61722"/>
                  </a:lnTo>
                  <a:lnTo>
                    <a:pt x="588264" y="82296"/>
                  </a:lnTo>
                  <a:lnTo>
                    <a:pt x="629412" y="41148"/>
                  </a:lnTo>
                  <a:lnTo>
                    <a:pt x="588264" y="0"/>
                  </a:lnTo>
                  <a:close/>
                </a:path>
              </a:pathLst>
            </a:custGeom>
            <a:solidFill>
              <a:srgbClr val="B2B2B2"/>
            </a:solidFill>
          </p:spPr>
          <p:txBody>
            <a:bodyPr wrap="square" lIns="0" tIns="0" rIns="0" bIns="0" rtlCol="0"/>
            <a:lstStyle/>
            <a:p>
              <a:endParaRPr sz="2000"/>
            </a:p>
          </p:txBody>
        </p:sp>
        <p:sp>
          <p:nvSpPr>
            <p:cNvPr id="23" name="object 23">
              <a:extLst>
                <a:ext uri="{FF2B5EF4-FFF2-40B4-BE49-F238E27FC236}">
                  <a16:creationId xmlns:a16="http://schemas.microsoft.com/office/drawing/2014/main" id="{24B05078-35F1-4730-BF66-58CFA13E290C}"/>
                </a:ext>
              </a:extLst>
            </p:cNvPr>
            <p:cNvSpPr/>
            <p:nvPr/>
          </p:nvSpPr>
          <p:spPr>
            <a:xfrm>
              <a:off x="2294382" y="2017013"/>
              <a:ext cx="629920" cy="82550"/>
            </a:xfrm>
            <a:custGeom>
              <a:avLst/>
              <a:gdLst/>
              <a:ahLst/>
              <a:cxnLst/>
              <a:rect l="l" t="t" r="r" b="b"/>
              <a:pathLst>
                <a:path w="629919" h="82550">
                  <a:moveTo>
                    <a:pt x="0" y="20574"/>
                  </a:moveTo>
                  <a:lnTo>
                    <a:pt x="588264" y="20574"/>
                  </a:lnTo>
                  <a:lnTo>
                    <a:pt x="588264" y="0"/>
                  </a:lnTo>
                  <a:lnTo>
                    <a:pt x="629412" y="41148"/>
                  </a:lnTo>
                  <a:lnTo>
                    <a:pt x="588264" y="82296"/>
                  </a:lnTo>
                  <a:lnTo>
                    <a:pt x="588264" y="61722"/>
                  </a:lnTo>
                  <a:lnTo>
                    <a:pt x="0" y="61722"/>
                  </a:lnTo>
                  <a:lnTo>
                    <a:pt x="0" y="20574"/>
                  </a:lnTo>
                  <a:close/>
                </a:path>
              </a:pathLst>
            </a:custGeom>
            <a:ln w="25400">
              <a:solidFill>
                <a:srgbClr val="B2B2B2"/>
              </a:solidFill>
            </a:ln>
          </p:spPr>
          <p:txBody>
            <a:bodyPr wrap="square" lIns="0" tIns="0" rIns="0" bIns="0" rtlCol="0"/>
            <a:lstStyle/>
            <a:p>
              <a:endParaRPr sz="2000"/>
            </a:p>
          </p:txBody>
        </p:sp>
      </p:grpSp>
      <p:grpSp>
        <p:nvGrpSpPr>
          <p:cNvPr id="24" name="object 24">
            <a:extLst>
              <a:ext uri="{FF2B5EF4-FFF2-40B4-BE49-F238E27FC236}">
                <a16:creationId xmlns:a16="http://schemas.microsoft.com/office/drawing/2014/main" id="{FC27A988-1A34-457B-9A5F-4F5BBDC960CF}"/>
              </a:ext>
            </a:extLst>
          </p:cNvPr>
          <p:cNvGrpSpPr/>
          <p:nvPr/>
        </p:nvGrpSpPr>
        <p:grpSpPr>
          <a:xfrm>
            <a:off x="3900029" y="2223630"/>
            <a:ext cx="705556" cy="123472"/>
            <a:chOff x="3510026" y="2001266"/>
            <a:chExt cx="635000" cy="111125"/>
          </a:xfrm>
        </p:grpSpPr>
        <p:sp>
          <p:nvSpPr>
            <p:cNvPr id="25" name="object 25">
              <a:extLst>
                <a:ext uri="{FF2B5EF4-FFF2-40B4-BE49-F238E27FC236}">
                  <a16:creationId xmlns:a16="http://schemas.microsoft.com/office/drawing/2014/main" id="{6395A6F2-0F13-48CB-A893-11602B9D6C4F}"/>
                </a:ext>
              </a:extLst>
            </p:cNvPr>
            <p:cNvSpPr/>
            <p:nvPr/>
          </p:nvSpPr>
          <p:spPr>
            <a:xfrm>
              <a:off x="3522726" y="2013966"/>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26" name="object 26">
              <a:extLst>
                <a:ext uri="{FF2B5EF4-FFF2-40B4-BE49-F238E27FC236}">
                  <a16:creationId xmlns:a16="http://schemas.microsoft.com/office/drawing/2014/main" id="{E1849564-363D-44CB-8868-9A3A65189C3C}"/>
                </a:ext>
              </a:extLst>
            </p:cNvPr>
            <p:cNvSpPr/>
            <p:nvPr/>
          </p:nvSpPr>
          <p:spPr>
            <a:xfrm>
              <a:off x="3522726" y="2013966"/>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grpSp>
      <p:grpSp>
        <p:nvGrpSpPr>
          <p:cNvPr id="27" name="object 27">
            <a:extLst>
              <a:ext uri="{FF2B5EF4-FFF2-40B4-BE49-F238E27FC236}">
                <a16:creationId xmlns:a16="http://schemas.microsoft.com/office/drawing/2014/main" id="{9503DCDB-C1F9-4D1C-8A35-B51D3943E9A3}"/>
              </a:ext>
            </a:extLst>
          </p:cNvPr>
          <p:cNvGrpSpPr/>
          <p:nvPr/>
        </p:nvGrpSpPr>
        <p:grpSpPr>
          <a:xfrm>
            <a:off x="5253002" y="2228710"/>
            <a:ext cx="358422" cy="124883"/>
            <a:chOff x="4727702" y="2005838"/>
            <a:chExt cx="322580" cy="112395"/>
          </a:xfrm>
        </p:grpSpPr>
        <p:sp>
          <p:nvSpPr>
            <p:cNvPr id="28" name="object 28">
              <a:extLst>
                <a:ext uri="{FF2B5EF4-FFF2-40B4-BE49-F238E27FC236}">
                  <a16:creationId xmlns:a16="http://schemas.microsoft.com/office/drawing/2014/main" id="{15D212F3-740A-47FB-BD7C-18A6A06B9EA0}"/>
                </a:ext>
              </a:extLst>
            </p:cNvPr>
            <p:cNvSpPr/>
            <p:nvPr/>
          </p:nvSpPr>
          <p:spPr>
            <a:xfrm>
              <a:off x="4740402" y="2018538"/>
              <a:ext cx="297180" cy="86995"/>
            </a:xfrm>
            <a:custGeom>
              <a:avLst/>
              <a:gdLst/>
              <a:ahLst/>
              <a:cxnLst/>
              <a:rect l="l" t="t" r="r" b="b"/>
              <a:pathLst>
                <a:path w="297179" h="86994">
                  <a:moveTo>
                    <a:pt x="253746" y="0"/>
                  </a:moveTo>
                  <a:lnTo>
                    <a:pt x="253746" y="21717"/>
                  </a:lnTo>
                  <a:lnTo>
                    <a:pt x="0" y="21717"/>
                  </a:lnTo>
                  <a:lnTo>
                    <a:pt x="0" y="65151"/>
                  </a:lnTo>
                  <a:lnTo>
                    <a:pt x="253746" y="65151"/>
                  </a:lnTo>
                  <a:lnTo>
                    <a:pt x="253746" y="86868"/>
                  </a:lnTo>
                  <a:lnTo>
                    <a:pt x="297180" y="43434"/>
                  </a:lnTo>
                  <a:lnTo>
                    <a:pt x="253746" y="0"/>
                  </a:lnTo>
                  <a:close/>
                </a:path>
              </a:pathLst>
            </a:custGeom>
            <a:solidFill>
              <a:srgbClr val="B2B2B2"/>
            </a:solidFill>
          </p:spPr>
          <p:txBody>
            <a:bodyPr wrap="square" lIns="0" tIns="0" rIns="0" bIns="0" rtlCol="0"/>
            <a:lstStyle/>
            <a:p>
              <a:endParaRPr sz="2000"/>
            </a:p>
          </p:txBody>
        </p:sp>
        <p:sp>
          <p:nvSpPr>
            <p:cNvPr id="29" name="object 29">
              <a:extLst>
                <a:ext uri="{FF2B5EF4-FFF2-40B4-BE49-F238E27FC236}">
                  <a16:creationId xmlns:a16="http://schemas.microsoft.com/office/drawing/2014/main" id="{538273F3-2495-4717-BB09-FEFECA3AB5EE}"/>
                </a:ext>
              </a:extLst>
            </p:cNvPr>
            <p:cNvSpPr/>
            <p:nvPr/>
          </p:nvSpPr>
          <p:spPr>
            <a:xfrm>
              <a:off x="4740402" y="2018538"/>
              <a:ext cx="297180" cy="86995"/>
            </a:xfrm>
            <a:custGeom>
              <a:avLst/>
              <a:gdLst/>
              <a:ahLst/>
              <a:cxnLst/>
              <a:rect l="l" t="t" r="r" b="b"/>
              <a:pathLst>
                <a:path w="297179" h="86994">
                  <a:moveTo>
                    <a:pt x="0" y="21717"/>
                  </a:moveTo>
                  <a:lnTo>
                    <a:pt x="253746" y="21717"/>
                  </a:lnTo>
                  <a:lnTo>
                    <a:pt x="253746" y="0"/>
                  </a:lnTo>
                  <a:lnTo>
                    <a:pt x="297180" y="43434"/>
                  </a:lnTo>
                  <a:lnTo>
                    <a:pt x="253746" y="86868"/>
                  </a:lnTo>
                  <a:lnTo>
                    <a:pt x="253746" y="65151"/>
                  </a:lnTo>
                  <a:lnTo>
                    <a:pt x="0" y="65151"/>
                  </a:lnTo>
                  <a:lnTo>
                    <a:pt x="0" y="21717"/>
                  </a:lnTo>
                  <a:close/>
                </a:path>
              </a:pathLst>
            </a:custGeom>
            <a:ln w="25400">
              <a:solidFill>
                <a:srgbClr val="B2B2B2"/>
              </a:solidFill>
            </a:ln>
          </p:spPr>
          <p:txBody>
            <a:bodyPr wrap="square" lIns="0" tIns="0" rIns="0" bIns="0" rtlCol="0"/>
            <a:lstStyle/>
            <a:p>
              <a:endParaRPr sz="2000"/>
            </a:p>
          </p:txBody>
        </p:sp>
      </p:grpSp>
      <p:sp>
        <p:nvSpPr>
          <p:cNvPr id="30" name="object 30">
            <a:extLst>
              <a:ext uri="{FF2B5EF4-FFF2-40B4-BE49-F238E27FC236}">
                <a16:creationId xmlns:a16="http://schemas.microsoft.com/office/drawing/2014/main" id="{62D3D8BB-D942-4E26-87CF-75C797956B4D}"/>
              </a:ext>
            </a:extLst>
          </p:cNvPr>
          <p:cNvSpPr txBox="1"/>
          <p:nvPr/>
        </p:nvSpPr>
        <p:spPr>
          <a:xfrm>
            <a:off x="1184092" y="1579314"/>
            <a:ext cx="510822"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I</a:t>
            </a:r>
            <a:r>
              <a:rPr sz="1556" b="1" spc="-11" dirty="0">
                <a:latin typeface="Arial"/>
                <a:cs typeface="Arial"/>
              </a:rPr>
              <a:t>npu</a:t>
            </a:r>
            <a:r>
              <a:rPr sz="1556" b="1" dirty="0">
                <a:latin typeface="Arial"/>
                <a:cs typeface="Arial"/>
              </a:rPr>
              <a:t>t</a:t>
            </a:r>
            <a:endParaRPr sz="1556">
              <a:latin typeface="Arial"/>
              <a:cs typeface="Arial"/>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35" name="Content Placeholder 2">
            <a:extLst>
              <a:ext uri="{FF2B5EF4-FFF2-40B4-BE49-F238E27FC236}">
                <a16:creationId xmlns:a16="http://schemas.microsoft.com/office/drawing/2014/main" id="{5DF2EACA-DB30-4A1F-A6E7-21E603D79F1C}"/>
              </a:ext>
            </a:extLst>
          </p:cNvPr>
          <p:cNvSpPr txBox="1">
            <a:spLocks/>
          </p:cNvSpPr>
          <p:nvPr/>
        </p:nvSpPr>
        <p:spPr bwMode="auto">
          <a:xfrm>
            <a:off x="307146" y="2722075"/>
            <a:ext cx="8151053" cy="355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endParaRPr lang="en-US" altLang="en-US" kern="0" dirty="0">
              <a:ea typeface="ＭＳ Ｐゴシック" panose="020B0600070205080204" pitchFamily="34" charset="-128"/>
            </a:endParaRPr>
          </a:p>
          <a:p>
            <a:r>
              <a:rPr lang="en-US" altLang="zh-CN" b="1" dirty="0">
                <a:latin typeface="Trebuchet MS"/>
                <a:cs typeface="Trebuchet MS"/>
              </a:rPr>
              <a:t>Each</a:t>
            </a:r>
            <a:r>
              <a:rPr lang="en-US" altLang="zh-CN" b="1" spc="-11" dirty="0">
                <a:latin typeface="Trebuchet MS"/>
                <a:cs typeface="Trebuchet MS"/>
              </a:rPr>
              <a:t> </a:t>
            </a:r>
            <a:r>
              <a:rPr lang="en-US" altLang="zh-CN" b="1" spc="-6" dirty="0">
                <a:latin typeface="Trebuchet MS"/>
                <a:cs typeface="Trebuchet MS"/>
              </a:rPr>
              <a:t>layer</a:t>
            </a:r>
            <a:r>
              <a:rPr lang="en-US" altLang="zh-CN" kern="0" dirty="0">
                <a:ea typeface="ＭＳ Ｐゴシック" panose="020B0600070205080204" pitchFamily="34" charset="-128"/>
              </a:rPr>
              <a:t>:</a:t>
            </a:r>
          </a:p>
          <a:p>
            <a:pPr lvl="1"/>
            <a:r>
              <a:rPr lang="en-US" altLang="zh-CN" sz="2400" b="1" spc="-6" dirty="0">
                <a:latin typeface="Trebuchet MS"/>
                <a:cs typeface="Trebuchet MS"/>
              </a:rPr>
              <a:t>Input</a:t>
            </a:r>
            <a:r>
              <a:rPr lang="en-US" altLang="zh-CN" sz="2400" spc="-6" dirty="0">
                <a:latin typeface="Trebuchet MS"/>
                <a:cs typeface="Trebuchet MS"/>
              </a:rPr>
              <a:t>:</a:t>
            </a:r>
            <a:r>
              <a:rPr lang="en-US" altLang="zh-CN" sz="2400" spc="6" dirty="0">
                <a:latin typeface="Trebuchet MS"/>
                <a:cs typeface="Trebuchet MS"/>
              </a:rPr>
              <a:t> </a:t>
            </a:r>
            <a:r>
              <a:rPr lang="en-US" altLang="zh-CN" sz="2400" spc="-6" dirty="0">
                <a:latin typeface="Trebuchet MS"/>
                <a:cs typeface="Trebuchet MS"/>
              </a:rPr>
              <a:t>vector</a:t>
            </a:r>
          </a:p>
          <a:p>
            <a:pPr lvl="1"/>
            <a:r>
              <a:rPr lang="en-US" altLang="zh-CN" sz="2400" b="1" spc="-6" dirty="0">
                <a:latin typeface="Trebuchet MS"/>
                <a:cs typeface="Trebuchet MS"/>
              </a:rPr>
              <a:t>Output</a:t>
            </a:r>
            <a:r>
              <a:rPr lang="en-US" altLang="zh-CN" sz="2400" spc="-6" dirty="0">
                <a:latin typeface="Trebuchet MS"/>
                <a:cs typeface="Trebuchet MS"/>
              </a:rPr>
              <a:t>: vector</a:t>
            </a:r>
          </a:p>
          <a:p>
            <a:pPr lvl="1"/>
            <a:r>
              <a:rPr lang="en-US" altLang="zh-CN" sz="2400" b="1" spc="-6" dirty="0">
                <a:latin typeface="Trebuchet MS"/>
                <a:cs typeface="Trebuchet MS"/>
              </a:rPr>
              <a:t>Learned parameters (weights)</a:t>
            </a:r>
            <a:r>
              <a:rPr lang="en-US" altLang="zh-CN" sz="2400" spc="-6" dirty="0">
                <a:latin typeface="Trebuchet MS"/>
                <a:cs typeface="Trebuchet MS"/>
              </a:rPr>
              <a:t>:  </a:t>
            </a:r>
            <a:r>
              <a:rPr lang="en-US" altLang="zh-CN" sz="2400" spc="-11" dirty="0">
                <a:latin typeface="Trebuchet MS"/>
                <a:cs typeface="Trebuchet MS"/>
              </a:rPr>
              <a:t>projection</a:t>
            </a:r>
            <a:r>
              <a:rPr lang="en-US" altLang="zh-CN" sz="2400" spc="17" dirty="0">
                <a:latin typeface="Trebuchet MS"/>
                <a:cs typeface="Trebuchet MS"/>
              </a:rPr>
              <a:t> </a:t>
            </a:r>
            <a:r>
              <a:rPr lang="en-US" altLang="zh-CN" sz="2400" spc="-11" dirty="0">
                <a:latin typeface="Trebuchet MS"/>
                <a:cs typeface="Trebuchet MS"/>
              </a:rPr>
              <a:t>matrix</a:t>
            </a:r>
          </a:p>
          <a:p>
            <a:pPr lvl="1"/>
            <a:r>
              <a:rPr lang="en-US" altLang="zh-CN" sz="2400" b="1" dirty="0">
                <a:latin typeface="Trebuchet MS"/>
                <a:cs typeface="Trebuchet MS"/>
              </a:rPr>
              <a:t>Operations</a:t>
            </a:r>
            <a:r>
              <a:rPr lang="en-US" altLang="zh-CN" sz="2400" dirty="0">
                <a:latin typeface="Trebuchet MS"/>
                <a:cs typeface="Trebuchet MS"/>
              </a:rPr>
              <a:t>:</a:t>
            </a:r>
          </a:p>
          <a:p>
            <a:pPr lvl="2"/>
            <a:r>
              <a:rPr lang="en-US" altLang="zh-CN" sz="2200" dirty="0">
                <a:latin typeface="Trebuchet MS"/>
                <a:cs typeface="Trebuchet MS"/>
              </a:rPr>
              <a:t>1, Multiply the input vector with the matrix</a:t>
            </a:r>
          </a:p>
          <a:p>
            <a:pPr lvl="2"/>
            <a:r>
              <a:rPr lang="en-US" altLang="zh-CN" sz="2200" dirty="0">
                <a:latin typeface="Trebuchet MS"/>
                <a:cs typeface="Trebuchet MS"/>
              </a:rPr>
              <a:t>2, Apply a point-wise nonlinearity, say, </a:t>
            </a:r>
            <a:r>
              <a:rPr lang="en-US" altLang="zh-CN" sz="2200" dirty="0" err="1">
                <a:latin typeface="Trebuchet MS"/>
                <a:cs typeface="Trebuchet MS"/>
              </a:rPr>
              <a:t>ReLU</a:t>
            </a:r>
            <a:endParaRPr lang="en-US" altLang="zh-CN" sz="2200" dirty="0">
              <a:latin typeface="Trebuchet MS"/>
              <a:cs typeface="Trebuchet MS"/>
            </a:endParaRP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spTree>
    <p:extLst>
      <p:ext uri="{BB962C8B-B14F-4D97-AF65-F5344CB8AC3E}">
        <p14:creationId xmlns:p14="http://schemas.microsoft.com/office/powerpoint/2010/main" val="16809196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Network of 3 Linear Layers: Forward Pass</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12</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35" name="Content Placeholder 2">
            <a:extLst>
              <a:ext uri="{FF2B5EF4-FFF2-40B4-BE49-F238E27FC236}">
                <a16:creationId xmlns:a16="http://schemas.microsoft.com/office/drawing/2014/main" id="{5DF2EACA-DB30-4A1F-A6E7-21E603D79F1C}"/>
              </a:ext>
            </a:extLst>
          </p:cNvPr>
          <p:cNvSpPr txBox="1">
            <a:spLocks/>
          </p:cNvSpPr>
          <p:nvPr/>
        </p:nvSpPr>
        <p:spPr bwMode="auto">
          <a:xfrm>
            <a:off x="307146" y="2722075"/>
            <a:ext cx="8151053" cy="355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endParaRPr lang="en-US" altLang="en-US" kern="0" dirty="0">
              <a:ea typeface="ＭＳ Ｐゴシック" panose="020B0600070205080204" pitchFamily="34" charset="-128"/>
            </a:endParaRPr>
          </a:p>
          <a:p>
            <a:r>
              <a:rPr lang="en-US" altLang="zh-CN" b="1" dirty="0">
                <a:latin typeface="Trebuchet MS"/>
                <a:cs typeface="Trebuchet MS"/>
              </a:rPr>
              <a:t>Each</a:t>
            </a:r>
            <a:r>
              <a:rPr lang="en-US" altLang="zh-CN" b="1" spc="-11" dirty="0">
                <a:latin typeface="Trebuchet MS"/>
                <a:cs typeface="Trebuchet MS"/>
              </a:rPr>
              <a:t> </a:t>
            </a:r>
            <a:r>
              <a:rPr lang="en-US" altLang="zh-CN" b="1" spc="-6" dirty="0">
                <a:latin typeface="Trebuchet MS"/>
                <a:cs typeface="Trebuchet MS"/>
              </a:rPr>
              <a:t>layer</a:t>
            </a:r>
            <a:r>
              <a:rPr lang="en-US" altLang="zh-CN" kern="0" dirty="0">
                <a:ea typeface="ＭＳ Ｐゴシック" panose="020B0600070205080204" pitchFamily="34" charset="-128"/>
              </a:rPr>
              <a:t>:</a:t>
            </a:r>
          </a:p>
          <a:p>
            <a:pPr lvl="1"/>
            <a:r>
              <a:rPr lang="en-US" altLang="zh-CN" sz="2400" b="1" spc="-6" dirty="0">
                <a:latin typeface="Trebuchet MS"/>
                <a:cs typeface="Trebuchet MS"/>
              </a:rPr>
              <a:t>Input</a:t>
            </a:r>
            <a:r>
              <a:rPr lang="en-US" altLang="zh-CN" sz="2400" spc="-6" dirty="0">
                <a:latin typeface="Trebuchet MS"/>
                <a:cs typeface="Trebuchet MS"/>
              </a:rPr>
              <a:t>:</a:t>
            </a:r>
            <a:r>
              <a:rPr lang="en-US" altLang="zh-CN" sz="2400" spc="6" dirty="0">
                <a:latin typeface="Trebuchet MS"/>
                <a:cs typeface="Trebuchet MS"/>
              </a:rPr>
              <a:t> </a:t>
            </a:r>
            <a:r>
              <a:rPr lang="en-US" altLang="zh-CN" sz="2400" spc="-6" dirty="0">
                <a:latin typeface="Trebuchet MS"/>
                <a:cs typeface="Trebuchet MS"/>
              </a:rPr>
              <a:t>vector</a:t>
            </a:r>
          </a:p>
          <a:p>
            <a:pPr lvl="1"/>
            <a:r>
              <a:rPr lang="en-US" altLang="zh-CN" sz="2400" b="1" spc="-6" dirty="0">
                <a:latin typeface="Trebuchet MS"/>
                <a:cs typeface="Trebuchet MS"/>
              </a:rPr>
              <a:t>Output</a:t>
            </a:r>
            <a:r>
              <a:rPr lang="en-US" altLang="zh-CN" sz="2400" spc="-6" dirty="0">
                <a:latin typeface="Trebuchet MS"/>
                <a:cs typeface="Trebuchet MS"/>
              </a:rPr>
              <a:t>: vector</a:t>
            </a:r>
          </a:p>
          <a:p>
            <a:pPr lvl="1"/>
            <a:r>
              <a:rPr lang="en-US" altLang="zh-CN" sz="2400" b="1" spc="-6" dirty="0">
                <a:latin typeface="Trebuchet MS"/>
                <a:cs typeface="Trebuchet MS"/>
              </a:rPr>
              <a:t>Learned parameters (weights)</a:t>
            </a:r>
            <a:r>
              <a:rPr lang="en-US" altLang="zh-CN" sz="2400" spc="-6" dirty="0">
                <a:latin typeface="Trebuchet MS"/>
                <a:cs typeface="Trebuchet MS"/>
              </a:rPr>
              <a:t>: </a:t>
            </a:r>
            <a:r>
              <a:rPr lang="en-US" altLang="zh-CN" sz="2400" spc="-11" dirty="0">
                <a:latin typeface="Trebuchet MS"/>
                <a:cs typeface="Trebuchet MS"/>
              </a:rPr>
              <a:t>projection</a:t>
            </a:r>
            <a:r>
              <a:rPr lang="en-US" altLang="zh-CN" sz="2400" spc="17" dirty="0">
                <a:latin typeface="Trebuchet MS"/>
                <a:cs typeface="Trebuchet MS"/>
              </a:rPr>
              <a:t> </a:t>
            </a:r>
            <a:r>
              <a:rPr lang="en-US" altLang="zh-CN" sz="2400" spc="-11" dirty="0">
                <a:latin typeface="Trebuchet MS"/>
                <a:cs typeface="Trebuchet MS"/>
              </a:rPr>
              <a:t>matrix</a:t>
            </a:r>
          </a:p>
          <a:p>
            <a:pPr lvl="1"/>
            <a:r>
              <a:rPr lang="en-US" altLang="zh-CN" sz="2400" b="1" dirty="0">
                <a:latin typeface="Trebuchet MS"/>
                <a:cs typeface="Trebuchet MS"/>
              </a:rPr>
              <a:t>Operations</a:t>
            </a:r>
            <a:r>
              <a:rPr lang="en-US" altLang="zh-CN" sz="2400" dirty="0">
                <a:latin typeface="Trebuchet MS"/>
                <a:cs typeface="Trebuchet MS"/>
              </a:rPr>
              <a:t>:</a:t>
            </a:r>
          </a:p>
          <a:p>
            <a:pPr lvl="2"/>
            <a:r>
              <a:rPr lang="en-US" altLang="zh-CN" sz="2200" dirty="0">
                <a:latin typeface="Trebuchet MS"/>
                <a:cs typeface="Trebuchet MS"/>
              </a:rPr>
              <a:t>1, Multiply the input vector with the matrix</a:t>
            </a:r>
          </a:p>
          <a:p>
            <a:pPr lvl="2"/>
            <a:r>
              <a:rPr lang="en-US" altLang="zh-CN" sz="2200" dirty="0">
                <a:latin typeface="Trebuchet MS"/>
                <a:cs typeface="Trebuchet MS"/>
              </a:rPr>
              <a:t>2, Apply a point-wise nonlinearity, say, </a:t>
            </a:r>
            <a:r>
              <a:rPr lang="en-US" altLang="zh-CN" sz="2200" dirty="0" err="1">
                <a:latin typeface="Trebuchet MS"/>
                <a:cs typeface="Trebuchet MS"/>
              </a:rPr>
              <a:t>ReLU</a:t>
            </a:r>
            <a:endParaRPr lang="en-US" altLang="zh-CN" sz="2200" dirty="0">
              <a:latin typeface="Trebuchet MS"/>
              <a:cs typeface="Trebuchet MS"/>
            </a:endParaRP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grpSp>
        <p:nvGrpSpPr>
          <p:cNvPr id="33" name="object 5">
            <a:extLst>
              <a:ext uri="{FF2B5EF4-FFF2-40B4-BE49-F238E27FC236}">
                <a16:creationId xmlns:a16="http://schemas.microsoft.com/office/drawing/2014/main" id="{8D70443E-7905-4347-8DDA-431414D51143}"/>
              </a:ext>
            </a:extLst>
          </p:cNvPr>
          <p:cNvGrpSpPr/>
          <p:nvPr/>
        </p:nvGrpSpPr>
        <p:grpSpPr>
          <a:xfrm>
            <a:off x="1960669" y="1544109"/>
            <a:ext cx="518583" cy="1432983"/>
            <a:chOff x="1764601" y="1389697"/>
            <a:chExt cx="466725" cy="1289685"/>
          </a:xfrm>
        </p:grpSpPr>
        <p:sp>
          <p:nvSpPr>
            <p:cNvPr id="34" name="object 6">
              <a:extLst>
                <a:ext uri="{FF2B5EF4-FFF2-40B4-BE49-F238E27FC236}">
                  <a16:creationId xmlns:a16="http://schemas.microsoft.com/office/drawing/2014/main" id="{E764DC70-0825-412F-BA27-FE973123B752}"/>
                </a:ext>
              </a:extLst>
            </p:cNvPr>
            <p:cNvSpPr/>
            <p:nvPr/>
          </p:nvSpPr>
          <p:spPr>
            <a:xfrm>
              <a:off x="1769364" y="1394459"/>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6" name="object 7">
              <a:extLst>
                <a:ext uri="{FF2B5EF4-FFF2-40B4-BE49-F238E27FC236}">
                  <a16:creationId xmlns:a16="http://schemas.microsoft.com/office/drawing/2014/main" id="{5F1FF690-5B92-485D-AD1A-6616C2FECC42}"/>
                </a:ext>
              </a:extLst>
            </p:cNvPr>
            <p:cNvSpPr/>
            <p:nvPr/>
          </p:nvSpPr>
          <p:spPr>
            <a:xfrm>
              <a:off x="1769364" y="1394459"/>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37" name="object 8">
            <a:extLst>
              <a:ext uri="{FF2B5EF4-FFF2-40B4-BE49-F238E27FC236}">
                <a16:creationId xmlns:a16="http://schemas.microsoft.com/office/drawing/2014/main" id="{54E6166C-EFA0-42D3-8480-E27391D7BA3C}"/>
              </a:ext>
            </a:extLst>
          </p:cNvPr>
          <p:cNvSpPr txBox="1"/>
          <p:nvPr/>
        </p:nvSpPr>
        <p:spPr>
          <a:xfrm>
            <a:off x="2026637" y="2166902"/>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38" name="object 9">
            <a:extLst>
              <a:ext uri="{FF2B5EF4-FFF2-40B4-BE49-F238E27FC236}">
                <a16:creationId xmlns:a16="http://schemas.microsoft.com/office/drawing/2014/main" id="{8821491F-A779-43A1-AFA6-70CE909ECFA2}"/>
              </a:ext>
            </a:extLst>
          </p:cNvPr>
          <p:cNvGrpSpPr/>
          <p:nvPr/>
        </p:nvGrpSpPr>
        <p:grpSpPr>
          <a:xfrm>
            <a:off x="3317029" y="1752388"/>
            <a:ext cx="518583" cy="1055511"/>
            <a:chOff x="2985325" y="1577149"/>
            <a:chExt cx="466725" cy="949960"/>
          </a:xfrm>
        </p:grpSpPr>
        <p:sp>
          <p:nvSpPr>
            <p:cNvPr id="39" name="object 10">
              <a:extLst>
                <a:ext uri="{FF2B5EF4-FFF2-40B4-BE49-F238E27FC236}">
                  <a16:creationId xmlns:a16="http://schemas.microsoft.com/office/drawing/2014/main" id="{198B5215-7BCA-4BF1-B792-22EEDCC2B88F}"/>
                </a:ext>
              </a:extLst>
            </p:cNvPr>
            <p:cNvSpPr/>
            <p:nvPr/>
          </p:nvSpPr>
          <p:spPr>
            <a:xfrm>
              <a:off x="2990088" y="1581911"/>
              <a:ext cx="457200" cy="940435"/>
            </a:xfrm>
            <a:custGeom>
              <a:avLst/>
              <a:gdLst/>
              <a:ahLst/>
              <a:cxnLst/>
              <a:rect l="l" t="t" r="r" b="b"/>
              <a:pathLst>
                <a:path w="457200" h="940435">
                  <a:moveTo>
                    <a:pt x="228600" y="0"/>
                  </a:moveTo>
                  <a:lnTo>
                    <a:pt x="167834" y="16790"/>
                  </a:lnTo>
                  <a:lnTo>
                    <a:pt x="113227" y="64177"/>
                  </a:lnTo>
                  <a:lnTo>
                    <a:pt x="88915" y="97945"/>
                  </a:lnTo>
                  <a:lnTo>
                    <a:pt x="66960" y="137683"/>
                  </a:lnTo>
                  <a:lnTo>
                    <a:pt x="47636" y="182833"/>
                  </a:lnTo>
                  <a:lnTo>
                    <a:pt x="31213" y="232833"/>
                  </a:lnTo>
                  <a:lnTo>
                    <a:pt x="17966" y="287125"/>
                  </a:lnTo>
                  <a:lnTo>
                    <a:pt x="8166" y="345148"/>
                  </a:lnTo>
                  <a:lnTo>
                    <a:pt x="2087" y="406345"/>
                  </a:lnTo>
                  <a:lnTo>
                    <a:pt x="0" y="470154"/>
                  </a:lnTo>
                  <a:lnTo>
                    <a:pt x="2087" y="533962"/>
                  </a:lnTo>
                  <a:lnTo>
                    <a:pt x="8166" y="595159"/>
                  </a:lnTo>
                  <a:lnTo>
                    <a:pt x="17966" y="653182"/>
                  </a:lnTo>
                  <a:lnTo>
                    <a:pt x="31213" y="707474"/>
                  </a:lnTo>
                  <a:lnTo>
                    <a:pt x="47636" y="757474"/>
                  </a:lnTo>
                  <a:lnTo>
                    <a:pt x="66960" y="802624"/>
                  </a:lnTo>
                  <a:lnTo>
                    <a:pt x="88915" y="842362"/>
                  </a:lnTo>
                  <a:lnTo>
                    <a:pt x="113227" y="876130"/>
                  </a:lnTo>
                  <a:lnTo>
                    <a:pt x="167834" y="923517"/>
                  </a:lnTo>
                  <a:lnTo>
                    <a:pt x="228600" y="940308"/>
                  </a:lnTo>
                  <a:lnTo>
                    <a:pt x="259616" y="936017"/>
                  </a:lnTo>
                  <a:lnTo>
                    <a:pt x="317575" y="903368"/>
                  </a:lnTo>
                  <a:lnTo>
                    <a:pt x="368284" y="842362"/>
                  </a:lnTo>
                  <a:lnTo>
                    <a:pt x="390239" y="802624"/>
                  </a:lnTo>
                  <a:lnTo>
                    <a:pt x="409563" y="757474"/>
                  </a:lnTo>
                  <a:lnTo>
                    <a:pt x="425986" y="707474"/>
                  </a:lnTo>
                  <a:lnTo>
                    <a:pt x="439233" y="653182"/>
                  </a:lnTo>
                  <a:lnTo>
                    <a:pt x="449033" y="595159"/>
                  </a:lnTo>
                  <a:lnTo>
                    <a:pt x="455112" y="533962"/>
                  </a:lnTo>
                  <a:lnTo>
                    <a:pt x="457200" y="470154"/>
                  </a:lnTo>
                  <a:lnTo>
                    <a:pt x="455112" y="406345"/>
                  </a:lnTo>
                  <a:lnTo>
                    <a:pt x="449033" y="345148"/>
                  </a:lnTo>
                  <a:lnTo>
                    <a:pt x="439233" y="287125"/>
                  </a:lnTo>
                  <a:lnTo>
                    <a:pt x="425986" y="232833"/>
                  </a:lnTo>
                  <a:lnTo>
                    <a:pt x="409563" y="182833"/>
                  </a:lnTo>
                  <a:lnTo>
                    <a:pt x="390239" y="137683"/>
                  </a:lnTo>
                  <a:lnTo>
                    <a:pt x="368284" y="97945"/>
                  </a:lnTo>
                  <a:lnTo>
                    <a:pt x="343972" y="64177"/>
                  </a:lnTo>
                  <a:lnTo>
                    <a:pt x="289365" y="16790"/>
                  </a:lnTo>
                  <a:lnTo>
                    <a:pt x="228600" y="0"/>
                  </a:lnTo>
                  <a:close/>
                </a:path>
              </a:pathLst>
            </a:custGeom>
            <a:solidFill>
              <a:srgbClr val="E3C2F5"/>
            </a:solidFill>
          </p:spPr>
          <p:txBody>
            <a:bodyPr wrap="square" lIns="0" tIns="0" rIns="0" bIns="0" rtlCol="0"/>
            <a:lstStyle/>
            <a:p>
              <a:endParaRPr sz="2000"/>
            </a:p>
          </p:txBody>
        </p:sp>
        <p:sp>
          <p:nvSpPr>
            <p:cNvPr id="40" name="object 11">
              <a:extLst>
                <a:ext uri="{FF2B5EF4-FFF2-40B4-BE49-F238E27FC236}">
                  <a16:creationId xmlns:a16="http://schemas.microsoft.com/office/drawing/2014/main" id="{904B91D6-790D-4024-B7A2-61D3262EF72F}"/>
                </a:ext>
              </a:extLst>
            </p:cNvPr>
            <p:cNvSpPr/>
            <p:nvPr/>
          </p:nvSpPr>
          <p:spPr>
            <a:xfrm>
              <a:off x="2990088" y="1581911"/>
              <a:ext cx="457200" cy="940435"/>
            </a:xfrm>
            <a:custGeom>
              <a:avLst/>
              <a:gdLst/>
              <a:ahLst/>
              <a:cxnLst/>
              <a:rect l="l" t="t" r="r" b="b"/>
              <a:pathLst>
                <a:path w="457200" h="940435">
                  <a:moveTo>
                    <a:pt x="0" y="470154"/>
                  </a:moveTo>
                  <a:lnTo>
                    <a:pt x="2087" y="406345"/>
                  </a:lnTo>
                  <a:lnTo>
                    <a:pt x="8166" y="345148"/>
                  </a:lnTo>
                  <a:lnTo>
                    <a:pt x="17966" y="287125"/>
                  </a:lnTo>
                  <a:lnTo>
                    <a:pt x="31213" y="232833"/>
                  </a:lnTo>
                  <a:lnTo>
                    <a:pt x="47636" y="182833"/>
                  </a:lnTo>
                  <a:lnTo>
                    <a:pt x="66960" y="137683"/>
                  </a:lnTo>
                  <a:lnTo>
                    <a:pt x="88915" y="97945"/>
                  </a:lnTo>
                  <a:lnTo>
                    <a:pt x="113227" y="64177"/>
                  </a:lnTo>
                  <a:lnTo>
                    <a:pt x="167834" y="16790"/>
                  </a:lnTo>
                  <a:lnTo>
                    <a:pt x="228600" y="0"/>
                  </a:lnTo>
                  <a:lnTo>
                    <a:pt x="259616" y="4290"/>
                  </a:lnTo>
                  <a:lnTo>
                    <a:pt x="317575" y="36939"/>
                  </a:lnTo>
                  <a:lnTo>
                    <a:pt x="368284" y="97945"/>
                  </a:lnTo>
                  <a:lnTo>
                    <a:pt x="390239" y="137683"/>
                  </a:lnTo>
                  <a:lnTo>
                    <a:pt x="409563" y="182833"/>
                  </a:lnTo>
                  <a:lnTo>
                    <a:pt x="425986" y="232833"/>
                  </a:lnTo>
                  <a:lnTo>
                    <a:pt x="439233" y="287125"/>
                  </a:lnTo>
                  <a:lnTo>
                    <a:pt x="449033" y="345148"/>
                  </a:lnTo>
                  <a:lnTo>
                    <a:pt x="455112" y="406345"/>
                  </a:lnTo>
                  <a:lnTo>
                    <a:pt x="457200" y="470154"/>
                  </a:lnTo>
                  <a:lnTo>
                    <a:pt x="455112" y="533962"/>
                  </a:lnTo>
                  <a:lnTo>
                    <a:pt x="449033" y="595159"/>
                  </a:lnTo>
                  <a:lnTo>
                    <a:pt x="439233" y="653182"/>
                  </a:lnTo>
                  <a:lnTo>
                    <a:pt x="425986" y="707474"/>
                  </a:lnTo>
                  <a:lnTo>
                    <a:pt x="409563" y="757474"/>
                  </a:lnTo>
                  <a:lnTo>
                    <a:pt x="390239" y="802624"/>
                  </a:lnTo>
                  <a:lnTo>
                    <a:pt x="368284" y="842362"/>
                  </a:lnTo>
                  <a:lnTo>
                    <a:pt x="343972" y="876130"/>
                  </a:lnTo>
                  <a:lnTo>
                    <a:pt x="289365" y="923517"/>
                  </a:lnTo>
                  <a:lnTo>
                    <a:pt x="228600" y="940308"/>
                  </a:lnTo>
                  <a:lnTo>
                    <a:pt x="197583" y="936017"/>
                  </a:lnTo>
                  <a:lnTo>
                    <a:pt x="139624" y="903368"/>
                  </a:lnTo>
                  <a:lnTo>
                    <a:pt x="88915" y="842362"/>
                  </a:lnTo>
                  <a:lnTo>
                    <a:pt x="66960" y="802624"/>
                  </a:lnTo>
                  <a:lnTo>
                    <a:pt x="47636" y="757474"/>
                  </a:lnTo>
                  <a:lnTo>
                    <a:pt x="31213" y="707474"/>
                  </a:lnTo>
                  <a:lnTo>
                    <a:pt x="17966" y="653182"/>
                  </a:lnTo>
                  <a:lnTo>
                    <a:pt x="8166" y="595159"/>
                  </a:lnTo>
                  <a:lnTo>
                    <a:pt x="2087" y="533962"/>
                  </a:lnTo>
                  <a:lnTo>
                    <a:pt x="0" y="470154"/>
                  </a:lnTo>
                  <a:close/>
                </a:path>
              </a:pathLst>
            </a:custGeom>
            <a:ln w="9525">
              <a:solidFill>
                <a:srgbClr val="000000"/>
              </a:solidFill>
            </a:ln>
          </p:spPr>
          <p:txBody>
            <a:bodyPr wrap="square" lIns="0" tIns="0" rIns="0" bIns="0" rtlCol="0"/>
            <a:lstStyle/>
            <a:p>
              <a:endParaRPr sz="2000"/>
            </a:p>
          </p:txBody>
        </p:sp>
      </p:grpSp>
      <p:sp>
        <p:nvSpPr>
          <p:cNvPr id="41" name="object 12">
            <a:extLst>
              <a:ext uri="{FF2B5EF4-FFF2-40B4-BE49-F238E27FC236}">
                <a16:creationId xmlns:a16="http://schemas.microsoft.com/office/drawing/2014/main" id="{543136D2-B14A-463C-9229-047DA5334808}"/>
              </a:ext>
            </a:extLst>
          </p:cNvPr>
          <p:cNvSpPr txBox="1"/>
          <p:nvPr/>
        </p:nvSpPr>
        <p:spPr>
          <a:xfrm>
            <a:off x="3383703" y="2186517"/>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42" name="object 13">
            <a:extLst>
              <a:ext uri="{FF2B5EF4-FFF2-40B4-BE49-F238E27FC236}">
                <a16:creationId xmlns:a16="http://schemas.microsoft.com/office/drawing/2014/main" id="{65C38929-5643-4455-A08E-43A08192F4F0}"/>
              </a:ext>
            </a:extLst>
          </p:cNvPr>
          <p:cNvGrpSpPr/>
          <p:nvPr/>
        </p:nvGrpSpPr>
        <p:grpSpPr>
          <a:xfrm>
            <a:off x="4670001" y="2099522"/>
            <a:ext cx="520700" cy="390172"/>
            <a:chOff x="4203001" y="1889569"/>
            <a:chExt cx="468630" cy="351155"/>
          </a:xfrm>
        </p:grpSpPr>
        <p:sp>
          <p:nvSpPr>
            <p:cNvPr id="43" name="object 14">
              <a:extLst>
                <a:ext uri="{FF2B5EF4-FFF2-40B4-BE49-F238E27FC236}">
                  <a16:creationId xmlns:a16="http://schemas.microsoft.com/office/drawing/2014/main" id="{26F5303D-8ADC-4FCA-93A9-21A82852B0A5}"/>
                </a:ext>
              </a:extLst>
            </p:cNvPr>
            <p:cNvSpPr/>
            <p:nvPr/>
          </p:nvSpPr>
          <p:spPr>
            <a:xfrm>
              <a:off x="4207764" y="1894331"/>
              <a:ext cx="459105" cy="341630"/>
            </a:xfrm>
            <a:custGeom>
              <a:avLst/>
              <a:gdLst/>
              <a:ahLst/>
              <a:cxnLst/>
              <a:rect l="l" t="t" r="r" b="b"/>
              <a:pathLst>
                <a:path w="459104" h="341630">
                  <a:moveTo>
                    <a:pt x="229362" y="0"/>
                  </a:moveTo>
                  <a:lnTo>
                    <a:pt x="176788" y="4509"/>
                  </a:lnTo>
                  <a:lnTo>
                    <a:pt x="128518" y="17354"/>
                  </a:lnTo>
                  <a:lnTo>
                    <a:pt x="85930" y="37509"/>
                  </a:lnTo>
                  <a:lnTo>
                    <a:pt x="50405" y="63945"/>
                  </a:lnTo>
                  <a:lnTo>
                    <a:pt x="23322" y="95638"/>
                  </a:lnTo>
                  <a:lnTo>
                    <a:pt x="6060" y="131561"/>
                  </a:lnTo>
                  <a:lnTo>
                    <a:pt x="0" y="170688"/>
                  </a:lnTo>
                  <a:lnTo>
                    <a:pt x="6060" y="209814"/>
                  </a:lnTo>
                  <a:lnTo>
                    <a:pt x="23322" y="245737"/>
                  </a:lnTo>
                  <a:lnTo>
                    <a:pt x="50405" y="277430"/>
                  </a:lnTo>
                  <a:lnTo>
                    <a:pt x="85930" y="303866"/>
                  </a:lnTo>
                  <a:lnTo>
                    <a:pt x="128518" y="324021"/>
                  </a:lnTo>
                  <a:lnTo>
                    <a:pt x="176788" y="336866"/>
                  </a:lnTo>
                  <a:lnTo>
                    <a:pt x="229362" y="341376"/>
                  </a:lnTo>
                  <a:lnTo>
                    <a:pt x="281935" y="336866"/>
                  </a:lnTo>
                  <a:lnTo>
                    <a:pt x="330205" y="324021"/>
                  </a:lnTo>
                  <a:lnTo>
                    <a:pt x="372793" y="303866"/>
                  </a:lnTo>
                  <a:lnTo>
                    <a:pt x="408318" y="277430"/>
                  </a:lnTo>
                  <a:lnTo>
                    <a:pt x="435401" y="245737"/>
                  </a:lnTo>
                  <a:lnTo>
                    <a:pt x="452663" y="209814"/>
                  </a:lnTo>
                  <a:lnTo>
                    <a:pt x="458724" y="170688"/>
                  </a:lnTo>
                  <a:lnTo>
                    <a:pt x="452663" y="131561"/>
                  </a:lnTo>
                  <a:lnTo>
                    <a:pt x="435401" y="95638"/>
                  </a:lnTo>
                  <a:lnTo>
                    <a:pt x="408318" y="63945"/>
                  </a:lnTo>
                  <a:lnTo>
                    <a:pt x="372793" y="37509"/>
                  </a:lnTo>
                  <a:lnTo>
                    <a:pt x="330205" y="17354"/>
                  </a:lnTo>
                  <a:lnTo>
                    <a:pt x="281935" y="4509"/>
                  </a:lnTo>
                  <a:lnTo>
                    <a:pt x="229362" y="0"/>
                  </a:lnTo>
                  <a:close/>
                </a:path>
              </a:pathLst>
            </a:custGeom>
            <a:solidFill>
              <a:srgbClr val="C5D1FB"/>
            </a:solidFill>
          </p:spPr>
          <p:txBody>
            <a:bodyPr wrap="square" lIns="0" tIns="0" rIns="0" bIns="0" rtlCol="0"/>
            <a:lstStyle/>
            <a:p>
              <a:endParaRPr sz="2000"/>
            </a:p>
          </p:txBody>
        </p:sp>
        <p:sp>
          <p:nvSpPr>
            <p:cNvPr id="44" name="object 15">
              <a:extLst>
                <a:ext uri="{FF2B5EF4-FFF2-40B4-BE49-F238E27FC236}">
                  <a16:creationId xmlns:a16="http://schemas.microsoft.com/office/drawing/2014/main" id="{7046EA06-7646-484C-B61C-B4952DB269A3}"/>
                </a:ext>
              </a:extLst>
            </p:cNvPr>
            <p:cNvSpPr/>
            <p:nvPr/>
          </p:nvSpPr>
          <p:spPr>
            <a:xfrm>
              <a:off x="4207764" y="1894331"/>
              <a:ext cx="459105" cy="341630"/>
            </a:xfrm>
            <a:custGeom>
              <a:avLst/>
              <a:gdLst/>
              <a:ahLst/>
              <a:cxnLst/>
              <a:rect l="l" t="t" r="r" b="b"/>
              <a:pathLst>
                <a:path w="459104" h="341630">
                  <a:moveTo>
                    <a:pt x="0" y="170688"/>
                  </a:moveTo>
                  <a:lnTo>
                    <a:pt x="6060" y="131561"/>
                  </a:lnTo>
                  <a:lnTo>
                    <a:pt x="23322" y="95638"/>
                  </a:lnTo>
                  <a:lnTo>
                    <a:pt x="50405" y="63945"/>
                  </a:lnTo>
                  <a:lnTo>
                    <a:pt x="85930" y="37509"/>
                  </a:lnTo>
                  <a:lnTo>
                    <a:pt x="128518" y="17354"/>
                  </a:lnTo>
                  <a:lnTo>
                    <a:pt x="176788" y="4509"/>
                  </a:lnTo>
                  <a:lnTo>
                    <a:pt x="229362" y="0"/>
                  </a:lnTo>
                  <a:lnTo>
                    <a:pt x="281935" y="4509"/>
                  </a:lnTo>
                  <a:lnTo>
                    <a:pt x="330205" y="17354"/>
                  </a:lnTo>
                  <a:lnTo>
                    <a:pt x="372793" y="37509"/>
                  </a:lnTo>
                  <a:lnTo>
                    <a:pt x="408318" y="63945"/>
                  </a:lnTo>
                  <a:lnTo>
                    <a:pt x="435401" y="95638"/>
                  </a:lnTo>
                  <a:lnTo>
                    <a:pt x="452663" y="131561"/>
                  </a:lnTo>
                  <a:lnTo>
                    <a:pt x="458724" y="170688"/>
                  </a:lnTo>
                  <a:lnTo>
                    <a:pt x="452663" y="209814"/>
                  </a:lnTo>
                  <a:lnTo>
                    <a:pt x="435401" y="245737"/>
                  </a:lnTo>
                  <a:lnTo>
                    <a:pt x="408318" y="277430"/>
                  </a:lnTo>
                  <a:lnTo>
                    <a:pt x="372793" y="303866"/>
                  </a:lnTo>
                  <a:lnTo>
                    <a:pt x="330205" y="324021"/>
                  </a:lnTo>
                  <a:lnTo>
                    <a:pt x="281935" y="336866"/>
                  </a:lnTo>
                  <a:lnTo>
                    <a:pt x="229362" y="341376"/>
                  </a:lnTo>
                  <a:lnTo>
                    <a:pt x="176788" y="336866"/>
                  </a:lnTo>
                  <a:lnTo>
                    <a:pt x="128518" y="324021"/>
                  </a:lnTo>
                  <a:lnTo>
                    <a:pt x="85930" y="303866"/>
                  </a:lnTo>
                  <a:lnTo>
                    <a:pt x="50405" y="277430"/>
                  </a:lnTo>
                  <a:lnTo>
                    <a:pt x="23322" y="245737"/>
                  </a:lnTo>
                  <a:lnTo>
                    <a:pt x="6060" y="209814"/>
                  </a:lnTo>
                  <a:lnTo>
                    <a:pt x="0" y="170688"/>
                  </a:lnTo>
                  <a:close/>
                </a:path>
              </a:pathLst>
            </a:custGeom>
            <a:ln w="9525">
              <a:solidFill>
                <a:srgbClr val="000000"/>
              </a:solidFill>
            </a:ln>
          </p:spPr>
          <p:txBody>
            <a:bodyPr wrap="square" lIns="0" tIns="0" rIns="0" bIns="0" rtlCol="0"/>
            <a:lstStyle/>
            <a:p>
              <a:endParaRPr sz="2000"/>
            </a:p>
          </p:txBody>
        </p:sp>
      </p:grpSp>
      <p:sp>
        <p:nvSpPr>
          <p:cNvPr id="45" name="object 16">
            <a:extLst>
              <a:ext uri="{FF2B5EF4-FFF2-40B4-BE49-F238E27FC236}">
                <a16:creationId xmlns:a16="http://schemas.microsoft.com/office/drawing/2014/main" id="{09AB0512-1431-417B-B5B5-9CFA55134640}"/>
              </a:ext>
            </a:extLst>
          </p:cNvPr>
          <p:cNvSpPr txBox="1"/>
          <p:nvPr/>
        </p:nvSpPr>
        <p:spPr>
          <a:xfrm>
            <a:off x="4738087" y="2200431"/>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46" name="object 17">
            <a:extLst>
              <a:ext uri="{FF2B5EF4-FFF2-40B4-BE49-F238E27FC236}">
                <a16:creationId xmlns:a16="http://schemas.microsoft.com/office/drawing/2014/main" id="{4DB6CB08-559B-4F14-8447-96E217EFFE6E}"/>
              </a:ext>
            </a:extLst>
          </p:cNvPr>
          <p:cNvGrpSpPr/>
          <p:nvPr/>
        </p:nvGrpSpPr>
        <p:grpSpPr>
          <a:xfrm>
            <a:off x="1383169" y="1906412"/>
            <a:ext cx="515056" cy="774700"/>
            <a:chOff x="1244852" y="1715771"/>
            <a:chExt cx="463550" cy="697230"/>
          </a:xfrm>
        </p:grpSpPr>
        <p:sp>
          <p:nvSpPr>
            <p:cNvPr id="47" name="object 18">
              <a:extLst>
                <a:ext uri="{FF2B5EF4-FFF2-40B4-BE49-F238E27FC236}">
                  <a16:creationId xmlns:a16="http://schemas.microsoft.com/office/drawing/2014/main" id="{DE150E87-94D2-4672-8BCB-51596B7A21FE}"/>
                </a:ext>
              </a:extLst>
            </p:cNvPr>
            <p:cNvSpPr/>
            <p:nvPr/>
          </p:nvSpPr>
          <p:spPr>
            <a:xfrm>
              <a:off x="1251202" y="1722121"/>
              <a:ext cx="91440" cy="684530"/>
            </a:xfrm>
            <a:custGeom>
              <a:avLst/>
              <a:gdLst/>
              <a:ahLst/>
              <a:cxnLst/>
              <a:rect l="l" t="t" r="r" b="b"/>
              <a:pathLst>
                <a:path w="91440" h="684530">
                  <a:moveTo>
                    <a:pt x="0" y="85342"/>
                  </a:moveTo>
                  <a:lnTo>
                    <a:pt x="91440" y="85342"/>
                  </a:lnTo>
                  <a:lnTo>
                    <a:pt x="91440" y="0"/>
                  </a:lnTo>
                  <a:lnTo>
                    <a:pt x="0" y="0"/>
                  </a:lnTo>
                  <a:lnTo>
                    <a:pt x="0" y="85342"/>
                  </a:lnTo>
                  <a:close/>
                </a:path>
                <a:path w="91440" h="684530">
                  <a:moveTo>
                    <a:pt x="0" y="172210"/>
                  </a:moveTo>
                  <a:lnTo>
                    <a:pt x="91440" y="172210"/>
                  </a:lnTo>
                  <a:lnTo>
                    <a:pt x="91440" y="85340"/>
                  </a:lnTo>
                  <a:lnTo>
                    <a:pt x="0" y="85340"/>
                  </a:lnTo>
                  <a:lnTo>
                    <a:pt x="0" y="172210"/>
                  </a:lnTo>
                  <a:close/>
                </a:path>
                <a:path w="91440" h="684530">
                  <a:moveTo>
                    <a:pt x="0" y="257554"/>
                  </a:moveTo>
                  <a:lnTo>
                    <a:pt x="91440" y="257554"/>
                  </a:lnTo>
                  <a:lnTo>
                    <a:pt x="91440" y="172212"/>
                  </a:lnTo>
                  <a:lnTo>
                    <a:pt x="0" y="172212"/>
                  </a:lnTo>
                  <a:lnTo>
                    <a:pt x="0" y="257554"/>
                  </a:lnTo>
                  <a:close/>
                </a:path>
                <a:path w="91440" h="684530">
                  <a:moveTo>
                    <a:pt x="0" y="342898"/>
                  </a:moveTo>
                  <a:lnTo>
                    <a:pt x="91440" y="342898"/>
                  </a:lnTo>
                  <a:lnTo>
                    <a:pt x="91440" y="257556"/>
                  </a:lnTo>
                  <a:lnTo>
                    <a:pt x="0" y="257556"/>
                  </a:lnTo>
                  <a:lnTo>
                    <a:pt x="0" y="342898"/>
                  </a:lnTo>
                  <a:close/>
                </a:path>
                <a:path w="91440" h="684530">
                  <a:moveTo>
                    <a:pt x="0" y="428242"/>
                  </a:moveTo>
                  <a:lnTo>
                    <a:pt x="91440" y="428242"/>
                  </a:lnTo>
                  <a:lnTo>
                    <a:pt x="91440" y="342900"/>
                  </a:lnTo>
                  <a:lnTo>
                    <a:pt x="0" y="342900"/>
                  </a:lnTo>
                  <a:lnTo>
                    <a:pt x="0" y="428242"/>
                  </a:lnTo>
                  <a:close/>
                </a:path>
                <a:path w="91440" h="684530">
                  <a:moveTo>
                    <a:pt x="0" y="513586"/>
                  </a:moveTo>
                  <a:lnTo>
                    <a:pt x="91440" y="513586"/>
                  </a:lnTo>
                  <a:lnTo>
                    <a:pt x="91440" y="428244"/>
                  </a:lnTo>
                  <a:lnTo>
                    <a:pt x="0" y="428244"/>
                  </a:lnTo>
                  <a:lnTo>
                    <a:pt x="0" y="513586"/>
                  </a:lnTo>
                  <a:close/>
                </a:path>
                <a:path w="91440" h="684530">
                  <a:moveTo>
                    <a:pt x="0" y="598930"/>
                  </a:moveTo>
                  <a:lnTo>
                    <a:pt x="91440" y="598930"/>
                  </a:lnTo>
                  <a:lnTo>
                    <a:pt x="91440" y="513583"/>
                  </a:lnTo>
                  <a:lnTo>
                    <a:pt x="0" y="513583"/>
                  </a:lnTo>
                  <a:lnTo>
                    <a:pt x="0" y="598930"/>
                  </a:lnTo>
                  <a:close/>
                </a:path>
                <a:path w="91440" h="684530">
                  <a:moveTo>
                    <a:pt x="0" y="684274"/>
                  </a:moveTo>
                  <a:lnTo>
                    <a:pt x="91440" y="684274"/>
                  </a:lnTo>
                  <a:lnTo>
                    <a:pt x="91440" y="598932"/>
                  </a:lnTo>
                  <a:lnTo>
                    <a:pt x="0" y="598932"/>
                  </a:lnTo>
                  <a:lnTo>
                    <a:pt x="0" y="684274"/>
                  </a:lnTo>
                  <a:close/>
                </a:path>
              </a:pathLst>
            </a:custGeom>
            <a:ln w="12700">
              <a:solidFill>
                <a:srgbClr val="000000"/>
              </a:solidFill>
            </a:ln>
          </p:spPr>
          <p:txBody>
            <a:bodyPr wrap="square" lIns="0" tIns="0" rIns="0" bIns="0" rtlCol="0"/>
            <a:lstStyle/>
            <a:p>
              <a:endParaRPr sz="2000"/>
            </a:p>
          </p:txBody>
        </p:sp>
        <p:sp>
          <p:nvSpPr>
            <p:cNvPr id="48" name="object 19">
              <a:extLst>
                <a:ext uri="{FF2B5EF4-FFF2-40B4-BE49-F238E27FC236}">
                  <a16:creationId xmlns:a16="http://schemas.microsoft.com/office/drawing/2014/main" id="{2FD7978E-FA52-4D0E-9C90-8534189D8EFB}"/>
                </a:ext>
              </a:extLst>
            </p:cNvPr>
            <p:cNvSpPr/>
            <p:nvPr/>
          </p:nvSpPr>
          <p:spPr>
            <a:xfrm>
              <a:off x="1399794" y="2017014"/>
              <a:ext cx="295910" cy="85725"/>
            </a:xfrm>
            <a:custGeom>
              <a:avLst/>
              <a:gdLst/>
              <a:ahLst/>
              <a:cxnLst/>
              <a:rect l="l" t="t" r="r" b="b"/>
              <a:pathLst>
                <a:path w="295910" h="85725">
                  <a:moveTo>
                    <a:pt x="252984" y="0"/>
                  </a:moveTo>
                  <a:lnTo>
                    <a:pt x="252984" y="21336"/>
                  </a:lnTo>
                  <a:lnTo>
                    <a:pt x="0" y="21336"/>
                  </a:lnTo>
                  <a:lnTo>
                    <a:pt x="0" y="64008"/>
                  </a:lnTo>
                  <a:lnTo>
                    <a:pt x="252984" y="64008"/>
                  </a:lnTo>
                  <a:lnTo>
                    <a:pt x="252984" y="85344"/>
                  </a:lnTo>
                  <a:lnTo>
                    <a:pt x="295656" y="42672"/>
                  </a:lnTo>
                  <a:lnTo>
                    <a:pt x="252984" y="0"/>
                  </a:lnTo>
                  <a:close/>
                </a:path>
              </a:pathLst>
            </a:custGeom>
            <a:solidFill>
              <a:srgbClr val="B2B2B2"/>
            </a:solidFill>
          </p:spPr>
          <p:txBody>
            <a:bodyPr wrap="square" lIns="0" tIns="0" rIns="0" bIns="0" rtlCol="0"/>
            <a:lstStyle/>
            <a:p>
              <a:endParaRPr sz="2000"/>
            </a:p>
          </p:txBody>
        </p:sp>
        <p:sp>
          <p:nvSpPr>
            <p:cNvPr id="49" name="object 20">
              <a:extLst>
                <a:ext uri="{FF2B5EF4-FFF2-40B4-BE49-F238E27FC236}">
                  <a16:creationId xmlns:a16="http://schemas.microsoft.com/office/drawing/2014/main" id="{7DD9EADD-A4C9-4631-B172-3A6F66C07E37}"/>
                </a:ext>
              </a:extLst>
            </p:cNvPr>
            <p:cNvSpPr/>
            <p:nvPr/>
          </p:nvSpPr>
          <p:spPr>
            <a:xfrm>
              <a:off x="1399794" y="2017014"/>
              <a:ext cx="295910" cy="85725"/>
            </a:xfrm>
            <a:custGeom>
              <a:avLst/>
              <a:gdLst/>
              <a:ahLst/>
              <a:cxnLst/>
              <a:rect l="l" t="t" r="r" b="b"/>
              <a:pathLst>
                <a:path w="295910" h="85725">
                  <a:moveTo>
                    <a:pt x="0" y="21336"/>
                  </a:moveTo>
                  <a:lnTo>
                    <a:pt x="252984" y="21336"/>
                  </a:lnTo>
                  <a:lnTo>
                    <a:pt x="252984" y="0"/>
                  </a:lnTo>
                  <a:lnTo>
                    <a:pt x="295656" y="42672"/>
                  </a:lnTo>
                  <a:lnTo>
                    <a:pt x="252984" y="85344"/>
                  </a:lnTo>
                  <a:lnTo>
                    <a:pt x="252984" y="64008"/>
                  </a:lnTo>
                  <a:lnTo>
                    <a:pt x="0" y="64008"/>
                  </a:lnTo>
                  <a:lnTo>
                    <a:pt x="0" y="21336"/>
                  </a:lnTo>
                  <a:close/>
                </a:path>
              </a:pathLst>
            </a:custGeom>
            <a:ln w="25400">
              <a:solidFill>
                <a:srgbClr val="B2B2B2"/>
              </a:solidFill>
            </a:ln>
          </p:spPr>
          <p:txBody>
            <a:bodyPr wrap="square" lIns="0" tIns="0" rIns="0" bIns="0" rtlCol="0"/>
            <a:lstStyle/>
            <a:p>
              <a:endParaRPr sz="2000"/>
            </a:p>
          </p:txBody>
        </p:sp>
      </p:grpSp>
      <p:grpSp>
        <p:nvGrpSpPr>
          <p:cNvPr id="50" name="object 21">
            <a:extLst>
              <a:ext uri="{FF2B5EF4-FFF2-40B4-BE49-F238E27FC236}">
                <a16:creationId xmlns:a16="http://schemas.microsoft.com/office/drawing/2014/main" id="{3EF9ACB5-BACA-4DE9-8393-5738B5B468A6}"/>
              </a:ext>
            </a:extLst>
          </p:cNvPr>
          <p:cNvGrpSpPr/>
          <p:nvPr/>
        </p:nvGrpSpPr>
        <p:grpSpPr>
          <a:xfrm>
            <a:off x="2535202" y="1906412"/>
            <a:ext cx="728133" cy="774700"/>
            <a:chOff x="2281682" y="1715771"/>
            <a:chExt cx="655320" cy="697230"/>
          </a:xfrm>
        </p:grpSpPr>
        <p:sp>
          <p:nvSpPr>
            <p:cNvPr id="51" name="object 22">
              <a:extLst>
                <a:ext uri="{FF2B5EF4-FFF2-40B4-BE49-F238E27FC236}">
                  <a16:creationId xmlns:a16="http://schemas.microsoft.com/office/drawing/2014/main" id="{3B98C019-84E6-4729-BC70-B50CBDE439D9}"/>
                </a:ext>
              </a:extLst>
            </p:cNvPr>
            <p:cNvSpPr/>
            <p:nvPr/>
          </p:nvSpPr>
          <p:spPr>
            <a:xfrm>
              <a:off x="2294382" y="2017014"/>
              <a:ext cx="629920" cy="82550"/>
            </a:xfrm>
            <a:custGeom>
              <a:avLst/>
              <a:gdLst/>
              <a:ahLst/>
              <a:cxnLst/>
              <a:rect l="l" t="t" r="r" b="b"/>
              <a:pathLst>
                <a:path w="629919" h="82550">
                  <a:moveTo>
                    <a:pt x="588264" y="0"/>
                  </a:moveTo>
                  <a:lnTo>
                    <a:pt x="588264" y="20574"/>
                  </a:lnTo>
                  <a:lnTo>
                    <a:pt x="0" y="20574"/>
                  </a:lnTo>
                  <a:lnTo>
                    <a:pt x="0" y="61722"/>
                  </a:lnTo>
                  <a:lnTo>
                    <a:pt x="588264" y="61722"/>
                  </a:lnTo>
                  <a:lnTo>
                    <a:pt x="588264" y="82296"/>
                  </a:lnTo>
                  <a:lnTo>
                    <a:pt x="629412" y="41148"/>
                  </a:lnTo>
                  <a:lnTo>
                    <a:pt x="588264" y="0"/>
                  </a:lnTo>
                  <a:close/>
                </a:path>
              </a:pathLst>
            </a:custGeom>
            <a:solidFill>
              <a:srgbClr val="B2B2B2"/>
            </a:solidFill>
          </p:spPr>
          <p:txBody>
            <a:bodyPr wrap="square" lIns="0" tIns="0" rIns="0" bIns="0" rtlCol="0"/>
            <a:lstStyle/>
            <a:p>
              <a:endParaRPr sz="2000"/>
            </a:p>
          </p:txBody>
        </p:sp>
        <p:sp>
          <p:nvSpPr>
            <p:cNvPr id="52" name="object 23">
              <a:extLst>
                <a:ext uri="{FF2B5EF4-FFF2-40B4-BE49-F238E27FC236}">
                  <a16:creationId xmlns:a16="http://schemas.microsoft.com/office/drawing/2014/main" id="{B8043EC0-B622-414E-864D-37EE72013771}"/>
                </a:ext>
              </a:extLst>
            </p:cNvPr>
            <p:cNvSpPr/>
            <p:nvPr/>
          </p:nvSpPr>
          <p:spPr>
            <a:xfrm>
              <a:off x="2294382" y="2017014"/>
              <a:ext cx="629920" cy="82550"/>
            </a:xfrm>
            <a:custGeom>
              <a:avLst/>
              <a:gdLst/>
              <a:ahLst/>
              <a:cxnLst/>
              <a:rect l="l" t="t" r="r" b="b"/>
              <a:pathLst>
                <a:path w="629919" h="82550">
                  <a:moveTo>
                    <a:pt x="0" y="20574"/>
                  </a:moveTo>
                  <a:lnTo>
                    <a:pt x="588264" y="20574"/>
                  </a:lnTo>
                  <a:lnTo>
                    <a:pt x="588264" y="0"/>
                  </a:lnTo>
                  <a:lnTo>
                    <a:pt x="629412" y="41148"/>
                  </a:lnTo>
                  <a:lnTo>
                    <a:pt x="588264" y="82296"/>
                  </a:lnTo>
                  <a:lnTo>
                    <a:pt x="588264" y="61722"/>
                  </a:lnTo>
                  <a:lnTo>
                    <a:pt x="0" y="61722"/>
                  </a:lnTo>
                  <a:lnTo>
                    <a:pt x="0" y="20574"/>
                  </a:lnTo>
                  <a:close/>
                </a:path>
              </a:pathLst>
            </a:custGeom>
            <a:ln w="25400">
              <a:solidFill>
                <a:srgbClr val="B2B2B2"/>
              </a:solidFill>
            </a:ln>
          </p:spPr>
          <p:txBody>
            <a:bodyPr wrap="square" lIns="0" tIns="0" rIns="0" bIns="0" rtlCol="0"/>
            <a:lstStyle/>
            <a:p>
              <a:endParaRPr sz="2000"/>
            </a:p>
          </p:txBody>
        </p:sp>
        <p:sp>
          <p:nvSpPr>
            <p:cNvPr id="53" name="object 24">
              <a:extLst>
                <a:ext uri="{FF2B5EF4-FFF2-40B4-BE49-F238E27FC236}">
                  <a16:creationId xmlns:a16="http://schemas.microsoft.com/office/drawing/2014/main" id="{104D90C6-1245-4F20-971A-CA58033B31B0}"/>
                </a:ext>
              </a:extLst>
            </p:cNvPr>
            <p:cNvSpPr/>
            <p:nvPr/>
          </p:nvSpPr>
          <p:spPr>
            <a:xfrm>
              <a:off x="2542032" y="17221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4" name="object 25">
              <a:extLst>
                <a:ext uri="{FF2B5EF4-FFF2-40B4-BE49-F238E27FC236}">
                  <a16:creationId xmlns:a16="http://schemas.microsoft.com/office/drawing/2014/main" id="{D1058FA9-B20F-4C6F-AD31-054D59E56135}"/>
                </a:ext>
              </a:extLst>
            </p:cNvPr>
            <p:cNvSpPr/>
            <p:nvPr/>
          </p:nvSpPr>
          <p:spPr>
            <a:xfrm>
              <a:off x="2542032"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 name="object 26">
              <a:extLst>
                <a:ext uri="{FF2B5EF4-FFF2-40B4-BE49-F238E27FC236}">
                  <a16:creationId xmlns:a16="http://schemas.microsoft.com/office/drawing/2014/main" id="{BA367842-36BC-43D5-8BD0-DD45EBFF6DE1}"/>
                </a:ext>
              </a:extLst>
            </p:cNvPr>
            <p:cNvSpPr/>
            <p:nvPr/>
          </p:nvSpPr>
          <p:spPr>
            <a:xfrm>
              <a:off x="2542032" y="1807461"/>
              <a:ext cx="91440" cy="86995"/>
            </a:xfrm>
            <a:custGeom>
              <a:avLst/>
              <a:gdLst/>
              <a:ahLst/>
              <a:cxnLst/>
              <a:rect l="l" t="t" r="r" b="b"/>
              <a:pathLst>
                <a:path w="91439" h="86994">
                  <a:moveTo>
                    <a:pt x="91440" y="0"/>
                  </a:moveTo>
                  <a:lnTo>
                    <a:pt x="0" y="0"/>
                  </a:lnTo>
                  <a:lnTo>
                    <a:pt x="0" y="86870"/>
                  </a:lnTo>
                  <a:lnTo>
                    <a:pt x="91440" y="86870"/>
                  </a:lnTo>
                  <a:lnTo>
                    <a:pt x="91440" y="0"/>
                  </a:lnTo>
                  <a:close/>
                </a:path>
              </a:pathLst>
            </a:custGeom>
            <a:solidFill>
              <a:srgbClr val="FFFD96"/>
            </a:solidFill>
          </p:spPr>
          <p:txBody>
            <a:bodyPr wrap="square" lIns="0" tIns="0" rIns="0" bIns="0" rtlCol="0"/>
            <a:lstStyle/>
            <a:p>
              <a:endParaRPr sz="2000"/>
            </a:p>
          </p:txBody>
        </p:sp>
        <p:sp>
          <p:nvSpPr>
            <p:cNvPr id="56" name="object 27">
              <a:extLst>
                <a:ext uri="{FF2B5EF4-FFF2-40B4-BE49-F238E27FC236}">
                  <a16:creationId xmlns:a16="http://schemas.microsoft.com/office/drawing/2014/main" id="{8EDD74F2-2E5F-42EA-B603-D8AEE2745BF4}"/>
                </a:ext>
              </a:extLst>
            </p:cNvPr>
            <p:cNvSpPr/>
            <p:nvPr/>
          </p:nvSpPr>
          <p:spPr>
            <a:xfrm>
              <a:off x="2542032"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57" name="object 28">
              <a:extLst>
                <a:ext uri="{FF2B5EF4-FFF2-40B4-BE49-F238E27FC236}">
                  <a16:creationId xmlns:a16="http://schemas.microsoft.com/office/drawing/2014/main" id="{EBA8E359-BFA9-45AE-8489-E85295F06049}"/>
                </a:ext>
              </a:extLst>
            </p:cNvPr>
            <p:cNvSpPr/>
            <p:nvPr/>
          </p:nvSpPr>
          <p:spPr>
            <a:xfrm>
              <a:off x="2542032"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8" name="object 29">
              <a:extLst>
                <a:ext uri="{FF2B5EF4-FFF2-40B4-BE49-F238E27FC236}">
                  <a16:creationId xmlns:a16="http://schemas.microsoft.com/office/drawing/2014/main" id="{A9258DF9-9FFE-4DFC-9C81-6BA8F1FB9061}"/>
                </a:ext>
              </a:extLst>
            </p:cNvPr>
            <p:cNvSpPr/>
            <p:nvPr/>
          </p:nvSpPr>
          <p:spPr>
            <a:xfrm>
              <a:off x="2542032"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9" name="object 30">
              <a:extLst>
                <a:ext uri="{FF2B5EF4-FFF2-40B4-BE49-F238E27FC236}">
                  <a16:creationId xmlns:a16="http://schemas.microsoft.com/office/drawing/2014/main" id="{D69B29B5-EDA5-4803-A63D-5A3DCF3AF55C}"/>
                </a:ext>
              </a:extLst>
            </p:cNvPr>
            <p:cNvSpPr/>
            <p:nvPr/>
          </p:nvSpPr>
          <p:spPr>
            <a:xfrm>
              <a:off x="2542032"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0" name="object 31">
              <a:extLst>
                <a:ext uri="{FF2B5EF4-FFF2-40B4-BE49-F238E27FC236}">
                  <a16:creationId xmlns:a16="http://schemas.microsoft.com/office/drawing/2014/main" id="{FE3F06BA-AE0E-40D4-B7FA-7BBD7618A0C4}"/>
                </a:ext>
              </a:extLst>
            </p:cNvPr>
            <p:cNvSpPr/>
            <p:nvPr/>
          </p:nvSpPr>
          <p:spPr>
            <a:xfrm>
              <a:off x="2542032"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 name="object 32">
              <a:extLst>
                <a:ext uri="{FF2B5EF4-FFF2-40B4-BE49-F238E27FC236}">
                  <a16:creationId xmlns:a16="http://schemas.microsoft.com/office/drawing/2014/main" id="{EEBB4193-0885-49FC-AB28-2D3737C62E9B}"/>
                </a:ext>
              </a:extLst>
            </p:cNvPr>
            <p:cNvSpPr/>
            <p:nvPr/>
          </p:nvSpPr>
          <p:spPr>
            <a:xfrm>
              <a:off x="2542032"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2" name="object 33">
              <a:extLst>
                <a:ext uri="{FF2B5EF4-FFF2-40B4-BE49-F238E27FC236}">
                  <a16:creationId xmlns:a16="http://schemas.microsoft.com/office/drawing/2014/main" id="{E6802CEA-B1B6-419C-9CFB-95E29587C315}"/>
                </a:ext>
              </a:extLst>
            </p:cNvPr>
            <p:cNvSpPr/>
            <p:nvPr/>
          </p:nvSpPr>
          <p:spPr>
            <a:xfrm>
              <a:off x="2542032"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 name="object 34">
              <a:extLst>
                <a:ext uri="{FF2B5EF4-FFF2-40B4-BE49-F238E27FC236}">
                  <a16:creationId xmlns:a16="http://schemas.microsoft.com/office/drawing/2014/main" id="{81563F88-F95C-416D-BCBB-EDA335EFC82F}"/>
                </a:ext>
              </a:extLst>
            </p:cNvPr>
            <p:cNvSpPr/>
            <p:nvPr/>
          </p:nvSpPr>
          <p:spPr>
            <a:xfrm>
              <a:off x="2542032"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4" name="object 35">
              <a:extLst>
                <a:ext uri="{FF2B5EF4-FFF2-40B4-BE49-F238E27FC236}">
                  <a16:creationId xmlns:a16="http://schemas.microsoft.com/office/drawing/2014/main" id="{900665C2-9BAB-452D-A0BF-FE5C241056F6}"/>
                </a:ext>
              </a:extLst>
            </p:cNvPr>
            <p:cNvSpPr/>
            <p:nvPr/>
          </p:nvSpPr>
          <p:spPr>
            <a:xfrm>
              <a:off x="2542032"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 name="object 36">
              <a:extLst>
                <a:ext uri="{FF2B5EF4-FFF2-40B4-BE49-F238E27FC236}">
                  <a16:creationId xmlns:a16="http://schemas.microsoft.com/office/drawing/2014/main" id="{06E9EF8F-3027-4347-9671-BD8C90060216}"/>
                </a:ext>
              </a:extLst>
            </p:cNvPr>
            <p:cNvSpPr/>
            <p:nvPr/>
          </p:nvSpPr>
          <p:spPr>
            <a:xfrm>
              <a:off x="2542032" y="22357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66" name="object 37">
              <a:extLst>
                <a:ext uri="{FF2B5EF4-FFF2-40B4-BE49-F238E27FC236}">
                  <a16:creationId xmlns:a16="http://schemas.microsoft.com/office/drawing/2014/main" id="{24B80D0A-991B-4F64-81E1-79256AAE270E}"/>
                </a:ext>
              </a:extLst>
            </p:cNvPr>
            <p:cNvSpPr/>
            <p:nvPr/>
          </p:nvSpPr>
          <p:spPr>
            <a:xfrm>
              <a:off x="2542032"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7" name="object 38">
              <a:extLst>
                <a:ext uri="{FF2B5EF4-FFF2-40B4-BE49-F238E27FC236}">
                  <a16:creationId xmlns:a16="http://schemas.microsoft.com/office/drawing/2014/main" id="{C7338DAB-9D1A-4015-ACD7-6A30DCAE4F6F}"/>
                </a:ext>
              </a:extLst>
            </p:cNvPr>
            <p:cNvSpPr/>
            <p:nvPr/>
          </p:nvSpPr>
          <p:spPr>
            <a:xfrm>
              <a:off x="2542032" y="232105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8" name="object 39">
              <a:extLst>
                <a:ext uri="{FF2B5EF4-FFF2-40B4-BE49-F238E27FC236}">
                  <a16:creationId xmlns:a16="http://schemas.microsoft.com/office/drawing/2014/main" id="{0F8F3CBA-DA2E-4DB7-87B0-F4F140A9271E}"/>
                </a:ext>
              </a:extLst>
            </p:cNvPr>
            <p:cNvSpPr/>
            <p:nvPr/>
          </p:nvSpPr>
          <p:spPr>
            <a:xfrm>
              <a:off x="2542032"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69" name="object 40">
            <a:extLst>
              <a:ext uri="{FF2B5EF4-FFF2-40B4-BE49-F238E27FC236}">
                <a16:creationId xmlns:a16="http://schemas.microsoft.com/office/drawing/2014/main" id="{5DCD6280-17CF-44BD-9CF5-A916B24021D5}"/>
              </a:ext>
            </a:extLst>
          </p:cNvPr>
          <p:cNvGrpSpPr/>
          <p:nvPr/>
        </p:nvGrpSpPr>
        <p:grpSpPr>
          <a:xfrm>
            <a:off x="3900029" y="2223630"/>
            <a:ext cx="705556" cy="123472"/>
            <a:chOff x="3510026" y="2001266"/>
            <a:chExt cx="635000" cy="111125"/>
          </a:xfrm>
        </p:grpSpPr>
        <p:sp>
          <p:nvSpPr>
            <p:cNvPr id="70" name="object 41">
              <a:extLst>
                <a:ext uri="{FF2B5EF4-FFF2-40B4-BE49-F238E27FC236}">
                  <a16:creationId xmlns:a16="http://schemas.microsoft.com/office/drawing/2014/main" id="{A44B2BB8-5175-4E7B-A8BD-F4E1C03BC98E}"/>
                </a:ext>
              </a:extLst>
            </p:cNvPr>
            <p:cNvSpPr/>
            <p:nvPr/>
          </p:nvSpPr>
          <p:spPr>
            <a:xfrm>
              <a:off x="3522726" y="2013966"/>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71" name="object 42">
              <a:extLst>
                <a:ext uri="{FF2B5EF4-FFF2-40B4-BE49-F238E27FC236}">
                  <a16:creationId xmlns:a16="http://schemas.microsoft.com/office/drawing/2014/main" id="{1B508F5B-5B57-4343-8059-950B8DC0DCE3}"/>
                </a:ext>
              </a:extLst>
            </p:cNvPr>
            <p:cNvSpPr/>
            <p:nvPr/>
          </p:nvSpPr>
          <p:spPr>
            <a:xfrm>
              <a:off x="3522726" y="2013966"/>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grpSp>
      <p:grpSp>
        <p:nvGrpSpPr>
          <p:cNvPr id="72" name="object 43">
            <a:extLst>
              <a:ext uri="{FF2B5EF4-FFF2-40B4-BE49-F238E27FC236}">
                <a16:creationId xmlns:a16="http://schemas.microsoft.com/office/drawing/2014/main" id="{E38E2EC8-9BA7-41D5-800C-BC89957AEA5B}"/>
              </a:ext>
            </a:extLst>
          </p:cNvPr>
          <p:cNvGrpSpPr/>
          <p:nvPr/>
        </p:nvGrpSpPr>
        <p:grpSpPr>
          <a:xfrm>
            <a:off x="5253002" y="2228710"/>
            <a:ext cx="358422" cy="124883"/>
            <a:chOff x="4727702" y="2005838"/>
            <a:chExt cx="322580" cy="112395"/>
          </a:xfrm>
        </p:grpSpPr>
        <p:sp>
          <p:nvSpPr>
            <p:cNvPr id="73" name="object 44">
              <a:extLst>
                <a:ext uri="{FF2B5EF4-FFF2-40B4-BE49-F238E27FC236}">
                  <a16:creationId xmlns:a16="http://schemas.microsoft.com/office/drawing/2014/main" id="{CA88F6DD-11C2-4F0A-A571-EEE3B8DCCCCC}"/>
                </a:ext>
              </a:extLst>
            </p:cNvPr>
            <p:cNvSpPr/>
            <p:nvPr/>
          </p:nvSpPr>
          <p:spPr>
            <a:xfrm>
              <a:off x="4740402" y="2018538"/>
              <a:ext cx="297180" cy="86995"/>
            </a:xfrm>
            <a:custGeom>
              <a:avLst/>
              <a:gdLst/>
              <a:ahLst/>
              <a:cxnLst/>
              <a:rect l="l" t="t" r="r" b="b"/>
              <a:pathLst>
                <a:path w="297179" h="86994">
                  <a:moveTo>
                    <a:pt x="253746" y="0"/>
                  </a:moveTo>
                  <a:lnTo>
                    <a:pt x="253746" y="21717"/>
                  </a:lnTo>
                  <a:lnTo>
                    <a:pt x="0" y="21717"/>
                  </a:lnTo>
                  <a:lnTo>
                    <a:pt x="0" y="65151"/>
                  </a:lnTo>
                  <a:lnTo>
                    <a:pt x="253746" y="65151"/>
                  </a:lnTo>
                  <a:lnTo>
                    <a:pt x="253746" y="86868"/>
                  </a:lnTo>
                  <a:lnTo>
                    <a:pt x="297180" y="43434"/>
                  </a:lnTo>
                  <a:lnTo>
                    <a:pt x="253746" y="0"/>
                  </a:lnTo>
                  <a:close/>
                </a:path>
              </a:pathLst>
            </a:custGeom>
            <a:solidFill>
              <a:srgbClr val="B2B2B2"/>
            </a:solidFill>
          </p:spPr>
          <p:txBody>
            <a:bodyPr wrap="square" lIns="0" tIns="0" rIns="0" bIns="0" rtlCol="0"/>
            <a:lstStyle/>
            <a:p>
              <a:endParaRPr sz="2000"/>
            </a:p>
          </p:txBody>
        </p:sp>
        <p:sp>
          <p:nvSpPr>
            <p:cNvPr id="74" name="object 45">
              <a:extLst>
                <a:ext uri="{FF2B5EF4-FFF2-40B4-BE49-F238E27FC236}">
                  <a16:creationId xmlns:a16="http://schemas.microsoft.com/office/drawing/2014/main" id="{C2217533-5044-4B68-8585-BC252750C5B4}"/>
                </a:ext>
              </a:extLst>
            </p:cNvPr>
            <p:cNvSpPr/>
            <p:nvPr/>
          </p:nvSpPr>
          <p:spPr>
            <a:xfrm>
              <a:off x="4740402" y="2018538"/>
              <a:ext cx="297180" cy="86995"/>
            </a:xfrm>
            <a:custGeom>
              <a:avLst/>
              <a:gdLst/>
              <a:ahLst/>
              <a:cxnLst/>
              <a:rect l="l" t="t" r="r" b="b"/>
              <a:pathLst>
                <a:path w="297179" h="86994">
                  <a:moveTo>
                    <a:pt x="0" y="21717"/>
                  </a:moveTo>
                  <a:lnTo>
                    <a:pt x="253746" y="21717"/>
                  </a:lnTo>
                  <a:lnTo>
                    <a:pt x="253746" y="0"/>
                  </a:lnTo>
                  <a:lnTo>
                    <a:pt x="297180" y="43434"/>
                  </a:lnTo>
                  <a:lnTo>
                    <a:pt x="253746" y="86868"/>
                  </a:lnTo>
                  <a:lnTo>
                    <a:pt x="253746" y="65151"/>
                  </a:lnTo>
                  <a:lnTo>
                    <a:pt x="0" y="65151"/>
                  </a:lnTo>
                  <a:lnTo>
                    <a:pt x="0" y="21717"/>
                  </a:lnTo>
                  <a:close/>
                </a:path>
              </a:pathLst>
            </a:custGeom>
            <a:ln w="25400">
              <a:solidFill>
                <a:srgbClr val="B2B2B2"/>
              </a:solidFill>
            </a:ln>
          </p:spPr>
          <p:txBody>
            <a:bodyPr wrap="square" lIns="0" tIns="0" rIns="0" bIns="0" rtlCol="0"/>
            <a:lstStyle/>
            <a:p>
              <a:endParaRPr sz="2000"/>
            </a:p>
          </p:txBody>
        </p:sp>
      </p:grpSp>
    </p:spTree>
    <p:extLst>
      <p:ext uri="{BB962C8B-B14F-4D97-AF65-F5344CB8AC3E}">
        <p14:creationId xmlns:p14="http://schemas.microsoft.com/office/powerpoint/2010/main" val="421581709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en-US" dirty="0">
                <a:ea typeface="ＭＳ Ｐゴシック" panose="020B0600070205080204" pitchFamily="34" charset="-128"/>
              </a:rPr>
              <a:t>Network of 3 Linear Layers: Forward Pass</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13</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35" name="Content Placeholder 2">
            <a:extLst>
              <a:ext uri="{FF2B5EF4-FFF2-40B4-BE49-F238E27FC236}">
                <a16:creationId xmlns:a16="http://schemas.microsoft.com/office/drawing/2014/main" id="{5DF2EACA-DB30-4A1F-A6E7-21E603D79F1C}"/>
              </a:ext>
            </a:extLst>
          </p:cNvPr>
          <p:cNvSpPr txBox="1">
            <a:spLocks/>
          </p:cNvSpPr>
          <p:nvPr/>
        </p:nvSpPr>
        <p:spPr bwMode="auto">
          <a:xfrm>
            <a:off x="307146" y="2722075"/>
            <a:ext cx="8151053" cy="355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endParaRPr lang="en-US" altLang="en-US" kern="0" dirty="0">
              <a:ea typeface="ＭＳ Ｐゴシック" panose="020B0600070205080204" pitchFamily="34" charset="-128"/>
            </a:endParaRPr>
          </a:p>
          <a:p>
            <a:r>
              <a:rPr lang="en-US" altLang="zh-CN" b="1" dirty="0">
                <a:latin typeface="Trebuchet MS"/>
                <a:cs typeface="Trebuchet MS"/>
              </a:rPr>
              <a:t>Each</a:t>
            </a:r>
            <a:r>
              <a:rPr lang="en-US" altLang="zh-CN" b="1" spc="-11" dirty="0">
                <a:latin typeface="Trebuchet MS"/>
                <a:cs typeface="Trebuchet MS"/>
              </a:rPr>
              <a:t> </a:t>
            </a:r>
            <a:r>
              <a:rPr lang="en-US" altLang="zh-CN" b="1" spc="-6" dirty="0">
                <a:latin typeface="Trebuchet MS"/>
                <a:cs typeface="Trebuchet MS"/>
              </a:rPr>
              <a:t>layer</a:t>
            </a:r>
            <a:r>
              <a:rPr lang="en-US" altLang="zh-CN" kern="0" dirty="0">
                <a:ea typeface="ＭＳ Ｐゴシック" panose="020B0600070205080204" pitchFamily="34" charset="-128"/>
              </a:rPr>
              <a:t>:</a:t>
            </a:r>
          </a:p>
          <a:p>
            <a:pPr lvl="1"/>
            <a:r>
              <a:rPr lang="en-US" altLang="zh-CN" sz="2400" b="1" spc="-6" dirty="0">
                <a:latin typeface="Trebuchet MS"/>
                <a:cs typeface="Trebuchet MS"/>
              </a:rPr>
              <a:t>Input</a:t>
            </a:r>
            <a:r>
              <a:rPr lang="en-US" altLang="zh-CN" sz="2400" spc="-6" dirty="0">
                <a:latin typeface="Trebuchet MS"/>
                <a:cs typeface="Trebuchet MS"/>
              </a:rPr>
              <a:t>:</a:t>
            </a:r>
            <a:r>
              <a:rPr lang="en-US" altLang="zh-CN" sz="2400" spc="6" dirty="0">
                <a:latin typeface="Trebuchet MS"/>
                <a:cs typeface="Trebuchet MS"/>
              </a:rPr>
              <a:t> </a:t>
            </a:r>
            <a:r>
              <a:rPr lang="en-US" altLang="zh-CN" sz="2400" spc="-6" dirty="0">
                <a:latin typeface="Trebuchet MS"/>
                <a:cs typeface="Trebuchet MS"/>
              </a:rPr>
              <a:t>vector</a:t>
            </a:r>
          </a:p>
          <a:p>
            <a:pPr lvl="1"/>
            <a:r>
              <a:rPr lang="en-US" altLang="zh-CN" sz="2400" b="1" spc="-6" dirty="0">
                <a:latin typeface="Trebuchet MS"/>
                <a:cs typeface="Trebuchet MS"/>
              </a:rPr>
              <a:t>Output</a:t>
            </a:r>
            <a:r>
              <a:rPr lang="en-US" altLang="zh-CN" sz="2400" spc="-6" dirty="0">
                <a:latin typeface="Trebuchet MS"/>
                <a:cs typeface="Trebuchet MS"/>
              </a:rPr>
              <a:t>: vector</a:t>
            </a:r>
          </a:p>
          <a:p>
            <a:pPr lvl="1"/>
            <a:r>
              <a:rPr lang="en-US" altLang="zh-CN" sz="2400" b="1" spc="-6" dirty="0">
                <a:latin typeface="Trebuchet MS"/>
                <a:cs typeface="Trebuchet MS"/>
              </a:rPr>
              <a:t>Learned parameters (weights)</a:t>
            </a:r>
            <a:r>
              <a:rPr lang="en-US" altLang="zh-CN" sz="2400" spc="-6" dirty="0">
                <a:latin typeface="Trebuchet MS"/>
                <a:cs typeface="Trebuchet MS"/>
              </a:rPr>
              <a:t>: </a:t>
            </a:r>
            <a:r>
              <a:rPr lang="en-US" altLang="zh-CN" sz="2400" spc="-11" dirty="0">
                <a:latin typeface="Trebuchet MS"/>
                <a:cs typeface="Trebuchet MS"/>
              </a:rPr>
              <a:t>projection</a:t>
            </a:r>
            <a:r>
              <a:rPr lang="en-US" altLang="zh-CN" sz="2400" spc="17" dirty="0">
                <a:latin typeface="Trebuchet MS"/>
                <a:cs typeface="Trebuchet MS"/>
              </a:rPr>
              <a:t> </a:t>
            </a:r>
            <a:r>
              <a:rPr lang="en-US" altLang="zh-CN" sz="2400" spc="-11" dirty="0">
                <a:latin typeface="Trebuchet MS"/>
                <a:cs typeface="Trebuchet MS"/>
              </a:rPr>
              <a:t>matrix</a:t>
            </a:r>
          </a:p>
          <a:p>
            <a:pPr lvl="1"/>
            <a:r>
              <a:rPr lang="en-US" altLang="zh-CN" sz="2400" b="1" dirty="0">
                <a:latin typeface="Trebuchet MS"/>
                <a:cs typeface="Trebuchet MS"/>
              </a:rPr>
              <a:t>Operations</a:t>
            </a:r>
            <a:r>
              <a:rPr lang="en-US" altLang="zh-CN" sz="2400" dirty="0">
                <a:latin typeface="Trebuchet MS"/>
                <a:cs typeface="Trebuchet MS"/>
              </a:rPr>
              <a:t>:</a:t>
            </a:r>
          </a:p>
          <a:p>
            <a:pPr lvl="2"/>
            <a:r>
              <a:rPr lang="en-US" altLang="zh-CN" sz="2200" dirty="0">
                <a:latin typeface="Trebuchet MS"/>
                <a:cs typeface="Trebuchet MS"/>
              </a:rPr>
              <a:t>1, Multiply the input vector with the matrix</a:t>
            </a:r>
          </a:p>
          <a:p>
            <a:pPr lvl="2"/>
            <a:r>
              <a:rPr lang="en-US" altLang="zh-CN" sz="2200" dirty="0">
                <a:latin typeface="Trebuchet MS"/>
                <a:cs typeface="Trebuchet MS"/>
              </a:rPr>
              <a:t>2, Apply a point-wise nonlinearity, say, </a:t>
            </a:r>
            <a:r>
              <a:rPr lang="en-US" altLang="zh-CN" sz="2200" dirty="0" err="1">
                <a:latin typeface="Trebuchet MS"/>
                <a:cs typeface="Trebuchet MS"/>
              </a:rPr>
              <a:t>ReLU</a:t>
            </a:r>
            <a:endParaRPr lang="en-US" altLang="zh-CN" sz="2200" dirty="0">
              <a:latin typeface="Trebuchet MS"/>
              <a:cs typeface="Trebuchet MS"/>
            </a:endParaRP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grpSp>
        <p:nvGrpSpPr>
          <p:cNvPr id="75" name="object 5">
            <a:extLst>
              <a:ext uri="{FF2B5EF4-FFF2-40B4-BE49-F238E27FC236}">
                <a16:creationId xmlns:a16="http://schemas.microsoft.com/office/drawing/2014/main" id="{BB71825F-84DF-468B-B2DE-C2E45357F681}"/>
              </a:ext>
            </a:extLst>
          </p:cNvPr>
          <p:cNvGrpSpPr/>
          <p:nvPr/>
        </p:nvGrpSpPr>
        <p:grpSpPr>
          <a:xfrm>
            <a:off x="1960669" y="1544109"/>
            <a:ext cx="518583" cy="1432983"/>
            <a:chOff x="1764601" y="1389697"/>
            <a:chExt cx="466725" cy="1289685"/>
          </a:xfrm>
        </p:grpSpPr>
        <p:sp>
          <p:nvSpPr>
            <p:cNvPr id="76" name="object 6">
              <a:extLst>
                <a:ext uri="{FF2B5EF4-FFF2-40B4-BE49-F238E27FC236}">
                  <a16:creationId xmlns:a16="http://schemas.microsoft.com/office/drawing/2014/main" id="{B662D719-5524-43EC-BBBB-DC92B9883190}"/>
                </a:ext>
              </a:extLst>
            </p:cNvPr>
            <p:cNvSpPr/>
            <p:nvPr/>
          </p:nvSpPr>
          <p:spPr>
            <a:xfrm>
              <a:off x="1769364" y="1394459"/>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77" name="object 7">
              <a:extLst>
                <a:ext uri="{FF2B5EF4-FFF2-40B4-BE49-F238E27FC236}">
                  <a16:creationId xmlns:a16="http://schemas.microsoft.com/office/drawing/2014/main" id="{C864D059-C1CC-4D21-AFAD-6D0929CA8A75}"/>
                </a:ext>
              </a:extLst>
            </p:cNvPr>
            <p:cNvSpPr/>
            <p:nvPr/>
          </p:nvSpPr>
          <p:spPr>
            <a:xfrm>
              <a:off x="1769364" y="1394459"/>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78" name="object 8">
            <a:extLst>
              <a:ext uri="{FF2B5EF4-FFF2-40B4-BE49-F238E27FC236}">
                <a16:creationId xmlns:a16="http://schemas.microsoft.com/office/drawing/2014/main" id="{86784E1A-13FE-4D21-8842-3ADDB6F6BEC3}"/>
              </a:ext>
            </a:extLst>
          </p:cNvPr>
          <p:cNvSpPr txBox="1"/>
          <p:nvPr/>
        </p:nvSpPr>
        <p:spPr>
          <a:xfrm>
            <a:off x="2026637" y="2166902"/>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79" name="object 9">
            <a:extLst>
              <a:ext uri="{FF2B5EF4-FFF2-40B4-BE49-F238E27FC236}">
                <a16:creationId xmlns:a16="http://schemas.microsoft.com/office/drawing/2014/main" id="{89183D72-7850-4333-91BE-4853FA848C2D}"/>
              </a:ext>
            </a:extLst>
          </p:cNvPr>
          <p:cNvGrpSpPr/>
          <p:nvPr/>
        </p:nvGrpSpPr>
        <p:grpSpPr>
          <a:xfrm>
            <a:off x="3317029" y="1752388"/>
            <a:ext cx="518583" cy="1055511"/>
            <a:chOff x="2985325" y="1577149"/>
            <a:chExt cx="466725" cy="949960"/>
          </a:xfrm>
        </p:grpSpPr>
        <p:sp>
          <p:nvSpPr>
            <p:cNvPr id="80" name="object 10">
              <a:extLst>
                <a:ext uri="{FF2B5EF4-FFF2-40B4-BE49-F238E27FC236}">
                  <a16:creationId xmlns:a16="http://schemas.microsoft.com/office/drawing/2014/main" id="{FDB3973F-D544-41B8-9BE0-E00C31D2E5A6}"/>
                </a:ext>
              </a:extLst>
            </p:cNvPr>
            <p:cNvSpPr/>
            <p:nvPr/>
          </p:nvSpPr>
          <p:spPr>
            <a:xfrm>
              <a:off x="2990088" y="1581911"/>
              <a:ext cx="457200" cy="940435"/>
            </a:xfrm>
            <a:custGeom>
              <a:avLst/>
              <a:gdLst/>
              <a:ahLst/>
              <a:cxnLst/>
              <a:rect l="l" t="t" r="r" b="b"/>
              <a:pathLst>
                <a:path w="457200" h="940435">
                  <a:moveTo>
                    <a:pt x="228600" y="0"/>
                  </a:moveTo>
                  <a:lnTo>
                    <a:pt x="167834" y="16790"/>
                  </a:lnTo>
                  <a:lnTo>
                    <a:pt x="113227" y="64177"/>
                  </a:lnTo>
                  <a:lnTo>
                    <a:pt x="88915" y="97945"/>
                  </a:lnTo>
                  <a:lnTo>
                    <a:pt x="66960" y="137683"/>
                  </a:lnTo>
                  <a:lnTo>
                    <a:pt x="47636" y="182833"/>
                  </a:lnTo>
                  <a:lnTo>
                    <a:pt x="31213" y="232833"/>
                  </a:lnTo>
                  <a:lnTo>
                    <a:pt x="17966" y="287125"/>
                  </a:lnTo>
                  <a:lnTo>
                    <a:pt x="8166" y="345148"/>
                  </a:lnTo>
                  <a:lnTo>
                    <a:pt x="2087" y="406345"/>
                  </a:lnTo>
                  <a:lnTo>
                    <a:pt x="0" y="470154"/>
                  </a:lnTo>
                  <a:lnTo>
                    <a:pt x="2087" y="533962"/>
                  </a:lnTo>
                  <a:lnTo>
                    <a:pt x="8166" y="595159"/>
                  </a:lnTo>
                  <a:lnTo>
                    <a:pt x="17966" y="653182"/>
                  </a:lnTo>
                  <a:lnTo>
                    <a:pt x="31213" y="707474"/>
                  </a:lnTo>
                  <a:lnTo>
                    <a:pt x="47636" y="757474"/>
                  </a:lnTo>
                  <a:lnTo>
                    <a:pt x="66960" y="802624"/>
                  </a:lnTo>
                  <a:lnTo>
                    <a:pt x="88915" y="842362"/>
                  </a:lnTo>
                  <a:lnTo>
                    <a:pt x="113227" y="876130"/>
                  </a:lnTo>
                  <a:lnTo>
                    <a:pt x="167834" y="923517"/>
                  </a:lnTo>
                  <a:lnTo>
                    <a:pt x="228600" y="940308"/>
                  </a:lnTo>
                  <a:lnTo>
                    <a:pt x="259616" y="936017"/>
                  </a:lnTo>
                  <a:lnTo>
                    <a:pt x="317575" y="903368"/>
                  </a:lnTo>
                  <a:lnTo>
                    <a:pt x="368284" y="842362"/>
                  </a:lnTo>
                  <a:lnTo>
                    <a:pt x="390239" y="802624"/>
                  </a:lnTo>
                  <a:lnTo>
                    <a:pt x="409563" y="757474"/>
                  </a:lnTo>
                  <a:lnTo>
                    <a:pt x="425986" y="707474"/>
                  </a:lnTo>
                  <a:lnTo>
                    <a:pt x="439233" y="653182"/>
                  </a:lnTo>
                  <a:lnTo>
                    <a:pt x="449033" y="595159"/>
                  </a:lnTo>
                  <a:lnTo>
                    <a:pt x="455112" y="533962"/>
                  </a:lnTo>
                  <a:lnTo>
                    <a:pt x="457200" y="470154"/>
                  </a:lnTo>
                  <a:lnTo>
                    <a:pt x="455112" y="406345"/>
                  </a:lnTo>
                  <a:lnTo>
                    <a:pt x="449033" y="345148"/>
                  </a:lnTo>
                  <a:lnTo>
                    <a:pt x="439233" y="287125"/>
                  </a:lnTo>
                  <a:lnTo>
                    <a:pt x="425986" y="232833"/>
                  </a:lnTo>
                  <a:lnTo>
                    <a:pt x="409563" y="182833"/>
                  </a:lnTo>
                  <a:lnTo>
                    <a:pt x="390239" y="137683"/>
                  </a:lnTo>
                  <a:lnTo>
                    <a:pt x="368284" y="97945"/>
                  </a:lnTo>
                  <a:lnTo>
                    <a:pt x="343972" y="64177"/>
                  </a:lnTo>
                  <a:lnTo>
                    <a:pt x="289365" y="16790"/>
                  </a:lnTo>
                  <a:lnTo>
                    <a:pt x="228600" y="0"/>
                  </a:lnTo>
                  <a:close/>
                </a:path>
              </a:pathLst>
            </a:custGeom>
            <a:solidFill>
              <a:srgbClr val="E3C2F5"/>
            </a:solidFill>
          </p:spPr>
          <p:txBody>
            <a:bodyPr wrap="square" lIns="0" tIns="0" rIns="0" bIns="0" rtlCol="0"/>
            <a:lstStyle/>
            <a:p>
              <a:endParaRPr sz="2000"/>
            </a:p>
          </p:txBody>
        </p:sp>
        <p:sp>
          <p:nvSpPr>
            <p:cNvPr id="81" name="object 11">
              <a:extLst>
                <a:ext uri="{FF2B5EF4-FFF2-40B4-BE49-F238E27FC236}">
                  <a16:creationId xmlns:a16="http://schemas.microsoft.com/office/drawing/2014/main" id="{2C53DBD5-498E-4632-9740-00323528A121}"/>
                </a:ext>
              </a:extLst>
            </p:cNvPr>
            <p:cNvSpPr/>
            <p:nvPr/>
          </p:nvSpPr>
          <p:spPr>
            <a:xfrm>
              <a:off x="2990088" y="1581911"/>
              <a:ext cx="457200" cy="940435"/>
            </a:xfrm>
            <a:custGeom>
              <a:avLst/>
              <a:gdLst/>
              <a:ahLst/>
              <a:cxnLst/>
              <a:rect l="l" t="t" r="r" b="b"/>
              <a:pathLst>
                <a:path w="457200" h="940435">
                  <a:moveTo>
                    <a:pt x="0" y="470154"/>
                  </a:moveTo>
                  <a:lnTo>
                    <a:pt x="2087" y="406345"/>
                  </a:lnTo>
                  <a:lnTo>
                    <a:pt x="8166" y="345148"/>
                  </a:lnTo>
                  <a:lnTo>
                    <a:pt x="17966" y="287125"/>
                  </a:lnTo>
                  <a:lnTo>
                    <a:pt x="31213" y="232833"/>
                  </a:lnTo>
                  <a:lnTo>
                    <a:pt x="47636" y="182833"/>
                  </a:lnTo>
                  <a:lnTo>
                    <a:pt x="66960" y="137683"/>
                  </a:lnTo>
                  <a:lnTo>
                    <a:pt x="88915" y="97945"/>
                  </a:lnTo>
                  <a:lnTo>
                    <a:pt x="113227" y="64177"/>
                  </a:lnTo>
                  <a:lnTo>
                    <a:pt x="167834" y="16790"/>
                  </a:lnTo>
                  <a:lnTo>
                    <a:pt x="228600" y="0"/>
                  </a:lnTo>
                  <a:lnTo>
                    <a:pt x="259616" y="4290"/>
                  </a:lnTo>
                  <a:lnTo>
                    <a:pt x="317575" y="36939"/>
                  </a:lnTo>
                  <a:lnTo>
                    <a:pt x="368284" y="97945"/>
                  </a:lnTo>
                  <a:lnTo>
                    <a:pt x="390239" y="137683"/>
                  </a:lnTo>
                  <a:lnTo>
                    <a:pt x="409563" y="182833"/>
                  </a:lnTo>
                  <a:lnTo>
                    <a:pt x="425986" y="232833"/>
                  </a:lnTo>
                  <a:lnTo>
                    <a:pt x="439233" y="287125"/>
                  </a:lnTo>
                  <a:lnTo>
                    <a:pt x="449033" y="345148"/>
                  </a:lnTo>
                  <a:lnTo>
                    <a:pt x="455112" y="406345"/>
                  </a:lnTo>
                  <a:lnTo>
                    <a:pt x="457200" y="470154"/>
                  </a:lnTo>
                  <a:lnTo>
                    <a:pt x="455112" y="533962"/>
                  </a:lnTo>
                  <a:lnTo>
                    <a:pt x="449033" y="595159"/>
                  </a:lnTo>
                  <a:lnTo>
                    <a:pt x="439233" y="653182"/>
                  </a:lnTo>
                  <a:lnTo>
                    <a:pt x="425986" y="707474"/>
                  </a:lnTo>
                  <a:lnTo>
                    <a:pt x="409563" y="757474"/>
                  </a:lnTo>
                  <a:lnTo>
                    <a:pt x="390239" y="802624"/>
                  </a:lnTo>
                  <a:lnTo>
                    <a:pt x="368284" y="842362"/>
                  </a:lnTo>
                  <a:lnTo>
                    <a:pt x="343972" y="876130"/>
                  </a:lnTo>
                  <a:lnTo>
                    <a:pt x="289365" y="923517"/>
                  </a:lnTo>
                  <a:lnTo>
                    <a:pt x="228600" y="940308"/>
                  </a:lnTo>
                  <a:lnTo>
                    <a:pt x="197583" y="936017"/>
                  </a:lnTo>
                  <a:lnTo>
                    <a:pt x="139624" y="903368"/>
                  </a:lnTo>
                  <a:lnTo>
                    <a:pt x="88915" y="842362"/>
                  </a:lnTo>
                  <a:lnTo>
                    <a:pt x="66960" y="802624"/>
                  </a:lnTo>
                  <a:lnTo>
                    <a:pt x="47636" y="757474"/>
                  </a:lnTo>
                  <a:lnTo>
                    <a:pt x="31213" y="707474"/>
                  </a:lnTo>
                  <a:lnTo>
                    <a:pt x="17966" y="653182"/>
                  </a:lnTo>
                  <a:lnTo>
                    <a:pt x="8166" y="595159"/>
                  </a:lnTo>
                  <a:lnTo>
                    <a:pt x="2087" y="533962"/>
                  </a:lnTo>
                  <a:lnTo>
                    <a:pt x="0" y="470154"/>
                  </a:lnTo>
                  <a:close/>
                </a:path>
              </a:pathLst>
            </a:custGeom>
            <a:ln w="9525">
              <a:solidFill>
                <a:srgbClr val="000000"/>
              </a:solidFill>
            </a:ln>
          </p:spPr>
          <p:txBody>
            <a:bodyPr wrap="square" lIns="0" tIns="0" rIns="0" bIns="0" rtlCol="0"/>
            <a:lstStyle/>
            <a:p>
              <a:endParaRPr sz="2000"/>
            </a:p>
          </p:txBody>
        </p:sp>
      </p:grpSp>
      <p:sp>
        <p:nvSpPr>
          <p:cNvPr id="82" name="object 12">
            <a:extLst>
              <a:ext uri="{FF2B5EF4-FFF2-40B4-BE49-F238E27FC236}">
                <a16:creationId xmlns:a16="http://schemas.microsoft.com/office/drawing/2014/main" id="{80B0E357-5ABD-4576-8E74-76BAA9B9EEC4}"/>
              </a:ext>
            </a:extLst>
          </p:cNvPr>
          <p:cNvSpPr txBox="1"/>
          <p:nvPr/>
        </p:nvSpPr>
        <p:spPr>
          <a:xfrm>
            <a:off x="3383703" y="2186517"/>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83" name="object 13">
            <a:extLst>
              <a:ext uri="{FF2B5EF4-FFF2-40B4-BE49-F238E27FC236}">
                <a16:creationId xmlns:a16="http://schemas.microsoft.com/office/drawing/2014/main" id="{6548C631-77BC-4CF2-8352-0E28FE2071A6}"/>
              </a:ext>
            </a:extLst>
          </p:cNvPr>
          <p:cNvGrpSpPr/>
          <p:nvPr/>
        </p:nvGrpSpPr>
        <p:grpSpPr>
          <a:xfrm>
            <a:off x="4670001" y="2099522"/>
            <a:ext cx="520700" cy="390172"/>
            <a:chOff x="4203001" y="1889569"/>
            <a:chExt cx="468630" cy="351155"/>
          </a:xfrm>
        </p:grpSpPr>
        <p:sp>
          <p:nvSpPr>
            <p:cNvPr id="84" name="object 14">
              <a:extLst>
                <a:ext uri="{FF2B5EF4-FFF2-40B4-BE49-F238E27FC236}">
                  <a16:creationId xmlns:a16="http://schemas.microsoft.com/office/drawing/2014/main" id="{768A212B-ACB3-4E4C-AF64-AC0CAC9EDB32}"/>
                </a:ext>
              </a:extLst>
            </p:cNvPr>
            <p:cNvSpPr/>
            <p:nvPr/>
          </p:nvSpPr>
          <p:spPr>
            <a:xfrm>
              <a:off x="4207764" y="1894331"/>
              <a:ext cx="459105" cy="341630"/>
            </a:xfrm>
            <a:custGeom>
              <a:avLst/>
              <a:gdLst/>
              <a:ahLst/>
              <a:cxnLst/>
              <a:rect l="l" t="t" r="r" b="b"/>
              <a:pathLst>
                <a:path w="459104" h="341630">
                  <a:moveTo>
                    <a:pt x="229362" y="0"/>
                  </a:moveTo>
                  <a:lnTo>
                    <a:pt x="176788" y="4509"/>
                  </a:lnTo>
                  <a:lnTo>
                    <a:pt x="128518" y="17354"/>
                  </a:lnTo>
                  <a:lnTo>
                    <a:pt x="85930" y="37509"/>
                  </a:lnTo>
                  <a:lnTo>
                    <a:pt x="50405" y="63945"/>
                  </a:lnTo>
                  <a:lnTo>
                    <a:pt x="23322" y="95638"/>
                  </a:lnTo>
                  <a:lnTo>
                    <a:pt x="6060" y="131561"/>
                  </a:lnTo>
                  <a:lnTo>
                    <a:pt x="0" y="170688"/>
                  </a:lnTo>
                  <a:lnTo>
                    <a:pt x="6060" y="209814"/>
                  </a:lnTo>
                  <a:lnTo>
                    <a:pt x="23322" y="245737"/>
                  </a:lnTo>
                  <a:lnTo>
                    <a:pt x="50405" y="277430"/>
                  </a:lnTo>
                  <a:lnTo>
                    <a:pt x="85930" y="303866"/>
                  </a:lnTo>
                  <a:lnTo>
                    <a:pt x="128518" y="324021"/>
                  </a:lnTo>
                  <a:lnTo>
                    <a:pt x="176788" y="336866"/>
                  </a:lnTo>
                  <a:lnTo>
                    <a:pt x="229362" y="341376"/>
                  </a:lnTo>
                  <a:lnTo>
                    <a:pt x="281935" y="336866"/>
                  </a:lnTo>
                  <a:lnTo>
                    <a:pt x="330205" y="324021"/>
                  </a:lnTo>
                  <a:lnTo>
                    <a:pt x="372793" y="303866"/>
                  </a:lnTo>
                  <a:lnTo>
                    <a:pt x="408318" y="277430"/>
                  </a:lnTo>
                  <a:lnTo>
                    <a:pt x="435401" y="245737"/>
                  </a:lnTo>
                  <a:lnTo>
                    <a:pt x="452663" y="209814"/>
                  </a:lnTo>
                  <a:lnTo>
                    <a:pt x="458724" y="170688"/>
                  </a:lnTo>
                  <a:lnTo>
                    <a:pt x="452663" y="131561"/>
                  </a:lnTo>
                  <a:lnTo>
                    <a:pt x="435401" y="95638"/>
                  </a:lnTo>
                  <a:lnTo>
                    <a:pt x="408318" y="63945"/>
                  </a:lnTo>
                  <a:lnTo>
                    <a:pt x="372793" y="37509"/>
                  </a:lnTo>
                  <a:lnTo>
                    <a:pt x="330205" y="17354"/>
                  </a:lnTo>
                  <a:lnTo>
                    <a:pt x="281935" y="4509"/>
                  </a:lnTo>
                  <a:lnTo>
                    <a:pt x="229362" y="0"/>
                  </a:lnTo>
                  <a:close/>
                </a:path>
              </a:pathLst>
            </a:custGeom>
            <a:solidFill>
              <a:srgbClr val="C5D1FB"/>
            </a:solidFill>
          </p:spPr>
          <p:txBody>
            <a:bodyPr wrap="square" lIns="0" tIns="0" rIns="0" bIns="0" rtlCol="0"/>
            <a:lstStyle/>
            <a:p>
              <a:endParaRPr sz="2000"/>
            </a:p>
          </p:txBody>
        </p:sp>
        <p:sp>
          <p:nvSpPr>
            <p:cNvPr id="85" name="object 15">
              <a:extLst>
                <a:ext uri="{FF2B5EF4-FFF2-40B4-BE49-F238E27FC236}">
                  <a16:creationId xmlns:a16="http://schemas.microsoft.com/office/drawing/2014/main" id="{C85234E1-7474-440B-A1CA-47342C5B4CB8}"/>
                </a:ext>
              </a:extLst>
            </p:cNvPr>
            <p:cNvSpPr/>
            <p:nvPr/>
          </p:nvSpPr>
          <p:spPr>
            <a:xfrm>
              <a:off x="4207764" y="1894331"/>
              <a:ext cx="459105" cy="341630"/>
            </a:xfrm>
            <a:custGeom>
              <a:avLst/>
              <a:gdLst/>
              <a:ahLst/>
              <a:cxnLst/>
              <a:rect l="l" t="t" r="r" b="b"/>
              <a:pathLst>
                <a:path w="459104" h="341630">
                  <a:moveTo>
                    <a:pt x="0" y="170688"/>
                  </a:moveTo>
                  <a:lnTo>
                    <a:pt x="6060" y="131561"/>
                  </a:lnTo>
                  <a:lnTo>
                    <a:pt x="23322" y="95638"/>
                  </a:lnTo>
                  <a:lnTo>
                    <a:pt x="50405" y="63945"/>
                  </a:lnTo>
                  <a:lnTo>
                    <a:pt x="85930" y="37509"/>
                  </a:lnTo>
                  <a:lnTo>
                    <a:pt x="128518" y="17354"/>
                  </a:lnTo>
                  <a:lnTo>
                    <a:pt x="176788" y="4509"/>
                  </a:lnTo>
                  <a:lnTo>
                    <a:pt x="229362" y="0"/>
                  </a:lnTo>
                  <a:lnTo>
                    <a:pt x="281935" y="4509"/>
                  </a:lnTo>
                  <a:lnTo>
                    <a:pt x="330205" y="17354"/>
                  </a:lnTo>
                  <a:lnTo>
                    <a:pt x="372793" y="37509"/>
                  </a:lnTo>
                  <a:lnTo>
                    <a:pt x="408318" y="63945"/>
                  </a:lnTo>
                  <a:lnTo>
                    <a:pt x="435401" y="95638"/>
                  </a:lnTo>
                  <a:lnTo>
                    <a:pt x="452663" y="131561"/>
                  </a:lnTo>
                  <a:lnTo>
                    <a:pt x="458724" y="170688"/>
                  </a:lnTo>
                  <a:lnTo>
                    <a:pt x="452663" y="209814"/>
                  </a:lnTo>
                  <a:lnTo>
                    <a:pt x="435401" y="245737"/>
                  </a:lnTo>
                  <a:lnTo>
                    <a:pt x="408318" y="277430"/>
                  </a:lnTo>
                  <a:lnTo>
                    <a:pt x="372793" y="303866"/>
                  </a:lnTo>
                  <a:lnTo>
                    <a:pt x="330205" y="324021"/>
                  </a:lnTo>
                  <a:lnTo>
                    <a:pt x="281935" y="336866"/>
                  </a:lnTo>
                  <a:lnTo>
                    <a:pt x="229362" y="341376"/>
                  </a:lnTo>
                  <a:lnTo>
                    <a:pt x="176788" y="336866"/>
                  </a:lnTo>
                  <a:lnTo>
                    <a:pt x="128518" y="324021"/>
                  </a:lnTo>
                  <a:lnTo>
                    <a:pt x="85930" y="303866"/>
                  </a:lnTo>
                  <a:lnTo>
                    <a:pt x="50405" y="277430"/>
                  </a:lnTo>
                  <a:lnTo>
                    <a:pt x="23322" y="245737"/>
                  </a:lnTo>
                  <a:lnTo>
                    <a:pt x="6060" y="209814"/>
                  </a:lnTo>
                  <a:lnTo>
                    <a:pt x="0" y="170688"/>
                  </a:lnTo>
                  <a:close/>
                </a:path>
              </a:pathLst>
            </a:custGeom>
            <a:ln w="9525">
              <a:solidFill>
                <a:srgbClr val="000000"/>
              </a:solidFill>
            </a:ln>
          </p:spPr>
          <p:txBody>
            <a:bodyPr wrap="square" lIns="0" tIns="0" rIns="0" bIns="0" rtlCol="0"/>
            <a:lstStyle/>
            <a:p>
              <a:endParaRPr sz="2000"/>
            </a:p>
          </p:txBody>
        </p:sp>
      </p:grpSp>
      <p:sp>
        <p:nvSpPr>
          <p:cNvPr id="86" name="object 16">
            <a:extLst>
              <a:ext uri="{FF2B5EF4-FFF2-40B4-BE49-F238E27FC236}">
                <a16:creationId xmlns:a16="http://schemas.microsoft.com/office/drawing/2014/main" id="{46392402-1127-428F-BED8-93102F1222D4}"/>
              </a:ext>
            </a:extLst>
          </p:cNvPr>
          <p:cNvSpPr txBox="1"/>
          <p:nvPr/>
        </p:nvSpPr>
        <p:spPr>
          <a:xfrm>
            <a:off x="4738087" y="2200431"/>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87" name="object 17">
            <a:extLst>
              <a:ext uri="{FF2B5EF4-FFF2-40B4-BE49-F238E27FC236}">
                <a16:creationId xmlns:a16="http://schemas.microsoft.com/office/drawing/2014/main" id="{E448ECA6-2E8A-4461-B6B7-40662F0FAB18}"/>
              </a:ext>
            </a:extLst>
          </p:cNvPr>
          <p:cNvGrpSpPr/>
          <p:nvPr/>
        </p:nvGrpSpPr>
        <p:grpSpPr>
          <a:xfrm>
            <a:off x="2535202" y="1906412"/>
            <a:ext cx="728133" cy="774700"/>
            <a:chOff x="2281682" y="1715771"/>
            <a:chExt cx="655320" cy="697230"/>
          </a:xfrm>
        </p:grpSpPr>
        <p:sp>
          <p:nvSpPr>
            <p:cNvPr id="88" name="object 18">
              <a:extLst>
                <a:ext uri="{FF2B5EF4-FFF2-40B4-BE49-F238E27FC236}">
                  <a16:creationId xmlns:a16="http://schemas.microsoft.com/office/drawing/2014/main" id="{2A1B4BE8-DF9A-4A29-AB15-A47745C6CF27}"/>
                </a:ext>
              </a:extLst>
            </p:cNvPr>
            <p:cNvSpPr/>
            <p:nvPr/>
          </p:nvSpPr>
          <p:spPr>
            <a:xfrm>
              <a:off x="2294382" y="2017014"/>
              <a:ext cx="629920" cy="82550"/>
            </a:xfrm>
            <a:custGeom>
              <a:avLst/>
              <a:gdLst/>
              <a:ahLst/>
              <a:cxnLst/>
              <a:rect l="l" t="t" r="r" b="b"/>
              <a:pathLst>
                <a:path w="629919" h="82550">
                  <a:moveTo>
                    <a:pt x="588264" y="0"/>
                  </a:moveTo>
                  <a:lnTo>
                    <a:pt x="588264" y="20574"/>
                  </a:lnTo>
                  <a:lnTo>
                    <a:pt x="0" y="20574"/>
                  </a:lnTo>
                  <a:lnTo>
                    <a:pt x="0" y="61722"/>
                  </a:lnTo>
                  <a:lnTo>
                    <a:pt x="588264" y="61722"/>
                  </a:lnTo>
                  <a:lnTo>
                    <a:pt x="588264" y="82296"/>
                  </a:lnTo>
                  <a:lnTo>
                    <a:pt x="629412" y="41148"/>
                  </a:lnTo>
                  <a:lnTo>
                    <a:pt x="588264" y="0"/>
                  </a:lnTo>
                  <a:close/>
                </a:path>
              </a:pathLst>
            </a:custGeom>
            <a:solidFill>
              <a:srgbClr val="B2B2B2"/>
            </a:solidFill>
          </p:spPr>
          <p:txBody>
            <a:bodyPr wrap="square" lIns="0" tIns="0" rIns="0" bIns="0" rtlCol="0"/>
            <a:lstStyle/>
            <a:p>
              <a:endParaRPr sz="2000"/>
            </a:p>
          </p:txBody>
        </p:sp>
        <p:sp>
          <p:nvSpPr>
            <p:cNvPr id="89" name="object 19">
              <a:extLst>
                <a:ext uri="{FF2B5EF4-FFF2-40B4-BE49-F238E27FC236}">
                  <a16:creationId xmlns:a16="http://schemas.microsoft.com/office/drawing/2014/main" id="{91A2C232-CEF7-4D87-A48E-62643340B03C}"/>
                </a:ext>
              </a:extLst>
            </p:cNvPr>
            <p:cNvSpPr/>
            <p:nvPr/>
          </p:nvSpPr>
          <p:spPr>
            <a:xfrm>
              <a:off x="2294382" y="2017014"/>
              <a:ext cx="629920" cy="82550"/>
            </a:xfrm>
            <a:custGeom>
              <a:avLst/>
              <a:gdLst/>
              <a:ahLst/>
              <a:cxnLst/>
              <a:rect l="l" t="t" r="r" b="b"/>
              <a:pathLst>
                <a:path w="629919" h="82550">
                  <a:moveTo>
                    <a:pt x="0" y="20574"/>
                  </a:moveTo>
                  <a:lnTo>
                    <a:pt x="588264" y="20574"/>
                  </a:lnTo>
                  <a:lnTo>
                    <a:pt x="588264" y="0"/>
                  </a:lnTo>
                  <a:lnTo>
                    <a:pt x="629412" y="41148"/>
                  </a:lnTo>
                  <a:lnTo>
                    <a:pt x="588264" y="82296"/>
                  </a:lnTo>
                  <a:lnTo>
                    <a:pt x="588264" y="61722"/>
                  </a:lnTo>
                  <a:lnTo>
                    <a:pt x="0" y="61722"/>
                  </a:lnTo>
                  <a:lnTo>
                    <a:pt x="0" y="20574"/>
                  </a:lnTo>
                  <a:close/>
                </a:path>
              </a:pathLst>
            </a:custGeom>
            <a:ln w="25400">
              <a:solidFill>
                <a:srgbClr val="B2B2B2"/>
              </a:solidFill>
            </a:ln>
          </p:spPr>
          <p:txBody>
            <a:bodyPr wrap="square" lIns="0" tIns="0" rIns="0" bIns="0" rtlCol="0"/>
            <a:lstStyle/>
            <a:p>
              <a:endParaRPr sz="2000"/>
            </a:p>
          </p:txBody>
        </p:sp>
        <p:sp>
          <p:nvSpPr>
            <p:cNvPr id="90" name="object 20">
              <a:extLst>
                <a:ext uri="{FF2B5EF4-FFF2-40B4-BE49-F238E27FC236}">
                  <a16:creationId xmlns:a16="http://schemas.microsoft.com/office/drawing/2014/main" id="{9A8444C4-BF34-4431-910D-8EE72B771564}"/>
                </a:ext>
              </a:extLst>
            </p:cNvPr>
            <p:cNvSpPr/>
            <p:nvPr/>
          </p:nvSpPr>
          <p:spPr>
            <a:xfrm>
              <a:off x="2542032" y="17221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1" name="object 21">
              <a:extLst>
                <a:ext uri="{FF2B5EF4-FFF2-40B4-BE49-F238E27FC236}">
                  <a16:creationId xmlns:a16="http://schemas.microsoft.com/office/drawing/2014/main" id="{525E8D61-7142-41CB-9917-A07F7717529A}"/>
                </a:ext>
              </a:extLst>
            </p:cNvPr>
            <p:cNvSpPr/>
            <p:nvPr/>
          </p:nvSpPr>
          <p:spPr>
            <a:xfrm>
              <a:off x="2542032"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 name="object 22">
              <a:extLst>
                <a:ext uri="{FF2B5EF4-FFF2-40B4-BE49-F238E27FC236}">
                  <a16:creationId xmlns:a16="http://schemas.microsoft.com/office/drawing/2014/main" id="{E096B5F8-3ED6-43E1-AEDD-5418ADAF6A92}"/>
                </a:ext>
              </a:extLst>
            </p:cNvPr>
            <p:cNvSpPr/>
            <p:nvPr/>
          </p:nvSpPr>
          <p:spPr>
            <a:xfrm>
              <a:off x="2542032" y="1807461"/>
              <a:ext cx="91440" cy="86995"/>
            </a:xfrm>
            <a:custGeom>
              <a:avLst/>
              <a:gdLst/>
              <a:ahLst/>
              <a:cxnLst/>
              <a:rect l="l" t="t" r="r" b="b"/>
              <a:pathLst>
                <a:path w="91439" h="86994">
                  <a:moveTo>
                    <a:pt x="91440" y="0"/>
                  </a:moveTo>
                  <a:lnTo>
                    <a:pt x="0" y="0"/>
                  </a:lnTo>
                  <a:lnTo>
                    <a:pt x="0" y="86870"/>
                  </a:lnTo>
                  <a:lnTo>
                    <a:pt x="91440" y="86870"/>
                  </a:lnTo>
                  <a:lnTo>
                    <a:pt x="91440" y="0"/>
                  </a:lnTo>
                  <a:close/>
                </a:path>
              </a:pathLst>
            </a:custGeom>
            <a:solidFill>
              <a:srgbClr val="FFFD96"/>
            </a:solidFill>
          </p:spPr>
          <p:txBody>
            <a:bodyPr wrap="square" lIns="0" tIns="0" rIns="0" bIns="0" rtlCol="0"/>
            <a:lstStyle/>
            <a:p>
              <a:endParaRPr sz="2000"/>
            </a:p>
          </p:txBody>
        </p:sp>
        <p:sp>
          <p:nvSpPr>
            <p:cNvPr id="93" name="object 23">
              <a:extLst>
                <a:ext uri="{FF2B5EF4-FFF2-40B4-BE49-F238E27FC236}">
                  <a16:creationId xmlns:a16="http://schemas.microsoft.com/office/drawing/2014/main" id="{97B9FB6E-6DDD-4E3A-A80C-7C62DFE190BC}"/>
                </a:ext>
              </a:extLst>
            </p:cNvPr>
            <p:cNvSpPr/>
            <p:nvPr/>
          </p:nvSpPr>
          <p:spPr>
            <a:xfrm>
              <a:off x="2542032"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4" name="object 24">
              <a:extLst>
                <a:ext uri="{FF2B5EF4-FFF2-40B4-BE49-F238E27FC236}">
                  <a16:creationId xmlns:a16="http://schemas.microsoft.com/office/drawing/2014/main" id="{EEE5FFCB-C114-4744-B2C6-A61598424FB3}"/>
                </a:ext>
              </a:extLst>
            </p:cNvPr>
            <p:cNvSpPr/>
            <p:nvPr/>
          </p:nvSpPr>
          <p:spPr>
            <a:xfrm>
              <a:off x="2542032"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5" name="object 25">
              <a:extLst>
                <a:ext uri="{FF2B5EF4-FFF2-40B4-BE49-F238E27FC236}">
                  <a16:creationId xmlns:a16="http://schemas.microsoft.com/office/drawing/2014/main" id="{31BAACD4-A40C-4218-9F3B-9BAA1700E4D6}"/>
                </a:ext>
              </a:extLst>
            </p:cNvPr>
            <p:cNvSpPr/>
            <p:nvPr/>
          </p:nvSpPr>
          <p:spPr>
            <a:xfrm>
              <a:off x="2542032"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 name="object 26">
              <a:extLst>
                <a:ext uri="{FF2B5EF4-FFF2-40B4-BE49-F238E27FC236}">
                  <a16:creationId xmlns:a16="http://schemas.microsoft.com/office/drawing/2014/main" id="{9DC6A39B-4EE1-4EDE-B4B5-2C45C1BD0EF4}"/>
                </a:ext>
              </a:extLst>
            </p:cNvPr>
            <p:cNvSpPr/>
            <p:nvPr/>
          </p:nvSpPr>
          <p:spPr>
            <a:xfrm>
              <a:off x="2542032"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7" name="object 27">
              <a:extLst>
                <a:ext uri="{FF2B5EF4-FFF2-40B4-BE49-F238E27FC236}">
                  <a16:creationId xmlns:a16="http://schemas.microsoft.com/office/drawing/2014/main" id="{B99CA4FC-5B01-450A-A610-A735E0CEA4A6}"/>
                </a:ext>
              </a:extLst>
            </p:cNvPr>
            <p:cNvSpPr/>
            <p:nvPr/>
          </p:nvSpPr>
          <p:spPr>
            <a:xfrm>
              <a:off x="2542032"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 name="object 28">
              <a:extLst>
                <a:ext uri="{FF2B5EF4-FFF2-40B4-BE49-F238E27FC236}">
                  <a16:creationId xmlns:a16="http://schemas.microsoft.com/office/drawing/2014/main" id="{AFF7C624-A9CC-4A2A-91B9-30FF9A2BA455}"/>
                </a:ext>
              </a:extLst>
            </p:cNvPr>
            <p:cNvSpPr/>
            <p:nvPr/>
          </p:nvSpPr>
          <p:spPr>
            <a:xfrm>
              <a:off x="2542032"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9" name="object 29">
              <a:extLst>
                <a:ext uri="{FF2B5EF4-FFF2-40B4-BE49-F238E27FC236}">
                  <a16:creationId xmlns:a16="http://schemas.microsoft.com/office/drawing/2014/main" id="{D1746F98-FD8E-4D27-9F19-AD5354C3DA91}"/>
                </a:ext>
              </a:extLst>
            </p:cNvPr>
            <p:cNvSpPr/>
            <p:nvPr/>
          </p:nvSpPr>
          <p:spPr>
            <a:xfrm>
              <a:off x="2542032"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 name="object 30">
              <a:extLst>
                <a:ext uri="{FF2B5EF4-FFF2-40B4-BE49-F238E27FC236}">
                  <a16:creationId xmlns:a16="http://schemas.microsoft.com/office/drawing/2014/main" id="{B1B892B2-3814-49BC-81A1-229ADB1CFA3C}"/>
                </a:ext>
              </a:extLst>
            </p:cNvPr>
            <p:cNvSpPr/>
            <p:nvPr/>
          </p:nvSpPr>
          <p:spPr>
            <a:xfrm>
              <a:off x="2542032"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1" name="object 31">
              <a:extLst>
                <a:ext uri="{FF2B5EF4-FFF2-40B4-BE49-F238E27FC236}">
                  <a16:creationId xmlns:a16="http://schemas.microsoft.com/office/drawing/2014/main" id="{87E627A9-88FD-4C3B-877A-806A982C874E}"/>
                </a:ext>
              </a:extLst>
            </p:cNvPr>
            <p:cNvSpPr/>
            <p:nvPr/>
          </p:nvSpPr>
          <p:spPr>
            <a:xfrm>
              <a:off x="2542032"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 name="object 32">
              <a:extLst>
                <a:ext uri="{FF2B5EF4-FFF2-40B4-BE49-F238E27FC236}">
                  <a16:creationId xmlns:a16="http://schemas.microsoft.com/office/drawing/2014/main" id="{E536E48E-3A3C-4B07-AB21-77949F4C6446}"/>
                </a:ext>
              </a:extLst>
            </p:cNvPr>
            <p:cNvSpPr/>
            <p:nvPr/>
          </p:nvSpPr>
          <p:spPr>
            <a:xfrm>
              <a:off x="2542032" y="22357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03" name="object 33">
              <a:extLst>
                <a:ext uri="{FF2B5EF4-FFF2-40B4-BE49-F238E27FC236}">
                  <a16:creationId xmlns:a16="http://schemas.microsoft.com/office/drawing/2014/main" id="{D254C960-486C-4A71-830C-A9F3AF900203}"/>
                </a:ext>
              </a:extLst>
            </p:cNvPr>
            <p:cNvSpPr/>
            <p:nvPr/>
          </p:nvSpPr>
          <p:spPr>
            <a:xfrm>
              <a:off x="2542032"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4" name="object 34">
              <a:extLst>
                <a:ext uri="{FF2B5EF4-FFF2-40B4-BE49-F238E27FC236}">
                  <a16:creationId xmlns:a16="http://schemas.microsoft.com/office/drawing/2014/main" id="{39EDCB22-1714-49BE-9D63-5B8596B5157C}"/>
                </a:ext>
              </a:extLst>
            </p:cNvPr>
            <p:cNvSpPr/>
            <p:nvPr/>
          </p:nvSpPr>
          <p:spPr>
            <a:xfrm>
              <a:off x="2542032" y="232105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5" name="object 35">
              <a:extLst>
                <a:ext uri="{FF2B5EF4-FFF2-40B4-BE49-F238E27FC236}">
                  <a16:creationId xmlns:a16="http://schemas.microsoft.com/office/drawing/2014/main" id="{31CD444F-1468-4AE4-8185-A08114B4D228}"/>
                </a:ext>
              </a:extLst>
            </p:cNvPr>
            <p:cNvSpPr/>
            <p:nvPr/>
          </p:nvSpPr>
          <p:spPr>
            <a:xfrm>
              <a:off x="2542032"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06" name="object 36">
            <a:extLst>
              <a:ext uri="{FF2B5EF4-FFF2-40B4-BE49-F238E27FC236}">
                <a16:creationId xmlns:a16="http://schemas.microsoft.com/office/drawing/2014/main" id="{69154AB1-4A8D-4A73-B225-78832AFE3C93}"/>
              </a:ext>
            </a:extLst>
          </p:cNvPr>
          <p:cNvGrpSpPr/>
          <p:nvPr/>
        </p:nvGrpSpPr>
        <p:grpSpPr>
          <a:xfrm>
            <a:off x="3900029" y="2075746"/>
            <a:ext cx="705556" cy="395111"/>
            <a:chOff x="3510026" y="1868171"/>
            <a:chExt cx="635000" cy="355600"/>
          </a:xfrm>
        </p:grpSpPr>
        <p:sp>
          <p:nvSpPr>
            <p:cNvPr id="107" name="object 37">
              <a:extLst>
                <a:ext uri="{FF2B5EF4-FFF2-40B4-BE49-F238E27FC236}">
                  <a16:creationId xmlns:a16="http://schemas.microsoft.com/office/drawing/2014/main" id="{92F58985-AAE1-4CEC-8223-A110940B1BF3}"/>
                </a:ext>
              </a:extLst>
            </p:cNvPr>
            <p:cNvSpPr/>
            <p:nvPr/>
          </p:nvSpPr>
          <p:spPr>
            <a:xfrm>
              <a:off x="3522726" y="2013966"/>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108" name="object 38">
              <a:extLst>
                <a:ext uri="{FF2B5EF4-FFF2-40B4-BE49-F238E27FC236}">
                  <a16:creationId xmlns:a16="http://schemas.microsoft.com/office/drawing/2014/main" id="{B43E0FDD-668A-4FE4-B48E-8EEFA416E461}"/>
                </a:ext>
              </a:extLst>
            </p:cNvPr>
            <p:cNvSpPr/>
            <p:nvPr/>
          </p:nvSpPr>
          <p:spPr>
            <a:xfrm>
              <a:off x="3522726" y="2013966"/>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09" name="object 39">
              <a:extLst>
                <a:ext uri="{FF2B5EF4-FFF2-40B4-BE49-F238E27FC236}">
                  <a16:creationId xmlns:a16="http://schemas.microsoft.com/office/drawing/2014/main" id="{225897A2-DBD8-4D24-9E77-D84701AB17FB}"/>
                </a:ext>
              </a:extLst>
            </p:cNvPr>
            <p:cNvSpPr/>
            <p:nvPr/>
          </p:nvSpPr>
          <p:spPr>
            <a:xfrm>
              <a:off x="3751834" y="1868171"/>
              <a:ext cx="104140" cy="355598"/>
            </a:xfrm>
            <a:prstGeom prst="rect">
              <a:avLst/>
            </a:prstGeom>
            <a:blipFill>
              <a:blip r:embed="rId2" cstate="print"/>
              <a:stretch>
                <a:fillRect/>
              </a:stretch>
            </a:blipFill>
          </p:spPr>
          <p:txBody>
            <a:bodyPr wrap="square" lIns="0" tIns="0" rIns="0" bIns="0" rtlCol="0"/>
            <a:lstStyle/>
            <a:p>
              <a:endParaRPr sz="2000"/>
            </a:p>
          </p:txBody>
        </p:sp>
      </p:grpSp>
      <p:grpSp>
        <p:nvGrpSpPr>
          <p:cNvPr id="110" name="object 40">
            <a:extLst>
              <a:ext uri="{FF2B5EF4-FFF2-40B4-BE49-F238E27FC236}">
                <a16:creationId xmlns:a16="http://schemas.microsoft.com/office/drawing/2014/main" id="{DFA1CA41-B4ED-46B2-9847-3BA2FFAABD38}"/>
              </a:ext>
            </a:extLst>
          </p:cNvPr>
          <p:cNvGrpSpPr/>
          <p:nvPr/>
        </p:nvGrpSpPr>
        <p:grpSpPr>
          <a:xfrm>
            <a:off x="5253002" y="2228710"/>
            <a:ext cx="358422" cy="124883"/>
            <a:chOff x="4727702" y="2005838"/>
            <a:chExt cx="322580" cy="112395"/>
          </a:xfrm>
        </p:grpSpPr>
        <p:sp>
          <p:nvSpPr>
            <p:cNvPr id="111" name="object 41">
              <a:extLst>
                <a:ext uri="{FF2B5EF4-FFF2-40B4-BE49-F238E27FC236}">
                  <a16:creationId xmlns:a16="http://schemas.microsoft.com/office/drawing/2014/main" id="{5367309A-6431-45D3-BF39-17C85FA48B11}"/>
                </a:ext>
              </a:extLst>
            </p:cNvPr>
            <p:cNvSpPr/>
            <p:nvPr/>
          </p:nvSpPr>
          <p:spPr>
            <a:xfrm>
              <a:off x="4740402" y="2018538"/>
              <a:ext cx="297180" cy="86995"/>
            </a:xfrm>
            <a:custGeom>
              <a:avLst/>
              <a:gdLst/>
              <a:ahLst/>
              <a:cxnLst/>
              <a:rect l="l" t="t" r="r" b="b"/>
              <a:pathLst>
                <a:path w="297179" h="86994">
                  <a:moveTo>
                    <a:pt x="253746" y="0"/>
                  </a:moveTo>
                  <a:lnTo>
                    <a:pt x="253746" y="21717"/>
                  </a:lnTo>
                  <a:lnTo>
                    <a:pt x="0" y="21717"/>
                  </a:lnTo>
                  <a:lnTo>
                    <a:pt x="0" y="65151"/>
                  </a:lnTo>
                  <a:lnTo>
                    <a:pt x="253746" y="65151"/>
                  </a:lnTo>
                  <a:lnTo>
                    <a:pt x="253746" y="86868"/>
                  </a:lnTo>
                  <a:lnTo>
                    <a:pt x="297180" y="43434"/>
                  </a:lnTo>
                  <a:lnTo>
                    <a:pt x="253746" y="0"/>
                  </a:lnTo>
                  <a:close/>
                </a:path>
              </a:pathLst>
            </a:custGeom>
            <a:solidFill>
              <a:srgbClr val="B2B2B2"/>
            </a:solidFill>
          </p:spPr>
          <p:txBody>
            <a:bodyPr wrap="square" lIns="0" tIns="0" rIns="0" bIns="0" rtlCol="0"/>
            <a:lstStyle/>
            <a:p>
              <a:endParaRPr sz="2000"/>
            </a:p>
          </p:txBody>
        </p:sp>
        <p:sp>
          <p:nvSpPr>
            <p:cNvPr id="112" name="object 42">
              <a:extLst>
                <a:ext uri="{FF2B5EF4-FFF2-40B4-BE49-F238E27FC236}">
                  <a16:creationId xmlns:a16="http://schemas.microsoft.com/office/drawing/2014/main" id="{51A57DFB-CA0A-45F8-8D06-D99208CF1B3F}"/>
                </a:ext>
              </a:extLst>
            </p:cNvPr>
            <p:cNvSpPr/>
            <p:nvPr/>
          </p:nvSpPr>
          <p:spPr>
            <a:xfrm>
              <a:off x="4740402" y="2018538"/>
              <a:ext cx="297180" cy="86995"/>
            </a:xfrm>
            <a:custGeom>
              <a:avLst/>
              <a:gdLst/>
              <a:ahLst/>
              <a:cxnLst/>
              <a:rect l="l" t="t" r="r" b="b"/>
              <a:pathLst>
                <a:path w="297179" h="86994">
                  <a:moveTo>
                    <a:pt x="0" y="21717"/>
                  </a:moveTo>
                  <a:lnTo>
                    <a:pt x="253746" y="21717"/>
                  </a:lnTo>
                  <a:lnTo>
                    <a:pt x="253746" y="0"/>
                  </a:lnTo>
                  <a:lnTo>
                    <a:pt x="297180" y="43434"/>
                  </a:lnTo>
                  <a:lnTo>
                    <a:pt x="253746" y="86868"/>
                  </a:lnTo>
                  <a:lnTo>
                    <a:pt x="253746" y="65151"/>
                  </a:lnTo>
                  <a:lnTo>
                    <a:pt x="0" y="65151"/>
                  </a:lnTo>
                  <a:lnTo>
                    <a:pt x="0" y="21717"/>
                  </a:lnTo>
                  <a:close/>
                </a:path>
              </a:pathLst>
            </a:custGeom>
            <a:ln w="25400">
              <a:solidFill>
                <a:srgbClr val="B2B2B2"/>
              </a:solidFill>
            </a:ln>
          </p:spPr>
          <p:txBody>
            <a:bodyPr wrap="square" lIns="0" tIns="0" rIns="0" bIns="0" rtlCol="0"/>
            <a:lstStyle/>
            <a:p>
              <a:endParaRPr sz="2000"/>
            </a:p>
          </p:txBody>
        </p:sp>
      </p:grpSp>
      <p:grpSp>
        <p:nvGrpSpPr>
          <p:cNvPr id="113" name="object 43">
            <a:extLst>
              <a:ext uri="{FF2B5EF4-FFF2-40B4-BE49-F238E27FC236}">
                <a16:creationId xmlns:a16="http://schemas.microsoft.com/office/drawing/2014/main" id="{08B6E6A2-435B-4DE1-8729-BE990965D1D4}"/>
              </a:ext>
            </a:extLst>
          </p:cNvPr>
          <p:cNvGrpSpPr/>
          <p:nvPr/>
        </p:nvGrpSpPr>
        <p:grpSpPr>
          <a:xfrm>
            <a:off x="1541216" y="2227015"/>
            <a:ext cx="357011" cy="123472"/>
            <a:chOff x="1387094" y="2004313"/>
            <a:chExt cx="321310" cy="111125"/>
          </a:xfrm>
        </p:grpSpPr>
        <p:sp>
          <p:nvSpPr>
            <p:cNvPr id="114" name="object 44">
              <a:extLst>
                <a:ext uri="{FF2B5EF4-FFF2-40B4-BE49-F238E27FC236}">
                  <a16:creationId xmlns:a16="http://schemas.microsoft.com/office/drawing/2014/main" id="{CC4B9122-9A2E-4450-B1C0-8FF392BEAD64}"/>
                </a:ext>
              </a:extLst>
            </p:cNvPr>
            <p:cNvSpPr/>
            <p:nvPr/>
          </p:nvSpPr>
          <p:spPr>
            <a:xfrm>
              <a:off x="1399794" y="2017013"/>
              <a:ext cx="295910" cy="85725"/>
            </a:xfrm>
            <a:custGeom>
              <a:avLst/>
              <a:gdLst/>
              <a:ahLst/>
              <a:cxnLst/>
              <a:rect l="l" t="t" r="r" b="b"/>
              <a:pathLst>
                <a:path w="295910" h="85725">
                  <a:moveTo>
                    <a:pt x="252984" y="0"/>
                  </a:moveTo>
                  <a:lnTo>
                    <a:pt x="252984" y="21336"/>
                  </a:lnTo>
                  <a:lnTo>
                    <a:pt x="0" y="21336"/>
                  </a:lnTo>
                  <a:lnTo>
                    <a:pt x="0" y="64008"/>
                  </a:lnTo>
                  <a:lnTo>
                    <a:pt x="252984" y="64008"/>
                  </a:lnTo>
                  <a:lnTo>
                    <a:pt x="252984" y="85344"/>
                  </a:lnTo>
                  <a:lnTo>
                    <a:pt x="295656" y="42672"/>
                  </a:lnTo>
                  <a:lnTo>
                    <a:pt x="252984" y="0"/>
                  </a:lnTo>
                  <a:close/>
                </a:path>
              </a:pathLst>
            </a:custGeom>
            <a:solidFill>
              <a:srgbClr val="B2B2B2"/>
            </a:solidFill>
          </p:spPr>
          <p:txBody>
            <a:bodyPr wrap="square" lIns="0" tIns="0" rIns="0" bIns="0" rtlCol="0"/>
            <a:lstStyle/>
            <a:p>
              <a:endParaRPr sz="2000"/>
            </a:p>
          </p:txBody>
        </p:sp>
        <p:sp>
          <p:nvSpPr>
            <p:cNvPr id="115" name="object 45">
              <a:extLst>
                <a:ext uri="{FF2B5EF4-FFF2-40B4-BE49-F238E27FC236}">
                  <a16:creationId xmlns:a16="http://schemas.microsoft.com/office/drawing/2014/main" id="{217AEA26-FEC3-4BB8-8744-2B7996EEFC12}"/>
                </a:ext>
              </a:extLst>
            </p:cNvPr>
            <p:cNvSpPr/>
            <p:nvPr/>
          </p:nvSpPr>
          <p:spPr>
            <a:xfrm>
              <a:off x="1399794" y="2017013"/>
              <a:ext cx="295910" cy="85725"/>
            </a:xfrm>
            <a:custGeom>
              <a:avLst/>
              <a:gdLst/>
              <a:ahLst/>
              <a:cxnLst/>
              <a:rect l="l" t="t" r="r" b="b"/>
              <a:pathLst>
                <a:path w="295910" h="85725">
                  <a:moveTo>
                    <a:pt x="0" y="21336"/>
                  </a:moveTo>
                  <a:lnTo>
                    <a:pt x="252984" y="21336"/>
                  </a:lnTo>
                  <a:lnTo>
                    <a:pt x="252984" y="0"/>
                  </a:lnTo>
                  <a:lnTo>
                    <a:pt x="295656" y="42672"/>
                  </a:lnTo>
                  <a:lnTo>
                    <a:pt x="252984" y="85344"/>
                  </a:lnTo>
                  <a:lnTo>
                    <a:pt x="252984" y="64008"/>
                  </a:lnTo>
                  <a:lnTo>
                    <a:pt x="0" y="64008"/>
                  </a:lnTo>
                  <a:lnTo>
                    <a:pt x="0" y="21336"/>
                  </a:lnTo>
                  <a:close/>
                </a:path>
              </a:pathLst>
            </a:custGeom>
            <a:ln w="25400">
              <a:solidFill>
                <a:srgbClr val="B2B2B2"/>
              </a:solidFill>
            </a:ln>
          </p:spPr>
          <p:txBody>
            <a:bodyPr wrap="square" lIns="0" tIns="0" rIns="0" bIns="0" rtlCol="0"/>
            <a:lstStyle/>
            <a:p>
              <a:endParaRPr sz="2000"/>
            </a:p>
          </p:txBody>
        </p:sp>
      </p:grpSp>
    </p:spTree>
    <p:extLst>
      <p:ext uri="{BB962C8B-B14F-4D97-AF65-F5344CB8AC3E}">
        <p14:creationId xmlns:p14="http://schemas.microsoft.com/office/powerpoint/2010/main" val="59226268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Network of 3 Linear Layers: Forward Pass</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14</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35" name="Content Placeholder 2">
            <a:extLst>
              <a:ext uri="{FF2B5EF4-FFF2-40B4-BE49-F238E27FC236}">
                <a16:creationId xmlns:a16="http://schemas.microsoft.com/office/drawing/2014/main" id="{5DF2EACA-DB30-4A1F-A6E7-21E603D79F1C}"/>
              </a:ext>
            </a:extLst>
          </p:cNvPr>
          <p:cNvSpPr txBox="1">
            <a:spLocks/>
          </p:cNvSpPr>
          <p:nvPr/>
        </p:nvSpPr>
        <p:spPr bwMode="auto">
          <a:xfrm>
            <a:off x="307146" y="2722075"/>
            <a:ext cx="8151053" cy="355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endParaRPr lang="en-US" altLang="en-US" kern="0" dirty="0">
              <a:ea typeface="ＭＳ Ｐゴシック" panose="020B0600070205080204" pitchFamily="34" charset="-128"/>
            </a:endParaRPr>
          </a:p>
          <a:p>
            <a:r>
              <a:rPr lang="en-US" altLang="zh-CN" b="1" dirty="0">
                <a:latin typeface="Trebuchet MS"/>
                <a:cs typeface="Trebuchet MS"/>
              </a:rPr>
              <a:t>Each</a:t>
            </a:r>
            <a:r>
              <a:rPr lang="en-US" altLang="zh-CN" b="1" spc="-11" dirty="0">
                <a:latin typeface="Trebuchet MS"/>
                <a:cs typeface="Trebuchet MS"/>
              </a:rPr>
              <a:t> </a:t>
            </a:r>
            <a:r>
              <a:rPr lang="en-US" altLang="zh-CN" b="1" spc="-6" dirty="0">
                <a:latin typeface="Trebuchet MS"/>
                <a:cs typeface="Trebuchet MS"/>
              </a:rPr>
              <a:t>layer</a:t>
            </a:r>
            <a:r>
              <a:rPr lang="en-US" altLang="zh-CN" kern="0" dirty="0">
                <a:ea typeface="ＭＳ Ｐゴシック" panose="020B0600070205080204" pitchFamily="34" charset="-128"/>
              </a:rPr>
              <a:t>:</a:t>
            </a:r>
          </a:p>
          <a:p>
            <a:pPr lvl="1"/>
            <a:r>
              <a:rPr lang="en-US" altLang="zh-CN" sz="2400" b="1" spc="-6" dirty="0">
                <a:latin typeface="Trebuchet MS"/>
                <a:cs typeface="Trebuchet MS"/>
              </a:rPr>
              <a:t>Input</a:t>
            </a:r>
            <a:r>
              <a:rPr lang="en-US" altLang="zh-CN" sz="2400" spc="-6" dirty="0">
                <a:latin typeface="Trebuchet MS"/>
                <a:cs typeface="Trebuchet MS"/>
              </a:rPr>
              <a:t>:</a:t>
            </a:r>
            <a:r>
              <a:rPr lang="en-US" altLang="zh-CN" sz="2400" spc="6" dirty="0">
                <a:latin typeface="Trebuchet MS"/>
                <a:cs typeface="Trebuchet MS"/>
              </a:rPr>
              <a:t> </a:t>
            </a:r>
            <a:r>
              <a:rPr lang="en-US" altLang="zh-CN" sz="2400" spc="-6" dirty="0">
                <a:latin typeface="Trebuchet MS"/>
                <a:cs typeface="Trebuchet MS"/>
              </a:rPr>
              <a:t>vector</a:t>
            </a:r>
          </a:p>
          <a:p>
            <a:pPr lvl="1"/>
            <a:r>
              <a:rPr lang="en-US" altLang="zh-CN" sz="2400" b="1" spc="-6" dirty="0">
                <a:latin typeface="Trebuchet MS"/>
                <a:cs typeface="Trebuchet MS"/>
              </a:rPr>
              <a:t>Output</a:t>
            </a:r>
            <a:r>
              <a:rPr lang="en-US" altLang="zh-CN" sz="2400" spc="-6" dirty="0">
                <a:latin typeface="Trebuchet MS"/>
                <a:cs typeface="Trebuchet MS"/>
              </a:rPr>
              <a:t>: vector</a:t>
            </a:r>
          </a:p>
          <a:p>
            <a:pPr lvl="1"/>
            <a:r>
              <a:rPr lang="en-US" altLang="zh-CN" sz="2400" b="1" spc="-6" dirty="0">
                <a:latin typeface="Trebuchet MS"/>
                <a:cs typeface="Trebuchet MS"/>
              </a:rPr>
              <a:t>Learned parameters (weights)</a:t>
            </a:r>
            <a:r>
              <a:rPr lang="en-US" altLang="zh-CN" sz="2400" spc="-6" dirty="0">
                <a:latin typeface="Trebuchet MS"/>
                <a:cs typeface="Trebuchet MS"/>
              </a:rPr>
              <a:t>: </a:t>
            </a:r>
            <a:r>
              <a:rPr lang="en-US" altLang="zh-CN" sz="2400" spc="-11" dirty="0">
                <a:latin typeface="Trebuchet MS"/>
                <a:cs typeface="Trebuchet MS"/>
              </a:rPr>
              <a:t>projection</a:t>
            </a:r>
            <a:r>
              <a:rPr lang="en-US" altLang="zh-CN" sz="2400" spc="17" dirty="0">
                <a:latin typeface="Trebuchet MS"/>
                <a:cs typeface="Trebuchet MS"/>
              </a:rPr>
              <a:t> </a:t>
            </a:r>
            <a:r>
              <a:rPr lang="en-US" altLang="zh-CN" sz="2400" spc="-11" dirty="0">
                <a:latin typeface="Trebuchet MS"/>
                <a:cs typeface="Trebuchet MS"/>
              </a:rPr>
              <a:t>matrix</a:t>
            </a:r>
          </a:p>
          <a:p>
            <a:pPr lvl="1"/>
            <a:r>
              <a:rPr lang="en-US" altLang="zh-CN" sz="2400" b="1" dirty="0">
                <a:latin typeface="Trebuchet MS"/>
                <a:cs typeface="Trebuchet MS"/>
              </a:rPr>
              <a:t>Operations</a:t>
            </a:r>
            <a:r>
              <a:rPr lang="en-US" altLang="zh-CN" sz="2400" dirty="0">
                <a:latin typeface="Trebuchet MS"/>
                <a:cs typeface="Trebuchet MS"/>
              </a:rPr>
              <a:t>:</a:t>
            </a:r>
          </a:p>
          <a:p>
            <a:pPr lvl="2"/>
            <a:r>
              <a:rPr lang="en-US" altLang="zh-CN" sz="2200" dirty="0">
                <a:latin typeface="Trebuchet MS"/>
                <a:cs typeface="Trebuchet MS"/>
              </a:rPr>
              <a:t>1, Multiply the input vector with the matrix</a:t>
            </a:r>
          </a:p>
          <a:p>
            <a:pPr lvl="2"/>
            <a:r>
              <a:rPr lang="en-US" altLang="zh-CN" sz="2200" dirty="0">
                <a:latin typeface="Trebuchet MS"/>
                <a:cs typeface="Trebuchet MS"/>
              </a:rPr>
              <a:t>2, Apply a point-wise nonlinearity, say, </a:t>
            </a:r>
            <a:r>
              <a:rPr lang="en-US" altLang="zh-CN" sz="2200" dirty="0" err="1">
                <a:latin typeface="Trebuchet MS"/>
                <a:cs typeface="Trebuchet MS"/>
              </a:rPr>
              <a:t>ReLU</a:t>
            </a:r>
            <a:endParaRPr lang="en-US" altLang="zh-CN" sz="2200" dirty="0">
              <a:latin typeface="Trebuchet MS"/>
              <a:cs typeface="Trebuchet MS"/>
            </a:endParaRP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grpSp>
        <p:nvGrpSpPr>
          <p:cNvPr id="75" name="object 5">
            <a:extLst>
              <a:ext uri="{FF2B5EF4-FFF2-40B4-BE49-F238E27FC236}">
                <a16:creationId xmlns:a16="http://schemas.microsoft.com/office/drawing/2014/main" id="{EBBA544C-85FF-4913-BE38-103320F6DC78}"/>
              </a:ext>
            </a:extLst>
          </p:cNvPr>
          <p:cNvGrpSpPr/>
          <p:nvPr/>
        </p:nvGrpSpPr>
        <p:grpSpPr>
          <a:xfrm>
            <a:off x="1960669" y="1544109"/>
            <a:ext cx="518583" cy="1432983"/>
            <a:chOff x="1764601" y="1389697"/>
            <a:chExt cx="466725" cy="1289685"/>
          </a:xfrm>
        </p:grpSpPr>
        <p:sp>
          <p:nvSpPr>
            <p:cNvPr id="76" name="object 6">
              <a:extLst>
                <a:ext uri="{FF2B5EF4-FFF2-40B4-BE49-F238E27FC236}">
                  <a16:creationId xmlns:a16="http://schemas.microsoft.com/office/drawing/2014/main" id="{B36ED17D-03BC-45ED-9A42-39C6F22CD88A}"/>
                </a:ext>
              </a:extLst>
            </p:cNvPr>
            <p:cNvSpPr/>
            <p:nvPr/>
          </p:nvSpPr>
          <p:spPr>
            <a:xfrm>
              <a:off x="1769364" y="1394459"/>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77" name="object 7">
              <a:extLst>
                <a:ext uri="{FF2B5EF4-FFF2-40B4-BE49-F238E27FC236}">
                  <a16:creationId xmlns:a16="http://schemas.microsoft.com/office/drawing/2014/main" id="{F16A122F-1B4C-4EE3-BD3C-D2803EBA67D8}"/>
                </a:ext>
              </a:extLst>
            </p:cNvPr>
            <p:cNvSpPr/>
            <p:nvPr/>
          </p:nvSpPr>
          <p:spPr>
            <a:xfrm>
              <a:off x="1769364" y="1394459"/>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78" name="object 8">
            <a:extLst>
              <a:ext uri="{FF2B5EF4-FFF2-40B4-BE49-F238E27FC236}">
                <a16:creationId xmlns:a16="http://schemas.microsoft.com/office/drawing/2014/main" id="{0745C159-8C2C-47C5-A3AC-13344DD1CFD3}"/>
              </a:ext>
            </a:extLst>
          </p:cNvPr>
          <p:cNvSpPr txBox="1"/>
          <p:nvPr/>
        </p:nvSpPr>
        <p:spPr>
          <a:xfrm>
            <a:off x="2026637" y="2166902"/>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79" name="object 9">
            <a:extLst>
              <a:ext uri="{FF2B5EF4-FFF2-40B4-BE49-F238E27FC236}">
                <a16:creationId xmlns:a16="http://schemas.microsoft.com/office/drawing/2014/main" id="{C38921B9-2055-40CA-B630-64B30FE470F1}"/>
              </a:ext>
            </a:extLst>
          </p:cNvPr>
          <p:cNvGrpSpPr/>
          <p:nvPr/>
        </p:nvGrpSpPr>
        <p:grpSpPr>
          <a:xfrm>
            <a:off x="3317029" y="1752388"/>
            <a:ext cx="518583" cy="1055511"/>
            <a:chOff x="2985325" y="1577149"/>
            <a:chExt cx="466725" cy="949960"/>
          </a:xfrm>
        </p:grpSpPr>
        <p:sp>
          <p:nvSpPr>
            <p:cNvPr id="80" name="object 10">
              <a:extLst>
                <a:ext uri="{FF2B5EF4-FFF2-40B4-BE49-F238E27FC236}">
                  <a16:creationId xmlns:a16="http://schemas.microsoft.com/office/drawing/2014/main" id="{157C9454-E72E-46BA-9AF7-B8CB94CDBC93}"/>
                </a:ext>
              </a:extLst>
            </p:cNvPr>
            <p:cNvSpPr/>
            <p:nvPr/>
          </p:nvSpPr>
          <p:spPr>
            <a:xfrm>
              <a:off x="2990088" y="1581911"/>
              <a:ext cx="457200" cy="940435"/>
            </a:xfrm>
            <a:custGeom>
              <a:avLst/>
              <a:gdLst/>
              <a:ahLst/>
              <a:cxnLst/>
              <a:rect l="l" t="t" r="r" b="b"/>
              <a:pathLst>
                <a:path w="457200" h="940435">
                  <a:moveTo>
                    <a:pt x="228600" y="0"/>
                  </a:moveTo>
                  <a:lnTo>
                    <a:pt x="167834" y="16790"/>
                  </a:lnTo>
                  <a:lnTo>
                    <a:pt x="113227" y="64177"/>
                  </a:lnTo>
                  <a:lnTo>
                    <a:pt x="88915" y="97945"/>
                  </a:lnTo>
                  <a:lnTo>
                    <a:pt x="66960" y="137683"/>
                  </a:lnTo>
                  <a:lnTo>
                    <a:pt x="47636" y="182833"/>
                  </a:lnTo>
                  <a:lnTo>
                    <a:pt x="31213" y="232833"/>
                  </a:lnTo>
                  <a:lnTo>
                    <a:pt x="17966" y="287125"/>
                  </a:lnTo>
                  <a:lnTo>
                    <a:pt x="8166" y="345148"/>
                  </a:lnTo>
                  <a:lnTo>
                    <a:pt x="2087" y="406345"/>
                  </a:lnTo>
                  <a:lnTo>
                    <a:pt x="0" y="470154"/>
                  </a:lnTo>
                  <a:lnTo>
                    <a:pt x="2087" y="533962"/>
                  </a:lnTo>
                  <a:lnTo>
                    <a:pt x="8166" y="595159"/>
                  </a:lnTo>
                  <a:lnTo>
                    <a:pt x="17966" y="653182"/>
                  </a:lnTo>
                  <a:lnTo>
                    <a:pt x="31213" y="707474"/>
                  </a:lnTo>
                  <a:lnTo>
                    <a:pt x="47636" y="757474"/>
                  </a:lnTo>
                  <a:lnTo>
                    <a:pt x="66960" y="802624"/>
                  </a:lnTo>
                  <a:lnTo>
                    <a:pt x="88915" y="842362"/>
                  </a:lnTo>
                  <a:lnTo>
                    <a:pt x="113227" y="876130"/>
                  </a:lnTo>
                  <a:lnTo>
                    <a:pt x="167834" y="923517"/>
                  </a:lnTo>
                  <a:lnTo>
                    <a:pt x="228600" y="940308"/>
                  </a:lnTo>
                  <a:lnTo>
                    <a:pt x="259616" y="936017"/>
                  </a:lnTo>
                  <a:lnTo>
                    <a:pt x="317575" y="903368"/>
                  </a:lnTo>
                  <a:lnTo>
                    <a:pt x="368284" y="842362"/>
                  </a:lnTo>
                  <a:lnTo>
                    <a:pt x="390239" y="802624"/>
                  </a:lnTo>
                  <a:lnTo>
                    <a:pt x="409563" y="757474"/>
                  </a:lnTo>
                  <a:lnTo>
                    <a:pt x="425986" y="707474"/>
                  </a:lnTo>
                  <a:lnTo>
                    <a:pt x="439233" y="653182"/>
                  </a:lnTo>
                  <a:lnTo>
                    <a:pt x="449033" y="595159"/>
                  </a:lnTo>
                  <a:lnTo>
                    <a:pt x="455112" y="533962"/>
                  </a:lnTo>
                  <a:lnTo>
                    <a:pt x="457200" y="470154"/>
                  </a:lnTo>
                  <a:lnTo>
                    <a:pt x="455112" y="406345"/>
                  </a:lnTo>
                  <a:lnTo>
                    <a:pt x="449033" y="345148"/>
                  </a:lnTo>
                  <a:lnTo>
                    <a:pt x="439233" y="287125"/>
                  </a:lnTo>
                  <a:lnTo>
                    <a:pt x="425986" y="232833"/>
                  </a:lnTo>
                  <a:lnTo>
                    <a:pt x="409563" y="182833"/>
                  </a:lnTo>
                  <a:lnTo>
                    <a:pt x="390239" y="137683"/>
                  </a:lnTo>
                  <a:lnTo>
                    <a:pt x="368284" y="97945"/>
                  </a:lnTo>
                  <a:lnTo>
                    <a:pt x="343972" y="64177"/>
                  </a:lnTo>
                  <a:lnTo>
                    <a:pt x="289365" y="16790"/>
                  </a:lnTo>
                  <a:lnTo>
                    <a:pt x="228600" y="0"/>
                  </a:lnTo>
                  <a:close/>
                </a:path>
              </a:pathLst>
            </a:custGeom>
            <a:solidFill>
              <a:srgbClr val="E3C2F5"/>
            </a:solidFill>
          </p:spPr>
          <p:txBody>
            <a:bodyPr wrap="square" lIns="0" tIns="0" rIns="0" bIns="0" rtlCol="0"/>
            <a:lstStyle/>
            <a:p>
              <a:endParaRPr sz="2000"/>
            </a:p>
          </p:txBody>
        </p:sp>
        <p:sp>
          <p:nvSpPr>
            <p:cNvPr id="81" name="object 11">
              <a:extLst>
                <a:ext uri="{FF2B5EF4-FFF2-40B4-BE49-F238E27FC236}">
                  <a16:creationId xmlns:a16="http://schemas.microsoft.com/office/drawing/2014/main" id="{E07230B0-885B-4ED7-B769-C12DEF0DE6E0}"/>
                </a:ext>
              </a:extLst>
            </p:cNvPr>
            <p:cNvSpPr/>
            <p:nvPr/>
          </p:nvSpPr>
          <p:spPr>
            <a:xfrm>
              <a:off x="2990088" y="1581911"/>
              <a:ext cx="457200" cy="940435"/>
            </a:xfrm>
            <a:custGeom>
              <a:avLst/>
              <a:gdLst/>
              <a:ahLst/>
              <a:cxnLst/>
              <a:rect l="l" t="t" r="r" b="b"/>
              <a:pathLst>
                <a:path w="457200" h="940435">
                  <a:moveTo>
                    <a:pt x="0" y="470154"/>
                  </a:moveTo>
                  <a:lnTo>
                    <a:pt x="2087" y="406345"/>
                  </a:lnTo>
                  <a:lnTo>
                    <a:pt x="8166" y="345148"/>
                  </a:lnTo>
                  <a:lnTo>
                    <a:pt x="17966" y="287125"/>
                  </a:lnTo>
                  <a:lnTo>
                    <a:pt x="31213" y="232833"/>
                  </a:lnTo>
                  <a:lnTo>
                    <a:pt x="47636" y="182833"/>
                  </a:lnTo>
                  <a:lnTo>
                    <a:pt x="66960" y="137683"/>
                  </a:lnTo>
                  <a:lnTo>
                    <a:pt x="88915" y="97945"/>
                  </a:lnTo>
                  <a:lnTo>
                    <a:pt x="113227" y="64177"/>
                  </a:lnTo>
                  <a:lnTo>
                    <a:pt x="167834" y="16790"/>
                  </a:lnTo>
                  <a:lnTo>
                    <a:pt x="228600" y="0"/>
                  </a:lnTo>
                  <a:lnTo>
                    <a:pt x="259616" y="4290"/>
                  </a:lnTo>
                  <a:lnTo>
                    <a:pt x="317575" y="36939"/>
                  </a:lnTo>
                  <a:lnTo>
                    <a:pt x="368284" y="97945"/>
                  </a:lnTo>
                  <a:lnTo>
                    <a:pt x="390239" y="137683"/>
                  </a:lnTo>
                  <a:lnTo>
                    <a:pt x="409563" y="182833"/>
                  </a:lnTo>
                  <a:lnTo>
                    <a:pt x="425986" y="232833"/>
                  </a:lnTo>
                  <a:lnTo>
                    <a:pt x="439233" y="287125"/>
                  </a:lnTo>
                  <a:lnTo>
                    <a:pt x="449033" y="345148"/>
                  </a:lnTo>
                  <a:lnTo>
                    <a:pt x="455112" y="406345"/>
                  </a:lnTo>
                  <a:lnTo>
                    <a:pt x="457200" y="470154"/>
                  </a:lnTo>
                  <a:lnTo>
                    <a:pt x="455112" y="533962"/>
                  </a:lnTo>
                  <a:lnTo>
                    <a:pt x="449033" y="595159"/>
                  </a:lnTo>
                  <a:lnTo>
                    <a:pt x="439233" y="653182"/>
                  </a:lnTo>
                  <a:lnTo>
                    <a:pt x="425986" y="707474"/>
                  </a:lnTo>
                  <a:lnTo>
                    <a:pt x="409563" y="757474"/>
                  </a:lnTo>
                  <a:lnTo>
                    <a:pt x="390239" y="802624"/>
                  </a:lnTo>
                  <a:lnTo>
                    <a:pt x="368284" y="842362"/>
                  </a:lnTo>
                  <a:lnTo>
                    <a:pt x="343972" y="876130"/>
                  </a:lnTo>
                  <a:lnTo>
                    <a:pt x="289365" y="923517"/>
                  </a:lnTo>
                  <a:lnTo>
                    <a:pt x="228600" y="940308"/>
                  </a:lnTo>
                  <a:lnTo>
                    <a:pt x="197583" y="936017"/>
                  </a:lnTo>
                  <a:lnTo>
                    <a:pt x="139624" y="903368"/>
                  </a:lnTo>
                  <a:lnTo>
                    <a:pt x="88915" y="842362"/>
                  </a:lnTo>
                  <a:lnTo>
                    <a:pt x="66960" y="802624"/>
                  </a:lnTo>
                  <a:lnTo>
                    <a:pt x="47636" y="757474"/>
                  </a:lnTo>
                  <a:lnTo>
                    <a:pt x="31213" y="707474"/>
                  </a:lnTo>
                  <a:lnTo>
                    <a:pt x="17966" y="653182"/>
                  </a:lnTo>
                  <a:lnTo>
                    <a:pt x="8166" y="595159"/>
                  </a:lnTo>
                  <a:lnTo>
                    <a:pt x="2087" y="533962"/>
                  </a:lnTo>
                  <a:lnTo>
                    <a:pt x="0" y="470154"/>
                  </a:lnTo>
                  <a:close/>
                </a:path>
              </a:pathLst>
            </a:custGeom>
            <a:ln w="9525">
              <a:solidFill>
                <a:srgbClr val="000000"/>
              </a:solidFill>
            </a:ln>
          </p:spPr>
          <p:txBody>
            <a:bodyPr wrap="square" lIns="0" tIns="0" rIns="0" bIns="0" rtlCol="0"/>
            <a:lstStyle/>
            <a:p>
              <a:endParaRPr sz="2000"/>
            </a:p>
          </p:txBody>
        </p:sp>
      </p:grpSp>
      <p:sp>
        <p:nvSpPr>
          <p:cNvPr id="82" name="object 12">
            <a:extLst>
              <a:ext uri="{FF2B5EF4-FFF2-40B4-BE49-F238E27FC236}">
                <a16:creationId xmlns:a16="http://schemas.microsoft.com/office/drawing/2014/main" id="{4AA24FB1-9965-4A0A-BD35-F409369A124F}"/>
              </a:ext>
            </a:extLst>
          </p:cNvPr>
          <p:cNvSpPr txBox="1"/>
          <p:nvPr/>
        </p:nvSpPr>
        <p:spPr>
          <a:xfrm>
            <a:off x="3383703" y="2186517"/>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83" name="object 13">
            <a:extLst>
              <a:ext uri="{FF2B5EF4-FFF2-40B4-BE49-F238E27FC236}">
                <a16:creationId xmlns:a16="http://schemas.microsoft.com/office/drawing/2014/main" id="{E7B0EDAE-AF24-47BB-A153-CB6F9C09D61B}"/>
              </a:ext>
            </a:extLst>
          </p:cNvPr>
          <p:cNvGrpSpPr/>
          <p:nvPr/>
        </p:nvGrpSpPr>
        <p:grpSpPr>
          <a:xfrm>
            <a:off x="4670001" y="2099522"/>
            <a:ext cx="520700" cy="390172"/>
            <a:chOff x="4203001" y="1889569"/>
            <a:chExt cx="468630" cy="351155"/>
          </a:xfrm>
        </p:grpSpPr>
        <p:sp>
          <p:nvSpPr>
            <p:cNvPr id="84" name="object 14">
              <a:extLst>
                <a:ext uri="{FF2B5EF4-FFF2-40B4-BE49-F238E27FC236}">
                  <a16:creationId xmlns:a16="http://schemas.microsoft.com/office/drawing/2014/main" id="{29D29BAB-2B16-4D4B-A12F-37D7394F1B4C}"/>
                </a:ext>
              </a:extLst>
            </p:cNvPr>
            <p:cNvSpPr/>
            <p:nvPr/>
          </p:nvSpPr>
          <p:spPr>
            <a:xfrm>
              <a:off x="4207764" y="1894331"/>
              <a:ext cx="459105" cy="341630"/>
            </a:xfrm>
            <a:custGeom>
              <a:avLst/>
              <a:gdLst/>
              <a:ahLst/>
              <a:cxnLst/>
              <a:rect l="l" t="t" r="r" b="b"/>
              <a:pathLst>
                <a:path w="459104" h="341630">
                  <a:moveTo>
                    <a:pt x="229362" y="0"/>
                  </a:moveTo>
                  <a:lnTo>
                    <a:pt x="176788" y="4509"/>
                  </a:lnTo>
                  <a:lnTo>
                    <a:pt x="128518" y="17354"/>
                  </a:lnTo>
                  <a:lnTo>
                    <a:pt x="85930" y="37509"/>
                  </a:lnTo>
                  <a:lnTo>
                    <a:pt x="50405" y="63945"/>
                  </a:lnTo>
                  <a:lnTo>
                    <a:pt x="23322" y="95638"/>
                  </a:lnTo>
                  <a:lnTo>
                    <a:pt x="6060" y="131561"/>
                  </a:lnTo>
                  <a:lnTo>
                    <a:pt x="0" y="170688"/>
                  </a:lnTo>
                  <a:lnTo>
                    <a:pt x="6060" y="209814"/>
                  </a:lnTo>
                  <a:lnTo>
                    <a:pt x="23322" y="245737"/>
                  </a:lnTo>
                  <a:lnTo>
                    <a:pt x="50405" y="277430"/>
                  </a:lnTo>
                  <a:lnTo>
                    <a:pt x="85930" y="303866"/>
                  </a:lnTo>
                  <a:lnTo>
                    <a:pt x="128518" y="324021"/>
                  </a:lnTo>
                  <a:lnTo>
                    <a:pt x="176788" y="336866"/>
                  </a:lnTo>
                  <a:lnTo>
                    <a:pt x="229362" y="341376"/>
                  </a:lnTo>
                  <a:lnTo>
                    <a:pt x="281935" y="336866"/>
                  </a:lnTo>
                  <a:lnTo>
                    <a:pt x="330205" y="324021"/>
                  </a:lnTo>
                  <a:lnTo>
                    <a:pt x="372793" y="303866"/>
                  </a:lnTo>
                  <a:lnTo>
                    <a:pt x="408318" y="277430"/>
                  </a:lnTo>
                  <a:lnTo>
                    <a:pt x="435401" y="245737"/>
                  </a:lnTo>
                  <a:lnTo>
                    <a:pt x="452663" y="209814"/>
                  </a:lnTo>
                  <a:lnTo>
                    <a:pt x="458724" y="170688"/>
                  </a:lnTo>
                  <a:lnTo>
                    <a:pt x="452663" y="131561"/>
                  </a:lnTo>
                  <a:lnTo>
                    <a:pt x="435401" y="95638"/>
                  </a:lnTo>
                  <a:lnTo>
                    <a:pt x="408318" y="63945"/>
                  </a:lnTo>
                  <a:lnTo>
                    <a:pt x="372793" y="37509"/>
                  </a:lnTo>
                  <a:lnTo>
                    <a:pt x="330205" y="17354"/>
                  </a:lnTo>
                  <a:lnTo>
                    <a:pt x="281935" y="4509"/>
                  </a:lnTo>
                  <a:lnTo>
                    <a:pt x="229362" y="0"/>
                  </a:lnTo>
                  <a:close/>
                </a:path>
              </a:pathLst>
            </a:custGeom>
            <a:solidFill>
              <a:srgbClr val="C5D1FB"/>
            </a:solidFill>
          </p:spPr>
          <p:txBody>
            <a:bodyPr wrap="square" lIns="0" tIns="0" rIns="0" bIns="0" rtlCol="0"/>
            <a:lstStyle/>
            <a:p>
              <a:endParaRPr sz="2000"/>
            </a:p>
          </p:txBody>
        </p:sp>
        <p:sp>
          <p:nvSpPr>
            <p:cNvPr id="85" name="object 15">
              <a:extLst>
                <a:ext uri="{FF2B5EF4-FFF2-40B4-BE49-F238E27FC236}">
                  <a16:creationId xmlns:a16="http://schemas.microsoft.com/office/drawing/2014/main" id="{1B503DE1-7F41-40DA-8109-0C14E86B8AC0}"/>
                </a:ext>
              </a:extLst>
            </p:cNvPr>
            <p:cNvSpPr/>
            <p:nvPr/>
          </p:nvSpPr>
          <p:spPr>
            <a:xfrm>
              <a:off x="4207764" y="1894331"/>
              <a:ext cx="459105" cy="341630"/>
            </a:xfrm>
            <a:custGeom>
              <a:avLst/>
              <a:gdLst/>
              <a:ahLst/>
              <a:cxnLst/>
              <a:rect l="l" t="t" r="r" b="b"/>
              <a:pathLst>
                <a:path w="459104" h="341630">
                  <a:moveTo>
                    <a:pt x="0" y="170688"/>
                  </a:moveTo>
                  <a:lnTo>
                    <a:pt x="6060" y="131561"/>
                  </a:lnTo>
                  <a:lnTo>
                    <a:pt x="23322" y="95638"/>
                  </a:lnTo>
                  <a:lnTo>
                    <a:pt x="50405" y="63945"/>
                  </a:lnTo>
                  <a:lnTo>
                    <a:pt x="85930" y="37509"/>
                  </a:lnTo>
                  <a:lnTo>
                    <a:pt x="128518" y="17354"/>
                  </a:lnTo>
                  <a:lnTo>
                    <a:pt x="176788" y="4509"/>
                  </a:lnTo>
                  <a:lnTo>
                    <a:pt x="229362" y="0"/>
                  </a:lnTo>
                  <a:lnTo>
                    <a:pt x="281935" y="4509"/>
                  </a:lnTo>
                  <a:lnTo>
                    <a:pt x="330205" y="17354"/>
                  </a:lnTo>
                  <a:lnTo>
                    <a:pt x="372793" y="37509"/>
                  </a:lnTo>
                  <a:lnTo>
                    <a:pt x="408318" y="63945"/>
                  </a:lnTo>
                  <a:lnTo>
                    <a:pt x="435401" y="95638"/>
                  </a:lnTo>
                  <a:lnTo>
                    <a:pt x="452663" y="131561"/>
                  </a:lnTo>
                  <a:lnTo>
                    <a:pt x="458724" y="170688"/>
                  </a:lnTo>
                  <a:lnTo>
                    <a:pt x="452663" y="209814"/>
                  </a:lnTo>
                  <a:lnTo>
                    <a:pt x="435401" y="245737"/>
                  </a:lnTo>
                  <a:lnTo>
                    <a:pt x="408318" y="277430"/>
                  </a:lnTo>
                  <a:lnTo>
                    <a:pt x="372793" y="303866"/>
                  </a:lnTo>
                  <a:lnTo>
                    <a:pt x="330205" y="324021"/>
                  </a:lnTo>
                  <a:lnTo>
                    <a:pt x="281935" y="336866"/>
                  </a:lnTo>
                  <a:lnTo>
                    <a:pt x="229362" y="341376"/>
                  </a:lnTo>
                  <a:lnTo>
                    <a:pt x="176788" y="336866"/>
                  </a:lnTo>
                  <a:lnTo>
                    <a:pt x="128518" y="324021"/>
                  </a:lnTo>
                  <a:lnTo>
                    <a:pt x="85930" y="303866"/>
                  </a:lnTo>
                  <a:lnTo>
                    <a:pt x="50405" y="277430"/>
                  </a:lnTo>
                  <a:lnTo>
                    <a:pt x="23322" y="245737"/>
                  </a:lnTo>
                  <a:lnTo>
                    <a:pt x="6060" y="209814"/>
                  </a:lnTo>
                  <a:lnTo>
                    <a:pt x="0" y="170688"/>
                  </a:lnTo>
                  <a:close/>
                </a:path>
              </a:pathLst>
            </a:custGeom>
            <a:ln w="9525">
              <a:solidFill>
                <a:srgbClr val="000000"/>
              </a:solidFill>
            </a:ln>
          </p:spPr>
          <p:txBody>
            <a:bodyPr wrap="square" lIns="0" tIns="0" rIns="0" bIns="0" rtlCol="0"/>
            <a:lstStyle/>
            <a:p>
              <a:endParaRPr sz="2000"/>
            </a:p>
          </p:txBody>
        </p:sp>
      </p:grpSp>
      <p:sp>
        <p:nvSpPr>
          <p:cNvPr id="86" name="object 16">
            <a:extLst>
              <a:ext uri="{FF2B5EF4-FFF2-40B4-BE49-F238E27FC236}">
                <a16:creationId xmlns:a16="http://schemas.microsoft.com/office/drawing/2014/main" id="{6E7D58F5-95DC-4498-97B4-BF4BB1F542AA}"/>
              </a:ext>
            </a:extLst>
          </p:cNvPr>
          <p:cNvSpPr txBox="1"/>
          <p:nvPr/>
        </p:nvSpPr>
        <p:spPr>
          <a:xfrm>
            <a:off x="4738087" y="2200431"/>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87" name="object 17">
            <a:extLst>
              <a:ext uri="{FF2B5EF4-FFF2-40B4-BE49-F238E27FC236}">
                <a16:creationId xmlns:a16="http://schemas.microsoft.com/office/drawing/2014/main" id="{0B549A6E-605A-4F44-A766-7BC6E82FA2FB}"/>
              </a:ext>
            </a:extLst>
          </p:cNvPr>
          <p:cNvGrpSpPr/>
          <p:nvPr/>
        </p:nvGrpSpPr>
        <p:grpSpPr>
          <a:xfrm>
            <a:off x="2535202" y="2227015"/>
            <a:ext cx="728133" cy="119944"/>
            <a:chOff x="2281682" y="2004313"/>
            <a:chExt cx="655320" cy="107950"/>
          </a:xfrm>
        </p:grpSpPr>
        <p:sp>
          <p:nvSpPr>
            <p:cNvPr id="88" name="object 18">
              <a:extLst>
                <a:ext uri="{FF2B5EF4-FFF2-40B4-BE49-F238E27FC236}">
                  <a16:creationId xmlns:a16="http://schemas.microsoft.com/office/drawing/2014/main" id="{9236EE82-E656-432E-B69D-70C5F7738936}"/>
                </a:ext>
              </a:extLst>
            </p:cNvPr>
            <p:cNvSpPr/>
            <p:nvPr/>
          </p:nvSpPr>
          <p:spPr>
            <a:xfrm>
              <a:off x="2294382" y="2017013"/>
              <a:ext cx="629920" cy="82550"/>
            </a:xfrm>
            <a:custGeom>
              <a:avLst/>
              <a:gdLst/>
              <a:ahLst/>
              <a:cxnLst/>
              <a:rect l="l" t="t" r="r" b="b"/>
              <a:pathLst>
                <a:path w="629919" h="82550">
                  <a:moveTo>
                    <a:pt x="588264" y="0"/>
                  </a:moveTo>
                  <a:lnTo>
                    <a:pt x="588264" y="20574"/>
                  </a:lnTo>
                  <a:lnTo>
                    <a:pt x="0" y="20574"/>
                  </a:lnTo>
                  <a:lnTo>
                    <a:pt x="0" y="61722"/>
                  </a:lnTo>
                  <a:lnTo>
                    <a:pt x="588264" y="61722"/>
                  </a:lnTo>
                  <a:lnTo>
                    <a:pt x="588264" y="82296"/>
                  </a:lnTo>
                  <a:lnTo>
                    <a:pt x="629412" y="41148"/>
                  </a:lnTo>
                  <a:lnTo>
                    <a:pt x="588264" y="0"/>
                  </a:lnTo>
                  <a:close/>
                </a:path>
              </a:pathLst>
            </a:custGeom>
            <a:solidFill>
              <a:srgbClr val="B2B2B2"/>
            </a:solidFill>
          </p:spPr>
          <p:txBody>
            <a:bodyPr wrap="square" lIns="0" tIns="0" rIns="0" bIns="0" rtlCol="0"/>
            <a:lstStyle/>
            <a:p>
              <a:endParaRPr sz="2000"/>
            </a:p>
          </p:txBody>
        </p:sp>
        <p:sp>
          <p:nvSpPr>
            <p:cNvPr id="89" name="object 19">
              <a:extLst>
                <a:ext uri="{FF2B5EF4-FFF2-40B4-BE49-F238E27FC236}">
                  <a16:creationId xmlns:a16="http://schemas.microsoft.com/office/drawing/2014/main" id="{D9AF9FC5-E2D2-4AEC-8769-D5B4B03BD82A}"/>
                </a:ext>
              </a:extLst>
            </p:cNvPr>
            <p:cNvSpPr/>
            <p:nvPr/>
          </p:nvSpPr>
          <p:spPr>
            <a:xfrm>
              <a:off x="2294382" y="2017013"/>
              <a:ext cx="629920" cy="82550"/>
            </a:xfrm>
            <a:custGeom>
              <a:avLst/>
              <a:gdLst/>
              <a:ahLst/>
              <a:cxnLst/>
              <a:rect l="l" t="t" r="r" b="b"/>
              <a:pathLst>
                <a:path w="629919" h="82550">
                  <a:moveTo>
                    <a:pt x="0" y="20574"/>
                  </a:moveTo>
                  <a:lnTo>
                    <a:pt x="588264" y="20574"/>
                  </a:lnTo>
                  <a:lnTo>
                    <a:pt x="588264" y="0"/>
                  </a:lnTo>
                  <a:lnTo>
                    <a:pt x="629412" y="41148"/>
                  </a:lnTo>
                  <a:lnTo>
                    <a:pt x="588264" y="82296"/>
                  </a:lnTo>
                  <a:lnTo>
                    <a:pt x="588264" y="61722"/>
                  </a:lnTo>
                  <a:lnTo>
                    <a:pt x="0" y="61722"/>
                  </a:lnTo>
                  <a:lnTo>
                    <a:pt x="0" y="20574"/>
                  </a:lnTo>
                  <a:close/>
                </a:path>
              </a:pathLst>
            </a:custGeom>
            <a:ln w="25400">
              <a:solidFill>
                <a:srgbClr val="B2B2B2"/>
              </a:solidFill>
            </a:ln>
          </p:spPr>
          <p:txBody>
            <a:bodyPr wrap="square" lIns="0" tIns="0" rIns="0" bIns="0" rtlCol="0"/>
            <a:lstStyle/>
            <a:p>
              <a:endParaRPr sz="2000"/>
            </a:p>
          </p:txBody>
        </p:sp>
      </p:grpSp>
      <p:grpSp>
        <p:nvGrpSpPr>
          <p:cNvPr id="90" name="object 20">
            <a:extLst>
              <a:ext uri="{FF2B5EF4-FFF2-40B4-BE49-F238E27FC236}">
                <a16:creationId xmlns:a16="http://schemas.microsoft.com/office/drawing/2014/main" id="{ED97EE13-1071-4ED3-9F58-061B5AAED3BD}"/>
              </a:ext>
            </a:extLst>
          </p:cNvPr>
          <p:cNvGrpSpPr/>
          <p:nvPr/>
        </p:nvGrpSpPr>
        <p:grpSpPr>
          <a:xfrm>
            <a:off x="3900029" y="2075746"/>
            <a:ext cx="705556" cy="395111"/>
            <a:chOff x="3510026" y="1868171"/>
            <a:chExt cx="635000" cy="355600"/>
          </a:xfrm>
        </p:grpSpPr>
        <p:sp>
          <p:nvSpPr>
            <p:cNvPr id="91" name="object 21">
              <a:extLst>
                <a:ext uri="{FF2B5EF4-FFF2-40B4-BE49-F238E27FC236}">
                  <a16:creationId xmlns:a16="http://schemas.microsoft.com/office/drawing/2014/main" id="{42AD5E47-FEB3-4938-9D5F-39FFF617B1FD}"/>
                </a:ext>
              </a:extLst>
            </p:cNvPr>
            <p:cNvSpPr/>
            <p:nvPr/>
          </p:nvSpPr>
          <p:spPr>
            <a:xfrm>
              <a:off x="3522726" y="2013966"/>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92" name="object 22">
              <a:extLst>
                <a:ext uri="{FF2B5EF4-FFF2-40B4-BE49-F238E27FC236}">
                  <a16:creationId xmlns:a16="http://schemas.microsoft.com/office/drawing/2014/main" id="{A631B74C-E979-47C9-93E2-C768E3774DFC}"/>
                </a:ext>
              </a:extLst>
            </p:cNvPr>
            <p:cNvSpPr/>
            <p:nvPr/>
          </p:nvSpPr>
          <p:spPr>
            <a:xfrm>
              <a:off x="3522726" y="2013966"/>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93" name="object 23">
              <a:extLst>
                <a:ext uri="{FF2B5EF4-FFF2-40B4-BE49-F238E27FC236}">
                  <a16:creationId xmlns:a16="http://schemas.microsoft.com/office/drawing/2014/main" id="{FF3A6C00-3B70-4856-8F89-520CEC3628DC}"/>
                </a:ext>
              </a:extLst>
            </p:cNvPr>
            <p:cNvSpPr/>
            <p:nvPr/>
          </p:nvSpPr>
          <p:spPr>
            <a:xfrm>
              <a:off x="3751834" y="1868171"/>
              <a:ext cx="104140" cy="355598"/>
            </a:xfrm>
            <a:prstGeom prst="rect">
              <a:avLst/>
            </a:prstGeom>
            <a:blipFill>
              <a:blip r:embed="rId2" cstate="print"/>
              <a:stretch>
                <a:fillRect/>
              </a:stretch>
            </a:blipFill>
          </p:spPr>
          <p:txBody>
            <a:bodyPr wrap="square" lIns="0" tIns="0" rIns="0" bIns="0" rtlCol="0"/>
            <a:lstStyle/>
            <a:p>
              <a:endParaRPr sz="2000"/>
            </a:p>
          </p:txBody>
        </p:sp>
      </p:grpSp>
      <p:grpSp>
        <p:nvGrpSpPr>
          <p:cNvPr id="94" name="object 24">
            <a:extLst>
              <a:ext uri="{FF2B5EF4-FFF2-40B4-BE49-F238E27FC236}">
                <a16:creationId xmlns:a16="http://schemas.microsoft.com/office/drawing/2014/main" id="{307A5D2E-B07A-44FC-82A3-D1E6AC3D22FF}"/>
              </a:ext>
            </a:extLst>
          </p:cNvPr>
          <p:cNvGrpSpPr/>
          <p:nvPr/>
        </p:nvGrpSpPr>
        <p:grpSpPr>
          <a:xfrm>
            <a:off x="5253002" y="2228710"/>
            <a:ext cx="358422" cy="124883"/>
            <a:chOff x="4727702" y="2005838"/>
            <a:chExt cx="322580" cy="112395"/>
          </a:xfrm>
        </p:grpSpPr>
        <p:sp>
          <p:nvSpPr>
            <p:cNvPr id="95" name="object 25">
              <a:extLst>
                <a:ext uri="{FF2B5EF4-FFF2-40B4-BE49-F238E27FC236}">
                  <a16:creationId xmlns:a16="http://schemas.microsoft.com/office/drawing/2014/main" id="{D2A9A526-2B7B-4496-B5C5-2FF502ECECE9}"/>
                </a:ext>
              </a:extLst>
            </p:cNvPr>
            <p:cNvSpPr/>
            <p:nvPr/>
          </p:nvSpPr>
          <p:spPr>
            <a:xfrm>
              <a:off x="4740402" y="2018538"/>
              <a:ext cx="297180" cy="86995"/>
            </a:xfrm>
            <a:custGeom>
              <a:avLst/>
              <a:gdLst/>
              <a:ahLst/>
              <a:cxnLst/>
              <a:rect l="l" t="t" r="r" b="b"/>
              <a:pathLst>
                <a:path w="297179" h="86994">
                  <a:moveTo>
                    <a:pt x="253746" y="0"/>
                  </a:moveTo>
                  <a:lnTo>
                    <a:pt x="253746" y="21717"/>
                  </a:lnTo>
                  <a:lnTo>
                    <a:pt x="0" y="21717"/>
                  </a:lnTo>
                  <a:lnTo>
                    <a:pt x="0" y="65151"/>
                  </a:lnTo>
                  <a:lnTo>
                    <a:pt x="253746" y="65151"/>
                  </a:lnTo>
                  <a:lnTo>
                    <a:pt x="253746" y="86868"/>
                  </a:lnTo>
                  <a:lnTo>
                    <a:pt x="297180" y="43434"/>
                  </a:lnTo>
                  <a:lnTo>
                    <a:pt x="253746" y="0"/>
                  </a:lnTo>
                  <a:close/>
                </a:path>
              </a:pathLst>
            </a:custGeom>
            <a:solidFill>
              <a:srgbClr val="B2B2B2"/>
            </a:solidFill>
          </p:spPr>
          <p:txBody>
            <a:bodyPr wrap="square" lIns="0" tIns="0" rIns="0" bIns="0" rtlCol="0"/>
            <a:lstStyle/>
            <a:p>
              <a:endParaRPr sz="2000"/>
            </a:p>
          </p:txBody>
        </p:sp>
        <p:sp>
          <p:nvSpPr>
            <p:cNvPr id="96" name="object 26">
              <a:extLst>
                <a:ext uri="{FF2B5EF4-FFF2-40B4-BE49-F238E27FC236}">
                  <a16:creationId xmlns:a16="http://schemas.microsoft.com/office/drawing/2014/main" id="{86304B3A-7385-462F-9C17-90CBC24A58E0}"/>
                </a:ext>
              </a:extLst>
            </p:cNvPr>
            <p:cNvSpPr/>
            <p:nvPr/>
          </p:nvSpPr>
          <p:spPr>
            <a:xfrm>
              <a:off x="4740402" y="2018538"/>
              <a:ext cx="297180" cy="86995"/>
            </a:xfrm>
            <a:custGeom>
              <a:avLst/>
              <a:gdLst/>
              <a:ahLst/>
              <a:cxnLst/>
              <a:rect l="l" t="t" r="r" b="b"/>
              <a:pathLst>
                <a:path w="297179" h="86994">
                  <a:moveTo>
                    <a:pt x="0" y="21717"/>
                  </a:moveTo>
                  <a:lnTo>
                    <a:pt x="253746" y="21717"/>
                  </a:lnTo>
                  <a:lnTo>
                    <a:pt x="253746" y="0"/>
                  </a:lnTo>
                  <a:lnTo>
                    <a:pt x="297180" y="43434"/>
                  </a:lnTo>
                  <a:lnTo>
                    <a:pt x="253746" y="86868"/>
                  </a:lnTo>
                  <a:lnTo>
                    <a:pt x="253746" y="65151"/>
                  </a:lnTo>
                  <a:lnTo>
                    <a:pt x="0" y="65151"/>
                  </a:lnTo>
                  <a:lnTo>
                    <a:pt x="0" y="21717"/>
                  </a:lnTo>
                  <a:close/>
                </a:path>
              </a:pathLst>
            </a:custGeom>
            <a:ln w="25400">
              <a:solidFill>
                <a:srgbClr val="B2B2B2"/>
              </a:solidFill>
            </a:ln>
          </p:spPr>
          <p:txBody>
            <a:bodyPr wrap="square" lIns="0" tIns="0" rIns="0" bIns="0" rtlCol="0"/>
            <a:lstStyle/>
            <a:p>
              <a:endParaRPr sz="2000"/>
            </a:p>
          </p:txBody>
        </p:sp>
      </p:grpSp>
      <p:grpSp>
        <p:nvGrpSpPr>
          <p:cNvPr id="97" name="object 27">
            <a:extLst>
              <a:ext uri="{FF2B5EF4-FFF2-40B4-BE49-F238E27FC236}">
                <a16:creationId xmlns:a16="http://schemas.microsoft.com/office/drawing/2014/main" id="{40E95F66-B96A-4425-B38A-1C377DF9DA22}"/>
              </a:ext>
            </a:extLst>
          </p:cNvPr>
          <p:cNvGrpSpPr/>
          <p:nvPr/>
        </p:nvGrpSpPr>
        <p:grpSpPr>
          <a:xfrm>
            <a:off x="1541216" y="2227015"/>
            <a:ext cx="357011" cy="123472"/>
            <a:chOff x="1387094" y="2004313"/>
            <a:chExt cx="321310" cy="111125"/>
          </a:xfrm>
        </p:grpSpPr>
        <p:sp>
          <p:nvSpPr>
            <p:cNvPr id="98" name="object 28">
              <a:extLst>
                <a:ext uri="{FF2B5EF4-FFF2-40B4-BE49-F238E27FC236}">
                  <a16:creationId xmlns:a16="http://schemas.microsoft.com/office/drawing/2014/main" id="{E4D727EE-D267-4CC3-83AB-CDAE3D5515B5}"/>
                </a:ext>
              </a:extLst>
            </p:cNvPr>
            <p:cNvSpPr/>
            <p:nvPr/>
          </p:nvSpPr>
          <p:spPr>
            <a:xfrm>
              <a:off x="1399794" y="2017013"/>
              <a:ext cx="295910" cy="85725"/>
            </a:xfrm>
            <a:custGeom>
              <a:avLst/>
              <a:gdLst/>
              <a:ahLst/>
              <a:cxnLst/>
              <a:rect l="l" t="t" r="r" b="b"/>
              <a:pathLst>
                <a:path w="295910" h="85725">
                  <a:moveTo>
                    <a:pt x="252984" y="0"/>
                  </a:moveTo>
                  <a:lnTo>
                    <a:pt x="252984" y="21336"/>
                  </a:lnTo>
                  <a:lnTo>
                    <a:pt x="0" y="21336"/>
                  </a:lnTo>
                  <a:lnTo>
                    <a:pt x="0" y="64008"/>
                  </a:lnTo>
                  <a:lnTo>
                    <a:pt x="252984" y="64008"/>
                  </a:lnTo>
                  <a:lnTo>
                    <a:pt x="252984" y="85344"/>
                  </a:lnTo>
                  <a:lnTo>
                    <a:pt x="295656" y="42672"/>
                  </a:lnTo>
                  <a:lnTo>
                    <a:pt x="252984" y="0"/>
                  </a:lnTo>
                  <a:close/>
                </a:path>
              </a:pathLst>
            </a:custGeom>
            <a:solidFill>
              <a:srgbClr val="B2B2B2"/>
            </a:solidFill>
          </p:spPr>
          <p:txBody>
            <a:bodyPr wrap="square" lIns="0" tIns="0" rIns="0" bIns="0" rtlCol="0"/>
            <a:lstStyle/>
            <a:p>
              <a:endParaRPr sz="2000"/>
            </a:p>
          </p:txBody>
        </p:sp>
        <p:sp>
          <p:nvSpPr>
            <p:cNvPr id="99" name="object 29">
              <a:extLst>
                <a:ext uri="{FF2B5EF4-FFF2-40B4-BE49-F238E27FC236}">
                  <a16:creationId xmlns:a16="http://schemas.microsoft.com/office/drawing/2014/main" id="{8139541F-130F-4B1B-9EC0-08F22D071181}"/>
                </a:ext>
              </a:extLst>
            </p:cNvPr>
            <p:cNvSpPr/>
            <p:nvPr/>
          </p:nvSpPr>
          <p:spPr>
            <a:xfrm>
              <a:off x="1399794" y="2017013"/>
              <a:ext cx="295910" cy="85725"/>
            </a:xfrm>
            <a:custGeom>
              <a:avLst/>
              <a:gdLst/>
              <a:ahLst/>
              <a:cxnLst/>
              <a:rect l="l" t="t" r="r" b="b"/>
              <a:pathLst>
                <a:path w="295910" h="85725">
                  <a:moveTo>
                    <a:pt x="0" y="21336"/>
                  </a:moveTo>
                  <a:lnTo>
                    <a:pt x="252984" y="21336"/>
                  </a:lnTo>
                  <a:lnTo>
                    <a:pt x="252984" y="0"/>
                  </a:lnTo>
                  <a:lnTo>
                    <a:pt x="295656" y="42672"/>
                  </a:lnTo>
                  <a:lnTo>
                    <a:pt x="252984" y="85344"/>
                  </a:lnTo>
                  <a:lnTo>
                    <a:pt x="252984" y="64008"/>
                  </a:lnTo>
                  <a:lnTo>
                    <a:pt x="0" y="64008"/>
                  </a:lnTo>
                  <a:lnTo>
                    <a:pt x="0" y="21336"/>
                  </a:lnTo>
                  <a:close/>
                </a:path>
              </a:pathLst>
            </a:custGeom>
            <a:ln w="25400">
              <a:solidFill>
                <a:srgbClr val="B2B2B2"/>
              </a:solidFill>
            </a:ln>
          </p:spPr>
          <p:txBody>
            <a:bodyPr wrap="square" lIns="0" tIns="0" rIns="0" bIns="0" rtlCol="0"/>
            <a:lstStyle/>
            <a:p>
              <a:endParaRPr sz="2000"/>
            </a:p>
          </p:txBody>
        </p:sp>
      </p:grpSp>
      <p:grpSp>
        <p:nvGrpSpPr>
          <p:cNvPr id="100" name="object 30">
            <a:extLst>
              <a:ext uri="{FF2B5EF4-FFF2-40B4-BE49-F238E27FC236}">
                <a16:creationId xmlns:a16="http://schemas.microsoft.com/office/drawing/2014/main" id="{D7E9421D-FEEA-481E-A086-CEFED1561F4F}"/>
              </a:ext>
            </a:extLst>
          </p:cNvPr>
          <p:cNvGrpSpPr/>
          <p:nvPr/>
        </p:nvGrpSpPr>
        <p:grpSpPr>
          <a:xfrm>
            <a:off x="5670692" y="2229840"/>
            <a:ext cx="115710" cy="109361"/>
            <a:chOff x="5103622" y="2006855"/>
            <a:chExt cx="104139" cy="98425"/>
          </a:xfrm>
        </p:grpSpPr>
        <p:sp>
          <p:nvSpPr>
            <p:cNvPr id="101" name="object 31">
              <a:extLst>
                <a:ext uri="{FF2B5EF4-FFF2-40B4-BE49-F238E27FC236}">
                  <a16:creationId xmlns:a16="http://schemas.microsoft.com/office/drawing/2014/main" id="{55AB295F-F5FE-4C7D-9FFC-466115CCCCBC}"/>
                </a:ext>
              </a:extLst>
            </p:cNvPr>
            <p:cNvSpPr/>
            <p:nvPr/>
          </p:nvSpPr>
          <p:spPr>
            <a:xfrm>
              <a:off x="5109972" y="201320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5D1FB"/>
            </a:solidFill>
          </p:spPr>
          <p:txBody>
            <a:bodyPr wrap="square" lIns="0" tIns="0" rIns="0" bIns="0" rtlCol="0"/>
            <a:lstStyle/>
            <a:p>
              <a:endParaRPr sz="2000"/>
            </a:p>
          </p:txBody>
        </p:sp>
        <p:sp>
          <p:nvSpPr>
            <p:cNvPr id="102" name="object 32">
              <a:extLst>
                <a:ext uri="{FF2B5EF4-FFF2-40B4-BE49-F238E27FC236}">
                  <a16:creationId xmlns:a16="http://schemas.microsoft.com/office/drawing/2014/main" id="{66E0C121-A89F-4677-8E00-4D475A3F5590}"/>
                </a:ext>
              </a:extLst>
            </p:cNvPr>
            <p:cNvSpPr/>
            <p:nvPr/>
          </p:nvSpPr>
          <p:spPr>
            <a:xfrm>
              <a:off x="5109972" y="201320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03" name="object 33">
            <a:extLst>
              <a:ext uri="{FF2B5EF4-FFF2-40B4-BE49-F238E27FC236}">
                <a16:creationId xmlns:a16="http://schemas.microsoft.com/office/drawing/2014/main" id="{4DF80E14-35E3-4DA5-9F24-CACAA958CCDE}"/>
              </a:ext>
            </a:extLst>
          </p:cNvPr>
          <p:cNvSpPr txBox="1"/>
          <p:nvPr/>
        </p:nvSpPr>
        <p:spPr>
          <a:xfrm>
            <a:off x="5389316" y="1713370"/>
            <a:ext cx="675217"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O</a:t>
            </a:r>
            <a:r>
              <a:rPr sz="1556" b="1" spc="-11" dirty="0">
                <a:latin typeface="Arial"/>
                <a:cs typeface="Arial"/>
              </a:rPr>
              <a:t>u</a:t>
            </a:r>
            <a:r>
              <a:rPr sz="1556" b="1" dirty="0">
                <a:latin typeface="Arial"/>
                <a:cs typeface="Arial"/>
              </a:rPr>
              <a:t>t</a:t>
            </a:r>
            <a:r>
              <a:rPr sz="1556" b="1" spc="-11" dirty="0">
                <a:latin typeface="Arial"/>
                <a:cs typeface="Arial"/>
              </a:rPr>
              <a:t>pu</a:t>
            </a:r>
            <a:r>
              <a:rPr sz="1556" b="1" dirty="0">
                <a:latin typeface="Arial"/>
                <a:cs typeface="Arial"/>
              </a:rPr>
              <a:t>t</a:t>
            </a:r>
            <a:endParaRPr sz="1556">
              <a:latin typeface="Arial"/>
              <a:cs typeface="Arial"/>
            </a:endParaRPr>
          </a:p>
        </p:txBody>
      </p:sp>
    </p:spTree>
    <p:extLst>
      <p:ext uri="{BB962C8B-B14F-4D97-AF65-F5344CB8AC3E}">
        <p14:creationId xmlns:p14="http://schemas.microsoft.com/office/powerpoint/2010/main" val="28214545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Forward Pass: A Minibatch of 2 Samples</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 name="组合 2">
            <a:extLst>
              <a:ext uri="{FF2B5EF4-FFF2-40B4-BE49-F238E27FC236}">
                <a16:creationId xmlns:a16="http://schemas.microsoft.com/office/drawing/2014/main" id="{AB052B5A-801A-45ED-BDF0-1BFAB3C49095}"/>
              </a:ext>
            </a:extLst>
          </p:cNvPr>
          <p:cNvGrpSpPr/>
          <p:nvPr/>
        </p:nvGrpSpPr>
        <p:grpSpPr>
          <a:xfrm>
            <a:off x="381000" y="3505200"/>
            <a:ext cx="4880442" cy="1441953"/>
            <a:chOff x="467811" y="3397513"/>
            <a:chExt cx="4880442" cy="1441953"/>
          </a:xfrm>
        </p:grpSpPr>
        <p:grpSp>
          <p:nvGrpSpPr>
            <p:cNvPr id="75" name="object 4">
              <a:extLst>
                <a:ext uri="{FF2B5EF4-FFF2-40B4-BE49-F238E27FC236}">
                  <a16:creationId xmlns:a16="http://schemas.microsoft.com/office/drawing/2014/main" id="{F432F5F8-4E0F-4D19-ACCE-71E10989EE94}"/>
                </a:ext>
              </a:extLst>
            </p:cNvPr>
            <p:cNvGrpSpPr/>
            <p:nvPr/>
          </p:nvGrpSpPr>
          <p:grpSpPr>
            <a:xfrm>
              <a:off x="1202693" y="3406483"/>
              <a:ext cx="583774" cy="1432983"/>
              <a:chOff x="1767649" y="1389697"/>
              <a:chExt cx="468630" cy="1289685"/>
            </a:xfrm>
          </p:grpSpPr>
          <p:sp>
            <p:nvSpPr>
              <p:cNvPr id="76" name="object 5">
                <a:extLst>
                  <a:ext uri="{FF2B5EF4-FFF2-40B4-BE49-F238E27FC236}">
                    <a16:creationId xmlns:a16="http://schemas.microsoft.com/office/drawing/2014/main" id="{065CF589-A266-4751-9AE0-BCAAC7EA2751}"/>
                  </a:ext>
                </a:extLst>
              </p:cNvPr>
              <p:cNvSpPr/>
              <p:nvPr/>
            </p:nvSpPr>
            <p:spPr>
              <a:xfrm>
                <a:off x="1772411" y="1394459"/>
                <a:ext cx="459105" cy="1280160"/>
              </a:xfrm>
              <a:custGeom>
                <a:avLst/>
                <a:gdLst/>
                <a:ahLst/>
                <a:cxnLst/>
                <a:rect l="l" t="t" r="r" b="b"/>
                <a:pathLst>
                  <a:path w="459105"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77" name="object 6">
                <a:extLst>
                  <a:ext uri="{FF2B5EF4-FFF2-40B4-BE49-F238E27FC236}">
                    <a16:creationId xmlns:a16="http://schemas.microsoft.com/office/drawing/2014/main" id="{14B6283A-B991-4B6A-AFE2-5321015A6DF3}"/>
                  </a:ext>
                </a:extLst>
              </p:cNvPr>
              <p:cNvSpPr/>
              <p:nvPr/>
            </p:nvSpPr>
            <p:spPr>
              <a:xfrm>
                <a:off x="1772411" y="1394459"/>
                <a:ext cx="459105" cy="1280160"/>
              </a:xfrm>
              <a:custGeom>
                <a:avLst/>
                <a:gdLst/>
                <a:ahLst/>
                <a:cxnLst/>
                <a:rect l="l" t="t" r="r" b="b"/>
                <a:pathLst>
                  <a:path w="459105"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78" name="object 7">
              <a:extLst>
                <a:ext uri="{FF2B5EF4-FFF2-40B4-BE49-F238E27FC236}">
                  <a16:creationId xmlns:a16="http://schemas.microsoft.com/office/drawing/2014/main" id="{0359AA2F-1EB5-466E-970A-9AF6F41E36B2}"/>
                </a:ext>
              </a:extLst>
            </p:cNvPr>
            <p:cNvSpPr txBox="1"/>
            <p:nvPr/>
          </p:nvSpPr>
          <p:spPr>
            <a:xfrm>
              <a:off x="1314873" y="3985101"/>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79" name="object 8">
              <a:extLst>
                <a:ext uri="{FF2B5EF4-FFF2-40B4-BE49-F238E27FC236}">
                  <a16:creationId xmlns:a16="http://schemas.microsoft.com/office/drawing/2014/main" id="{4E60EB70-986D-42B6-BEA2-D632EB7C92A6}"/>
                </a:ext>
              </a:extLst>
            </p:cNvPr>
            <p:cNvGrpSpPr/>
            <p:nvPr/>
          </p:nvGrpSpPr>
          <p:grpSpPr>
            <a:xfrm>
              <a:off x="2604133" y="3570587"/>
              <a:ext cx="520700" cy="1055511"/>
              <a:chOff x="2988373" y="1577149"/>
              <a:chExt cx="468630" cy="949960"/>
            </a:xfrm>
          </p:grpSpPr>
          <p:sp>
            <p:nvSpPr>
              <p:cNvPr id="80" name="object 9">
                <a:extLst>
                  <a:ext uri="{FF2B5EF4-FFF2-40B4-BE49-F238E27FC236}">
                    <a16:creationId xmlns:a16="http://schemas.microsoft.com/office/drawing/2014/main" id="{3E48D7CC-8F7E-47E7-BDF2-06909800BB5E}"/>
                  </a:ext>
                </a:extLst>
              </p:cNvPr>
              <p:cNvSpPr/>
              <p:nvPr/>
            </p:nvSpPr>
            <p:spPr>
              <a:xfrm>
                <a:off x="2993136" y="1581911"/>
                <a:ext cx="459105" cy="940435"/>
              </a:xfrm>
              <a:custGeom>
                <a:avLst/>
                <a:gdLst/>
                <a:ahLst/>
                <a:cxnLst/>
                <a:rect l="l" t="t" r="r" b="b"/>
                <a:pathLst>
                  <a:path w="459104" h="940435">
                    <a:moveTo>
                      <a:pt x="229362" y="0"/>
                    </a:moveTo>
                    <a:lnTo>
                      <a:pt x="168407" y="16790"/>
                    </a:lnTo>
                    <a:lnTo>
                      <a:pt x="113622" y="64177"/>
                    </a:lnTo>
                    <a:lnTo>
                      <a:pt x="89228" y="97945"/>
                    </a:lnTo>
                    <a:lnTo>
                      <a:pt x="67198" y="137683"/>
                    </a:lnTo>
                    <a:lnTo>
                      <a:pt x="47806" y="182833"/>
                    </a:lnTo>
                    <a:lnTo>
                      <a:pt x="31326" y="232833"/>
                    </a:lnTo>
                    <a:lnTo>
                      <a:pt x="18032" y="287125"/>
                    </a:lnTo>
                    <a:lnTo>
                      <a:pt x="8196" y="345148"/>
                    </a:lnTo>
                    <a:lnTo>
                      <a:pt x="2094" y="406345"/>
                    </a:lnTo>
                    <a:lnTo>
                      <a:pt x="0" y="470154"/>
                    </a:lnTo>
                    <a:lnTo>
                      <a:pt x="2094" y="533962"/>
                    </a:lnTo>
                    <a:lnTo>
                      <a:pt x="8196" y="595159"/>
                    </a:lnTo>
                    <a:lnTo>
                      <a:pt x="18032" y="653182"/>
                    </a:lnTo>
                    <a:lnTo>
                      <a:pt x="31326" y="707474"/>
                    </a:lnTo>
                    <a:lnTo>
                      <a:pt x="47806" y="757474"/>
                    </a:lnTo>
                    <a:lnTo>
                      <a:pt x="67198" y="802624"/>
                    </a:lnTo>
                    <a:lnTo>
                      <a:pt x="89228" y="842362"/>
                    </a:lnTo>
                    <a:lnTo>
                      <a:pt x="113622" y="876130"/>
                    </a:lnTo>
                    <a:lnTo>
                      <a:pt x="168407" y="923517"/>
                    </a:lnTo>
                    <a:lnTo>
                      <a:pt x="229362" y="940308"/>
                    </a:lnTo>
                    <a:lnTo>
                      <a:pt x="260473" y="936017"/>
                    </a:lnTo>
                    <a:lnTo>
                      <a:pt x="318617" y="903368"/>
                    </a:lnTo>
                    <a:lnTo>
                      <a:pt x="369495" y="842362"/>
                    </a:lnTo>
                    <a:lnTo>
                      <a:pt x="391525" y="802624"/>
                    </a:lnTo>
                    <a:lnTo>
                      <a:pt x="410917" y="757474"/>
                    </a:lnTo>
                    <a:lnTo>
                      <a:pt x="427397" y="707474"/>
                    </a:lnTo>
                    <a:lnTo>
                      <a:pt x="440691" y="653182"/>
                    </a:lnTo>
                    <a:lnTo>
                      <a:pt x="450527" y="595159"/>
                    </a:lnTo>
                    <a:lnTo>
                      <a:pt x="456629" y="533962"/>
                    </a:lnTo>
                    <a:lnTo>
                      <a:pt x="458724" y="470154"/>
                    </a:lnTo>
                    <a:lnTo>
                      <a:pt x="456629" y="406345"/>
                    </a:lnTo>
                    <a:lnTo>
                      <a:pt x="450527" y="345148"/>
                    </a:lnTo>
                    <a:lnTo>
                      <a:pt x="440691" y="287125"/>
                    </a:lnTo>
                    <a:lnTo>
                      <a:pt x="427397" y="232833"/>
                    </a:lnTo>
                    <a:lnTo>
                      <a:pt x="410917" y="182833"/>
                    </a:lnTo>
                    <a:lnTo>
                      <a:pt x="391525" y="137683"/>
                    </a:lnTo>
                    <a:lnTo>
                      <a:pt x="369495" y="97945"/>
                    </a:lnTo>
                    <a:lnTo>
                      <a:pt x="345101" y="64177"/>
                    </a:lnTo>
                    <a:lnTo>
                      <a:pt x="290316" y="16790"/>
                    </a:lnTo>
                    <a:lnTo>
                      <a:pt x="229362" y="0"/>
                    </a:lnTo>
                    <a:close/>
                  </a:path>
                </a:pathLst>
              </a:custGeom>
              <a:solidFill>
                <a:srgbClr val="E3C2F5"/>
              </a:solidFill>
            </p:spPr>
            <p:txBody>
              <a:bodyPr wrap="square" lIns="0" tIns="0" rIns="0" bIns="0" rtlCol="0"/>
              <a:lstStyle/>
              <a:p>
                <a:endParaRPr sz="2000"/>
              </a:p>
            </p:txBody>
          </p:sp>
          <p:sp>
            <p:nvSpPr>
              <p:cNvPr id="81" name="object 10">
                <a:extLst>
                  <a:ext uri="{FF2B5EF4-FFF2-40B4-BE49-F238E27FC236}">
                    <a16:creationId xmlns:a16="http://schemas.microsoft.com/office/drawing/2014/main" id="{DB3C316E-E164-4915-8689-1EC13B5FCB4D}"/>
                  </a:ext>
                </a:extLst>
              </p:cNvPr>
              <p:cNvSpPr/>
              <p:nvPr/>
            </p:nvSpPr>
            <p:spPr>
              <a:xfrm>
                <a:off x="2993136" y="1581911"/>
                <a:ext cx="459105" cy="940435"/>
              </a:xfrm>
              <a:custGeom>
                <a:avLst/>
                <a:gdLst/>
                <a:ahLst/>
                <a:cxnLst/>
                <a:rect l="l" t="t" r="r" b="b"/>
                <a:pathLst>
                  <a:path w="459104" h="940435">
                    <a:moveTo>
                      <a:pt x="0" y="470154"/>
                    </a:moveTo>
                    <a:lnTo>
                      <a:pt x="2094" y="406345"/>
                    </a:lnTo>
                    <a:lnTo>
                      <a:pt x="8196" y="345148"/>
                    </a:lnTo>
                    <a:lnTo>
                      <a:pt x="18032" y="287125"/>
                    </a:lnTo>
                    <a:lnTo>
                      <a:pt x="31326" y="232833"/>
                    </a:lnTo>
                    <a:lnTo>
                      <a:pt x="47806" y="182833"/>
                    </a:lnTo>
                    <a:lnTo>
                      <a:pt x="67198" y="137683"/>
                    </a:lnTo>
                    <a:lnTo>
                      <a:pt x="89228" y="97945"/>
                    </a:lnTo>
                    <a:lnTo>
                      <a:pt x="113622" y="64177"/>
                    </a:lnTo>
                    <a:lnTo>
                      <a:pt x="168407" y="16790"/>
                    </a:lnTo>
                    <a:lnTo>
                      <a:pt x="229362" y="0"/>
                    </a:lnTo>
                    <a:lnTo>
                      <a:pt x="260473" y="4290"/>
                    </a:lnTo>
                    <a:lnTo>
                      <a:pt x="318617" y="36939"/>
                    </a:lnTo>
                    <a:lnTo>
                      <a:pt x="369495" y="97945"/>
                    </a:lnTo>
                    <a:lnTo>
                      <a:pt x="391525" y="137683"/>
                    </a:lnTo>
                    <a:lnTo>
                      <a:pt x="410917" y="182833"/>
                    </a:lnTo>
                    <a:lnTo>
                      <a:pt x="427397" y="232833"/>
                    </a:lnTo>
                    <a:lnTo>
                      <a:pt x="440691" y="287125"/>
                    </a:lnTo>
                    <a:lnTo>
                      <a:pt x="450527" y="345148"/>
                    </a:lnTo>
                    <a:lnTo>
                      <a:pt x="456629" y="406345"/>
                    </a:lnTo>
                    <a:lnTo>
                      <a:pt x="458724" y="470154"/>
                    </a:lnTo>
                    <a:lnTo>
                      <a:pt x="456629" y="533962"/>
                    </a:lnTo>
                    <a:lnTo>
                      <a:pt x="450527" y="595159"/>
                    </a:lnTo>
                    <a:lnTo>
                      <a:pt x="440691" y="653182"/>
                    </a:lnTo>
                    <a:lnTo>
                      <a:pt x="427397" y="707474"/>
                    </a:lnTo>
                    <a:lnTo>
                      <a:pt x="410917" y="757474"/>
                    </a:lnTo>
                    <a:lnTo>
                      <a:pt x="391525" y="802624"/>
                    </a:lnTo>
                    <a:lnTo>
                      <a:pt x="369495" y="842362"/>
                    </a:lnTo>
                    <a:lnTo>
                      <a:pt x="345101" y="876130"/>
                    </a:lnTo>
                    <a:lnTo>
                      <a:pt x="290316" y="923517"/>
                    </a:lnTo>
                    <a:lnTo>
                      <a:pt x="229362" y="940308"/>
                    </a:lnTo>
                    <a:lnTo>
                      <a:pt x="198250" y="936017"/>
                    </a:lnTo>
                    <a:lnTo>
                      <a:pt x="140106" y="903368"/>
                    </a:lnTo>
                    <a:lnTo>
                      <a:pt x="89228" y="842362"/>
                    </a:lnTo>
                    <a:lnTo>
                      <a:pt x="67198" y="802624"/>
                    </a:lnTo>
                    <a:lnTo>
                      <a:pt x="47806" y="757474"/>
                    </a:lnTo>
                    <a:lnTo>
                      <a:pt x="31326" y="707474"/>
                    </a:lnTo>
                    <a:lnTo>
                      <a:pt x="18032" y="653182"/>
                    </a:lnTo>
                    <a:lnTo>
                      <a:pt x="8196" y="595159"/>
                    </a:lnTo>
                    <a:lnTo>
                      <a:pt x="2094" y="533962"/>
                    </a:lnTo>
                    <a:lnTo>
                      <a:pt x="0" y="470154"/>
                    </a:lnTo>
                    <a:close/>
                  </a:path>
                </a:pathLst>
              </a:custGeom>
              <a:ln w="9525">
                <a:solidFill>
                  <a:srgbClr val="000000"/>
                </a:solidFill>
              </a:ln>
            </p:spPr>
            <p:txBody>
              <a:bodyPr wrap="square" lIns="0" tIns="0" rIns="0" bIns="0" rtlCol="0"/>
              <a:lstStyle/>
              <a:p>
                <a:endParaRPr sz="2000"/>
              </a:p>
            </p:txBody>
          </p:sp>
        </p:grpSp>
        <p:sp>
          <p:nvSpPr>
            <p:cNvPr id="82" name="object 11">
              <a:extLst>
                <a:ext uri="{FF2B5EF4-FFF2-40B4-BE49-F238E27FC236}">
                  <a16:creationId xmlns:a16="http://schemas.microsoft.com/office/drawing/2014/main" id="{CFA6E2A2-C9A1-4F37-BA43-C99EECABC038}"/>
                </a:ext>
              </a:extLst>
            </p:cNvPr>
            <p:cNvSpPr txBox="1"/>
            <p:nvPr/>
          </p:nvSpPr>
          <p:spPr>
            <a:xfrm>
              <a:off x="2671797" y="4004716"/>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83" name="object 12">
              <a:extLst>
                <a:ext uri="{FF2B5EF4-FFF2-40B4-BE49-F238E27FC236}">
                  <a16:creationId xmlns:a16="http://schemas.microsoft.com/office/drawing/2014/main" id="{1B77D59C-36D9-4993-B9EE-155F5A1E5ACF}"/>
                </a:ext>
              </a:extLst>
            </p:cNvPr>
            <p:cNvGrpSpPr/>
            <p:nvPr/>
          </p:nvGrpSpPr>
          <p:grpSpPr>
            <a:xfrm>
              <a:off x="3958801" y="3917721"/>
              <a:ext cx="518583" cy="390172"/>
              <a:chOff x="4207573" y="1889569"/>
              <a:chExt cx="466725" cy="351155"/>
            </a:xfrm>
          </p:grpSpPr>
          <p:sp>
            <p:nvSpPr>
              <p:cNvPr id="84" name="object 13">
                <a:extLst>
                  <a:ext uri="{FF2B5EF4-FFF2-40B4-BE49-F238E27FC236}">
                    <a16:creationId xmlns:a16="http://schemas.microsoft.com/office/drawing/2014/main" id="{15CE3C20-03E5-4ED5-8A9D-74EF73C3EE11}"/>
                  </a:ext>
                </a:extLst>
              </p:cNvPr>
              <p:cNvSpPr/>
              <p:nvPr/>
            </p:nvSpPr>
            <p:spPr>
              <a:xfrm>
                <a:off x="4212335" y="1894331"/>
                <a:ext cx="457200" cy="341630"/>
              </a:xfrm>
              <a:custGeom>
                <a:avLst/>
                <a:gdLst/>
                <a:ahLst/>
                <a:cxnLst/>
                <a:rect l="l" t="t" r="r" b="b"/>
                <a:pathLst>
                  <a:path w="457200" h="341630">
                    <a:moveTo>
                      <a:pt x="228600" y="0"/>
                    </a:moveTo>
                    <a:lnTo>
                      <a:pt x="176188" y="4509"/>
                    </a:lnTo>
                    <a:lnTo>
                      <a:pt x="128073" y="17354"/>
                    </a:lnTo>
                    <a:lnTo>
                      <a:pt x="85628" y="37509"/>
                    </a:lnTo>
                    <a:lnTo>
                      <a:pt x="50225" y="63945"/>
                    </a:lnTo>
                    <a:lnTo>
                      <a:pt x="23237" y="95638"/>
                    </a:lnTo>
                    <a:lnTo>
                      <a:pt x="6038" y="131561"/>
                    </a:lnTo>
                    <a:lnTo>
                      <a:pt x="0" y="170688"/>
                    </a:lnTo>
                    <a:lnTo>
                      <a:pt x="6038" y="209814"/>
                    </a:lnTo>
                    <a:lnTo>
                      <a:pt x="23237" y="245737"/>
                    </a:lnTo>
                    <a:lnTo>
                      <a:pt x="50225" y="277430"/>
                    </a:lnTo>
                    <a:lnTo>
                      <a:pt x="85628" y="303866"/>
                    </a:lnTo>
                    <a:lnTo>
                      <a:pt x="128073" y="324021"/>
                    </a:lnTo>
                    <a:lnTo>
                      <a:pt x="176188" y="336866"/>
                    </a:lnTo>
                    <a:lnTo>
                      <a:pt x="228600" y="341376"/>
                    </a:lnTo>
                    <a:lnTo>
                      <a:pt x="281011" y="336866"/>
                    </a:lnTo>
                    <a:lnTo>
                      <a:pt x="329126" y="324021"/>
                    </a:lnTo>
                    <a:lnTo>
                      <a:pt x="371571" y="303866"/>
                    </a:lnTo>
                    <a:lnTo>
                      <a:pt x="406974" y="277430"/>
                    </a:lnTo>
                    <a:lnTo>
                      <a:pt x="433962" y="245737"/>
                    </a:lnTo>
                    <a:lnTo>
                      <a:pt x="451161" y="209814"/>
                    </a:lnTo>
                    <a:lnTo>
                      <a:pt x="457200" y="170688"/>
                    </a:lnTo>
                    <a:lnTo>
                      <a:pt x="451161" y="131561"/>
                    </a:lnTo>
                    <a:lnTo>
                      <a:pt x="433962" y="95638"/>
                    </a:lnTo>
                    <a:lnTo>
                      <a:pt x="406974" y="63945"/>
                    </a:lnTo>
                    <a:lnTo>
                      <a:pt x="371571" y="37509"/>
                    </a:lnTo>
                    <a:lnTo>
                      <a:pt x="329126" y="17354"/>
                    </a:lnTo>
                    <a:lnTo>
                      <a:pt x="281011" y="4509"/>
                    </a:lnTo>
                    <a:lnTo>
                      <a:pt x="228600" y="0"/>
                    </a:lnTo>
                    <a:close/>
                  </a:path>
                </a:pathLst>
              </a:custGeom>
              <a:solidFill>
                <a:srgbClr val="C5D1FB"/>
              </a:solidFill>
            </p:spPr>
            <p:txBody>
              <a:bodyPr wrap="square" lIns="0" tIns="0" rIns="0" bIns="0" rtlCol="0"/>
              <a:lstStyle/>
              <a:p>
                <a:endParaRPr sz="2000"/>
              </a:p>
            </p:txBody>
          </p:sp>
          <p:sp>
            <p:nvSpPr>
              <p:cNvPr id="85" name="object 14">
                <a:extLst>
                  <a:ext uri="{FF2B5EF4-FFF2-40B4-BE49-F238E27FC236}">
                    <a16:creationId xmlns:a16="http://schemas.microsoft.com/office/drawing/2014/main" id="{E8BCC711-26A9-4101-9C0E-73559657EFC1}"/>
                  </a:ext>
                </a:extLst>
              </p:cNvPr>
              <p:cNvSpPr/>
              <p:nvPr/>
            </p:nvSpPr>
            <p:spPr>
              <a:xfrm>
                <a:off x="4212335" y="1894331"/>
                <a:ext cx="457200" cy="341630"/>
              </a:xfrm>
              <a:custGeom>
                <a:avLst/>
                <a:gdLst/>
                <a:ahLst/>
                <a:cxnLst/>
                <a:rect l="l" t="t" r="r" b="b"/>
                <a:pathLst>
                  <a:path w="457200" h="341630">
                    <a:moveTo>
                      <a:pt x="0" y="170688"/>
                    </a:moveTo>
                    <a:lnTo>
                      <a:pt x="6038" y="131561"/>
                    </a:lnTo>
                    <a:lnTo>
                      <a:pt x="23237" y="95638"/>
                    </a:lnTo>
                    <a:lnTo>
                      <a:pt x="50225" y="63945"/>
                    </a:lnTo>
                    <a:lnTo>
                      <a:pt x="85628" y="37509"/>
                    </a:lnTo>
                    <a:lnTo>
                      <a:pt x="128073" y="17354"/>
                    </a:lnTo>
                    <a:lnTo>
                      <a:pt x="176188" y="4509"/>
                    </a:lnTo>
                    <a:lnTo>
                      <a:pt x="228600" y="0"/>
                    </a:lnTo>
                    <a:lnTo>
                      <a:pt x="281011" y="4509"/>
                    </a:lnTo>
                    <a:lnTo>
                      <a:pt x="329126" y="17354"/>
                    </a:lnTo>
                    <a:lnTo>
                      <a:pt x="371571" y="37509"/>
                    </a:lnTo>
                    <a:lnTo>
                      <a:pt x="406974" y="63945"/>
                    </a:lnTo>
                    <a:lnTo>
                      <a:pt x="433962" y="95638"/>
                    </a:lnTo>
                    <a:lnTo>
                      <a:pt x="451161" y="131561"/>
                    </a:lnTo>
                    <a:lnTo>
                      <a:pt x="457200" y="170688"/>
                    </a:lnTo>
                    <a:lnTo>
                      <a:pt x="451161" y="209814"/>
                    </a:lnTo>
                    <a:lnTo>
                      <a:pt x="433962" y="245737"/>
                    </a:lnTo>
                    <a:lnTo>
                      <a:pt x="406974" y="277430"/>
                    </a:lnTo>
                    <a:lnTo>
                      <a:pt x="371571" y="303866"/>
                    </a:lnTo>
                    <a:lnTo>
                      <a:pt x="329126" y="324021"/>
                    </a:lnTo>
                    <a:lnTo>
                      <a:pt x="281011" y="336866"/>
                    </a:lnTo>
                    <a:lnTo>
                      <a:pt x="228600" y="341376"/>
                    </a:lnTo>
                    <a:lnTo>
                      <a:pt x="176188" y="336866"/>
                    </a:lnTo>
                    <a:lnTo>
                      <a:pt x="128073" y="324021"/>
                    </a:lnTo>
                    <a:lnTo>
                      <a:pt x="85628" y="303866"/>
                    </a:lnTo>
                    <a:lnTo>
                      <a:pt x="50225" y="277430"/>
                    </a:lnTo>
                    <a:lnTo>
                      <a:pt x="23237" y="245737"/>
                    </a:lnTo>
                    <a:lnTo>
                      <a:pt x="6038" y="209814"/>
                    </a:lnTo>
                    <a:lnTo>
                      <a:pt x="0" y="170688"/>
                    </a:lnTo>
                    <a:close/>
                  </a:path>
                </a:pathLst>
              </a:custGeom>
              <a:ln w="9525">
                <a:solidFill>
                  <a:srgbClr val="000000"/>
                </a:solidFill>
              </a:ln>
            </p:spPr>
            <p:txBody>
              <a:bodyPr wrap="square" lIns="0" tIns="0" rIns="0" bIns="0" rtlCol="0"/>
              <a:lstStyle/>
              <a:p>
                <a:endParaRPr sz="2000"/>
              </a:p>
            </p:txBody>
          </p:sp>
        </p:grpSp>
        <p:sp>
          <p:nvSpPr>
            <p:cNvPr id="86" name="object 15">
              <a:extLst>
                <a:ext uri="{FF2B5EF4-FFF2-40B4-BE49-F238E27FC236}">
                  <a16:creationId xmlns:a16="http://schemas.microsoft.com/office/drawing/2014/main" id="{783B70B6-B7F6-4EA9-9F58-475DE71A2284}"/>
                </a:ext>
              </a:extLst>
            </p:cNvPr>
            <p:cNvSpPr txBox="1"/>
            <p:nvPr/>
          </p:nvSpPr>
          <p:spPr>
            <a:xfrm>
              <a:off x="4025898" y="4018630"/>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87" name="object 16">
              <a:extLst>
                <a:ext uri="{FF2B5EF4-FFF2-40B4-BE49-F238E27FC236}">
                  <a16:creationId xmlns:a16="http://schemas.microsoft.com/office/drawing/2014/main" id="{00642C67-223B-4427-9392-12E3C950774C}"/>
                </a:ext>
              </a:extLst>
            </p:cNvPr>
            <p:cNvGrpSpPr/>
            <p:nvPr/>
          </p:nvGrpSpPr>
          <p:grpSpPr>
            <a:xfrm>
              <a:off x="568679" y="3724611"/>
              <a:ext cx="618067" cy="774700"/>
              <a:chOff x="1156464" y="1715771"/>
              <a:chExt cx="556260" cy="697230"/>
            </a:xfrm>
          </p:grpSpPr>
          <p:sp>
            <p:nvSpPr>
              <p:cNvPr id="88" name="object 17">
                <a:extLst>
                  <a:ext uri="{FF2B5EF4-FFF2-40B4-BE49-F238E27FC236}">
                    <a16:creationId xmlns:a16="http://schemas.microsoft.com/office/drawing/2014/main" id="{CEF36024-309E-4D35-9048-C0EF49D5DD7F}"/>
                  </a:ext>
                </a:extLst>
              </p:cNvPr>
              <p:cNvSpPr/>
              <p:nvPr/>
            </p:nvSpPr>
            <p:spPr>
              <a:xfrm>
                <a:off x="1254254" y="172212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89" name="object 18">
                <a:extLst>
                  <a:ext uri="{FF2B5EF4-FFF2-40B4-BE49-F238E27FC236}">
                    <a16:creationId xmlns:a16="http://schemas.microsoft.com/office/drawing/2014/main" id="{6EDADDC4-FF5C-459B-B841-A3D172029668}"/>
                  </a:ext>
                </a:extLst>
              </p:cNvPr>
              <p:cNvSpPr/>
              <p:nvPr/>
            </p:nvSpPr>
            <p:spPr>
              <a:xfrm>
                <a:off x="1254254" y="172212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 name="object 19">
                <a:extLst>
                  <a:ext uri="{FF2B5EF4-FFF2-40B4-BE49-F238E27FC236}">
                    <a16:creationId xmlns:a16="http://schemas.microsoft.com/office/drawing/2014/main" id="{A227B1DD-84AA-47F4-B303-F31BABE1EAD3}"/>
                  </a:ext>
                </a:extLst>
              </p:cNvPr>
              <p:cNvSpPr/>
              <p:nvPr/>
            </p:nvSpPr>
            <p:spPr>
              <a:xfrm>
                <a:off x="1254254" y="1807461"/>
                <a:ext cx="93345" cy="86995"/>
              </a:xfrm>
              <a:custGeom>
                <a:avLst/>
                <a:gdLst/>
                <a:ahLst/>
                <a:cxnLst/>
                <a:rect l="l" t="t" r="r" b="b"/>
                <a:pathLst>
                  <a:path w="93344" h="86994">
                    <a:moveTo>
                      <a:pt x="92962" y="0"/>
                    </a:moveTo>
                    <a:lnTo>
                      <a:pt x="0" y="0"/>
                    </a:lnTo>
                    <a:lnTo>
                      <a:pt x="0" y="86870"/>
                    </a:lnTo>
                    <a:lnTo>
                      <a:pt x="92962" y="86870"/>
                    </a:lnTo>
                    <a:lnTo>
                      <a:pt x="92962" y="0"/>
                    </a:lnTo>
                    <a:close/>
                  </a:path>
                </a:pathLst>
              </a:custGeom>
              <a:solidFill>
                <a:srgbClr val="D9D9D9"/>
              </a:solidFill>
            </p:spPr>
            <p:txBody>
              <a:bodyPr wrap="square" lIns="0" tIns="0" rIns="0" bIns="0" rtlCol="0"/>
              <a:lstStyle/>
              <a:p>
                <a:endParaRPr sz="2000"/>
              </a:p>
            </p:txBody>
          </p:sp>
          <p:sp>
            <p:nvSpPr>
              <p:cNvPr id="91" name="object 20">
                <a:extLst>
                  <a:ext uri="{FF2B5EF4-FFF2-40B4-BE49-F238E27FC236}">
                    <a16:creationId xmlns:a16="http://schemas.microsoft.com/office/drawing/2014/main" id="{5130C0A4-58B4-469B-A10A-85677FE992CF}"/>
                  </a:ext>
                </a:extLst>
              </p:cNvPr>
              <p:cNvSpPr/>
              <p:nvPr/>
            </p:nvSpPr>
            <p:spPr>
              <a:xfrm>
                <a:off x="1254254" y="1807461"/>
                <a:ext cx="93345" cy="86995"/>
              </a:xfrm>
              <a:custGeom>
                <a:avLst/>
                <a:gdLst/>
                <a:ahLst/>
                <a:cxnLst/>
                <a:rect l="l" t="t" r="r" b="b"/>
                <a:pathLst>
                  <a:path w="93344"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2" name="object 21">
                <a:extLst>
                  <a:ext uri="{FF2B5EF4-FFF2-40B4-BE49-F238E27FC236}">
                    <a16:creationId xmlns:a16="http://schemas.microsoft.com/office/drawing/2014/main" id="{94E492D4-3A55-42F6-B29F-B1A1E6837033}"/>
                  </a:ext>
                </a:extLst>
              </p:cNvPr>
              <p:cNvSpPr/>
              <p:nvPr/>
            </p:nvSpPr>
            <p:spPr>
              <a:xfrm>
                <a:off x="1254254" y="189433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3" name="object 22">
                <a:extLst>
                  <a:ext uri="{FF2B5EF4-FFF2-40B4-BE49-F238E27FC236}">
                    <a16:creationId xmlns:a16="http://schemas.microsoft.com/office/drawing/2014/main" id="{C9EC56D4-C5A0-45A8-A338-ABFB9D745620}"/>
                  </a:ext>
                </a:extLst>
              </p:cNvPr>
              <p:cNvSpPr/>
              <p:nvPr/>
            </p:nvSpPr>
            <p:spPr>
              <a:xfrm>
                <a:off x="1254254" y="189433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 name="object 23">
                <a:extLst>
                  <a:ext uri="{FF2B5EF4-FFF2-40B4-BE49-F238E27FC236}">
                    <a16:creationId xmlns:a16="http://schemas.microsoft.com/office/drawing/2014/main" id="{719EF370-7775-491B-96D6-6E56EA3E7565}"/>
                  </a:ext>
                </a:extLst>
              </p:cNvPr>
              <p:cNvSpPr/>
              <p:nvPr/>
            </p:nvSpPr>
            <p:spPr>
              <a:xfrm>
                <a:off x="1254254" y="197967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5" name="object 24">
                <a:extLst>
                  <a:ext uri="{FF2B5EF4-FFF2-40B4-BE49-F238E27FC236}">
                    <a16:creationId xmlns:a16="http://schemas.microsoft.com/office/drawing/2014/main" id="{6428C28A-C2D7-4280-81A6-64F900B7FD92}"/>
                  </a:ext>
                </a:extLst>
              </p:cNvPr>
              <p:cNvSpPr/>
              <p:nvPr/>
            </p:nvSpPr>
            <p:spPr>
              <a:xfrm>
                <a:off x="1254254" y="197967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 name="object 25">
                <a:extLst>
                  <a:ext uri="{FF2B5EF4-FFF2-40B4-BE49-F238E27FC236}">
                    <a16:creationId xmlns:a16="http://schemas.microsoft.com/office/drawing/2014/main" id="{F39D9871-F4BC-4A7E-90FF-E022D88A6D9C}"/>
                  </a:ext>
                </a:extLst>
              </p:cNvPr>
              <p:cNvSpPr/>
              <p:nvPr/>
            </p:nvSpPr>
            <p:spPr>
              <a:xfrm>
                <a:off x="1254254" y="206502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7" name="object 26">
                <a:extLst>
                  <a:ext uri="{FF2B5EF4-FFF2-40B4-BE49-F238E27FC236}">
                    <a16:creationId xmlns:a16="http://schemas.microsoft.com/office/drawing/2014/main" id="{DDDF7005-E05F-4B89-9B5D-40A27642FC28}"/>
                  </a:ext>
                </a:extLst>
              </p:cNvPr>
              <p:cNvSpPr/>
              <p:nvPr/>
            </p:nvSpPr>
            <p:spPr>
              <a:xfrm>
                <a:off x="1254254" y="206502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 name="object 27">
                <a:extLst>
                  <a:ext uri="{FF2B5EF4-FFF2-40B4-BE49-F238E27FC236}">
                    <a16:creationId xmlns:a16="http://schemas.microsoft.com/office/drawing/2014/main" id="{88EBF7FC-E731-451D-91F8-089B885D9725}"/>
                  </a:ext>
                </a:extLst>
              </p:cNvPr>
              <p:cNvSpPr/>
              <p:nvPr/>
            </p:nvSpPr>
            <p:spPr>
              <a:xfrm>
                <a:off x="1254254" y="215036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9" name="object 28">
                <a:extLst>
                  <a:ext uri="{FF2B5EF4-FFF2-40B4-BE49-F238E27FC236}">
                    <a16:creationId xmlns:a16="http://schemas.microsoft.com/office/drawing/2014/main" id="{42B275AC-CFC2-42AA-8B9E-E69BC3647DFB}"/>
                  </a:ext>
                </a:extLst>
              </p:cNvPr>
              <p:cNvSpPr/>
              <p:nvPr/>
            </p:nvSpPr>
            <p:spPr>
              <a:xfrm>
                <a:off x="1254254" y="215036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 name="object 29">
                <a:extLst>
                  <a:ext uri="{FF2B5EF4-FFF2-40B4-BE49-F238E27FC236}">
                    <a16:creationId xmlns:a16="http://schemas.microsoft.com/office/drawing/2014/main" id="{E877E888-C101-4197-9BBC-9AF156E81DA3}"/>
                  </a:ext>
                </a:extLst>
              </p:cNvPr>
              <p:cNvSpPr/>
              <p:nvPr/>
            </p:nvSpPr>
            <p:spPr>
              <a:xfrm>
                <a:off x="1254254" y="223570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D9D9D9"/>
              </a:solidFill>
            </p:spPr>
            <p:txBody>
              <a:bodyPr wrap="square" lIns="0" tIns="0" rIns="0" bIns="0" rtlCol="0"/>
              <a:lstStyle/>
              <a:p>
                <a:endParaRPr sz="2000"/>
              </a:p>
            </p:txBody>
          </p:sp>
          <p:sp>
            <p:nvSpPr>
              <p:cNvPr id="101" name="object 30">
                <a:extLst>
                  <a:ext uri="{FF2B5EF4-FFF2-40B4-BE49-F238E27FC236}">
                    <a16:creationId xmlns:a16="http://schemas.microsoft.com/office/drawing/2014/main" id="{EDFD6187-C580-4843-A260-6EA6318CBE48}"/>
                  </a:ext>
                </a:extLst>
              </p:cNvPr>
              <p:cNvSpPr/>
              <p:nvPr/>
            </p:nvSpPr>
            <p:spPr>
              <a:xfrm>
                <a:off x="1254254" y="223570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2" name="object 31">
                <a:extLst>
                  <a:ext uri="{FF2B5EF4-FFF2-40B4-BE49-F238E27FC236}">
                    <a16:creationId xmlns:a16="http://schemas.microsoft.com/office/drawing/2014/main" id="{0F220CC7-9E33-4938-B1E8-9BBF07122488}"/>
                  </a:ext>
                </a:extLst>
              </p:cNvPr>
              <p:cNvSpPr/>
              <p:nvPr/>
            </p:nvSpPr>
            <p:spPr>
              <a:xfrm>
                <a:off x="1254254" y="232105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103" name="object 32">
                <a:extLst>
                  <a:ext uri="{FF2B5EF4-FFF2-40B4-BE49-F238E27FC236}">
                    <a16:creationId xmlns:a16="http://schemas.microsoft.com/office/drawing/2014/main" id="{4BFDC5C8-5913-4E32-9F8D-B236C3D1DE53}"/>
                  </a:ext>
                </a:extLst>
              </p:cNvPr>
              <p:cNvSpPr/>
              <p:nvPr/>
            </p:nvSpPr>
            <p:spPr>
              <a:xfrm>
                <a:off x="1254254" y="232105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4" name="object 33">
                <a:extLst>
                  <a:ext uri="{FF2B5EF4-FFF2-40B4-BE49-F238E27FC236}">
                    <a16:creationId xmlns:a16="http://schemas.microsoft.com/office/drawing/2014/main" id="{492DE228-8990-422F-A6DF-80455023C483}"/>
                  </a:ext>
                </a:extLst>
              </p:cNvPr>
              <p:cNvSpPr/>
              <p:nvPr/>
            </p:nvSpPr>
            <p:spPr>
              <a:xfrm>
                <a:off x="1402842" y="2017014"/>
                <a:ext cx="297180" cy="85725"/>
              </a:xfrm>
              <a:custGeom>
                <a:avLst/>
                <a:gdLst/>
                <a:ahLst/>
                <a:cxnLst/>
                <a:rect l="l" t="t" r="r" b="b"/>
                <a:pathLst>
                  <a:path w="297180" h="85725">
                    <a:moveTo>
                      <a:pt x="254508" y="0"/>
                    </a:moveTo>
                    <a:lnTo>
                      <a:pt x="254508" y="21336"/>
                    </a:lnTo>
                    <a:lnTo>
                      <a:pt x="0" y="21336"/>
                    </a:lnTo>
                    <a:lnTo>
                      <a:pt x="0" y="64008"/>
                    </a:lnTo>
                    <a:lnTo>
                      <a:pt x="254508" y="64008"/>
                    </a:lnTo>
                    <a:lnTo>
                      <a:pt x="254508" y="85344"/>
                    </a:lnTo>
                    <a:lnTo>
                      <a:pt x="297180" y="42672"/>
                    </a:lnTo>
                    <a:lnTo>
                      <a:pt x="254508" y="0"/>
                    </a:lnTo>
                    <a:close/>
                  </a:path>
                </a:pathLst>
              </a:custGeom>
              <a:solidFill>
                <a:srgbClr val="B2B2B2"/>
              </a:solidFill>
            </p:spPr>
            <p:txBody>
              <a:bodyPr wrap="square" lIns="0" tIns="0" rIns="0" bIns="0" rtlCol="0"/>
              <a:lstStyle/>
              <a:p>
                <a:endParaRPr sz="2000"/>
              </a:p>
            </p:txBody>
          </p:sp>
          <p:sp>
            <p:nvSpPr>
              <p:cNvPr id="105" name="object 34">
                <a:extLst>
                  <a:ext uri="{FF2B5EF4-FFF2-40B4-BE49-F238E27FC236}">
                    <a16:creationId xmlns:a16="http://schemas.microsoft.com/office/drawing/2014/main" id="{2D79BD69-F7B8-4728-AA11-9B622D4027A6}"/>
                  </a:ext>
                </a:extLst>
              </p:cNvPr>
              <p:cNvSpPr/>
              <p:nvPr/>
            </p:nvSpPr>
            <p:spPr>
              <a:xfrm>
                <a:off x="1402842" y="2017014"/>
                <a:ext cx="297180" cy="85725"/>
              </a:xfrm>
              <a:custGeom>
                <a:avLst/>
                <a:gdLst/>
                <a:ahLst/>
                <a:cxnLst/>
                <a:rect l="l" t="t" r="r" b="b"/>
                <a:pathLst>
                  <a:path w="297180" h="85725">
                    <a:moveTo>
                      <a:pt x="0" y="21336"/>
                    </a:moveTo>
                    <a:lnTo>
                      <a:pt x="254508" y="21336"/>
                    </a:lnTo>
                    <a:lnTo>
                      <a:pt x="254508" y="0"/>
                    </a:lnTo>
                    <a:lnTo>
                      <a:pt x="297180" y="42672"/>
                    </a:lnTo>
                    <a:lnTo>
                      <a:pt x="254508" y="85344"/>
                    </a:lnTo>
                    <a:lnTo>
                      <a:pt x="25450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06" name="object 35">
                <a:extLst>
                  <a:ext uri="{FF2B5EF4-FFF2-40B4-BE49-F238E27FC236}">
                    <a16:creationId xmlns:a16="http://schemas.microsoft.com/office/drawing/2014/main" id="{FB0FBD79-96FB-4600-802C-0AAE391A43C6}"/>
                  </a:ext>
                </a:extLst>
              </p:cNvPr>
              <p:cNvSpPr/>
              <p:nvPr/>
            </p:nvSpPr>
            <p:spPr>
              <a:xfrm>
                <a:off x="1162814" y="1722121"/>
                <a:ext cx="91440" cy="684530"/>
              </a:xfrm>
              <a:custGeom>
                <a:avLst/>
                <a:gdLst/>
                <a:ahLst/>
                <a:cxnLst/>
                <a:rect l="l" t="t" r="r" b="b"/>
                <a:pathLst>
                  <a:path w="91440" h="684530">
                    <a:moveTo>
                      <a:pt x="0" y="85342"/>
                    </a:moveTo>
                    <a:lnTo>
                      <a:pt x="91440" y="85342"/>
                    </a:lnTo>
                    <a:lnTo>
                      <a:pt x="91440" y="0"/>
                    </a:lnTo>
                    <a:lnTo>
                      <a:pt x="0" y="0"/>
                    </a:lnTo>
                    <a:lnTo>
                      <a:pt x="0" y="85342"/>
                    </a:lnTo>
                    <a:close/>
                  </a:path>
                  <a:path w="91440" h="684530">
                    <a:moveTo>
                      <a:pt x="0" y="172210"/>
                    </a:moveTo>
                    <a:lnTo>
                      <a:pt x="91440" y="172210"/>
                    </a:lnTo>
                    <a:lnTo>
                      <a:pt x="91440" y="85340"/>
                    </a:lnTo>
                    <a:lnTo>
                      <a:pt x="0" y="85340"/>
                    </a:lnTo>
                    <a:lnTo>
                      <a:pt x="0" y="172210"/>
                    </a:lnTo>
                    <a:close/>
                  </a:path>
                  <a:path w="91440" h="684530">
                    <a:moveTo>
                      <a:pt x="0" y="257554"/>
                    </a:moveTo>
                    <a:lnTo>
                      <a:pt x="91440" y="257554"/>
                    </a:lnTo>
                    <a:lnTo>
                      <a:pt x="91440" y="172212"/>
                    </a:lnTo>
                    <a:lnTo>
                      <a:pt x="0" y="172212"/>
                    </a:lnTo>
                    <a:lnTo>
                      <a:pt x="0" y="257554"/>
                    </a:lnTo>
                    <a:close/>
                  </a:path>
                  <a:path w="91440" h="684530">
                    <a:moveTo>
                      <a:pt x="0" y="342898"/>
                    </a:moveTo>
                    <a:lnTo>
                      <a:pt x="91440" y="342898"/>
                    </a:lnTo>
                    <a:lnTo>
                      <a:pt x="91440" y="257556"/>
                    </a:lnTo>
                    <a:lnTo>
                      <a:pt x="0" y="257556"/>
                    </a:lnTo>
                    <a:lnTo>
                      <a:pt x="0" y="342898"/>
                    </a:lnTo>
                    <a:close/>
                  </a:path>
                  <a:path w="91440" h="684530">
                    <a:moveTo>
                      <a:pt x="0" y="428242"/>
                    </a:moveTo>
                    <a:lnTo>
                      <a:pt x="91440" y="428242"/>
                    </a:lnTo>
                    <a:lnTo>
                      <a:pt x="91440" y="342900"/>
                    </a:lnTo>
                    <a:lnTo>
                      <a:pt x="0" y="342900"/>
                    </a:lnTo>
                    <a:lnTo>
                      <a:pt x="0" y="428242"/>
                    </a:lnTo>
                    <a:close/>
                  </a:path>
                  <a:path w="91440" h="684530">
                    <a:moveTo>
                      <a:pt x="0" y="513586"/>
                    </a:moveTo>
                    <a:lnTo>
                      <a:pt x="91440" y="513586"/>
                    </a:lnTo>
                    <a:lnTo>
                      <a:pt x="91440" y="428244"/>
                    </a:lnTo>
                    <a:lnTo>
                      <a:pt x="0" y="428244"/>
                    </a:lnTo>
                    <a:lnTo>
                      <a:pt x="0" y="513586"/>
                    </a:lnTo>
                    <a:close/>
                  </a:path>
                  <a:path w="91440" h="684530">
                    <a:moveTo>
                      <a:pt x="0" y="598930"/>
                    </a:moveTo>
                    <a:lnTo>
                      <a:pt x="91440" y="598930"/>
                    </a:lnTo>
                    <a:lnTo>
                      <a:pt x="91440" y="513583"/>
                    </a:lnTo>
                    <a:lnTo>
                      <a:pt x="0" y="513583"/>
                    </a:lnTo>
                    <a:lnTo>
                      <a:pt x="0" y="598930"/>
                    </a:lnTo>
                    <a:close/>
                  </a:path>
                  <a:path w="91440" h="684530">
                    <a:moveTo>
                      <a:pt x="0" y="684274"/>
                    </a:moveTo>
                    <a:lnTo>
                      <a:pt x="91440" y="684274"/>
                    </a:lnTo>
                    <a:lnTo>
                      <a:pt x="91440" y="598932"/>
                    </a:lnTo>
                    <a:lnTo>
                      <a:pt x="0" y="598932"/>
                    </a:lnTo>
                    <a:lnTo>
                      <a:pt x="0" y="684274"/>
                    </a:lnTo>
                    <a:close/>
                  </a:path>
                </a:pathLst>
              </a:custGeom>
              <a:ln w="12700">
                <a:solidFill>
                  <a:srgbClr val="000000"/>
                </a:solidFill>
              </a:ln>
            </p:spPr>
            <p:txBody>
              <a:bodyPr wrap="square" lIns="0" tIns="0" rIns="0" bIns="0" rtlCol="0"/>
              <a:lstStyle/>
              <a:p>
                <a:endParaRPr sz="2000"/>
              </a:p>
            </p:txBody>
          </p:sp>
        </p:grpSp>
        <p:grpSp>
          <p:nvGrpSpPr>
            <p:cNvPr id="107" name="object 36">
              <a:extLst>
                <a:ext uri="{FF2B5EF4-FFF2-40B4-BE49-F238E27FC236}">
                  <a16:creationId xmlns:a16="http://schemas.microsoft.com/office/drawing/2014/main" id="{B48E41E8-0666-4027-B8BC-21D12546B4B4}"/>
                </a:ext>
              </a:extLst>
            </p:cNvPr>
            <p:cNvGrpSpPr/>
            <p:nvPr/>
          </p:nvGrpSpPr>
          <p:grpSpPr>
            <a:xfrm>
              <a:off x="1824002" y="3724611"/>
              <a:ext cx="726017" cy="774700"/>
              <a:chOff x="2286254" y="1715771"/>
              <a:chExt cx="653415" cy="697230"/>
            </a:xfrm>
          </p:grpSpPr>
          <p:sp>
            <p:nvSpPr>
              <p:cNvPr id="108" name="object 37">
                <a:extLst>
                  <a:ext uri="{FF2B5EF4-FFF2-40B4-BE49-F238E27FC236}">
                    <a16:creationId xmlns:a16="http://schemas.microsoft.com/office/drawing/2014/main" id="{D2B3851A-6916-4358-A69A-38C1F0A62C57}"/>
                  </a:ext>
                </a:extLst>
              </p:cNvPr>
              <p:cNvSpPr/>
              <p:nvPr/>
            </p:nvSpPr>
            <p:spPr>
              <a:xfrm>
                <a:off x="2298954" y="2017014"/>
                <a:ext cx="628015" cy="82550"/>
              </a:xfrm>
              <a:custGeom>
                <a:avLst/>
                <a:gdLst/>
                <a:ahLst/>
                <a:cxnLst/>
                <a:rect l="l" t="t" r="r" b="b"/>
                <a:pathLst>
                  <a:path w="628014" h="82550">
                    <a:moveTo>
                      <a:pt x="586740" y="0"/>
                    </a:moveTo>
                    <a:lnTo>
                      <a:pt x="586740" y="20574"/>
                    </a:lnTo>
                    <a:lnTo>
                      <a:pt x="0" y="20574"/>
                    </a:lnTo>
                    <a:lnTo>
                      <a:pt x="0" y="61722"/>
                    </a:lnTo>
                    <a:lnTo>
                      <a:pt x="586740" y="61722"/>
                    </a:lnTo>
                    <a:lnTo>
                      <a:pt x="586740" y="82296"/>
                    </a:lnTo>
                    <a:lnTo>
                      <a:pt x="627888" y="41148"/>
                    </a:lnTo>
                    <a:lnTo>
                      <a:pt x="586740" y="0"/>
                    </a:lnTo>
                    <a:close/>
                  </a:path>
                </a:pathLst>
              </a:custGeom>
              <a:solidFill>
                <a:srgbClr val="B2B2B2"/>
              </a:solidFill>
            </p:spPr>
            <p:txBody>
              <a:bodyPr wrap="square" lIns="0" tIns="0" rIns="0" bIns="0" rtlCol="0"/>
              <a:lstStyle/>
              <a:p>
                <a:endParaRPr sz="2000"/>
              </a:p>
            </p:txBody>
          </p:sp>
          <p:sp>
            <p:nvSpPr>
              <p:cNvPr id="109" name="object 38">
                <a:extLst>
                  <a:ext uri="{FF2B5EF4-FFF2-40B4-BE49-F238E27FC236}">
                    <a16:creationId xmlns:a16="http://schemas.microsoft.com/office/drawing/2014/main" id="{01186755-EC76-4182-8298-E360AC0CB5C4}"/>
                  </a:ext>
                </a:extLst>
              </p:cNvPr>
              <p:cNvSpPr/>
              <p:nvPr/>
            </p:nvSpPr>
            <p:spPr>
              <a:xfrm>
                <a:off x="2298954" y="2017014"/>
                <a:ext cx="628015" cy="82550"/>
              </a:xfrm>
              <a:custGeom>
                <a:avLst/>
                <a:gdLst/>
                <a:ahLst/>
                <a:cxnLst/>
                <a:rect l="l" t="t" r="r" b="b"/>
                <a:pathLst>
                  <a:path w="628014" h="82550">
                    <a:moveTo>
                      <a:pt x="0" y="20574"/>
                    </a:moveTo>
                    <a:lnTo>
                      <a:pt x="586740" y="20574"/>
                    </a:lnTo>
                    <a:lnTo>
                      <a:pt x="586740" y="0"/>
                    </a:lnTo>
                    <a:lnTo>
                      <a:pt x="627888" y="41148"/>
                    </a:lnTo>
                    <a:lnTo>
                      <a:pt x="586740" y="82296"/>
                    </a:lnTo>
                    <a:lnTo>
                      <a:pt x="586740" y="61722"/>
                    </a:lnTo>
                    <a:lnTo>
                      <a:pt x="0" y="61722"/>
                    </a:lnTo>
                    <a:lnTo>
                      <a:pt x="0" y="20574"/>
                    </a:lnTo>
                    <a:close/>
                  </a:path>
                </a:pathLst>
              </a:custGeom>
              <a:ln w="25400">
                <a:solidFill>
                  <a:srgbClr val="B2B2B2"/>
                </a:solidFill>
              </a:ln>
            </p:spPr>
            <p:txBody>
              <a:bodyPr wrap="square" lIns="0" tIns="0" rIns="0" bIns="0" rtlCol="0"/>
              <a:lstStyle/>
              <a:p>
                <a:endParaRPr sz="2000"/>
              </a:p>
            </p:txBody>
          </p:sp>
          <p:sp>
            <p:nvSpPr>
              <p:cNvPr id="110" name="object 39">
                <a:extLst>
                  <a:ext uri="{FF2B5EF4-FFF2-40B4-BE49-F238E27FC236}">
                    <a16:creationId xmlns:a16="http://schemas.microsoft.com/office/drawing/2014/main" id="{35768A8A-595E-40B6-8294-A5AE86EFABB7}"/>
                  </a:ext>
                </a:extLst>
              </p:cNvPr>
              <p:cNvSpPr/>
              <p:nvPr/>
            </p:nvSpPr>
            <p:spPr>
              <a:xfrm>
                <a:off x="2494788" y="17221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11" name="object 40">
                <a:extLst>
                  <a:ext uri="{FF2B5EF4-FFF2-40B4-BE49-F238E27FC236}">
                    <a16:creationId xmlns:a16="http://schemas.microsoft.com/office/drawing/2014/main" id="{5ED34D15-C733-45B8-970F-89B31C091C89}"/>
                  </a:ext>
                </a:extLst>
              </p:cNvPr>
              <p:cNvSpPr/>
              <p:nvPr/>
            </p:nvSpPr>
            <p:spPr>
              <a:xfrm>
                <a:off x="249478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2" name="object 41">
                <a:extLst>
                  <a:ext uri="{FF2B5EF4-FFF2-40B4-BE49-F238E27FC236}">
                    <a16:creationId xmlns:a16="http://schemas.microsoft.com/office/drawing/2014/main" id="{FA3DCE78-5723-4EED-894E-A583E8C57186}"/>
                  </a:ext>
                </a:extLst>
              </p:cNvPr>
              <p:cNvSpPr/>
              <p:nvPr/>
            </p:nvSpPr>
            <p:spPr>
              <a:xfrm>
                <a:off x="2494788" y="1807461"/>
                <a:ext cx="91440" cy="86995"/>
              </a:xfrm>
              <a:custGeom>
                <a:avLst/>
                <a:gdLst/>
                <a:ahLst/>
                <a:cxnLst/>
                <a:rect l="l" t="t" r="r" b="b"/>
                <a:pathLst>
                  <a:path w="91439" h="86994">
                    <a:moveTo>
                      <a:pt x="91440" y="0"/>
                    </a:moveTo>
                    <a:lnTo>
                      <a:pt x="0" y="0"/>
                    </a:lnTo>
                    <a:lnTo>
                      <a:pt x="0" y="86870"/>
                    </a:lnTo>
                    <a:lnTo>
                      <a:pt x="91440" y="86870"/>
                    </a:lnTo>
                    <a:lnTo>
                      <a:pt x="91440" y="0"/>
                    </a:lnTo>
                    <a:close/>
                  </a:path>
                </a:pathLst>
              </a:custGeom>
              <a:solidFill>
                <a:srgbClr val="FFFD96"/>
              </a:solidFill>
            </p:spPr>
            <p:txBody>
              <a:bodyPr wrap="square" lIns="0" tIns="0" rIns="0" bIns="0" rtlCol="0"/>
              <a:lstStyle/>
              <a:p>
                <a:endParaRPr sz="2000"/>
              </a:p>
            </p:txBody>
          </p:sp>
          <p:sp>
            <p:nvSpPr>
              <p:cNvPr id="113" name="object 42">
                <a:extLst>
                  <a:ext uri="{FF2B5EF4-FFF2-40B4-BE49-F238E27FC236}">
                    <a16:creationId xmlns:a16="http://schemas.microsoft.com/office/drawing/2014/main" id="{0FFD3DE1-3A24-4D21-B36D-EB0CFD04AF6F}"/>
                  </a:ext>
                </a:extLst>
              </p:cNvPr>
              <p:cNvSpPr/>
              <p:nvPr/>
            </p:nvSpPr>
            <p:spPr>
              <a:xfrm>
                <a:off x="249478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14" name="object 43">
                <a:extLst>
                  <a:ext uri="{FF2B5EF4-FFF2-40B4-BE49-F238E27FC236}">
                    <a16:creationId xmlns:a16="http://schemas.microsoft.com/office/drawing/2014/main" id="{E3C52DFD-9097-467F-BE88-17B99A0D1D4B}"/>
                  </a:ext>
                </a:extLst>
              </p:cNvPr>
              <p:cNvSpPr/>
              <p:nvPr/>
            </p:nvSpPr>
            <p:spPr>
              <a:xfrm>
                <a:off x="2494788"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15" name="object 44">
                <a:extLst>
                  <a:ext uri="{FF2B5EF4-FFF2-40B4-BE49-F238E27FC236}">
                    <a16:creationId xmlns:a16="http://schemas.microsoft.com/office/drawing/2014/main" id="{9312F6C7-6F30-4FD7-82FF-2032638B34B4}"/>
                  </a:ext>
                </a:extLst>
              </p:cNvPr>
              <p:cNvSpPr/>
              <p:nvPr/>
            </p:nvSpPr>
            <p:spPr>
              <a:xfrm>
                <a:off x="249478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6" name="object 45">
                <a:extLst>
                  <a:ext uri="{FF2B5EF4-FFF2-40B4-BE49-F238E27FC236}">
                    <a16:creationId xmlns:a16="http://schemas.microsoft.com/office/drawing/2014/main" id="{EAB4B188-2785-4D71-A9B9-904D6369802F}"/>
                  </a:ext>
                </a:extLst>
              </p:cNvPr>
              <p:cNvSpPr/>
              <p:nvPr/>
            </p:nvSpPr>
            <p:spPr>
              <a:xfrm>
                <a:off x="2494788"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17" name="object 46">
                <a:extLst>
                  <a:ext uri="{FF2B5EF4-FFF2-40B4-BE49-F238E27FC236}">
                    <a16:creationId xmlns:a16="http://schemas.microsoft.com/office/drawing/2014/main" id="{3D71E4E7-EC5B-422D-9BB8-4BA016E83EBA}"/>
                  </a:ext>
                </a:extLst>
              </p:cNvPr>
              <p:cNvSpPr/>
              <p:nvPr/>
            </p:nvSpPr>
            <p:spPr>
              <a:xfrm>
                <a:off x="249478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8" name="object 47">
                <a:extLst>
                  <a:ext uri="{FF2B5EF4-FFF2-40B4-BE49-F238E27FC236}">
                    <a16:creationId xmlns:a16="http://schemas.microsoft.com/office/drawing/2014/main" id="{2A1A454E-8CA9-4216-9368-3BDF45859C0E}"/>
                  </a:ext>
                </a:extLst>
              </p:cNvPr>
              <p:cNvSpPr/>
              <p:nvPr/>
            </p:nvSpPr>
            <p:spPr>
              <a:xfrm>
                <a:off x="2494788"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19" name="object 48">
                <a:extLst>
                  <a:ext uri="{FF2B5EF4-FFF2-40B4-BE49-F238E27FC236}">
                    <a16:creationId xmlns:a16="http://schemas.microsoft.com/office/drawing/2014/main" id="{467913D9-E011-489E-9835-C0BD7DF54EDF}"/>
                  </a:ext>
                </a:extLst>
              </p:cNvPr>
              <p:cNvSpPr/>
              <p:nvPr/>
            </p:nvSpPr>
            <p:spPr>
              <a:xfrm>
                <a:off x="249478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0" name="object 49">
                <a:extLst>
                  <a:ext uri="{FF2B5EF4-FFF2-40B4-BE49-F238E27FC236}">
                    <a16:creationId xmlns:a16="http://schemas.microsoft.com/office/drawing/2014/main" id="{6FF44EA2-7104-4564-811D-4F7AAFC27823}"/>
                  </a:ext>
                </a:extLst>
              </p:cNvPr>
              <p:cNvSpPr/>
              <p:nvPr/>
            </p:nvSpPr>
            <p:spPr>
              <a:xfrm>
                <a:off x="2494788"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21" name="object 50">
                <a:extLst>
                  <a:ext uri="{FF2B5EF4-FFF2-40B4-BE49-F238E27FC236}">
                    <a16:creationId xmlns:a16="http://schemas.microsoft.com/office/drawing/2014/main" id="{B29C6DE9-376F-4B3C-B228-CF2553FBC0DC}"/>
                  </a:ext>
                </a:extLst>
              </p:cNvPr>
              <p:cNvSpPr/>
              <p:nvPr/>
            </p:nvSpPr>
            <p:spPr>
              <a:xfrm>
                <a:off x="249478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2" name="object 51">
                <a:extLst>
                  <a:ext uri="{FF2B5EF4-FFF2-40B4-BE49-F238E27FC236}">
                    <a16:creationId xmlns:a16="http://schemas.microsoft.com/office/drawing/2014/main" id="{22DA03E5-B0FA-40FC-8B4A-19AF486ACCAF}"/>
                  </a:ext>
                </a:extLst>
              </p:cNvPr>
              <p:cNvSpPr/>
              <p:nvPr/>
            </p:nvSpPr>
            <p:spPr>
              <a:xfrm>
                <a:off x="2494788" y="22357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23" name="object 52">
                <a:extLst>
                  <a:ext uri="{FF2B5EF4-FFF2-40B4-BE49-F238E27FC236}">
                    <a16:creationId xmlns:a16="http://schemas.microsoft.com/office/drawing/2014/main" id="{834D906A-6E41-4826-A144-C7E9359E3EA1}"/>
                  </a:ext>
                </a:extLst>
              </p:cNvPr>
              <p:cNvSpPr/>
              <p:nvPr/>
            </p:nvSpPr>
            <p:spPr>
              <a:xfrm>
                <a:off x="249478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24" name="object 53">
                <a:extLst>
                  <a:ext uri="{FF2B5EF4-FFF2-40B4-BE49-F238E27FC236}">
                    <a16:creationId xmlns:a16="http://schemas.microsoft.com/office/drawing/2014/main" id="{BCD125D2-23EF-4DB5-AA8C-201728ED7825}"/>
                  </a:ext>
                </a:extLst>
              </p:cNvPr>
              <p:cNvSpPr/>
              <p:nvPr/>
            </p:nvSpPr>
            <p:spPr>
              <a:xfrm>
                <a:off x="2494788" y="232105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25" name="object 54">
                <a:extLst>
                  <a:ext uri="{FF2B5EF4-FFF2-40B4-BE49-F238E27FC236}">
                    <a16:creationId xmlns:a16="http://schemas.microsoft.com/office/drawing/2014/main" id="{08823B10-45FB-4007-8CDC-1A8ADFC5CDBB}"/>
                  </a:ext>
                </a:extLst>
              </p:cNvPr>
              <p:cNvSpPr/>
              <p:nvPr/>
            </p:nvSpPr>
            <p:spPr>
              <a:xfrm>
                <a:off x="249478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6" name="object 55">
                <a:extLst>
                  <a:ext uri="{FF2B5EF4-FFF2-40B4-BE49-F238E27FC236}">
                    <a16:creationId xmlns:a16="http://schemas.microsoft.com/office/drawing/2014/main" id="{7CD48D10-D035-4832-8477-7FD1BC746888}"/>
                  </a:ext>
                </a:extLst>
              </p:cNvPr>
              <p:cNvSpPr/>
              <p:nvPr/>
            </p:nvSpPr>
            <p:spPr>
              <a:xfrm>
                <a:off x="2586228" y="17221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27" name="object 56">
                <a:extLst>
                  <a:ext uri="{FF2B5EF4-FFF2-40B4-BE49-F238E27FC236}">
                    <a16:creationId xmlns:a16="http://schemas.microsoft.com/office/drawing/2014/main" id="{D864B8F0-698A-48D9-8D43-4559099E5857}"/>
                  </a:ext>
                </a:extLst>
              </p:cNvPr>
              <p:cNvSpPr/>
              <p:nvPr/>
            </p:nvSpPr>
            <p:spPr>
              <a:xfrm>
                <a:off x="258622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8" name="object 57">
                <a:extLst>
                  <a:ext uri="{FF2B5EF4-FFF2-40B4-BE49-F238E27FC236}">
                    <a16:creationId xmlns:a16="http://schemas.microsoft.com/office/drawing/2014/main" id="{9394AA70-0BBB-481F-B314-C7BBAE396CEF}"/>
                  </a:ext>
                </a:extLst>
              </p:cNvPr>
              <p:cNvSpPr/>
              <p:nvPr/>
            </p:nvSpPr>
            <p:spPr>
              <a:xfrm>
                <a:off x="2586228" y="1807461"/>
                <a:ext cx="91440" cy="86995"/>
              </a:xfrm>
              <a:custGeom>
                <a:avLst/>
                <a:gdLst/>
                <a:ahLst/>
                <a:cxnLst/>
                <a:rect l="l" t="t" r="r" b="b"/>
                <a:pathLst>
                  <a:path w="91439" h="86994">
                    <a:moveTo>
                      <a:pt x="91440" y="0"/>
                    </a:moveTo>
                    <a:lnTo>
                      <a:pt x="0" y="0"/>
                    </a:lnTo>
                    <a:lnTo>
                      <a:pt x="0" y="86870"/>
                    </a:lnTo>
                    <a:lnTo>
                      <a:pt x="91440" y="86870"/>
                    </a:lnTo>
                    <a:lnTo>
                      <a:pt x="91440" y="0"/>
                    </a:lnTo>
                    <a:close/>
                  </a:path>
                </a:pathLst>
              </a:custGeom>
              <a:solidFill>
                <a:srgbClr val="BBB800"/>
              </a:solidFill>
            </p:spPr>
            <p:txBody>
              <a:bodyPr wrap="square" lIns="0" tIns="0" rIns="0" bIns="0" rtlCol="0"/>
              <a:lstStyle/>
              <a:p>
                <a:endParaRPr sz="2000"/>
              </a:p>
            </p:txBody>
          </p:sp>
          <p:sp>
            <p:nvSpPr>
              <p:cNvPr id="129" name="object 58">
                <a:extLst>
                  <a:ext uri="{FF2B5EF4-FFF2-40B4-BE49-F238E27FC236}">
                    <a16:creationId xmlns:a16="http://schemas.microsoft.com/office/drawing/2014/main" id="{C0FF3A78-03C1-4F08-A9D5-4A171ADBA53B}"/>
                  </a:ext>
                </a:extLst>
              </p:cNvPr>
              <p:cNvSpPr/>
              <p:nvPr/>
            </p:nvSpPr>
            <p:spPr>
              <a:xfrm>
                <a:off x="258622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30" name="object 59">
                <a:extLst>
                  <a:ext uri="{FF2B5EF4-FFF2-40B4-BE49-F238E27FC236}">
                    <a16:creationId xmlns:a16="http://schemas.microsoft.com/office/drawing/2014/main" id="{73E2FEC5-5C71-492C-BBB1-08E5761DB99E}"/>
                  </a:ext>
                </a:extLst>
              </p:cNvPr>
              <p:cNvSpPr/>
              <p:nvPr/>
            </p:nvSpPr>
            <p:spPr>
              <a:xfrm>
                <a:off x="2586228"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31" name="object 60">
                <a:extLst>
                  <a:ext uri="{FF2B5EF4-FFF2-40B4-BE49-F238E27FC236}">
                    <a16:creationId xmlns:a16="http://schemas.microsoft.com/office/drawing/2014/main" id="{789276D5-8401-4BFF-9C36-A8A2897D2976}"/>
                  </a:ext>
                </a:extLst>
              </p:cNvPr>
              <p:cNvSpPr/>
              <p:nvPr/>
            </p:nvSpPr>
            <p:spPr>
              <a:xfrm>
                <a:off x="258622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2" name="object 61">
                <a:extLst>
                  <a:ext uri="{FF2B5EF4-FFF2-40B4-BE49-F238E27FC236}">
                    <a16:creationId xmlns:a16="http://schemas.microsoft.com/office/drawing/2014/main" id="{D6AF9E8E-5C61-430B-9C40-D15368E2E9C7}"/>
                  </a:ext>
                </a:extLst>
              </p:cNvPr>
              <p:cNvSpPr/>
              <p:nvPr/>
            </p:nvSpPr>
            <p:spPr>
              <a:xfrm>
                <a:off x="2586228"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33" name="object 62">
                <a:extLst>
                  <a:ext uri="{FF2B5EF4-FFF2-40B4-BE49-F238E27FC236}">
                    <a16:creationId xmlns:a16="http://schemas.microsoft.com/office/drawing/2014/main" id="{DBD241D6-8032-4B0F-A55A-FDE6A1B8E608}"/>
                  </a:ext>
                </a:extLst>
              </p:cNvPr>
              <p:cNvSpPr/>
              <p:nvPr/>
            </p:nvSpPr>
            <p:spPr>
              <a:xfrm>
                <a:off x="258622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4" name="object 63">
                <a:extLst>
                  <a:ext uri="{FF2B5EF4-FFF2-40B4-BE49-F238E27FC236}">
                    <a16:creationId xmlns:a16="http://schemas.microsoft.com/office/drawing/2014/main" id="{3D6BD0BC-EAB2-4DB1-9D88-812FBCC10B1A}"/>
                  </a:ext>
                </a:extLst>
              </p:cNvPr>
              <p:cNvSpPr/>
              <p:nvPr/>
            </p:nvSpPr>
            <p:spPr>
              <a:xfrm>
                <a:off x="2586228"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35" name="object 64">
                <a:extLst>
                  <a:ext uri="{FF2B5EF4-FFF2-40B4-BE49-F238E27FC236}">
                    <a16:creationId xmlns:a16="http://schemas.microsoft.com/office/drawing/2014/main" id="{AAF6569D-4119-4716-BFFB-EB4274D08075}"/>
                  </a:ext>
                </a:extLst>
              </p:cNvPr>
              <p:cNvSpPr/>
              <p:nvPr/>
            </p:nvSpPr>
            <p:spPr>
              <a:xfrm>
                <a:off x="258622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6" name="object 65">
                <a:extLst>
                  <a:ext uri="{FF2B5EF4-FFF2-40B4-BE49-F238E27FC236}">
                    <a16:creationId xmlns:a16="http://schemas.microsoft.com/office/drawing/2014/main" id="{E5A956DD-2F64-4DEF-AD3E-ECBBADE3D1F3}"/>
                  </a:ext>
                </a:extLst>
              </p:cNvPr>
              <p:cNvSpPr/>
              <p:nvPr/>
            </p:nvSpPr>
            <p:spPr>
              <a:xfrm>
                <a:off x="2586228"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37" name="object 66">
                <a:extLst>
                  <a:ext uri="{FF2B5EF4-FFF2-40B4-BE49-F238E27FC236}">
                    <a16:creationId xmlns:a16="http://schemas.microsoft.com/office/drawing/2014/main" id="{E5A36471-CA20-4B54-BD7C-060ED528626B}"/>
                  </a:ext>
                </a:extLst>
              </p:cNvPr>
              <p:cNvSpPr/>
              <p:nvPr/>
            </p:nvSpPr>
            <p:spPr>
              <a:xfrm>
                <a:off x="258622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8" name="object 67">
                <a:extLst>
                  <a:ext uri="{FF2B5EF4-FFF2-40B4-BE49-F238E27FC236}">
                    <a16:creationId xmlns:a16="http://schemas.microsoft.com/office/drawing/2014/main" id="{0AF5DE6C-9946-44ED-943B-0D0E30B3DBD8}"/>
                  </a:ext>
                </a:extLst>
              </p:cNvPr>
              <p:cNvSpPr/>
              <p:nvPr/>
            </p:nvSpPr>
            <p:spPr>
              <a:xfrm>
                <a:off x="2586228" y="22357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139" name="object 68">
                <a:extLst>
                  <a:ext uri="{FF2B5EF4-FFF2-40B4-BE49-F238E27FC236}">
                    <a16:creationId xmlns:a16="http://schemas.microsoft.com/office/drawing/2014/main" id="{D079C261-6CB4-42C2-8AC8-2E92321C572E}"/>
                  </a:ext>
                </a:extLst>
              </p:cNvPr>
              <p:cNvSpPr/>
              <p:nvPr/>
            </p:nvSpPr>
            <p:spPr>
              <a:xfrm>
                <a:off x="258622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40" name="object 69">
                <a:extLst>
                  <a:ext uri="{FF2B5EF4-FFF2-40B4-BE49-F238E27FC236}">
                    <a16:creationId xmlns:a16="http://schemas.microsoft.com/office/drawing/2014/main" id="{2DFEEE90-1D12-4414-9D37-4826C404623A}"/>
                  </a:ext>
                </a:extLst>
              </p:cNvPr>
              <p:cNvSpPr/>
              <p:nvPr/>
            </p:nvSpPr>
            <p:spPr>
              <a:xfrm>
                <a:off x="2586228" y="232105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41" name="object 70">
                <a:extLst>
                  <a:ext uri="{FF2B5EF4-FFF2-40B4-BE49-F238E27FC236}">
                    <a16:creationId xmlns:a16="http://schemas.microsoft.com/office/drawing/2014/main" id="{73FC12AB-7185-4B54-B621-E4A08FD81EDA}"/>
                  </a:ext>
                </a:extLst>
              </p:cNvPr>
              <p:cNvSpPr/>
              <p:nvPr/>
            </p:nvSpPr>
            <p:spPr>
              <a:xfrm>
                <a:off x="258622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42" name="object 71">
              <a:extLst>
                <a:ext uri="{FF2B5EF4-FFF2-40B4-BE49-F238E27FC236}">
                  <a16:creationId xmlns:a16="http://schemas.microsoft.com/office/drawing/2014/main" id="{27F0319A-0008-4BC0-B10C-141584841B90}"/>
                </a:ext>
              </a:extLst>
            </p:cNvPr>
            <p:cNvGrpSpPr/>
            <p:nvPr/>
          </p:nvGrpSpPr>
          <p:grpSpPr>
            <a:xfrm>
              <a:off x="3187133" y="3915958"/>
              <a:ext cx="705556" cy="393700"/>
              <a:chOff x="3513073" y="1887983"/>
              <a:chExt cx="635000" cy="354330"/>
            </a:xfrm>
          </p:grpSpPr>
          <p:sp>
            <p:nvSpPr>
              <p:cNvPr id="143" name="object 72">
                <a:extLst>
                  <a:ext uri="{FF2B5EF4-FFF2-40B4-BE49-F238E27FC236}">
                    <a16:creationId xmlns:a16="http://schemas.microsoft.com/office/drawing/2014/main" id="{04B2ECED-9F40-4F73-AED7-E2C81867A828}"/>
                  </a:ext>
                </a:extLst>
              </p:cNvPr>
              <p:cNvSpPr/>
              <p:nvPr/>
            </p:nvSpPr>
            <p:spPr>
              <a:xfrm>
                <a:off x="3525773" y="2013965"/>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144" name="object 73">
                <a:extLst>
                  <a:ext uri="{FF2B5EF4-FFF2-40B4-BE49-F238E27FC236}">
                    <a16:creationId xmlns:a16="http://schemas.microsoft.com/office/drawing/2014/main" id="{E5C08943-698C-4CCC-9076-AFD998BBB550}"/>
                  </a:ext>
                </a:extLst>
              </p:cNvPr>
              <p:cNvSpPr/>
              <p:nvPr/>
            </p:nvSpPr>
            <p:spPr>
              <a:xfrm>
                <a:off x="3525773" y="2013965"/>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45" name="object 74">
                <a:extLst>
                  <a:ext uri="{FF2B5EF4-FFF2-40B4-BE49-F238E27FC236}">
                    <a16:creationId xmlns:a16="http://schemas.microsoft.com/office/drawing/2014/main" id="{C5E18B18-9716-46DC-8285-680005B5EBAE}"/>
                  </a:ext>
                </a:extLst>
              </p:cNvPr>
              <p:cNvSpPr/>
              <p:nvPr/>
            </p:nvSpPr>
            <p:spPr>
              <a:xfrm>
                <a:off x="3710939"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46" name="object 75">
                <a:extLst>
                  <a:ext uri="{FF2B5EF4-FFF2-40B4-BE49-F238E27FC236}">
                    <a16:creationId xmlns:a16="http://schemas.microsoft.com/office/drawing/2014/main" id="{A0834DC0-5BF9-4DD4-BFEB-86A7FFD9EA93}"/>
                  </a:ext>
                </a:extLst>
              </p:cNvPr>
              <p:cNvSpPr/>
              <p:nvPr/>
            </p:nvSpPr>
            <p:spPr>
              <a:xfrm>
                <a:off x="3710939"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7" name="object 76">
                <a:extLst>
                  <a:ext uri="{FF2B5EF4-FFF2-40B4-BE49-F238E27FC236}">
                    <a16:creationId xmlns:a16="http://schemas.microsoft.com/office/drawing/2014/main" id="{EFDDA035-A1C5-4A86-AA7E-C486416178A8}"/>
                  </a:ext>
                </a:extLst>
              </p:cNvPr>
              <p:cNvSpPr/>
              <p:nvPr/>
            </p:nvSpPr>
            <p:spPr>
              <a:xfrm>
                <a:off x="3710939"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48" name="object 77">
                <a:extLst>
                  <a:ext uri="{FF2B5EF4-FFF2-40B4-BE49-F238E27FC236}">
                    <a16:creationId xmlns:a16="http://schemas.microsoft.com/office/drawing/2014/main" id="{A2411DB1-6A52-4914-879E-8ADC5DCB22C0}"/>
                  </a:ext>
                </a:extLst>
              </p:cNvPr>
              <p:cNvSpPr/>
              <p:nvPr/>
            </p:nvSpPr>
            <p:spPr>
              <a:xfrm>
                <a:off x="3710939"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9" name="object 78">
                <a:extLst>
                  <a:ext uri="{FF2B5EF4-FFF2-40B4-BE49-F238E27FC236}">
                    <a16:creationId xmlns:a16="http://schemas.microsoft.com/office/drawing/2014/main" id="{CBDB716D-45C8-49FB-B871-457FF3033D43}"/>
                  </a:ext>
                </a:extLst>
              </p:cNvPr>
              <p:cNvSpPr/>
              <p:nvPr/>
            </p:nvSpPr>
            <p:spPr>
              <a:xfrm>
                <a:off x="3710939"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0" name="object 79">
                <a:extLst>
                  <a:ext uri="{FF2B5EF4-FFF2-40B4-BE49-F238E27FC236}">
                    <a16:creationId xmlns:a16="http://schemas.microsoft.com/office/drawing/2014/main" id="{63E2B051-A956-4654-9102-CB9DD8BEB099}"/>
                  </a:ext>
                </a:extLst>
              </p:cNvPr>
              <p:cNvSpPr/>
              <p:nvPr/>
            </p:nvSpPr>
            <p:spPr>
              <a:xfrm>
                <a:off x="3710939"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1" name="object 80">
                <a:extLst>
                  <a:ext uri="{FF2B5EF4-FFF2-40B4-BE49-F238E27FC236}">
                    <a16:creationId xmlns:a16="http://schemas.microsoft.com/office/drawing/2014/main" id="{FCDD8AD8-41E3-4CAB-AE48-E0939836E1D5}"/>
                  </a:ext>
                </a:extLst>
              </p:cNvPr>
              <p:cNvSpPr/>
              <p:nvPr/>
            </p:nvSpPr>
            <p:spPr>
              <a:xfrm>
                <a:off x="3710939"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2" name="object 81">
                <a:extLst>
                  <a:ext uri="{FF2B5EF4-FFF2-40B4-BE49-F238E27FC236}">
                    <a16:creationId xmlns:a16="http://schemas.microsoft.com/office/drawing/2014/main" id="{835CF67C-AF49-4351-B490-BAB510FC52B5}"/>
                  </a:ext>
                </a:extLst>
              </p:cNvPr>
              <p:cNvSpPr/>
              <p:nvPr/>
            </p:nvSpPr>
            <p:spPr>
              <a:xfrm>
                <a:off x="3710939"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3" name="object 82">
                <a:extLst>
                  <a:ext uri="{FF2B5EF4-FFF2-40B4-BE49-F238E27FC236}">
                    <a16:creationId xmlns:a16="http://schemas.microsoft.com/office/drawing/2014/main" id="{5734D13F-29B9-404A-8BD7-206F6BAB4FD3}"/>
                  </a:ext>
                </a:extLst>
              </p:cNvPr>
              <p:cNvSpPr/>
              <p:nvPr/>
            </p:nvSpPr>
            <p:spPr>
              <a:xfrm>
                <a:off x="3802379" y="189433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54" name="object 83">
                <a:extLst>
                  <a:ext uri="{FF2B5EF4-FFF2-40B4-BE49-F238E27FC236}">
                    <a16:creationId xmlns:a16="http://schemas.microsoft.com/office/drawing/2014/main" id="{0CC6DD8A-6564-4C13-A21B-79B8FFEA9CBA}"/>
                  </a:ext>
                </a:extLst>
              </p:cNvPr>
              <p:cNvSpPr/>
              <p:nvPr/>
            </p:nvSpPr>
            <p:spPr>
              <a:xfrm>
                <a:off x="3802379" y="18943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5" name="object 84">
                <a:extLst>
                  <a:ext uri="{FF2B5EF4-FFF2-40B4-BE49-F238E27FC236}">
                    <a16:creationId xmlns:a16="http://schemas.microsoft.com/office/drawing/2014/main" id="{B30A54FE-B1EA-4404-A5D6-FD87D8E37480}"/>
                  </a:ext>
                </a:extLst>
              </p:cNvPr>
              <p:cNvSpPr/>
              <p:nvPr/>
            </p:nvSpPr>
            <p:spPr>
              <a:xfrm>
                <a:off x="3802379" y="197967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56" name="object 85">
                <a:extLst>
                  <a:ext uri="{FF2B5EF4-FFF2-40B4-BE49-F238E27FC236}">
                    <a16:creationId xmlns:a16="http://schemas.microsoft.com/office/drawing/2014/main" id="{B61DAFA3-9C7E-41E7-ADC7-8E021B388EE7}"/>
                  </a:ext>
                </a:extLst>
              </p:cNvPr>
              <p:cNvSpPr/>
              <p:nvPr/>
            </p:nvSpPr>
            <p:spPr>
              <a:xfrm>
                <a:off x="3802379" y="1979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7" name="object 86">
                <a:extLst>
                  <a:ext uri="{FF2B5EF4-FFF2-40B4-BE49-F238E27FC236}">
                    <a16:creationId xmlns:a16="http://schemas.microsoft.com/office/drawing/2014/main" id="{5DD0FFE3-94F1-4F60-ADD7-94ED5E9B6F76}"/>
                  </a:ext>
                </a:extLst>
              </p:cNvPr>
              <p:cNvSpPr/>
              <p:nvPr/>
            </p:nvSpPr>
            <p:spPr>
              <a:xfrm>
                <a:off x="3802379" y="206502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58" name="object 87">
                <a:extLst>
                  <a:ext uri="{FF2B5EF4-FFF2-40B4-BE49-F238E27FC236}">
                    <a16:creationId xmlns:a16="http://schemas.microsoft.com/office/drawing/2014/main" id="{49B8410E-62FF-4C43-B785-62CF277170A2}"/>
                  </a:ext>
                </a:extLst>
              </p:cNvPr>
              <p:cNvSpPr/>
              <p:nvPr/>
            </p:nvSpPr>
            <p:spPr>
              <a:xfrm>
                <a:off x="3802379" y="2065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9" name="object 88">
                <a:extLst>
                  <a:ext uri="{FF2B5EF4-FFF2-40B4-BE49-F238E27FC236}">
                    <a16:creationId xmlns:a16="http://schemas.microsoft.com/office/drawing/2014/main" id="{55E57B98-3796-4204-AE89-F130359D4FAB}"/>
                  </a:ext>
                </a:extLst>
              </p:cNvPr>
              <p:cNvSpPr/>
              <p:nvPr/>
            </p:nvSpPr>
            <p:spPr>
              <a:xfrm>
                <a:off x="3802379" y="2150365"/>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60" name="object 89">
                <a:extLst>
                  <a:ext uri="{FF2B5EF4-FFF2-40B4-BE49-F238E27FC236}">
                    <a16:creationId xmlns:a16="http://schemas.microsoft.com/office/drawing/2014/main" id="{FE432426-B1D9-4B3A-A556-93059CA936EB}"/>
                  </a:ext>
                </a:extLst>
              </p:cNvPr>
              <p:cNvSpPr/>
              <p:nvPr/>
            </p:nvSpPr>
            <p:spPr>
              <a:xfrm>
                <a:off x="3802379" y="2150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61" name="object 90">
              <a:extLst>
                <a:ext uri="{FF2B5EF4-FFF2-40B4-BE49-F238E27FC236}">
                  <a16:creationId xmlns:a16="http://schemas.microsoft.com/office/drawing/2014/main" id="{CCC132EB-7235-4EE9-9858-56E8830A8C11}"/>
                </a:ext>
              </a:extLst>
            </p:cNvPr>
            <p:cNvGrpSpPr/>
            <p:nvPr/>
          </p:nvGrpSpPr>
          <p:grpSpPr>
            <a:xfrm>
              <a:off x="4541800" y="4046909"/>
              <a:ext cx="357011" cy="124883"/>
              <a:chOff x="4732273" y="2005838"/>
              <a:chExt cx="321310" cy="112395"/>
            </a:xfrm>
          </p:grpSpPr>
          <p:sp>
            <p:nvSpPr>
              <p:cNvPr id="162" name="object 91">
                <a:extLst>
                  <a:ext uri="{FF2B5EF4-FFF2-40B4-BE49-F238E27FC236}">
                    <a16:creationId xmlns:a16="http://schemas.microsoft.com/office/drawing/2014/main" id="{28CFE162-67B7-4407-B624-35D6AE244B02}"/>
                  </a:ext>
                </a:extLst>
              </p:cNvPr>
              <p:cNvSpPr/>
              <p:nvPr/>
            </p:nvSpPr>
            <p:spPr>
              <a:xfrm>
                <a:off x="4744973" y="2018538"/>
                <a:ext cx="295910" cy="86995"/>
              </a:xfrm>
              <a:custGeom>
                <a:avLst/>
                <a:gdLst/>
                <a:ahLst/>
                <a:cxnLst/>
                <a:rect l="l" t="t" r="r" b="b"/>
                <a:pathLst>
                  <a:path w="295910" h="86994">
                    <a:moveTo>
                      <a:pt x="252222" y="0"/>
                    </a:moveTo>
                    <a:lnTo>
                      <a:pt x="252222" y="21717"/>
                    </a:lnTo>
                    <a:lnTo>
                      <a:pt x="0" y="21717"/>
                    </a:lnTo>
                    <a:lnTo>
                      <a:pt x="0" y="65151"/>
                    </a:lnTo>
                    <a:lnTo>
                      <a:pt x="252222" y="65151"/>
                    </a:lnTo>
                    <a:lnTo>
                      <a:pt x="252222" y="86868"/>
                    </a:lnTo>
                    <a:lnTo>
                      <a:pt x="295656" y="43434"/>
                    </a:lnTo>
                    <a:lnTo>
                      <a:pt x="252222" y="0"/>
                    </a:lnTo>
                    <a:close/>
                  </a:path>
                </a:pathLst>
              </a:custGeom>
              <a:solidFill>
                <a:srgbClr val="B2B2B2"/>
              </a:solidFill>
            </p:spPr>
            <p:txBody>
              <a:bodyPr wrap="square" lIns="0" tIns="0" rIns="0" bIns="0" rtlCol="0"/>
              <a:lstStyle/>
              <a:p>
                <a:endParaRPr sz="2000"/>
              </a:p>
            </p:txBody>
          </p:sp>
          <p:sp>
            <p:nvSpPr>
              <p:cNvPr id="163" name="object 92">
                <a:extLst>
                  <a:ext uri="{FF2B5EF4-FFF2-40B4-BE49-F238E27FC236}">
                    <a16:creationId xmlns:a16="http://schemas.microsoft.com/office/drawing/2014/main" id="{9E29322C-CDF1-4622-B8BC-107C2A3D3797}"/>
                  </a:ext>
                </a:extLst>
              </p:cNvPr>
              <p:cNvSpPr/>
              <p:nvPr/>
            </p:nvSpPr>
            <p:spPr>
              <a:xfrm>
                <a:off x="4744973" y="2018538"/>
                <a:ext cx="295910" cy="86995"/>
              </a:xfrm>
              <a:custGeom>
                <a:avLst/>
                <a:gdLst/>
                <a:ahLst/>
                <a:cxnLst/>
                <a:rect l="l" t="t" r="r" b="b"/>
                <a:pathLst>
                  <a:path w="295910" h="86994">
                    <a:moveTo>
                      <a:pt x="0" y="21717"/>
                    </a:moveTo>
                    <a:lnTo>
                      <a:pt x="252222" y="21717"/>
                    </a:lnTo>
                    <a:lnTo>
                      <a:pt x="252222" y="0"/>
                    </a:lnTo>
                    <a:lnTo>
                      <a:pt x="295656" y="43434"/>
                    </a:lnTo>
                    <a:lnTo>
                      <a:pt x="252222" y="86868"/>
                    </a:lnTo>
                    <a:lnTo>
                      <a:pt x="252222" y="65151"/>
                    </a:lnTo>
                    <a:lnTo>
                      <a:pt x="0" y="65151"/>
                    </a:lnTo>
                    <a:lnTo>
                      <a:pt x="0" y="21717"/>
                    </a:lnTo>
                    <a:close/>
                  </a:path>
                </a:pathLst>
              </a:custGeom>
              <a:ln w="25400">
                <a:solidFill>
                  <a:srgbClr val="B2B2B2"/>
                </a:solidFill>
              </a:ln>
            </p:spPr>
            <p:txBody>
              <a:bodyPr wrap="square" lIns="0" tIns="0" rIns="0" bIns="0" rtlCol="0"/>
              <a:lstStyle/>
              <a:p>
                <a:endParaRPr sz="2000"/>
              </a:p>
            </p:txBody>
          </p:sp>
        </p:grpSp>
        <p:grpSp>
          <p:nvGrpSpPr>
            <p:cNvPr id="164" name="object 93">
              <a:extLst>
                <a:ext uri="{FF2B5EF4-FFF2-40B4-BE49-F238E27FC236}">
                  <a16:creationId xmlns:a16="http://schemas.microsoft.com/office/drawing/2014/main" id="{6E108541-44C3-447A-B128-C002AAD6E678}"/>
                </a:ext>
              </a:extLst>
            </p:cNvPr>
            <p:cNvGrpSpPr/>
            <p:nvPr/>
          </p:nvGrpSpPr>
          <p:grpSpPr>
            <a:xfrm>
              <a:off x="4957797" y="4048039"/>
              <a:ext cx="219428" cy="109361"/>
              <a:chOff x="5106670" y="2006855"/>
              <a:chExt cx="197485" cy="98425"/>
            </a:xfrm>
          </p:grpSpPr>
          <p:sp>
            <p:nvSpPr>
              <p:cNvPr id="165" name="object 94">
                <a:extLst>
                  <a:ext uri="{FF2B5EF4-FFF2-40B4-BE49-F238E27FC236}">
                    <a16:creationId xmlns:a16="http://schemas.microsoft.com/office/drawing/2014/main" id="{61218052-3C3A-4106-A6DA-6731009EC7F4}"/>
                  </a:ext>
                </a:extLst>
              </p:cNvPr>
              <p:cNvSpPr/>
              <p:nvPr/>
            </p:nvSpPr>
            <p:spPr>
              <a:xfrm>
                <a:off x="5113020" y="2013205"/>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5D1FB"/>
              </a:solidFill>
            </p:spPr>
            <p:txBody>
              <a:bodyPr wrap="square" lIns="0" tIns="0" rIns="0" bIns="0" rtlCol="0"/>
              <a:lstStyle/>
              <a:p>
                <a:endParaRPr sz="2000"/>
              </a:p>
            </p:txBody>
          </p:sp>
          <p:sp>
            <p:nvSpPr>
              <p:cNvPr id="166" name="object 95">
                <a:extLst>
                  <a:ext uri="{FF2B5EF4-FFF2-40B4-BE49-F238E27FC236}">
                    <a16:creationId xmlns:a16="http://schemas.microsoft.com/office/drawing/2014/main" id="{E6734F79-BEDC-4438-B619-14A15D3A28D3}"/>
                  </a:ext>
                </a:extLst>
              </p:cNvPr>
              <p:cNvSpPr/>
              <p:nvPr/>
            </p:nvSpPr>
            <p:spPr>
              <a:xfrm>
                <a:off x="5113020" y="201320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7" name="object 96">
                <a:extLst>
                  <a:ext uri="{FF2B5EF4-FFF2-40B4-BE49-F238E27FC236}">
                    <a16:creationId xmlns:a16="http://schemas.microsoft.com/office/drawing/2014/main" id="{D8C00FD5-03AC-47C2-AB61-9AFE2E05C1C1}"/>
                  </a:ext>
                </a:extLst>
              </p:cNvPr>
              <p:cNvSpPr/>
              <p:nvPr/>
            </p:nvSpPr>
            <p:spPr>
              <a:xfrm>
                <a:off x="5205984" y="201320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8AA2F8"/>
              </a:solidFill>
            </p:spPr>
            <p:txBody>
              <a:bodyPr wrap="square" lIns="0" tIns="0" rIns="0" bIns="0" rtlCol="0"/>
              <a:lstStyle/>
              <a:p>
                <a:endParaRPr sz="2000"/>
              </a:p>
            </p:txBody>
          </p:sp>
          <p:sp>
            <p:nvSpPr>
              <p:cNvPr id="168" name="object 97">
                <a:extLst>
                  <a:ext uri="{FF2B5EF4-FFF2-40B4-BE49-F238E27FC236}">
                    <a16:creationId xmlns:a16="http://schemas.microsoft.com/office/drawing/2014/main" id="{9DC9F960-ADF2-4D32-AD16-C4515E6AFE99}"/>
                  </a:ext>
                </a:extLst>
              </p:cNvPr>
              <p:cNvSpPr/>
              <p:nvPr/>
            </p:nvSpPr>
            <p:spPr>
              <a:xfrm>
                <a:off x="5205984" y="201320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69" name="object 98">
              <a:extLst>
                <a:ext uri="{FF2B5EF4-FFF2-40B4-BE49-F238E27FC236}">
                  <a16:creationId xmlns:a16="http://schemas.microsoft.com/office/drawing/2014/main" id="{7600AD2A-EB01-460A-ACAC-81159DCD2BC0}"/>
                </a:ext>
              </a:extLst>
            </p:cNvPr>
            <p:cNvSpPr txBox="1"/>
            <p:nvPr/>
          </p:nvSpPr>
          <p:spPr>
            <a:xfrm>
              <a:off x="467811" y="3397513"/>
              <a:ext cx="510822"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I</a:t>
              </a:r>
              <a:r>
                <a:rPr sz="1556" b="1" spc="-11" dirty="0">
                  <a:latin typeface="Arial"/>
                  <a:cs typeface="Arial"/>
                </a:rPr>
                <a:t>npu</a:t>
              </a:r>
              <a:r>
                <a:rPr sz="1556" b="1" dirty="0">
                  <a:latin typeface="Arial"/>
                  <a:cs typeface="Arial"/>
                </a:rPr>
                <a:t>t</a:t>
              </a:r>
              <a:endParaRPr sz="1556">
                <a:latin typeface="Arial"/>
                <a:cs typeface="Arial"/>
              </a:endParaRPr>
            </a:p>
          </p:txBody>
        </p:sp>
        <p:sp>
          <p:nvSpPr>
            <p:cNvPr id="170" name="object 99">
              <a:extLst>
                <a:ext uri="{FF2B5EF4-FFF2-40B4-BE49-F238E27FC236}">
                  <a16:creationId xmlns:a16="http://schemas.microsoft.com/office/drawing/2014/main" id="{A2B89C33-1B28-4573-B550-BACFCB6EB9DC}"/>
                </a:ext>
              </a:extLst>
            </p:cNvPr>
            <p:cNvSpPr txBox="1"/>
            <p:nvPr/>
          </p:nvSpPr>
          <p:spPr>
            <a:xfrm>
              <a:off x="4673036" y="3531569"/>
              <a:ext cx="675217"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O</a:t>
              </a:r>
              <a:r>
                <a:rPr sz="1556" b="1" spc="-11" dirty="0">
                  <a:latin typeface="Arial"/>
                  <a:cs typeface="Arial"/>
                </a:rPr>
                <a:t>u</a:t>
              </a:r>
              <a:r>
                <a:rPr sz="1556" b="1" dirty="0">
                  <a:latin typeface="Arial"/>
                  <a:cs typeface="Arial"/>
                </a:rPr>
                <a:t>t</a:t>
              </a:r>
              <a:r>
                <a:rPr sz="1556" b="1" spc="-11" dirty="0">
                  <a:latin typeface="Arial"/>
                  <a:cs typeface="Arial"/>
                </a:rPr>
                <a:t>pu</a:t>
              </a:r>
              <a:r>
                <a:rPr sz="1556" b="1" dirty="0">
                  <a:latin typeface="Arial"/>
                  <a:cs typeface="Arial"/>
                </a:rPr>
                <a:t>t</a:t>
              </a:r>
              <a:endParaRPr sz="1556">
                <a:latin typeface="Arial"/>
                <a:cs typeface="Arial"/>
              </a:endParaRPr>
            </a:p>
          </p:txBody>
        </p:sp>
      </p:grpSp>
      <p:sp>
        <p:nvSpPr>
          <p:cNvPr id="171" name="Content Placeholder 2">
            <a:extLst>
              <a:ext uri="{FF2B5EF4-FFF2-40B4-BE49-F238E27FC236}">
                <a16:creationId xmlns:a16="http://schemas.microsoft.com/office/drawing/2014/main" id="{D4A6A6E7-CFF9-4FC3-8180-F153847A6419}"/>
              </a:ext>
            </a:extLst>
          </p:cNvPr>
          <p:cNvSpPr txBox="1">
            <a:spLocks/>
          </p:cNvSpPr>
          <p:nvPr/>
        </p:nvSpPr>
        <p:spPr bwMode="auto">
          <a:xfrm>
            <a:off x="5062642" y="967058"/>
            <a:ext cx="4525812" cy="4138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endParaRPr lang="en-US" altLang="en-US" kern="0" dirty="0">
              <a:ea typeface="ＭＳ Ｐゴシック" panose="020B0600070205080204" pitchFamily="34" charset="-128"/>
            </a:endParaRPr>
          </a:p>
          <a:p>
            <a:pPr marL="0" indent="0">
              <a:buNone/>
            </a:pPr>
            <a:r>
              <a:rPr lang="en-US" altLang="zh-CN" b="1" dirty="0">
                <a:latin typeface="Trebuchet MS"/>
                <a:cs typeface="Trebuchet MS"/>
              </a:rPr>
              <a:t>    Matrix-vector multiplies </a:t>
            </a:r>
          </a:p>
          <a:p>
            <a:pPr marL="0" indent="0">
              <a:buNone/>
            </a:pPr>
            <a:r>
              <a:rPr lang="en-US" altLang="zh-CN" b="1" dirty="0">
                <a:latin typeface="Trebuchet MS"/>
                <a:cs typeface="Trebuchet MS"/>
                <a:sym typeface="Wingdings" panose="05000000000000000000" pitchFamily="2" charset="2"/>
              </a:rPr>
              <a:t>   </a:t>
            </a:r>
          </a:p>
          <a:p>
            <a:pPr marL="0" indent="0">
              <a:buNone/>
            </a:pPr>
            <a:endParaRPr lang="en-US" altLang="zh-CN" b="1" dirty="0">
              <a:latin typeface="Trebuchet MS"/>
              <a:cs typeface="Trebuchet MS"/>
              <a:sym typeface="Wingdings" panose="05000000000000000000" pitchFamily="2" charset="2"/>
            </a:endParaRPr>
          </a:p>
          <a:p>
            <a:pPr marL="0" indent="0">
              <a:buNone/>
            </a:pPr>
            <a:endParaRPr lang="en-US" altLang="zh-CN" b="1" dirty="0">
              <a:latin typeface="Trebuchet MS"/>
              <a:cs typeface="Trebuchet MS"/>
              <a:sym typeface="Wingdings" panose="05000000000000000000" pitchFamily="2" charset="2"/>
            </a:endParaRPr>
          </a:p>
          <a:p>
            <a:pPr marL="0" indent="0">
              <a:buNone/>
            </a:pPr>
            <a:endParaRPr lang="en-US" altLang="zh-CN" b="1" dirty="0">
              <a:latin typeface="Trebuchet MS"/>
              <a:cs typeface="Trebuchet MS"/>
              <a:sym typeface="Wingdings" panose="05000000000000000000" pitchFamily="2" charset="2"/>
            </a:endParaRPr>
          </a:p>
          <a:p>
            <a:pPr marL="0" indent="0">
              <a:buNone/>
            </a:pPr>
            <a:endParaRPr lang="en-US" altLang="zh-CN" b="1" dirty="0">
              <a:latin typeface="Trebuchet MS"/>
              <a:cs typeface="Trebuchet MS"/>
              <a:sym typeface="Wingdings" panose="05000000000000000000" pitchFamily="2" charset="2"/>
            </a:endParaRPr>
          </a:p>
          <a:p>
            <a:pPr marL="0" indent="0">
              <a:buNone/>
            </a:pPr>
            <a:r>
              <a:rPr lang="en-US" altLang="zh-CN" b="1" dirty="0">
                <a:solidFill>
                  <a:srgbClr val="0000FF"/>
                </a:solidFill>
                <a:latin typeface="Trebuchet MS"/>
                <a:cs typeface="Trebuchet MS"/>
                <a:sym typeface="Wingdings" panose="05000000000000000000" pitchFamily="2" charset="2"/>
              </a:rPr>
              <a:t> </a:t>
            </a:r>
            <a:r>
              <a:rPr lang="en-US" altLang="zh-CN" kern="0" dirty="0">
                <a:solidFill>
                  <a:srgbClr val="0000FF"/>
                </a:solidFill>
                <a:ea typeface="ＭＳ Ｐゴシック" panose="020B0600070205080204" pitchFamily="34" charset="-128"/>
                <a:sym typeface="Wingdings" panose="05000000000000000000" pitchFamily="2" charset="2"/>
              </a:rPr>
              <a:t> </a:t>
            </a:r>
            <a:r>
              <a:rPr lang="en-US" altLang="zh-CN" b="1" dirty="0">
                <a:solidFill>
                  <a:srgbClr val="0000FF"/>
                </a:solidFill>
                <a:latin typeface="Trebuchet MS"/>
                <a:cs typeface="Trebuchet MS"/>
              </a:rPr>
              <a:t>Matrix-matrix multiplies </a:t>
            </a:r>
          </a:p>
          <a:p>
            <a:pPr marL="0" indent="0">
              <a:buNone/>
            </a:pPr>
            <a:endParaRPr lang="en-US" altLang="zh-CN" kern="0" dirty="0">
              <a:ea typeface="ＭＳ Ｐゴシック" panose="020B0600070205080204" pitchFamily="34" charset="-128"/>
            </a:endParaRP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sp>
        <p:nvSpPr>
          <p:cNvPr id="2" name="矩形 1">
            <a:extLst>
              <a:ext uri="{FF2B5EF4-FFF2-40B4-BE49-F238E27FC236}">
                <a16:creationId xmlns:a16="http://schemas.microsoft.com/office/drawing/2014/main" id="{B0154907-C339-4944-8A31-AA5C55AEB6DA}"/>
              </a:ext>
            </a:extLst>
          </p:cNvPr>
          <p:cNvSpPr/>
          <p:nvPr/>
        </p:nvSpPr>
        <p:spPr>
          <a:xfrm>
            <a:off x="1204382" y="1401603"/>
            <a:ext cx="2776786" cy="369332"/>
          </a:xfrm>
          <a:prstGeom prst="rect">
            <a:avLst/>
          </a:prstGeom>
        </p:spPr>
        <p:txBody>
          <a:bodyPr wrap="none">
            <a:spAutoFit/>
          </a:bodyPr>
          <a:lstStyle/>
          <a:p>
            <a:r>
              <a:rPr lang="en-US" altLang="zh-CN" b="1" dirty="0">
                <a:latin typeface="Trebuchet MS"/>
                <a:cs typeface="Trebuchet MS"/>
              </a:rPr>
              <a:t>A minibatch of 1 sample</a:t>
            </a:r>
            <a:endParaRPr lang="zh-CN" altLang="en-US" dirty="0"/>
          </a:p>
        </p:txBody>
      </p:sp>
    </p:spTree>
    <p:extLst>
      <p:ext uri="{BB962C8B-B14F-4D97-AF65-F5344CB8AC3E}">
        <p14:creationId xmlns:p14="http://schemas.microsoft.com/office/powerpoint/2010/main" val="38774846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Forward Pass: A Minibatch of 2 Samples</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5" name="object 2">
            <a:extLst>
              <a:ext uri="{FF2B5EF4-FFF2-40B4-BE49-F238E27FC236}">
                <a16:creationId xmlns:a16="http://schemas.microsoft.com/office/drawing/2014/main" id="{BCDF76BE-8E00-4C2A-A203-9E2C0C5A914C}"/>
              </a:ext>
            </a:extLst>
          </p:cNvPr>
          <p:cNvSpPr txBox="1"/>
          <p:nvPr/>
        </p:nvSpPr>
        <p:spPr>
          <a:xfrm>
            <a:off x="5389316" y="1713370"/>
            <a:ext cx="675217"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O</a:t>
            </a:r>
            <a:r>
              <a:rPr sz="1556" b="1" spc="-11" dirty="0">
                <a:latin typeface="Arial"/>
                <a:cs typeface="Arial"/>
              </a:rPr>
              <a:t>u</a:t>
            </a:r>
            <a:r>
              <a:rPr sz="1556" b="1" dirty="0">
                <a:latin typeface="Arial"/>
                <a:cs typeface="Arial"/>
              </a:rPr>
              <a:t>t</a:t>
            </a:r>
            <a:r>
              <a:rPr sz="1556" b="1" spc="-11" dirty="0">
                <a:latin typeface="Arial"/>
                <a:cs typeface="Arial"/>
              </a:rPr>
              <a:t>pu</a:t>
            </a:r>
            <a:r>
              <a:rPr sz="1556" b="1" dirty="0">
                <a:latin typeface="Arial"/>
                <a:cs typeface="Arial"/>
              </a:rPr>
              <a:t>t</a:t>
            </a:r>
            <a:endParaRPr sz="1556">
              <a:latin typeface="Arial"/>
              <a:cs typeface="Arial"/>
            </a:endParaRPr>
          </a:p>
        </p:txBody>
      </p:sp>
      <p:sp>
        <p:nvSpPr>
          <p:cNvPr id="76" name="object 3">
            <a:extLst>
              <a:ext uri="{FF2B5EF4-FFF2-40B4-BE49-F238E27FC236}">
                <a16:creationId xmlns:a16="http://schemas.microsoft.com/office/drawing/2014/main" id="{9A80130E-6145-4265-8D07-5C8C7F1C2568}"/>
              </a:ext>
            </a:extLst>
          </p:cNvPr>
          <p:cNvSpPr txBox="1"/>
          <p:nvPr/>
        </p:nvSpPr>
        <p:spPr>
          <a:xfrm>
            <a:off x="1184091" y="1579314"/>
            <a:ext cx="510822"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I</a:t>
            </a:r>
            <a:r>
              <a:rPr sz="1556" b="1" spc="-11" dirty="0">
                <a:latin typeface="Arial"/>
                <a:cs typeface="Arial"/>
              </a:rPr>
              <a:t>npu</a:t>
            </a:r>
            <a:r>
              <a:rPr sz="1556" b="1" dirty="0">
                <a:latin typeface="Arial"/>
                <a:cs typeface="Arial"/>
              </a:rPr>
              <a:t>t</a:t>
            </a:r>
            <a:endParaRPr sz="1556">
              <a:latin typeface="Arial"/>
              <a:cs typeface="Arial"/>
            </a:endParaRPr>
          </a:p>
        </p:txBody>
      </p:sp>
      <p:grpSp>
        <p:nvGrpSpPr>
          <p:cNvPr id="77" name="object 6">
            <a:extLst>
              <a:ext uri="{FF2B5EF4-FFF2-40B4-BE49-F238E27FC236}">
                <a16:creationId xmlns:a16="http://schemas.microsoft.com/office/drawing/2014/main" id="{26F9AB74-73B7-4811-90EB-DE2840721FD6}"/>
              </a:ext>
            </a:extLst>
          </p:cNvPr>
          <p:cNvGrpSpPr/>
          <p:nvPr/>
        </p:nvGrpSpPr>
        <p:grpSpPr>
          <a:xfrm>
            <a:off x="1964054" y="1544109"/>
            <a:ext cx="520700" cy="1432983"/>
            <a:chOff x="1767649" y="1389697"/>
            <a:chExt cx="468630" cy="1289685"/>
          </a:xfrm>
        </p:grpSpPr>
        <p:sp>
          <p:nvSpPr>
            <p:cNvPr id="78" name="object 7">
              <a:extLst>
                <a:ext uri="{FF2B5EF4-FFF2-40B4-BE49-F238E27FC236}">
                  <a16:creationId xmlns:a16="http://schemas.microsoft.com/office/drawing/2014/main" id="{A27DFD3E-F924-4369-8BB9-DB6608736030}"/>
                </a:ext>
              </a:extLst>
            </p:cNvPr>
            <p:cNvSpPr/>
            <p:nvPr/>
          </p:nvSpPr>
          <p:spPr>
            <a:xfrm>
              <a:off x="1772411" y="1394459"/>
              <a:ext cx="459105" cy="1280160"/>
            </a:xfrm>
            <a:custGeom>
              <a:avLst/>
              <a:gdLst/>
              <a:ahLst/>
              <a:cxnLst/>
              <a:rect l="l" t="t" r="r" b="b"/>
              <a:pathLst>
                <a:path w="459105"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79" name="object 8">
              <a:extLst>
                <a:ext uri="{FF2B5EF4-FFF2-40B4-BE49-F238E27FC236}">
                  <a16:creationId xmlns:a16="http://schemas.microsoft.com/office/drawing/2014/main" id="{9D7F25DC-FED7-4C5E-95DD-B8D3743342E5}"/>
                </a:ext>
              </a:extLst>
            </p:cNvPr>
            <p:cNvSpPr/>
            <p:nvPr/>
          </p:nvSpPr>
          <p:spPr>
            <a:xfrm>
              <a:off x="1772411" y="1394459"/>
              <a:ext cx="459105" cy="1280160"/>
            </a:xfrm>
            <a:custGeom>
              <a:avLst/>
              <a:gdLst/>
              <a:ahLst/>
              <a:cxnLst/>
              <a:rect l="l" t="t" r="r" b="b"/>
              <a:pathLst>
                <a:path w="459105"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80" name="object 9">
            <a:extLst>
              <a:ext uri="{FF2B5EF4-FFF2-40B4-BE49-F238E27FC236}">
                <a16:creationId xmlns:a16="http://schemas.microsoft.com/office/drawing/2014/main" id="{7467E9D6-C235-4B51-898D-59749402DB28}"/>
              </a:ext>
            </a:extLst>
          </p:cNvPr>
          <p:cNvSpPr txBox="1"/>
          <p:nvPr/>
        </p:nvSpPr>
        <p:spPr>
          <a:xfrm>
            <a:off x="2031154" y="2166902"/>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81" name="object 10">
            <a:extLst>
              <a:ext uri="{FF2B5EF4-FFF2-40B4-BE49-F238E27FC236}">
                <a16:creationId xmlns:a16="http://schemas.microsoft.com/office/drawing/2014/main" id="{D4ECE198-FDC1-4A2A-94D8-65492BFB683C}"/>
              </a:ext>
            </a:extLst>
          </p:cNvPr>
          <p:cNvGrpSpPr/>
          <p:nvPr/>
        </p:nvGrpSpPr>
        <p:grpSpPr>
          <a:xfrm>
            <a:off x="3320414" y="1752388"/>
            <a:ext cx="520700" cy="1055511"/>
            <a:chOff x="2988373" y="1577149"/>
            <a:chExt cx="468630" cy="949960"/>
          </a:xfrm>
        </p:grpSpPr>
        <p:sp>
          <p:nvSpPr>
            <p:cNvPr id="82" name="object 11">
              <a:extLst>
                <a:ext uri="{FF2B5EF4-FFF2-40B4-BE49-F238E27FC236}">
                  <a16:creationId xmlns:a16="http://schemas.microsoft.com/office/drawing/2014/main" id="{2C1A8339-BA5C-4A82-8EEE-17B0CAACE9E1}"/>
                </a:ext>
              </a:extLst>
            </p:cNvPr>
            <p:cNvSpPr/>
            <p:nvPr/>
          </p:nvSpPr>
          <p:spPr>
            <a:xfrm>
              <a:off x="2993136" y="1581911"/>
              <a:ext cx="459105" cy="940435"/>
            </a:xfrm>
            <a:custGeom>
              <a:avLst/>
              <a:gdLst/>
              <a:ahLst/>
              <a:cxnLst/>
              <a:rect l="l" t="t" r="r" b="b"/>
              <a:pathLst>
                <a:path w="459104" h="940435">
                  <a:moveTo>
                    <a:pt x="229362" y="0"/>
                  </a:moveTo>
                  <a:lnTo>
                    <a:pt x="168407" y="16790"/>
                  </a:lnTo>
                  <a:lnTo>
                    <a:pt x="113622" y="64177"/>
                  </a:lnTo>
                  <a:lnTo>
                    <a:pt x="89228" y="97945"/>
                  </a:lnTo>
                  <a:lnTo>
                    <a:pt x="67198" y="137683"/>
                  </a:lnTo>
                  <a:lnTo>
                    <a:pt x="47806" y="182833"/>
                  </a:lnTo>
                  <a:lnTo>
                    <a:pt x="31326" y="232833"/>
                  </a:lnTo>
                  <a:lnTo>
                    <a:pt x="18032" y="287125"/>
                  </a:lnTo>
                  <a:lnTo>
                    <a:pt x="8196" y="345148"/>
                  </a:lnTo>
                  <a:lnTo>
                    <a:pt x="2094" y="406345"/>
                  </a:lnTo>
                  <a:lnTo>
                    <a:pt x="0" y="470154"/>
                  </a:lnTo>
                  <a:lnTo>
                    <a:pt x="2094" y="533962"/>
                  </a:lnTo>
                  <a:lnTo>
                    <a:pt x="8196" y="595159"/>
                  </a:lnTo>
                  <a:lnTo>
                    <a:pt x="18032" y="653182"/>
                  </a:lnTo>
                  <a:lnTo>
                    <a:pt x="31326" y="707474"/>
                  </a:lnTo>
                  <a:lnTo>
                    <a:pt x="47806" y="757474"/>
                  </a:lnTo>
                  <a:lnTo>
                    <a:pt x="67198" y="802624"/>
                  </a:lnTo>
                  <a:lnTo>
                    <a:pt x="89228" y="842362"/>
                  </a:lnTo>
                  <a:lnTo>
                    <a:pt x="113622" y="876130"/>
                  </a:lnTo>
                  <a:lnTo>
                    <a:pt x="168407" y="923517"/>
                  </a:lnTo>
                  <a:lnTo>
                    <a:pt x="229362" y="940308"/>
                  </a:lnTo>
                  <a:lnTo>
                    <a:pt x="260473" y="936017"/>
                  </a:lnTo>
                  <a:lnTo>
                    <a:pt x="318617" y="903368"/>
                  </a:lnTo>
                  <a:lnTo>
                    <a:pt x="369495" y="842362"/>
                  </a:lnTo>
                  <a:lnTo>
                    <a:pt x="391525" y="802624"/>
                  </a:lnTo>
                  <a:lnTo>
                    <a:pt x="410917" y="757474"/>
                  </a:lnTo>
                  <a:lnTo>
                    <a:pt x="427397" y="707474"/>
                  </a:lnTo>
                  <a:lnTo>
                    <a:pt x="440691" y="653182"/>
                  </a:lnTo>
                  <a:lnTo>
                    <a:pt x="450527" y="595159"/>
                  </a:lnTo>
                  <a:lnTo>
                    <a:pt x="456629" y="533962"/>
                  </a:lnTo>
                  <a:lnTo>
                    <a:pt x="458724" y="470154"/>
                  </a:lnTo>
                  <a:lnTo>
                    <a:pt x="456629" y="406345"/>
                  </a:lnTo>
                  <a:lnTo>
                    <a:pt x="450527" y="345148"/>
                  </a:lnTo>
                  <a:lnTo>
                    <a:pt x="440691" y="287125"/>
                  </a:lnTo>
                  <a:lnTo>
                    <a:pt x="427397" y="232833"/>
                  </a:lnTo>
                  <a:lnTo>
                    <a:pt x="410917" y="182833"/>
                  </a:lnTo>
                  <a:lnTo>
                    <a:pt x="391525" y="137683"/>
                  </a:lnTo>
                  <a:lnTo>
                    <a:pt x="369495" y="97945"/>
                  </a:lnTo>
                  <a:lnTo>
                    <a:pt x="345101" y="64177"/>
                  </a:lnTo>
                  <a:lnTo>
                    <a:pt x="290316" y="16790"/>
                  </a:lnTo>
                  <a:lnTo>
                    <a:pt x="229362" y="0"/>
                  </a:lnTo>
                  <a:close/>
                </a:path>
              </a:pathLst>
            </a:custGeom>
            <a:solidFill>
              <a:srgbClr val="E3C2F5"/>
            </a:solidFill>
          </p:spPr>
          <p:txBody>
            <a:bodyPr wrap="square" lIns="0" tIns="0" rIns="0" bIns="0" rtlCol="0"/>
            <a:lstStyle/>
            <a:p>
              <a:endParaRPr sz="2000"/>
            </a:p>
          </p:txBody>
        </p:sp>
        <p:sp>
          <p:nvSpPr>
            <p:cNvPr id="83" name="object 12">
              <a:extLst>
                <a:ext uri="{FF2B5EF4-FFF2-40B4-BE49-F238E27FC236}">
                  <a16:creationId xmlns:a16="http://schemas.microsoft.com/office/drawing/2014/main" id="{DEE30258-CF62-4C6D-BC84-3EB621840CC4}"/>
                </a:ext>
              </a:extLst>
            </p:cNvPr>
            <p:cNvSpPr/>
            <p:nvPr/>
          </p:nvSpPr>
          <p:spPr>
            <a:xfrm>
              <a:off x="2993136" y="1581911"/>
              <a:ext cx="459105" cy="940435"/>
            </a:xfrm>
            <a:custGeom>
              <a:avLst/>
              <a:gdLst/>
              <a:ahLst/>
              <a:cxnLst/>
              <a:rect l="l" t="t" r="r" b="b"/>
              <a:pathLst>
                <a:path w="459104" h="940435">
                  <a:moveTo>
                    <a:pt x="0" y="470154"/>
                  </a:moveTo>
                  <a:lnTo>
                    <a:pt x="2094" y="406345"/>
                  </a:lnTo>
                  <a:lnTo>
                    <a:pt x="8196" y="345148"/>
                  </a:lnTo>
                  <a:lnTo>
                    <a:pt x="18032" y="287125"/>
                  </a:lnTo>
                  <a:lnTo>
                    <a:pt x="31326" y="232833"/>
                  </a:lnTo>
                  <a:lnTo>
                    <a:pt x="47806" y="182833"/>
                  </a:lnTo>
                  <a:lnTo>
                    <a:pt x="67198" y="137683"/>
                  </a:lnTo>
                  <a:lnTo>
                    <a:pt x="89228" y="97945"/>
                  </a:lnTo>
                  <a:lnTo>
                    <a:pt x="113622" y="64177"/>
                  </a:lnTo>
                  <a:lnTo>
                    <a:pt x="168407" y="16790"/>
                  </a:lnTo>
                  <a:lnTo>
                    <a:pt x="229362" y="0"/>
                  </a:lnTo>
                  <a:lnTo>
                    <a:pt x="260473" y="4290"/>
                  </a:lnTo>
                  <a:lnTo>
                    <a:pt x="318617" y="36939"/>
                  </a:lnTo>
                  <a:lnTo>
                    <a:pt x="369495" y="97945"/>
                  </a:lnTo>
                  <a:lnTo>
                    <a:pt x="391525" y="137683"/>
                  </a:lnTo>
                  <a:lnTo>
                    <a:pt x="410917" y="182833"/>
                  </a:lnTo>
                  <a:lnTo>
                    <a:pt x="427397" y="232833"/>
                  </a:lnTo>
                  <a:lnTo>
                    <a:pt x="440691" y="287125"/>
                  </a:lnTo>
                  <a:lnTo>
                    <a:pt x="450527" y="345148"/>
                  </a:lnTo>
                  <a:lnTo>
                    <a:pt x="456629" y="406345"/>
                  </a:lnTo>
                  <a:lnTo>
                    <a:pt x="458724" y="470154"/>
                  </a:lnTo>
                  <a:lnTo>
                    <a:pt x="456629" y="533962"/>
                  </a:lnTo>
                  <a:lnTo>
                    <a:pt x="450527" y="595159"/>
                  </a:lnTo>
                  <a:lnTo>
                    <a:pt x="440691" y="653182"/>
                  </a:lnTo>
                  <a:lnTo>
                    <a:pt x="427397" y="707474"/>
                  </a:lnTo>
                  <a:lnTo>
                    <a:pt x="410917" y="757474"/>
                  </a:lnTo>
                  <a:lnTo>
                    <a:pt x="391525" y="802624"/>
                  </a:lnTo>
                  <a:lnTo>
                    <a:pt x="369495" y="842362"/>
                  </a:lnTo>
                  <a:lnTo>
                    <a:pt x="345101" y="876130"/>
                  </a:lnTo>
                  <a:lnTo>
                    <a:pt x="290316" y="923517"/>
                  </a:lnTo>
                  <a:lnTo>
                    <a:pt x="229362" y="940308"/>
                  </a:lnTo>
                  <a:lnTo>
                    <a:pt x="198250" y="936017"/>
                  </a:lnTo>
                  <a:lnTo>
                    <a:pt x="140106" y="903368"/>
                  </a:lnTo>
                  <a:lnTo>
                    <a:pt x="89228" y="842362"/>
                  </a:lnTo>
                  <a:lnTo>
                    <a:pt x="67198" y="802624"/>
                  </a:lnTo>
                  <a:lnTo>
                    <a:pt x="47806" y="757474"/>
                  </a:lnTo>
                  <a:lnTo>
                    <a:pt x="31326" y="707474"/>
                  </a:lnTo>
                  <a:lnTo>
                    <a:pt x="18032" y="653182"/>
                  </a:lnTo>
                  <a:lnTo>
                    <a:pt x="8196" y="595159"/>
                  </a:lnTo>
                  <a:lnTo>
                    <a:pt x="2094" y="533962"/>
                  </a:lnTo>
                  <a:lnTo>
                    <a:pt x="0" y="470154"/>
                  </a:lnTo>
                  <a:close/>
                </a:path>
              </a:pathLst>
            </a:custGeom>
            <a:ln w="9525">
              <a:solidFill>
                <a:srgbClr val="000000"/>
              </a:solidFill>
            </a:ln>
          </p:spPr>
          <p:txBody>
            <a:bodyPr wrap="square" lIns="0" tIns="0" rIns="0" bIns="0" rtlCol="0"/>
            <a:lstStyle/>
            <a:p>
              <a:endParaRPr sz="2000"/>
            </a:p>
          </p:txBody>
        </p:sp>
      </p:grpSp>
      <p:sp>
        <p:nvSpPr>
          <p:cNvPr id="84" name="object 13">
            <a:extLst>
              <a:ext uri="{FF2B5EF4-FFF2-40B4-BE49-F238E27FC236}">
                <a16:creationId xmlns:a16="http://schemas.microsoft.com/office/drawing/2014/main" id="{EB28ED6E-714C-4497-8A07-2185EFD9CDA9}"/>
              </a:ext>
            </a:extLst>
          </p:cNvPr>
          <p:cNvSpPr txBox="1"/>
          <p:nvPr/>
        </p:nvSpPr>
        <p:spPr>
          <a:xfrm>
            <a:off x="3388078" y="2186517"/>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85" name="object 14">
            <a:extLst>
              <a:ext uri="{FF2B5EF4-FFF2-40B4-BE49-F238E27FC236}">
                <a16:creationId xmlns:a16="http://schemas.microsoft.com/office/drawing/2014/main" id="{9A1FD009-4301-4B04-8F02-4469FB78B2CE}"/>
              </a:ext>
            </a:extLst>
          </p:cNvPr>
          <p:cNvGrpSpPr/>
          <p:nvPr/>
        </p:nvGrpSpPr>
        <p:grpSpPr>
          <a:xfrm>
            <a:off x="4675082" y="2099522"/>
            <a:ext cx="518583" cy="390172"/>
            <a:chOff x="4207573" y="1889569"/>
            <a:chExt cx="466725" cy="351155"/>
          </a:xfrm>
        </p:grpSpPr>
        <p:sp>
          <p:nvSpPr>
            <p:cNvPr id="86" name="object 15">
              <a:extLst>
                <a:ext uri="{FF2B5EF4-FFF2-40B4-BE49-F238E27FC236}">
                  <a16:creationId xmlns:a16="http://schemas.microsoft.com/office/drawing/2014/main" id="{75D2CBC2-041C-4093-B6D2-438A3F77066C}"/>
                </a:ext>
              </a:extLst>
            </p:cNvPr>
            <p:cNvSpPr/>
            <p:nvPr/>
          </p:nvSpPr>
          <p:spPr>
            <a:xfrm>
              <a:off x="4212335" y="1894331"/>
              <a:ext cx="457200" cy="341630"/>
            </a:xfrm>
            <a:custGeom>
              <a:avLst/>
              <a:gdLst/>
              <a:ahLst/>
              <a:cxnLst/>
              <a:rect l="l" t="t" r="r" b="b"/>
              <a:pathLst>
                <a:path w="457200" h="341630">
                  <a:moveTo>
                    <a:pt x="228600" y="0"/>
                  </a:moveTo>
                  <a:lnTo>
                    <a:pt x="176188" y="4509"/>
                  </a:lnTo>
                  <a:lnTo>
                    <a:pt x="128073" y="17354"/>
                  </a:lnTo>
                  <a:lnTo>
                    <a:pt x="85628" y="37509"/>
                  </a:lnTo>
                  <a:lnTo>
                    <a:pt x="50225" y="63945"/>
                  </a:lnTo>
                  <a:lnTo>
                    <a:pt x="23237" y="95638"/>
                  </a:lnTo>
                  <a:lnTo>
                    <a:pt x="6038" y="131561"/>
                  </a:lnTo>
                  <a:lnTo>
                    <a:pt x="0" y="170688"/>
                  </a:lnTo>
                  <a:lnTo>
                    <a:pt x="6038" y="209814"/>
                  </a:lnTo>
                  <a:lnTo>
                    <a:pt x="23237" y="245737"/>
                  </a:lnTo>
                  <a:lnTo>
                    <a:pt x="50225" y="277430"/>
                  </a:lnTo>
                  <a:lnTo>
                    <a:pt x="85628" y="303866"/>
                  </a:lnTo>
                  <a:lnTo>
                    <a:pt x="128073" y="324021"/>
                  </a:lnTo>
                  <a:lnTo>
                    <a:pt x="176188" y="336866"/>
                  </a:lnTo>
                  <a:lnTo>
                    <a:pt x="228600" y="341376"/>
                  </a:lnTo>
                  <a:lnTo>
                    <a:pt x="281011" y="336866"/>
                  </a:lnTo>
                  <a:lnTo>
                    <a:pt x="329126" y="324021"/>
                  </a:lnTo>
                  <a:lnTo>
                    <a:pt x="371571" y="303866"/>
                  </a:lnTo>
                  <a:lnTo>
                    <a:pt x="406974" y="277430"/>
                  </a:lnTo>
                  <a:lnTo>
                    <a:pt x="433962" y="245737"/>
                  </a:lnTo>
                  <a:lnTo>
                    <a:pt x="451161" y="209814"/>
                  </a:lnTo>
                  <a:lnTo>
                    <a:pt x="457200" y="170688"/>
                  </a:lnTo>
                  <a:lnTo>
                    <a:pt x="451161" y="131561"/>
                  </a:lnTo>
                  <a:lnTo>
                    <a:pt x="433962" y="95638"/>
                  </a:lnTo>
                  <a:lnTo>
                    <a:pt x="406974" y="63945"/>
                  </a:lnTo>
                  <a:lnTo>
                    <a:pt x="371571" y="37509"/>
                  </a:lnTo>
                  <a:lnTo>
                    <a:pt x="329126" y="17354"/>
                  </a:lnTo>
                  <a:lnTo>
                    <a:pt x="281011" y="4509"/>
                  </a:lnTo>
                  <a:lnTo>
                    <a:pt x="228600" y="0"/>
                  </a:lnTo>
                  <a:close/>
                </a:path>
              </a:pathLst>
            </a:custGeom>
            <a:solidFill>
              <a:srgbClr val="C5D1FB"/>
            </a:solidFill>
          </p:spPr>
          <p:txBody>
            <a:bodyPr wrap="square" lIns="0" tIns="0" rIns="0" bIns="0" rtlCol="0"/>
            <a:lstStyle/>
            <a:p>
              <a:endParaRPr sz="2000"/>
            </a:p>
          </p:txBody>
        </p:sp>
        <p:sp>
          <p:nvSpPr>
            <p:cNvPr id="87" name="object 16">
              <a:extLst>
                <a:ext uri="{FF2B5EF4-FFF2-40B4-BE49-F238E27FC236}">
                  <a16:creationId xmlns:a16="http://schemas.microsoft.com/office/drawing/2014/main" id="{098FC0AE-C2E5-43E8-9541-D150A759073F}"/>
                </a:ext>
              </a:extLst>
            </p:cNvPr>
            <p:cNvSpPr/>
            <p:nvPr/>
          </p:nvSpPr>
          <p:spPr>
            <a:xfrm>
              <a:off x="4212335" y="1894331"/>
              <a:ext cx="457200" cy="341630"/>
            </a:xfrm>
            <a:custGeom>
              <a:avLst/>
              <a:gdLst/>
              <a:ahLst/>
              <a:cxnLst/>
              <a:rect l="l" t="t" r="r" b="b"/>
              <a:pathLst>
                <a:path w="457200" h="341630">
                  <a:moveTo>
                    <a:pt x="0" y="170688"/>
                  </a:moveTo>
                  <a:lnTo>
                    <a:pt x="6038" y="131561"/>
                  </a:lnTo>
                  <a:lnTo>
                    <a:pt x="23237" y="95638"/>
                  </a:lnTo>
                  <a:lnTo>
                    <a:pt x="50225" y="63945"/>
                  </a:lnTo>
                  <a:lnTo>
                    <a:pt x="85628" y="37509"/>
                  </a:lnTo>
                  <a:lnTo>
                    <a:pt x="128073" y="17354"/>
                  </a:lnTo>
                  <a:lnTo>
                    <a:pt x="176188" y="4509"/>
                  </a:lnTo>
                  <a:lnTo>
                    <a:pt x="228600" y="0"/>
                  </a:lnTo>
                  <a:lnTo>
                    <a:pt x="281011" y="4509"/>
                  </a:lnTo>
                  <a:lnTo>
                    <a:pt x="329126" y="17354"/>
                  </a:lnTo>
                  <a:lnTo>
                    <a:pt x="371571" y="37509"/>
                  </a:lnTo>
                  <a:lnTo>
                    <a:pt x="406974" y="63945"/>
                  </a:lnTo>
                  <a:lnTo>
                    <a:pt x="433962" y="95638"/>
                  </a:lnTo>
                  <a:lnTo>
                    <a:pt x="451161" y="131561"/>
                  </a:lnTo>
                  <a:lnTo>
                    <a:pt x="457200" y="170688"/>
                  </a:lnTo>
                  <a:lnTo>
                    <a:pt x="451161" y="209814"/>
                  </a:lnTo>
                  <a:lnTo>
                    <a:pt x="433962" y="245737"/>
                  </a:lnTo>
                  <a:lnTo>
                    <a:pt x="406974" y="277430"/>
                  </a:lnTo>
                  <a:lnTo>
                    <a:pt x="371571" y="303866"/>
                  </a:lnTo>
                  <a:lnTo>
                    <a:pt x="329126" y="324021"/>
                  </a:lnTo>
                  <a:lnTo>
                    <a:pt x="281011" y="336866"/>
                  </a:lnTo>
                  <a:lnTo>
                    <a:pt x="228600" y="341376"/>
                  </a:lnTo>
                  <a:lnTo>
                    <a:pt x="176188" y="336866"/>
                  </a:lnTo>
                  <a:lnTo>
                    <a:pt x="128073" y="324021"/>
                  </a:lnTo>
                  <a:lnTo>
                    <a:pt x="85628" y="303866"/>
                  </a:lnTo>
                  <a:lnTo>
                    <a:pt x="50225" y="277430"/>
                  </a:lnTo>
                  <a:lnTo>
                    <a:pt x="23237" y="245737"/>
                  </a:lnTo>
                  <a:lnTo>
                    <a:pt x="6038" y="209814"/>
                  </a:lnTo>
                  <a:lnTo>
                    <a:pt x="0" y="170688"/>
                  </a:lnTo>
                  <a:close/>
                </a:path>
              </a:pathLst>
            </a:custGeom>
            <a:ln w="9525">
              <a:solidFill>
                <a:srgbClr val="000000"/>
              </a:solidFill>
            </a:ln>
          </p:spPr>
          <p:txBody>
            <a:bodyPr wrap="square" lIns="0" tIns="0" rIns="0" bIns="0" rtlCol="0"/>
            <a:lstStyle/>
            <a:p>
              <a:endParaRPr sz="2000"/>
            </a:p>
          </p:txBody>
        </p:sp>
      </p:grpSp>
      <p:sp>
        <p:nvSpPr>
          <p:cNvPr id="88" name="object 17">
            <a:extLst>
              <a:ext uri="{FF2B5EF4-FFF2-40B4-BE49-F238E27FC236}">
                <a16:creationId xmlns:a16="http://schemas.microsoft.com/office/drawing/2014/main" id="{31019834-770D-4F5C-8069-13B26D5A656A}"/>
              </a:ext>
            </a:extLst>
          </p:cNvPr>
          <p:cNvSpPr txBox="1"/>
          <p:nvPr/>
        </p:nvSpPr>
        <p:spPr>
          <a:xfrm>
            <a:off x="4742179" y="2200431"/>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89" name="object 18">
            <a:extLst>
              <a:ext uri="{FF2B5EF4-FFF2-40B4-BE49-F238E27FC236}">
                <a16:creationId xmlns:a16="http://schemas.microsoft.com/office/drawing/2014/main" id="{2FA6E21E-C5E5-48C1-A0CA-9D488FFC0008}"/>
              </a:ext>
            </a:extLst>
          </p:cNvPr>
          <p:cNvGrpSpPr/>
          <p:nvPr/>
        </p:nvGrpSpPr>
        <p:grpSpPr>
          <a:xfrm>
            <a:off x="5258081" y="2228710"/>
            <a:ext cx="357011" cy="124883"/>
            <a:chOff x="4732273" y="2005838"/>
            <a:chExt cx="321310" cy="112395"/>
          </a:xfrm>
        </p:grpSpPr>
        <p:sp>
          <p:nvSpPr>
            <p:cNvPr id="90" name="object 19">
              <a:extLst>
                <a:ext uri="{FF2B5EF4-FFF2-40B4-BE49-F238E27FC236}">
                  <a16:creationId xmlns:a16="http://schemas.microsoft.com/office/drawing/2014/main" id="{2BAE10B3-B246-4747-85F1-2E5DA70AFA2D}"/>
                </a:ext>
              </a:extLst>
            </p:cNvPr>
            <p:cNvSpPr/>
            <p:nvPr/>
          </p:nvSpPr>
          <p:spPr>
            <a:xfrm>
              <a:off x="4744973" y="2018538"/>
              <a:ext cx="295910" cy="86995"/>
            </a:xfrm>
            <a:custGeom>
              <a:avLst/>
              <a:gdLst/>
              <a:ahLst/>
              <a:cxnLst/>
              <a:rect l="l" t="t" r="r" b="b"/>
              <a:pathLst>
                <a:path w="295910" h="86994">
                  <a:moveTo>
                    <a:pt x="252222" y="0"/>
                  </a:moveTo>
                  <a:lnTo>
                    <a:pt x="252222" y="21717"/>
                  </a:lnTo>
                  <a:lnTo>
                    <a:pt x="0" y="21717"/>
                  </a:lnTo>
                  <a:lnTo>
                    <a:pt x="0" y="65151"/>
                  </a:lnTo>
                  <a:lnTo>
                    <a:pt x="252222" y="65151"/>
                  </a:lnTo>
                  <a:lnTo>
                    <a:pt x="252222" y="86868"/>
                  </a:lnTo>
                  <a:lnTo>
                    <a:pt x="295656" y="43434"/>
                  </a:lnTo>
                  <a:lnTo>
                    <a:pt x="252222" y="0"/>
                  </a:lnTo>
                  <a:close/>
                </a:path>
              </a:pathLst>
            </a:custGeom>
            <a:solidFill>
              <a:srgbClr val="B2B2B2"/>
            </a:solidFill>
          </p:spPr>
          <p:txBody>
            <a:bodyPr wrap="square" lIns="0" tIns="0" rIns="0" bIns="0" rtlCol="0"/>
            <a:lstStyle/>
            <a:p>
              <a:endParaRPr sz="2000"/>
            </a:p>
          </p:txBody>
        </p:sp>
        <p:sp>
          <p:nvSpPr>
            <p:cNvPr id="91" name="object 20">
              <a:extLst>
                <a:ext uri="{FF2B5EF4-FFF2-40B4-BE49-F238E27FC236}">
                  <a16:creationId xmlns:a16="http://schemas.microsoft.com/office/drawing/2014/main" id="{99156DE1-5FA7-4FF8-B7D2-0D0565A474BF}"/>
                </a:ext>
              </a:extLst>
            </p:cNvPr>
            <p:cNvSpPr/>
            <p:nvPr/>
          </p:nvSpPr>
          <p:spPr>
            <a:xfrm>
              <a:off x="4744973" y="2018538"/>
              <a:ext cx="295910" cy="86995"/>
            </a:xfrm>
            <a:custGeom>
              <a:avLst/>
              <a:gdLst/>
              <a:ahLst/>
              <a:cxnLst/>
              <a:rect l="l" t="t" r="r" b="b"/>
              <a:pathLst>
                <a:path w="295910" h="86994">
                  <a:moveTo>
                    <a:pt x="0" y="21717"/>
                  </a:moveTo>
                  <a:lnTo>
                    <a:pt x="252222" y="21717"/>
                  </a:lnTo>
                  <a:lnTo>
                    <a:pt x="252222" y="0"/>
                  </a:lnTo>
                  <a:lnTo>
                    <a:pt x="295656" y="43434"/>
                  </a:lnTo>
                  <a:lnTo>
                    <a:pt x="252222" y="86868"/>
                  </a:lnTo>
                  <a:lnTo>
                    <a:pt x="252222" y="65151"/>
                  </a:lnTo>
                  <a:lnTo>
                    <a:pt x="0" y="65151"/>
                  </a:lnTo>
                  <a:lnTo>
                    <a:pt x="0" y="21717"/>
                  </a:lnTo>
                  <a:close/>
                </a:path>
              </a:pathLst>
            </a:custGeom>
            <a:ln w="25400">
              <a:solidFill>
                <a:srgbClr val="B2B2B2"/>
              </a:solidFill>
            </a:ln>
          </p:spPr>
          <p:txBody>
            <a:bodyPr wrap="square" lIns="0" tIns="0" rIns="0" bIns="0" rtlCol="0"/>
            <a:lstStyle/>
            <a:p>
              <a:endParaRPr sz="2000"/>
            </a:p>
          </p:txBody>
        </p:sp>
      </p:grpSp>
      <p:grpSp>
        <p:nvGrpSpPr>
          <p:cNvPr id="92" name="object 21">
            <a:extLst>
              <a:ext uri="{FF2B5EF4-FFF2-40B4-BE49-F238E27FC236}">
                <a16:creationId xmlns:a16="http://schemas.microsoft.com/office/drawing/2014/main" id="{B76E4D20-0B7F-4FD1-B7C1-BA858D517FAC}"/>
              </a:ext>
            </a:extLst>
          </p:cNvPr>
          <p:cNvGrpSpPr/>
          <p:nvPr/>
        </p:nvGrpSpPr>
        <p:grpSpPr>
          <a:xfrm>
            <a:off x="1284960" y="1906412"/>
            <a:ext cx="618067" cy="774700"/>
            <a:chOff x="1156464" y="1715771"/>
            <a:chExt cx="556260" cy="697230"/>
          </a:xfrm>
        </p:grpSpPr>
        <p:sp>
          <p:nvSpPr>
            <p:cNvPr id="93" name="object 22">
              <a:extLst>
                <a:ext uri="{FF2B5EF4-FFF2-40B4-BE49-F238E27FC236}">
                  <a16:creationId xmlns:a16="http://schemas.microsoft.com/office/drawing/2014/main" id="{D63100E3-6B6D-455B-9734-A21BD4BB8918}"/>
                </a:ext>
              </a:extLst>
            </p:cNvPr>
            <p:cNvSpPr/>
            <p:nvPr/>
          </p:nvSpPr>
          <p:spPr>
            <a:xfrm>
              <a:off x="1254254" y="172212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4" name="object 23">
              <a:extLst>
                <a:ext uri="{FF2B5EF4-FFF2-40B4-BE49-F238E27FC236}">
                  <a16:creationId xmlns:a16="http://schemas.microsoft.com/office/drawing/2014/main" id="{554CAE55-71AE-4EFD-A123-2133E693ADC6}"/>
                </a:ext>
              </a:extLst>
            </p:cNvPr>
            <p:cNvSpPr/>
            <p:nvPr/>
          </p:nvSpPr>
          <p:spPr>
            <a:xfrm>
              <a:off x="1254254" y="172212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 name="object 24">
              <a:extLst>
                <a:ext uri="{FF2B5EF4-FFF2-40B4-BE49-F238E27FC236}">
                  <a16:creationId xmlns:a16="http://schemas.microsoft.com/office/drawing/2014/main" id="{69C34FDF-BEB0-4D9B-AA53-68BB119370FA}"/>
                </a:ext>
              </a:extLst>
            </p:cNvPr>
            <p:cNvSpPr/>
            <p:nvPr/>
          </p:nvSpPr>
          <p:spPr>
            <a:xfrm>
              <a:off x="1254254" y="1807461"/>
              <a:ext cx="93345" cy="86995"/>
            </a:xfrm>
            <a:custGeom>
              <a:avLst/>
              <a:gdLst/>
              <a:ahLst/>
              <a:cxnLst/>
              <a:rect l="l" t="t" r="r" b="b"/>
              <a:pathLst>
                <a:path w="93344" h="86994">
                  <a:moveTo>
                    <a:pt x="92962" y="0"/>
                  </a:moveTo>
                  <a:lnTo>
                    <a:pt x="0" y="0"/>
                  </a:lnTo>
                  <a:lnTo>
                    <a:pt x="0" y="86870"/>
                  </a:lnTo>
                  <a:lnTo>
                    <a:pt x="92962" y="86870"/>
                  </a:lnTo>
                  <a:lnTo>
                    <a:pt x="92962" y="0"/>
                  </a:lnTo>
                  <a:close/>
                </a:path>
              </a:pathLst>
            </a:custGeom>
            <a:solidFill>
              <a:srgbClr val="D9D9D9"/>
            </a:solidFill>
          </p:spPr>
          <p:txBody>
            <a:bodyPr wrap="square" lIns="0" tIns="0" rIns="0" bIns="0" rtlCol="0"/>
            <a:lstStyle/>
            <a:p>
              <a:endParaRPr sz="2000"/>
            </a:p>
          </p:txBody>
        </p:sp>
        <p:sp>
          <p:nvSpPr>
            <p:cNvPr id="96" name="object 25">
              <a:extLst>
                <a:ext uri="{FF2B5EF4-FFF2-40B4-BE49-F238E27FC236}">
                  <a16:creationId xmlns:a16="http://schemas.microsoft.com/office/drawing/2014/main" id="{D06A33DB-7CAF-4BFE-B9A9-CBC17FD87B88}"/>
                </a:ext>
              </a:extLst>
            </p:cNvPr>
            <p:cNvSpPr/>
            <p:nvPr/>
          </p:nvSpPr>
          <p:spPr>
            <a:xfrm>
              <a:off x="1254254" y="1807461"/>
              <a:ext cx="93345" cy="86995"/>
            </a:xfrm>
            <a:custGeom>
              <a:avLst/>
              <a:gdLst/>
              <a:ahLst/>
              <a:cxnLst/>
              <a:rect l="l" t="t" r="r" b="b"/>
              <a:pathLst>
                <a:path w="93344"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7" name="object 26">
              <a:extLst>
                <a:ext uri="{FF2B5EF4-FFF2-40B4-BE49-F238E27FC236}">
                  <a16:creationId xmlns:a16="http://schemas.microsoft.com/office/drawing/2014/main" id="{B712F3D8-5069-452B-86A9-457BBA88DC10}"/>
                </a:ext>
              </a:extLst>
            </p:cNvPr>
            <p:cNvSpPr/>
            <p:nvPr/>
          </p:nvSpPr>
          <p:spPr>
            <a:xfrm>
              <a:off x="1254254" y="189433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8" name="object 27">
              <a:extLst>
                <a:ext uri="{FF2B5EF4-FFF2-40B4-BE49-F238E27FC236}">
                  <a16:creationId xmlns:a16="http://schemas.microsoft.com/office/drawing/2014/main" id="{AF652E31-D4B2-49B9-AAF3-460AF8C2DFCC}"/>
                </a:ext>
              </a:extLst>
            </p:cNvPr>
            <p:cNvSpPr/>
            <p:nvPr/>
          </p:nvSpPr>
          <p:spPr>
            <a:xfrm>
              <a:off x="1254254" y="189433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 name="object 28">
              <a:extLst>
                <a:ext uri="{FF2B5EF4-FFF2-40B4-BE49-F238E27FC236}">
                  <a16:creationId xmlns:a16="http://schemas.microsoft.com/office/drawing/2014/main" id="{7AA428D1-EB10-46C3-8E46-4487E96233B1}"/>
                </a:ext>
              </a:extLst>
            </p:cNvPr>
            <p:cNvSpPr/>
            <p:nvPr/>
          </p:nvSpPr>
          <p:spPr>
            <a:xfrm>
              <a:off x="1254254" y="197967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100" name="object 29">
              <a:extLst>
                <a:ext uri="{FF2B5EF4-FFF2-40B4-BE49-F238E27FC236}">
                  <a16:creationId xmlns:a16="http://schemas.microsoft.com/office/drawing/2014/main" id="{B8EF5661-A9D2-48AD-98D7-7A9C1717F5E6}"/>
                </a:ext>
              </a:extLst>
            </p:cNvPr>
            <p:cNvSpPr/>
            <p:nvPr/>
          </p:nvSpPr>
          <p:spPr>
            <a:xfrm>
              <a:off x="1254254" y="197967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1" name="object 30">
              <a:extLst>
                <a:ext uri="{FF2B5EF4-FFF2-40B4-BE49-F238E27FC236}">
                  <a16:creationId xmlns:a16="http://schemas.microsoft.com/office/drawing/2014/main" id="{1358EF7F-B1A1-48BD-8F95-0755B1151CC1}"/>
                </a:ext>
              </a:extLst>
            </p:cNvPr>
            <p:cNvSpPr/>
            <p:nvPr/>
          </p:nvSpPr>
          <p:spPr>
            <a:xfrm>
              <a:off x="1254254" y="206502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102" name="object 31">
              <a:extLst>
                <a:ext uri="{FF2B5EF4-FFF2-40B4-BE49-F238E27FC236}">
                  <a16:creationId xmlns:a16="http://schemas.microsoft.com/office/drawing/2014/main" id="{D5CFE416-81E9-4645-A8F1-9180544E2EBE}"/>
                </a:ext>
              </a:extLst>
            </p:cNvPr>
            <p:cNvSpPr/>
            <p:nvPr/>
          </p:nvSpPr>
          <p:spPr>
            <a:xfrm>
              <a:off x="1254254" y="206502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3" name="object 32">
              <a:extLst>
                <a:ext uri="{FF2B5EF4-FFF2-40B4-BE49-F238E27FC236}">
                  <a16:creationId xmlns:a16="http://schemas.microsoft.com/office/drawing/2014/main" id="{8FAA34B7-B026-4CC4-A19E-D31791A4F13A}"/>
                </a:ext>
              </a:extLst>
            </p:cNvPr>
            <p:cNvSpPr/>
            <p:nvPr/>
          </p:nvSpPr>
          <p:spPr>
            <a:xfrm>
              <a:off x="1254254" y="215036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104" name="object 33">
              <a:extLst>
                <a:ext uri="{FF2B5EF4-FFF2-40B4-BE49-F238E27FC236}">
                  <a16:creationId xmlns:a16="http://schemas.microsoft.com/office/drawing/2014/main" id="{EE1C8226-C6A3-4415-A89B-C3630C48310C}"/>
                </a:ext>
              </a:extLst>
            </p:cNvPr>
            <p:cNvSpPr/>
            <p:nvPr/>
          </p:nvSpPr>
          <p:spPr>
            <a:xfrm>
              <a:off x="1254254" y="215036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5" name="object 34">
              <a:extLst>
                <a:ext uri="{FF2B5EF4-FFF2-40B4-BE49-F238E27FC236}">
                  <a16:creationId xmlns:a16="http://schemas.microsoft.com/office/drawing/2014/main" id="{84AE138C-32C0-4CCB-9A66-369F8F31725A}"/>
                </a:ext>
              </a:extLst>
            </p:cNvPr>
            <p:cNvSpPr/>
            <p:nvPr/>
          </p:nvSpPr>
          <p:spPr>
            <a:xfrm>
              <a:off x="1254254" y="223570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D9D9D9"/>
            </a:solidFill>
          </p:spPr>
          <p:txBody>
            <a:bodyPr wrap="square" lIns="0" tIns="0" rIns="0" bIns="0" rtlCol="0"/>
            <a:lstStyle/>
            <a:p>
              <a:endParaRPr sz="2000"/>
            </a:p>
          </p:txBody>
        </p:sp>
        <p:sp>
          <p:nvSpPr>
            <p:cNvPr id="106" name="object 35">
              <a:extLst>
                <a:ext uri="{FF2B5EF4-FFF2-40B4-BE49-F238E27FC236}">
                  <a16:creationId xmlns:a16="http://schemas.microsoft.com/office/drawing/2014/main" id="{EA8ABC8A-5D02-4A87-BC1B-CA0094CCA9CD}"/>
                </a:ext>
              </a:extLst>
            </p:cNvPr>
            <p:cNvSpPr/>
            <p:nvPr/>
          </p:nvSpPr>
          <p:spPr>
            <a:xfrm>
              <a:off x="1254254" y="223570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7" name="object 36">
              <a:extLst>
                <a:ext uri="{FF2B5EF4-FFF2-40B4-BE49-F238E27FC236}">
                  <a16:creationId xmlns:a16="http://schemas.microsoft.com/office/drawing/2014/main" id="{E8293E1E-466F-482C-B4AE-9C187218430D}"/>
                </a:ext>
              </a:extLst>
            </p:cNvPr>
            <p:cNvSpPr/>
            <p:nvPr/>
          </p:nvSpPr>
          <p:spPr>
            <a:xfrm>
              <a:off x="1254254" y="232105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108" name="object 37">
              <a:extLst>
                <a:ext uri="{FF2B5EF4-FFF2-40B4-BE49-F238E27FC236}">
                  <a16:creationId xmlns:a16="http://schemas.microsoft.com/office/drawing/2014/main" id="{BDEF659D-FBA6-4F3A-9B21-AE5C09798580}"/>
                </a:ext>
              </a:extLst>
            </p:cNvPr>
            <p:cNvSpPr/>
            <p:nvPr/>
          </p:nvSpPr>
          <p:spPr>
            <a:xfrm>
              <a:off x="1254254" y="232105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9" name="object 38">
              <a:extLst>
                <a:ext uri="{FF2B5EF4-FFF2-40B4-BE49-F238E27FC236}">
                  <a16:creationId xmlns:a16="http://schemas.microsoft.com/office/drawing/2014/main" id="{41D7EFD5-0F78-4366-955E-A6300FC314FA}"/>
                </a:ext>
              </a:extLst>
            </p:cNvPr>
            <p:cNvSpPr/>
            <p:nvPr/>
          </p:nvSpPr>
          <p:spPr>
            <a:xfrm>
              <a:off x="1402842" y="2017014"/>
              <a:ext cx="297180" cy="85725"/>
            </a:xfrm>
            <a:custGeom>
              <a:avLst/>
              <a:gdLst/>
              <a:ahLst/>
              <a:cxnLst/>
              <a:rect l="l" t="t" r="r" b="b"/>
              <a:pathLst>
                <a:path w="297180" h="85725">
                  <a:moveTo>
                    <a:pt x="254508" y="0"/>
                  </a:moveTo>
                  <a:lnTo>
                    <a:pt x="254508" y="21336"/>
                  </a:lnTo>
                  <a:lnTo>
                    <a:pt x="0" y="21336"/>
                  </a:lnTo>
                  <a:lnTo>
                    <a:pt x="0" y="64008"/>
                  </a:lnTo>
                  <a:lnTo>
                    <a:pt x="254508" y="64008"/>
                  </a:lnTo>
                  <a:lnTo>
                    <a:pt x="254508" y="85344"/>
                  </a:lnTo>
                  <a:lnTo>
                    <a:pt x="297180" y="42672"/>
                  </a:lnTo>
                  <a:lnTo>
                    <a:pt x="254508" y="0"/>
                  </a:lnTo>
                  <a:close/>
                </a:path>
              </a:pathLst>
            </a:custGeom>
            <a:solidFill>
              <a:srgbClr val="B2B2B2"/>
            </a:solidFill>
          </p:spPr>
          <p:txBody>
            <a:bodyPr wrap="square" lIns="0" tIns="0" rIns="0" bIns="0" rtlCol="0"/>
            <a:lstStyle/>
            <a:p>
              <a:endParaRPr sz="2000"/>
            </a:p>
          </p:txBody>
        </p:sp>
        <p:sp>
          <p:nvSpPr>
            <p:cNvPr id="110" name="object 39">
              <a:extLst>
                <a:ext uri="{FF2B5EF4-FFF2-40B4-BE49-F238E27FC236}">
                  <a16:creationId xmlns:a16="http://schemas.microsoft.com/office/drawing/2014/main" id="{305E953A-C477-43AE-B209-CC0998F0660A}"/>
                </a:ext>
              </a:extLst>
            </p:cNvPr>
            <p:cNvSpPr/>
            <p:nvPr/>
          </p:nvSpPr>
          <p:spPr>
            <a:xfrm>
              <a:off x="1402842" y="2017014"/>
              <a:ext cx="297180" cy="85725"/>
            </a:xfrm>
            <a:custGeom>
              <a:avLst/>
              <a:gdLst/>
              <a:ahLst/>
              <a:cxnLst/>
              <a:rect l="l" t="t" r="r" b="b"/>
              <a:pathLst>
                <a:path w="297180" h="85725">
                  <a:moveTo>
                    <a:pt x="0" y="21336"/>
                  </a:moveTo>
                  <a:lnTo>
                    <a:pt x="254508" y="21336"/>
                  </a:lnTo>
                  <a:lnTo>
                    <a:pt x="254508" y="0"/>
                  </a:lnTo>
                  <a:lnTo>
                    <a:pt x="297180" y="42672"/>
                  </a:lnTo>
                  <a:lnTo>
                    <a:pt x="254508" y="85344"/>
                  </a:lnTo>
                  <a:lnTo>
                    <a:pt x="25450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11" name="object 40">
              <a:extLst>
                <a:ext uri="{FF2B5EF4-FFF2-40B4-BE49-F238E27FC236}">
                  <a16:creationId xmlns:a16="http://schemas.microsoft.com/office/drawing/2014/main" id="{75F16899-4A3B-43FC-9DF3-722DC0CEF60F}"/>
                </a:ext>
              </a:extLst>
            </p:cNvPr>
            <p:cNvSpPr/>
            <p:nvPr/>
          </p:nvSpPr>
          <p:spPr>
            <a:xfrm>
              <a:off x="1162814" y="1722121"/>
              <a:ext cx="91440" cy="684530"/>
            </a:xfrm>
            <a:custGeom>
              <a:avLst/>
              <a:gdLst/>
              <a:ahLst/>
              <a:cxnLst/>
              <a:rect l="l" t="t" r="r" b="b"/>
              <a:pathLst>
                <a:path w="91440" h="684530">
                  <a:moveTo>
                    <a:pt x="0" y="85342"/>
                  </a:moveTo>
                  <a:lnTo>
                    <a:pt x="91440" y="85342"/>
                  </a:lnTo>
                  <a:lnTo>
                    <a:pt x="91440" y="0"/>
                  </a:lnTo>
                  <a:lnTo>
                    <a:pt x="0" y="0"/>
                  </a:lnTo>
                  <a:lnTo>
                    <a:pt x="0" y="85342"/>
                  </a:lnTo>
                  <a:close/>
                </a:path>
                <a:path w="91440" h="684530">
                  <a:moveTo>
                    <a:pt x="0" y="172210"/>
                  </a:moveTo>
                  <a:lnTo>
                    <a:pt x="91440" y="172210"/>
                  </a:lnTo>
                  <a:lnTo>
                    <a:pt x="91440" y="85340"/>
                  </a:lnTo>
                  <a:lnTo>
                    <a:pt x="0" y="85340"/>
                  </a:lnTo>
                  <a:lnTo>
                    <a:pt x="0" y="172210"/>
                  </a:lnTo>
                  <a:close/>
                </a:path>
                <a:path w="91440" h="684530">
                  <a:moveTo>
                    <a:pt x="0" y="257554"/>
                  </a:moveTo>
                  <a:lnTo>
                    <a:pt x="91440" y="257554"/>
                  </a:lnTo>
                  <a:lnTo>
                    <a:pt x="91440" y="172212"/>
                  </a:lnTo>
                  <a:lnTo>
                    <a:pt x="0" y="172212"/>
                  </a:lnTo>
                  <a:lnTo>
                    <a:pt x="0" y="257554"/>
                  </a:lnTo>
                  <a:close/>
                </a:path>
                <a:path w="91440" h="684530">
                  <a:moveTo>
                    <a:pt x="0" y="342898"/>
                  </a:moveTo>
                  <a:lnTo>
                    <a:pt x="91440" y="342898"/>
                  </a:lnTo>
                  <a:lnTo>
                    <a:pt x="91440" y="257556"/>
                  </a:lnTo>
                  <a:lnTo>
                    <a:pt x="0" y="257556"/>
                  </a:lnTo>
                  <a:lnTo>
                    <a:pt x="0" y="342898"/>
                  </a:lnTo>
                  <a:close/>
                </a:path>
                <a:path w="91440" h="684530">
                  <a:moveTo>
                    <a:pt x="0" y="428242"/>
                  </a:moveTo>
                  <a:lnTo>
                    <a:pt x="91440" y="428242"/>
                  </a:lnTo>
                  <a:lnTo>
                    <a:pt x="91440" y="342900"/>
                  </a:lnTo>
                  <a:lnTo>
                    <a:pt x="0" y="342900"/>
                  </a:lnTo>
                  <a:lnTo>
                    <a:pt x="0" y="428242"/>
                  </a:lnTo>
                  <a:close/>
                </a:path>
                <a:path w="91440" h="684530">
                  <a:moveTo>
                    <a:pt x="0" y="513586"/>
                  </a:moveTo>
                  <a:lnTo>
                    <a:pt x="91440" y="513586"/>
                  </a:lnTo>
                  <a:lnTo>
                    <a:pt x="91440" y="428244"/>
                  </a:lnTo>
                  <a:lnTo>
                    <a:pt x="0" y="428244"/>
                  </a:lnTo>
                  <a:lnTo>
                    <a:pt x="0" y="513586"/>
                  </a:lnTo>
                  <a:close/>
                </a:path>
                <a:path w="91440" h="684530">
                  <a:moveTo>
                    <a:pt x="0" y="598930"/>
                  </a:moveTo>
                  <a:lnTo>
                    <a:pt x="91440" y="598930"/>
                  </a:lnTo>
                  <a:lnTo>
                    <a:pt x="91440" y="513583"/>
                  </a:lnTo>
                  <a:lnTo>
                    <a:pt x="0" y="513583"/>
                  </a:lnTo>
                  <a:lnTo>
                    <a:pt x="0" y="598930"/>
                  </a:lnTo>
                  <a:close/>
                </a:path>
                <a:path w="91440" h="684530">
                  <a:moveTo>
                    <a:pt x="0" y="684274"/>
                  </a:moveTo>
                  <a:lnTo>
                    <a:pt x="91440" y="684274"/>
                  </a:lnTo>
                  <a:lnTo>
                    <a:pt x="91440" y="598932"/>
                  </a:lnTo>
                  <a:lnTo>
                    <a:pt x="0" y="598932"/>
                  </a:lnTo>
                  <a:lnTo>
                    <a:pt x="0" y="684274"/>
                  </a:lnTo>
                  <a:close/>
                </a:path>
              </a:pathLst>
            </a:custGeom>
            <a:ln w="12700">
              <a:solidFill>
                <a:srgbClr val="000000"/>
              </a:solidFill>
            </a:ln>
          </p:spPr>
          <p:txBody>
            <a:bodyPr wrap="square" lIns="0" tIns="0" rIns="0" bIns="0" rtlCol="0"/>
            <a:lstStyle/>
            <a:p>
              <a:endParaRPr sz="2000"/>
            </a:p>
          </p:txBody>
        </p:sp>
      </p:grpSp>
      <p:grpSp>
        <p:nvGrpSpPr>
          <p:cNvPr id="112" name="object 41">
            <a:extLst>
              <a:ext uri="{FF2B5EF4-FFF2-40B4-BE49-F238E27FC236}">
                <a16:creationId xmlns:a16="http://schemas.microsoft.com/office/drawing/2014/main" id="{CA04B54D-F0C8-42BB-91EE-DA1587604380}"/>
              </a:ext>
            </a:extLst>
          </p:cNvPr>
          <p:cNvGrpSpPr/>
          <p:nvPr/>
        </p:nvGrpSpPr>
        <p:grpSpPr>
          <a:xfrm>
            <a:off x="2540283" y="1906412"/>
            <a:ext cx="726017" cy="774700"/>
            <a:chOff x="2286254" y="1715771"/>
            <a:chExt cx="653415" cy="697230"/>
          </a:xfrm>
        </p:grpSpPr>
        <p:sp>
          <p:nvSpPr>
            <p:cNvPr id="113" name="object 42">
              <a:extLst>
                <a:ext uri="{FF2B5EF4-FFF2-40B4-BE49-F238E27FC236}">
                  <a16:creationId xmlns:a16="http://schemas.microsoft.com/office/drawing/2014/main" id="{F1FA49B8-AB66-44F2-B962-9CBDFA285E26}"/>
                </a:ext>
              </a:extLst>
            </p:cNvPr>
            <p:cNvSpPr/>
            <p:nvPr/>
          </p:nvSpPr>
          <p:spPr>
            <a:xfrm>
              <a:off x="2298954" y="2017014"/>
              <a:ext cx="628015" cy="82550"/>
            </a:xfrm>
            <a:custGeom>
              <a:avLst/>
              <a:gdLst/>
              <a:ahLst/>
              <a:cxnLst/>
              <a:rect l="l" t="t" r="r" b="b"/>
              <a:pathLst>
                <a:path w="628014" h="82550">
                  <a:moveTo>
                    <a:pt x="586740" y="0"/>
                  </a:moveTo>
                  <a:lnTo>
                    <a:pt x="586740" y="20574"/>
                  </a:lnTo>
                  <a:lnTo>
                    <a:pt x="0" y="20574"/>
                  </a:lnTo>
                  <a:lnTo>
                    <a:pt x="0" y="61722"/>
                  </a:lnTo>
                  <a:lnTo>
                    <a:pt x="586740" y="61722"/>
                  </a:lnTo>
                  <a:lnTo>
                    <a:pt x="586740" y="82296"/>
                  </a:lnTo>
                  <a:lnTo>
                    <a:pt x="627888" y="41148"/>
                  </a:lnTo>
                  <a:lnTo>
                    <a:pt x="586740" y="0"/>
                  </a:lnTo>
                  <a:close/>
                </a:path>
              </a:pathLst>
            </a:custGeom>
            <a:solidFill>
              <a:srgbClr val="B2B2B2"/>
            </a:solidFill>
          </p:spPr>
          <p:txBody>
            <a:bodyPr wrap="square" lIns="0" tIns="0" rIns="0" bIns="0" rtlCol="0"/>
            <a:lstStyle/>
            <a:p>
              <a:endParaRPr sz="2000"/>
            </a:p>
          </p:txBody>
        </p:sp>
        <p:sp>
          <p:nvSpPr>
            <p:cNvPr id="114" name="object 43">
              <a:extLst>
                <a:ext uri="{FF2B5EF4-FFF2-40B4-BE49-F238E27FC236}">
                  <a16:creationId xmlns:a16="http://schemas.microsoft.com/office/drawing/2014/main" id="{36AFF6CF-8C3B-4F81-8E00-D011375E7DEC}"/>
                </a:ext>
              </a:extLst>
            </p:cNvPr>
            <p:cNvSpPr/>
            <p:nvPr/>
          </p:nvSpPr>
          <p:spPr>
            <a:xfrm>
              <a:off x="2298954" y="2017014"/>
              <a:ext cx="628015" cy="82550"/>
            </a:xfrm>
            <a:custGeom>
              <a:avLst/>
              <a:gdLst/>
              <a:ahLst/>
              <a:cxnLst/>
              <a:rect l="l" t="t" r="r" b="b"/>
              <a:pathLst>
                <a:path w="628014" h="82550">
                  <a:moveTo>
                    <a:pt x="0" y="20574"/>
                  </a:moveTo>
                  <a:lnTo>
                    <a:pt x="586740" y="20574"/>
                  </a:lnTo>
                  <a:lnTo>
                    <a:pt x="586740" y="0"/>
                  </a:lnTo>
                  <a:lnTo>
                    <a:pt x="627888" y="41148"/>
                  </a:lnTo>
                  <a:lnTo>
                    <a:pt x="586740" y="82296"/>
                  </a:lnTo>
                  <a:lnTo>
                    <a:pt x="586740" y="61722"/>
                  </a:lnTo>
                  <a:lnTo>
                    <a:pt x="0" y="61722"/>
                  </a:lnTo>
                  <a:lnTo>
                    <a:pt x="0" y="20574"/>
                  </a:lnTo>
                  <a:close/>
                </a:path>
              </a:pathLst>
            </a:custGeom>
            <a:ln w="25400">
              <a:solidFill>
                <a:srgbClr val="B2B2B2"/>
              </a:solidFill>
            </a:ln>
          </p:spPr>
          <p:txBody>
            <a:bodyPr wrap="square" lIns="0" tIns="0" rIns="0" bIns="0" rtlCol="0"/>
            <a:lstStyle/>
            <a:p>
              <a:endParaRPr sz="2000"/>
            </a:p>
          </p:txBody>
        </p:sp>
        <p:sp>
          <p:nvSpPr>
            <p:cNvPr id="115" name="object 44">
              <a:extLst>
                <a:ext uri="{FF2B5EF4-FFF2-40B4-BE49-F238E27FC236}">
                  <a16:creationId xmlns:a16="http://schemas.microsoft.com/office/drawing/2014/main" id="{FFF34F32-2AE2-474A-9AFE-DB667787F815}"/>
                </a:ext>
              </a:extLst>
            </p:cNvPr>
            <p:cNvSpPr/>
            <p:nvPr/>
          </p:nvSpPr>
          <p:spPr>
            <a:xfrm>
              <a:off x="2494788" y="17221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16" name="object 45">
              <a:extLst>
                <a:ext uri="{FF2B5EF4-FFF2-40B4-BE49-F238E27FC236}">
                  <a16:creationId xmlns:a16="http://schemas.microsoft.com/office/drawing/2014/main" id="{C8F77CE0-D670-4AB6-B5CA-5A6D46903793}"/>
                </a:ext>
              </a:extLst>
            </p:cNvPr>
            <p:cNvSpPr/>
            <p:nvPr/>
          </p:nvSpPr>
          <p:spPr>
            <a:xfrm>
              <a:off x="249478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7" name="object 46">
              <a:extLst>
                <a:ext uri="{FF2B5EF4-FFF2-40B4-BE49-F238E27FC236}">
                  <a16:creationId xmlns:a16="http://schemas.microsoft.com/office/drawing/2014/main" id="{D858B083-6F0B-4523-8426-07F38204957E}"/>
                </a:ext>
              </a:extLst>
            </p:cNvPr>
            <p:cNvSpPr/>
            <p:nvPr/>
          </p:nvSpPr>
          <p:spPr>
            <a:xfrm>
              <a:off x="2494788" y="1807461"/>
              <a:ext cx="91440" cy="86995"/>
            </a:xfrm>
            <a:custGeom>
              <a:avLst/>
              <a:gdLst/>
              <a:ahLst/>
              <a:cxnLst/>
              <a:rect l="l" t="t" r="r" b="b"/>
              <a:pathLst>
                <a:path w="91439" h="86994">
                  <a:moveTo>
                    <a:pt x="91440" y="0"/>
                  </a:moveTo>
                  <a:lnTo>
                    <a:pt x="0" y="0"/>
                  </a:lnTo>
                  <a:lnTo>
                    <a:pt x="0" y="86870"/>
                  </a:lnTo>
                  <a:lnTo>
                    <a:pt x="91440" y="86870"/>
                  </a:lnTo>
                  <a:lnTo>
                    <a:pt x="91440" y="0"/>
                  </a:lnTo>
                  <a:close/>
                </a:path>
              </a:pathLst>
            </a:custGeom>
            <a:solidFill>
              <a:srgbClr val="FFFD96"/>
            </a:solidFill>
          </p:spPr>
          <p:txBody>
            <a:bodyPr wrap="square" lIns="0" tIns="0" rIns="0" bIns="0" rtlCol="0"/>
            <a:lstStyle/>
            <a:p>
              <a:endParaRPr sz="2000"/>
            </a:p>
          </p:txBody>
        </p:sp>
        <p:sp>
          <p:nvSpPr>
            <p:cNvPr id="118" name="object 47">
              <a:extLst>
                <a:ext uri="{FF2B5EF4-FFF2-40B4-BE49-F238E27FC236}">
                  <a16:creationId xmlns:a16="http://schemas.microsoft.com/office/drawing/2014/main" id="{B2054C74-DE4D-458E-BE8F-FB67D1369F75}"/>
                </a:ext>
              </a:extLst>
            </p:cNvPr>
            <p:cNvSpPr/>
            <p:nvPr/>
          </p:nvSpPr>
          <p:spPr>
            <a:xfrm>
              <a:off x="249478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19" name="object 48">
              <a:extLst>
                <a:ext uri="{FF2B5EF4-FFF2-40B4-BE49-F238E27FC236}">
                  <a16:creationId xmlns:a16="http://schemas.microsoft.com/office/drawing/2014/main" id="{D3CDF241-1943-46C3-84A8-AF06E6D2DAF7}"/>
                </a:ext>
              </a:extLst>
            </p:cNvPr>
            <p:cNvSpPr/>
            <p:nvPr/>
          </p:nvSpPr>
          <p:spPr>
            <a:xfrm>
              <a:off x="2494788"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20" name="object 49">
              <a:extLst>
                <a:ext uri="{FF2B5EF4-FFF2-40B4-BE49-F238E27FC236}">
                  <a16:creationId xmlns:a16="http://schemas.microsoft.com/office/drawing/2014/main" id="{55A410E3-8A37-405F-AA5F-EAFD49EC02D8}"/>
                </a:ext>
              </a:extLst>
            </p:cNvPr>
            <p:cNvSpPr/>
            <p:nvPr/>
          </p:nvSpPr>
          <p:spPr>
            <a:xfrm>
              <a:off x="249478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1" name="object 50">
              <a:extLst>
                <a:ext uri="{FF2B5EF4-FFF2-40B4-BE49-F238E27FC236}">
                  <a16:creationId xmlns:a16="http://schemas.microsoft.com/office/drawing/2014/main" id="{0562D3CE-C117-4340-A39B-FAF94813C4BC}"/>
                </a:ext>
              </a:extLst>
            </p:cNvPr>
            <p:cNvSpPr/>
            <p:nvPr/>
          </p:nvSpPr>
          <p:spPr>
            <a:xfrm>
              <a:off x="2494788"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22" name="object 51">
              <a:extLst>
                <a:ext uri="{FF2B5EF4-FFF2-40B4-BE49-F238E27FC236}">
                  <a16:creationId xmlns:a16="http://schemas.microsoft.com/office/drawing/2014/main" id="{3A22D2C3-8064-4513-B22C-47C184ED6905}"/>
                </a:ext>
              </a:extLst>
            </p:cNvPr>
            <p:cNvSpPr/>
            <p:nvPr/>
          </p:nvSpPr>
          <p:spPr>
            <a:xfrm>
              <a:off x="249478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3" name="object 52">
              <a:extLst>
                <a:ext uri="{FF2B5EF4-FFF2-40B4-BE49-F238E27FC236}">
                  <a16:creationId xmlns:a16="http://schemas.microsoft.com/office/drawing/2014/main" id="{98A5F344-EDB9-478E-90FB-DC0A4D1AE89D}"/>
                </a:ext>
              </a:extLst>
            </p:cNvPr>
            <p:cNvSpPr/>
            <p:nvPr/>
          </p:nvSpPr>
          <p:spPr>
            <a:xfrm>
              <a:off x="2494788"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24" name="object 53">
              <a:extLst>
                <a:ext uri="{FF2B5EF4-FFF2-40B4-BE49-F238E27FC236}">
                  <a16:creationId xmlns:a16="http://schemas.microsoft.com/office/drawing/2014/main" id="{CDD8561B-22F7-42EC-8D03-8C645ECD4EB6}"/>
                </a:ext>
              </a:extLst>
            </p:cNvPr>
            <p:cNvSpPr/>
            <p:nvPr/>
          </p:nvSpPr>
          <p:spPr>
            <a:xfrm>
              <a:off x="249478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5" name="object 54">
              <a:extLst>
                <a:ext uri="{FF2B5EF4-FFF2-40B4-BE49-F238E27FC236}">
                  <a16:creationId xmlns:a16="http://schemas.microsoft.com/office/drawing/2014/main" id="{783AA53A-AFF6-41F7-9D04-DAFEAD55FA1A}"/>
                </a:ext>
              </a:extLst>
            </p:cNvPr>
            <p:cNvSpPr/>
            <p:nvPr/>
          </p:nvSpPr>
          <p:spPr>
            <a:xfrm>
              <a:off x="2494788"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26" name="object 55">
              <a:extLst>
                <a:ext uri="{FF2B5EF4-FFF2-40B4-BE49-F238E27FC236}">
                  <a16:creationId xmlns:a16="http://schemas.microsoft.com/office/drawing/2014/main" id="{FDACBE9D-C8E6-43E4-9BC4-191C0E19AEF9}"/>
                </a:ext>
              </a:extLst>
            </p:cNvPr>
            <p:cNvSpPr/>
            <p:nvPr/>
          </p:nvSpPr>
          <p:spPr>
            <a:xfrm>
              <a:off x="249478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7" name="object 56">
              <a:extLst>
                <a:ext uri="{FF2B5EF4-FFF2-40B4-BE49-F238E27FC236}">
                  <a16:creationId xmlns:a16="http://schemas.microsoft.com/office/drawing/2014/main" id="{8D73644F-9EDD-455C-9246-7708398C95DE}"/>
                </a:ext>
              </a:extLst>
            </p:cNvPr>
            <p:cNvSpPr/>
            <p:nvPr/>
          </p:nvSpPr>
          <p:spPr>
            <a:xfrm>
              <a:off x="2494788" y="22357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28" name="object 57">
              <a:extLst>
                <a:ext uri="{FF2B5EF4-FFF2-40B4-BE49-F238E27FC236}">
                  <a16:creationId xmlns:a16="http://schemas.microsoft.com/office/drawing/2014/main" id="{CBF158E3-F7A9-41CC-A1BD-97CDCD75B04B}"/>
                </a:ext>
              </a:extLst>
            </p:cNvPr>
            <p:cNvSpPr/>
            <p:nvPr/>
          </p:nvSpPr>
          <p:spPr>
            <a:xfrm>
              <a:off x="249478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29" name="object 58">
              <a:extLst>
                <a:ext uri="{FF2B5EF4-FFF2-40B4-BE49-F238E27FC236}">
                  <a16:creationId xmlns:a16="http://schemas.microsoft.com/office/drawing/2014/main" id="{ED7993C2-D93F-4F55-8A9F-9F44DE8BD2B9}"/>
                </a:ext>
              </a:extLst>
            </p:cNvPr>
            <p:cNvSpPr/>
            <p:nvPr/>
          </p:nvSpPr>
          <p:spPr>
            <a:xfrm>
              <a:off x="2494788" y="232105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30" name="object 59">
              <a:extLst>
                <a:ext uri="{FF2B5EF4-FFF2-40B4-BE49-F238E27FC236}">
                  <a16:creationId xmlns:a16="http://schemas.microsoft.com/office/drawing/2014/main" id="{6F0D71E1-F1A9-4F78-8D56-015ECB91C33E}"/>
                </a:ext>
              </a:extLst>
            </p:cNvPr>
            <p:cNvSpPr/>
            <p:nvPr/>
          </p:nvSpPr>
          <p:spPr>
            <a:xfrm>
              <a:off x="249478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1" name="object 60">
              <a:extLst>
                <a:ext uri="{FF2B5EF4-FFF2-40B4-BE49-F238E27FC236}">
                  <a16:creationId xmlns:a16="http://schemas.microsoft.com/office/drawing/2014/main" id="{77039C6E-845C-49FF-A40F-F1B77298C523}"/>
                </a:ext>
              </a:extLst>
            </p:cNvPr>
            <p:cNvSpPr/>
            <p:nvPr/>
          </p:nvSpPr>
          <p:spPr>
            <a:xfrm>
              <a:off x="2586228" y="17221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32" name="object 61">
              <a:extLst>
                <a:ext uri="{FF2B5EF4-FFF2-40B4-BE49-F238E27FC236}">
                  <a16:creationId xmlns:a16="http://schemas.microsoft.com/office/drawing/2014/main" id="{5C241032-A880-4E1F-AC16-C32198F399D5}"/>
                </a:ext>
              </a:extLst>
            </p:cNvPr>
            <p:cNvSpPr/>
            <p:nvPr/>
          </p:nvSpPr>
          <p:spPr>
            <a:xfrm>
              <a:off x="258622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3" name="object 62">
              <a:extLst>
                <a:ext uri="{FF2B5EF4-FFF2-40B4-BE49-F238E27FC236}">
                  <a16:creationId xmlns:a16="http://schemas.microsoft.com/office/drawing/2014/main" id="{4A9B74A2-A3B1-4F2B-A4C8-9DEC291927BC}"/>
                </a:ext>
              </a:extLst>
            </p:cNvPr>
            <p:cNvSpPr/>
            <p:nvPr/>
          </p:nvSpPr>
          <p:spPr>
            <a:xfrm>
              <a:off x="2586228" y="1807461"/>
              <a:ext cx="91440" cy="86995"/>
            </a:xfrm>
            <a:custGeom>
              <a:avLst/>
              <a:gdLst/>
              <a:ahLst/>
              <a:cxnLst/>
              <a:rect l="l" t="t" r="r" b="b"/>
              <a:pathLst>
                <a:path w="91439" h="86994">
                  <a:moveTo>
                    <a:pt x="91440" y="0"/>
                  </a:moveTo>
                  <a:lnTo>
                    <a:pt x="0" y="0"/>
                  </a:lnTo>
                  <a:lnTo>
                    <a:pt x="0" y="86870"/>
                  </a:lnTo>
                  <a:lnTo>
                    <a:pt x="91440" y="86870"/>
                  </a:lnTo>
                  <a:lnTo>
                    <a:pt x="91440" y="0"/>
                  </a:lnTo>
                  <a:close/>
                </a:path>
              </a:pathLst>
            </a:custGeom>
            <a:solidFill>
              <a:srgbClr val="BBB800"/>
            </a:solidFill>
          </p:spPr>
          <p:txBody>
            <a:bodyPr wrap="square" lIns="0" tIns="0" rIns="0" bIns="0" rtlCol="0"/>
            <a:lstStyle/>
            <a:p>
              <a:endParaRPr sz="2000"/>
            </a:p>
          </p:txBody>
        </p:sp>
        <p:sp>
          <p:nvSpPr>
            <p:cNvPr id="134" name="object 63">
              <a:extLst>
                <a:ext uri="{FF2B5EF4-FFF2-40B4-BE49-F238E27FC236}">
                  <a16:creationId xmlns:a16="http://schemas.microsoft.com/office/drawing/2014/main" id="{084EE865-832B-41F6-BD71-E974018845C4}"/>
                </a:ext>
              </a:extLst>
            </p:cNvPr>
            <p:cNvSpPr/>
            <p:nvPr/>
          </p:nvSpPr>
          <p:spPr>
            <a:xfrm>
              <a:off x="258622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35" name="object 64">
              <a:extLst>
                <a:ext uri="{FF2B5EF4-FFF2-40B4-BE49-F238E27FC236}">
                  <a16:creationId xmlns:a16="http://schemas.microsoft.com/office/drawing/2014/main" id="{E6223156-0F76-46B6-A903-698427FCD5F7}"/>
                </a:ext>
              </a:extLst>
            </p:cNvPr>
            <p:cNvSpPr/>
            <p:nvPr/>
          </p:nvSpPr>
          <p:spPr>
            <a:xfrm>
              <a:off x="2586228"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36" name="object 65">
              <a:extLst>
                <a:ext uri="{FF2B5EF4-FFF2-40B4-BE49-F238E27FC236}">
                  <a16:creationId xmlns:a16="http://schemas.microsoft.com/office/drawing/2014/main" id="{7DCC3772-190D-498D-890E-778341233174}"/>
                </a:ext>
              </a:extLst>
            </p:cNvPr>
            <p:cNvSpPr/>
            <p:nvPr/>
          </p:nvSpPr>
          <p:spPr>
            <a:xfrm>
              <a:off x="258622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7" name="object 66">
              <a:extLst>
                <a:ext uri="{FF2B5EF4-FFF2-40B4-BE49-F238E27FC236}">
                  <a16:creationId xmlns:a16="http://schemas.microsoft.com/office/drawing/2014/main" id="{087654AE-47DC-4632-9F65-B6D9C66B4289}"/>
                </a:ext>
              </a:extLst>
            </p:cNvPr>
            <p:cNvSpPr/>
            <p:nvPr/>
          </p:nvSpPr>
          <p:spPr>
            <a:xfrm>
              <a:off x="2586228"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38" name="object 67">
              <a:extLst>
                <a:ext uri="{FF2B5EF4-FFF2-40B4-BE49-F238E27FC236}">
                  <a16:creationId xmlns:a16="http://schemas.microsoft.com/office/drawing/2014/main" id="{7B663E81-617D-43D9-B228-8D7BE5DD6077}"/>
                </a:ext>
              </a:extLst>
            </p:cNvPr>
            <p:cNvSpPr/>
            <p:nvPr/>
          </p:nvSpPr>
          <p:spPr>
            <a:xfrm>
              <a:off x="258622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9" name="object 68">
              <a:extLst>
                <a:ext uri="{FF2B5EF4-FFF2-40B4-BE49-F238E27FC236}">
                  <a16:creationId xmlns:a16="http://schemas.microsoft.com/office/drawing/2014/main" id="{E3BB2A9C-68F4-414F-8FA2-2BB864B6B9D5}"/>
                </a:ext>
              </a:extLst>
            </p:cNvPr>
            <p:cNvSpPr/>
            <p:nvPr/>
          </p:nvSpPr>
          <p:spPr>
            <a:xfrm>
              <a:off x="2586228"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40" name="object 69">
              <a:extLst>
                <a:ext uri="{FF2B5EF4-FFF2-40B4-BE49-F238E27FC236}">
                  <a16:creationId xmlns:a16="http://schemas.microsoft.com/office/drawing/2014/main" id="{16003947-2F43-4580-9552-0090C880D7A6}"/>
                </a:ext>
              </a:extLst>
            </p:cNvPr>
            <p:cNvSpPr/>
            <p:nvPr/>
          </p:nvSpPr>
          <p:spPr>
            <a:xfrm>
              <a:off x="258622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1" name="object 70">
              <a:extLst>
                <a:ext uri="{FF2B5EF4-FFF2-40B4-BE49-F238E27FC236}">
                  <a16:creationId xmlns:a16="http://schemas.microsoft.com/office/drawing/2014/main" id="{31683FA4-4130-46DE-BD66-360AE24327F8}"/>
                </a:ext>
              </a:extLst>
            </p:cNvPr>
            <p:cNvSpPr/>
            <p:nvPr/>
          </p:nvSpPr>
          <p:spPr>
            <a:xfrm>
              <a:off x="2586228"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42" name="object 71">
              <a:extLst>
                <a:ext uri="{FF2B5EF4-FFF2-40B4-BE49-F238E27FC236}">
                  <a16:creationId xmlns:a16="http://schemas.microsoft.com/office/drawing/2014/main" id="{9BE9A17B-1A4B-4DAC-8900-138C5E3F9D07}"/>
                </a:ext>
              </a:extLst>
            </p:cNvPr>
            <p:cNvSpPr/>
            <p:nvPr/>
          </p:nvSpPr>
          <p:spPr>
            <a:xfrm>
              <a:off x="258622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3" name="object 72">
              <a:extLst>
                <a:ext uri="{FF2B5EF4-FFF2-40B4-BE49-F238E27FC236}">
                  <a16:creationId xmlns:a16="http://schemas.microsoft.com/office/drawing/2014/main" id="{A930FE2E-0AD7-4670-BC69-3349DC5C2D8C}"/>
                </a:ext>
              </a:extLst>
            </p:cNvPr>
            <p:cNvSpPr/>
            <p:nvPr/>
          </p:nvSpPr>
          <p:spPr>
            <a:xfrm>
              <a:off x="2586228" y="22357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144" name="object 73">
              <a:extLst>
                <a:ext uri="{FF2B5EF4-FFF2-40B4-BE49-F238E27FC236}">
                  <a16:creationId xmlns:a16="http://schemas.microsoft.com/office/drawing/2014/main" id="{FE3ED39C-6EE9-487B-9C48-B2D4290248AF}"/>
                </a:ext>
              </a:extLst>
            </p:cNvPr>
            <p:cNvSpPr/>
            <p:nvPr/>
          </p:nvSpPr>
          <p:spPr>
            <a:xfrm>
              <a:off x="258622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45" name="object 74">
              <a:extLst>
                <a:ext uri="{FF2B5EF4-FFF2-40B4-BE49-F238E27FC236}">
                  <a16:creationId xmlns:a16="http://schemas.microsoft.com/office/drawing/2014/main" id="{060852C9-0513-45C9-9E6A-15D7F0265945}"/>
                </a:ext>
              </a:extLst>
            </p:cNvPr>
            <p:cNvSpPr/>
            <p:nvPr/>
          </p:nvSpPr>
          <p:spPr>
            <a:xfrm>
              <a:off x="2586228" y="232105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146" name="object 75">
              <a:extLst>
                <a:ext uri="{FF2B5EF4-FFF2-40B4-BE49-F238E27FC236}">
                  <a16:creationId xmlns:a16="http://schemas.microsoft.com/office/drawing/2014/main" id="{46C2FF29-05AB-4296-A893-A8D935143EF8}"/>
                </a:ext>
              </a:extLst>
            </p:cNvPr>
            <p:cNvSpPr/>
            <p:nvPr/>
          </p:nvSpPr>
          <p:spPr>
            <a:xfrm>
              <a:off x="258622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47" name="object 76">
            <a:extLst>
              <a:ext uri="{FF2B5EF4-FFF2-40B4-BE49-F238E27FC236}">
                <a16:creationId xmlns:a16="http://schemas.microsoft.com/office/drawing/2014/main" id="{D6507744-0390-4A18-94E9-29EB99DA2D64}"/>
              </a:ext>
            </a:extLst>
          </p:cNvPr>
          <p:cNvGrpSpPr/>
          <p:nvPr/>
        </p:nvGrpSpPr>
        <p:grpSpPr>
          <a:xfrm>
            <a:off x="3903414" y="2097759"/>
            <a:ext cx="705556" cy="393700"/>
            <a:chOff x="3513073" y="1887983"/>
            <a:chExt cx="635000" cy="354330"/>
          </a:xfrm>
        </p:grpSpPr>
        <p:sp>
          <p:nvSpPr>
            <p:cNvPr id="148" name="object 77">
              <a:extLst>
                <a:ext uri="{FF2B5EF4-FFF2-40B4-BE49-F238E27FC236}">
                  <a16:creationId xmlns:a16="http://schemas.microsoft.com/office/drawing/2014/main" id="{F022E8D9-1B79-4052-947F-054D1D820DC1}"/>
                </a:ext>
              </a:extLst>
            </p:cNvPr>
            <p:cNvSpPr/>
            <p:nvPr/>
          </p:nvSpPr>
          <p:spPr>
            <a:xfrm>
              <a:off x="3525773" y="2013965"/>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149" name="object 78">
              <a:extLst>
                <a:ext uri="{FF2B5EF4-FFF2-40B4-BE49-F238E27FC236}">
                  <a16:creationId xmlns:a16="http://schemas.microsoft.com/office/drawing/2014/main" id="{0E66CE5D-1713-4ACD-97EE-CB2B4177DDA6}"/>
                </a:ext>
              </a:extLst>
            </p:cNvPr>
            <p:cNvSpPr/>
            <p:nvPr/>
          </p:nvSpPr>
          <p:spPr>
            <a:xfrm>
              <a:off x="3525773" y="2013965"/>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50" name="object 79">
              <a:extLst>
                <a:ext uri="{FF2B5EF4-FFF2-40B4-BE49-F238E27FC236}">
                  <a16:creationId xmlns:a16="http://schemas.microsoft.com/office/drawing/2014/main" id="{F84F58EE-1E01-4757-860D-23224AAA625C}"/>
                </a:ext>
              </a:extLst>
            </p:cNvPr>
            <p:cNvSpPr/>
            <p:nvPr/>
          </p:nvSpPr>
          <p:spPr>
            <a:xfrm>
              <a:off x="3710939" y="18943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1" name="object 80">
              <a:extLst>
                <a:ext uri="{FF2B5EF4-FFF2-40B4-BE49-F238E27FC236}">
                  <a16:creationId xmlns:a16="http://schemas.microsoft.com/office/drawing/2014/main" id="{22781F93-134A-4551-B655-4AEDCA5E2918}"/>
                </a:ext>
              </a:extLst>
            </p:cNvPr>
            <p:cNvSpPr/>
            <p:nvPr/>
          </p:nvSpPr>
          <p:spPr>
            <a:xfrm>
              <a:off x="3710939"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2" name="object 81">
              <a:extLst>
                <a:ext uri="{FF2B5EF4-FFF2-40B4-BE49-F238E27FC236}">
                  <a16:creationId xmlns:a16="http://schemas.microsoft.com/office/drawing/2014/main" id="{7284CDC5-AFB0-4AA7-B76D-4EBABBDBA8E2}"/>
                </a:ext>
              </a:extLst>
            </p:cNvPr>
            <p:cNvSpPr/>
            <p:nvPr/>
          </p:nvSpPr>
          <p:spPr>
            <a:xfrm>
              <a:off x="3710939" y="19796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3" name="object 82">
              <a:extLst>
                <a:ext uri="{FF2B5EF4-FFF2-40B4-BE49-F238E27FC236}">
                  <a16:creationId xmlns:a16="http://schemas.microsoft.com/office/drawing/2014/main" id="{BAC78A1F-9A88-4ABA-BC91-EA5D6F9F8604}"/>
                </a:ext>
              </a:extLst>
            </p:cNvPr>
            <p:cNvSpPr/>
            <p:nvPr/>
          </p:nvSpPr>
          <p:spPr>
            <a:xfrm>
              <a:off x="3710939"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4" name="object 83">
              <a:extLst>
                <a:ext uri="{FF2B5EF4-FFF2-40B4-BE49-F238E27FC236}">
                  <a16:creationId xmlns:a16="http://schemas.microsoft.com/office/drawing/2014/main" id="{D3944FEE-ED16-49F8-9475-9689D6E3CF01}"/>
                </a:ext>
              </a:extLst>
            </p:cNvPr>
            <p:cNvSpPr/>
            <p:nvPr/>
          </p:nvSpPr>
          <p:spPr>
            <a:xfrm>
              <a:off x="3710939" y="20650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5" name="object 84">
              <a:extLst>
                <a:ext uri="{FF2B5EF4-FFF2-40B4-BE49-F238E27FC236}">
                  <a16:creationId xmlns:a16="http://schemas.microsoft.com/office/drawing/2014/main" id="{0CAE1DA7-00CC-40AF-AE0D-2DD00F8D4EC7}"/>
                </a:ext>
              </a:extLst>
            </p:cNvPr>
            <p:cNvSpPr/>
            <p:nvPr/>
          </p:nvSpPr>
          <p:spPr>
            <a:xfrm>
              <a:off x="3710939"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6" name="object 85">
              <a:extLst>
                <a:ext uri="{FF2B5EF4-FFF2-40B4-BE49-F238E27FC236}">
                  <a16:creationId xmlns:a16="http://schemas.microsoft.com/office/drawing/2014/main" id="{9B17C07B-0978-4A42-AD41-34A2272D9559}"/>
                </a:ext>
              </a:extLst>
            </p:cNvPr>
            <p:cNvSpPr/>
            <p:nvPr/>
          </p:nvSpPr>
          <p:spPr>
            <a:xfrm>
              <a:off x="3710939" y="21503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7" name="object 86">
              <a:extLst>
                <a:ext uri="{FF2B5EF4-FFF2-40B4-BE49-F238E27FC236}">
                  <a16:creationId xmlns:a16="http://schemas.microsoft.com/office/drawing/2014/main" id="{30C3D41D-CAE7-467A-B10D-84F732EFD81E}"/>
                </a:ext>
              </a:extLst>
            </p:cNvPr>
            <p:cNvSpPr/>
            <p:nvPr/>
          </p:nvSpPr>
          <p:spPr>
            <a:xfrm>
              <a:off x="3710939"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8" name="object 87">
              <a:extLst>
                <a:ext uri="{FF2B5EF4-FFF2-40B4-BE49-F238E27FC236}">
                  <a16:creationId xmlns:a16="http://schemas.microsoft.com/office/drawing/2014/main" id="{4841D30B-A720-4900-9D2E-E81BCF2F0DA5}"/>
                </a:ext>
              </a:extLst>
            </p:cNvPr>
            <p:cNvSpPr/>
            <p:nvPr/>
          </p:nvSpPr>
          <p:spPr>
            <a:xfrm>
              <a:off x="3802379" y="189433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59" name="object 88">
              <a:extLst>
                <a:ext uri="{FF2B5EF4-FFF2-40B4-BE49-F238E27FC236}">
                  <a16:creationId xmlns:a16="http://schemas.microsoft.com/office/drawing/2014/main" id="{3AB666A0-6CD6-42DF-8D0D-5B5A10B3B40B}"/>
                </a:ext>
              </a:extLst>
            </p:cNvPr>
            <p:cNvSpPr/>
            <p:nvPr/>
          </p:nvSpPr>
          <p:spPr>
            <a:xfrm>
              <a:off x="3802379" y="18943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0" name="object 89">
              <a:extLst>
                <a:ext uri="{FF2B5EF4-FFF2-40B4-BE49-F238E27FC236}">
                  <a16:creationId xmlns:a16="http://schemas.microsoft.com/office/drawing/2014/main" id="{7200B529-5451-41B6-98F1-20927AFA4305}"/>
                </a:ext>
              </a:extLst>
            </p:cNvPr>
            <p:cNvSpPr/>
            <p:nvPr/>
          </p:nvSpPr>
          <p:spPr>
            <a:xfrm>
              <a:off x="3802379" y="197967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61" name="object 90">
              <a:extLst>
                <a:ext uri="{FF2B5EF4-FFF2-40B4-BE49-F238E27FC236}">
                  <a16:creationId xmlns:a16="http://schemas.microsoft.com/office/drawing/2014/main" id="{26CED36E-AAD0-4A28-9F18-A98D43CA720E}"/>
                </a:ext>
              </a:extLst>
            </p:cNvPr>
            <p:cNvSpPr/>
            <p:nvPr/>
          </p:nvSpPr>
          <p:spPr>
            <a:xfrm>
              <a:off x="3802379" y="1979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2" name="object 91">
              <a:extLst>
                <a:ext uri="{FF2B5EF4-FFF2-40B4-BE49-F238E27FC236}">
                  <a16:creationId xmlns:a16="http://schemas.microsoft.com/office/drawing/2014/main" id="{951BAC16-F8AD-4052-A5A5-09862A135AEF}"/>
                </a:ext>
              </a:extLst>
            </p:cNvPr>
            <p:cNvSpPr/>
            <p:nvPr/>
          </p:nvSpPr>
          <p:spPr>
            <a:xfrm>
              <a:off x="3802379" y="206502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63" name="object 92">
              <a:extLst>
                <a:ext uri="{FF2B5EF4-FFF2-40B4-BE49-F238E27FC236}">
                  <a16:creationId xmlns:a16="http://schemas.microsoft.com/office/drawing/2014/main" id="{B150B2A0-7370-4E5B-A49D-10458D4E3732}"/>
                </a:ext>
              </a:extLst>
            </p:cNvPr>
            <p:cNvSpPr/>
            <p:nvPr/>
          </p:nvSpPr>
          <p:spPr>
            <a:xfrm>
              <a:off x="3802379" y="2065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4" name="object 93">
              <a:extLst>
                <a:ext uri="{FF2B5EF4-FFF2-40B4-BE49-F238E27FC236}">
                  <a16:creationId xmlns:a16="http://schemas.microsoft.com/office/drawing/2014/main" id="{EED44701-109F-46B5-AB1D-C970DA75A314}"/>
                </a:ext>
              </a:extLst>
            </p:cNvPr>
            <p:cNvSpPr/>
            <p:nvPr/>
          </p:nvSpPr>
          <p:spPr>
            <a:xfrm>
              <a:off x="3802379" y="2150365"/>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165" name="object 94">
              <a:extLst>
                <a:ext uri="{FF2B5EF4-FFF2-40B4-BE49-F238E27FC236}">
                  <a16:creationId xmlns:a16="http://schemas.microsoft.com/office/drawing/2014/main" id="{C4A6C639-FF36-4C32-A372-3E22DE69CB6A}"/>
                </a:ext>
              </a:extLst>
            </p:cNvPr>
            <p:cNvSpPr/>
            <p:nvPr/>
          </p:nvSpPr>
          <p:spPr>
            <a:xfrm>
              <a:off x="3802379" y="2150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66" name="object 95">
            <a:extLst>
              <a:ext uri="{FF2B5EF4-FFF2-40B4-BE49-F238E27FC236}">
                <a16:creationId xmlns:a16="http://schemas.microsoft.com/office/drawing/2014/main" id="{2F24CBC8-7AC2-4417-BD40-F1B719C953C4}"/>
              </a:ext>
            </a:extLst>
          </p:cNvPr>
          <p:cNvGrpSpPr/>
          <p:nvPr/>
        </p:nvGrpSpPr>
        <p:grpSpPr>
          <a:xfrm>
            <a:off x="5674078" y="2229840"/>
            <a:ext cx="219428" cy="109361"/>
            <a:chOff x="5106670" y="2006855"/>
            <a:chExt cx="197485" cy="98425"/>
          </a:xfrm>
        </p:grpSpPr>
        <p:sp>
          <p:nvSpPr>
            <p:cNvPr id="167" name="object 96">
              <a:extLst>
                <a:ext uri="{FF2B5EF4-FFF2-40B4-BE49-F238E27FC236}">
                  <a16:creationId xmlns:a16="http://schemas.microsoft.com/office/drawing/2014/main" id="{A4C2BADD-0264-478B-AE33-6955E367D4FD}"/>
                </a:ext>
              </a:extLst>
            </p:cNvPr>
            <p:cNvSpPr/>
            <p:nvPr/>
          </p:nvSpPr>
          <p:spPr>
            <a:xfrm>
              <a:off x="5113020" y="2013205"/>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5D1FB"/>
            </a:solidFill>
          </p:spPr>
          <p:txBody>
            <a:bodyPr wrap="square" lIns="0" tIns="0" rIns="0" bIns="0" rtlCol="0"/>
            <a:lstStyle/>
            <a:p>
              <a:endParaRPr sz="2000"/>
            </a:p>
          </p:txBody>
        </p:sp>
        <p:sp>
          <p:nvSpPr>
            <p:cNvPr id="168" name="object 97">
              <a:extLst>
                <a:ext uri="{FF2B5EF4-FFF2-40B4-BE49-F238E27FC236}">
                  <a16:creationId xmlns:a16="http://schemas.microsoft.com/office/drawing/2014/main" id="{A4916F9B-A44E-4640-9A93-375DC0310E19}"/>
                </a:ext>
              </a:extLst>
            </p:cNvPr>
            <p:cNvSpPr/>
            <p:nvPr/>
          </p:nvSpPr>
          <p:spPr>
            <a:xfrm>
              <a:off x="5113020" y="201320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9" name="object 98">
              <a:extLst>
                <a:ext uri="{FF2B5EF4-FFF2-40B4-BE49-F238E27FC236}">
                  <a16:creationId xmlns:a16="http://schemas.microsoft.com/office/drawing/2014/main" id="{79B3D8DB-CCE9-4D9F-97F5-DB6F9C60991B}"/>
                </a:ext>
              </a:extLst>
            </p:cNvPr>
            <p:cNvSpPr/>
            <p:nvPr/>
          </p:nvSpPr>
          <p:spPr>
            <a:xfrm>
              <a:off x="5205984" y="201320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8AA2F8"/>
            </a:solidFill>
          </p:spPr>
          <p:txBody>
            <a:bodyPr wrap="square" lIns="0" tIns="0" rIns="0" bIns="0" rtlCol="0"/>
            <a:lstStyle/>
            <a:p>
              <a:endParaRPr sz="2000"/>
            </a:p>
          </p:txBody>
        </p:sp>
        <p:sp>
          <p:nvSpPr>
            <p:cNvPr id="170" name="object 99">
              <a:extLst>
                <a:ext uri="{FF2B5EF4-FFF2-40B4-BE49-F238E27FC236}">
                  <a16:creationId xmlns:a16="http://schemas.microsoft.com/office/drawing/2014/main" id="{864B5A5F-A02B-46F7-B4C7-50BF287E8745}"/>
                </a:ext>
              </a:extLst>
            </p:cNvPr>
            <p:cNvSpPr/>
            <p:nvPr/>
          </p:nvSpPr>
          <p:spPr>
            <a:xfrm>
              <a:off x="5205984" y="201320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71" name="object 100">
            <a:extLst>
              <a:ext uri="{FF2B5EF4-FFF2-40B4-BE49-F238E27FC236}">
                <a16:creationId xmlns:a16="http://schemas.microsoft.com/office/drawing/2014/main" id="{CD7E4B54-531C-490A-AF9D-0825CF99D84C}"/>
              </a:ext>
            </a:extLst>
          </p:cNvPr>
          <p:cNvGrpSpPr/>
          <p:nvPr/>
        </p:nvGrpSpPr>
        <p:grpSpPr>
          <a:xfrm>
            <a:off x="1896532" y="2817720"/>
            <a:ext cx="3654778" cy="3316111"/>
            <a:chOff x="1706879" y="2535948"/>
            <a:chExt cx="3289300" cy="2984500"/>
          </a:xfrm>
        </p:grpSpPr>
        <p:sp>
          <p:nvSpPr>
            <p:cNvPr id="172" name="object 101">
              <a:extLst>
                <a:ext uri="{FF2B5EF4-FFF2-40B4-BE49-F238E27FC236}">
                  <a16:creationId xmlns:a16="http://schemas.microsoft.com/office/drawing/2014/main" id="{4652C4BA-7233-4AAA-810D-BDD4144832D0}"/>
                </a:ext>
              </a:extLst>
            </p:cNvPr>
            <p:cNvSpPr/>
            <p:nvPr/>
          </p:nvSpPr>
          <p:spPr>
            <a:xfrm>
              <a:off x="1706879" y="2535948"/>
              <a:ext cx="3288792" cy="2983992"/>
            </a:xfrm>
            <a:prstGeom prst="rect">
              <a:avLst/>
            </a:prstGeom>
            <a:blipFill>
              <a:blip r:embed="rId2" cstate="print"/>
              <a:stretch>
                <a:fillRect/>
              </a:stretch>
            </a:blipFill>
          </p:spPr>
          <p:txBody>
            <a:bodyPr wrap="square" lIns="0" tIns="0" rIns="0" bIns="0" rtlCol="0"/>
            <a:lstStyle/>
            <a:p>
              <a:endParaRPr sz="2000"/>
            </a:p>
          </p:txBody>
        </p:sp>
        <p:sp>
          <p:nvSpPr>
            <p:cNvPr id="173" name="object 102">
              <a:extLst>
                <a:ext uri="{FF2B5EF4-FFF2-40B4-BE49-F238E27FC236}">
                  <a16:creationId xmlns:a16="http://schemas.microsoft.com/office/drawing/2014/main" id="{7E564764-0CD5-48BE-8852-6D91E19D5FFE}"/>
                </a:ext>
              </a:extLst>
            </p:cNvPr>
            <p:cNvSpPr/>
            <p:nvPr/>
          </p:nvSpPr>
          <p:spPr>
            <a:xfrm>
              <a:off x="1897379" y="2633344"/>
              <a:ext cx="3066415" cy="2761615"/>
            </a:xfrm>
            <a:custGeom>
              <a:avLst/>
              <a:gdLst/>
              <a:ahLst/>
              <a:cxnLst/>
              <a:rect l="l" t="t" r="r" b="b"/>
              <a:pathLst>
                <a:path w="3066415" h="2761615">
                  <a:moveTo>
                    <a:pt x="2752598" y="879475"/>
                  </a:moveTo>
                  <a:lnTo>
                    <a:pt x="313690" y="879475"/>
                  </a:lnTo>
                  <a:lnTo>
                    <a:pt x="267339" y="882876"/>
                  </a:lnTo>
                  <a:lnTo>
                    <a:pt x="223098" y="892757"/>
                  </a:lnTo>
                  <a:lnTo>
                    <a:pt x="181454" y="908633"/>
                  </a:lnTo>
                  <a:lnTo>
                    <a:pt x="142890" y="930017"/>
                  </a:lnTo>
                  <a:lnTo>
                    <a:pt x="107893" y="956424"/>
                  </a:lnTo>
                  <a:lnTo>
                    <a:pt x="76949" y="987368"/>
                  </a:lnTo>
                  <a:lnTo>
                    <a:pt x="50541" y="1022365"/>
                  </a:lnTo>
                  <a:lnTo>
                    <a:pt x="29158" y="1060929"/>
                  </a:lnTo>
                  <a:lnTo>
                    <a:pt x="13282" y="1102573"/>
                  </a:lnTo>
                  <a:lnTo>
                    <a:pt x="3401" y="1146814"/>
                  </a:lnTo>
                  <a:lnTo>
                    <a:pt x="0" y="1193165"/>
                  </a:lnTo>
                  <a:lnTo>
                    <a:pt x="0" y="2447909"/>
                  </a:lnTo>
                  <a:lnTo>
                    <a:pt x="3401" y="2494267"/>
                  </a:lnTo>
                  <a:lnTo>
                    <a:pt x="13282" y="2538512"/>
                  </a:lnTo>
                  <a:lnTo>
                    <a:pt x="29158" y="2580160"/>
                  </a:lnTo>
                  <a:lnTo>
                    <a:pt x="50541" y="2618726"/>
                  </a:lnTo>
                  <a:lnTo>
                    <a:pt x="76949" y="2653724"/>
                  </a:lnTo>
                  <a:lnTo>
                    <a:pt x="107893" y="2684668"/>
                  </a:lnTo>
                  <a:lnTo>
                    <a:pt x="142890" y="2711075"/>
                  </a:lnTo>
                  <a:lnTo>
                    <a:pt x="181454" y="2732458"/>
                  </a:lnTo>
                  <a:lnTo>
                    <a:pt x="223098" y="2748333"/>
                  </a:lnTo>
                  <a:lnTo>
                    <a:pt x="267339" y="2758213"/>
                  </a:lnTo>
                  <a:lnTo>
                    <a:pt x="313690" y="2761615"/>
                  </a:lnTo>
                  <a:lnTo>
                    <a:pt x="2752598" y="2761615"/>
                  </a:lnTo>
                  <a:lnTo>
                    <a:pt x="2798948" y="2758213"/>
                  </a:lnTo>
                  <a:lnTo>
                    <a:pt x="2843189" y="2748333"/>
                  </a:lnTo>
                  <a:lnTo>
                    <a:pt x="2884833" y="2732458"/>
                  </a:lnTo>
                  <a:lnTo>
                    <a:pt x="2923397" y="2711075"/>
                  </a:lnTo>
                  <a:lnTo>
                    <a:pt x="2958394" y="2684668"/>
                  </a:lnTo>
                  <a:lnTo>
                    <a:pt x="2989339" y="2653724"/>
                  </a:lnTo>
                  <a:lnTo>
                    <a:pt x="3015746" y="2618726"/>
                  </a:lnTo>
                  <a:lnTo>
                    <a:pt x="3037129" y="2580160"/>
                  </a:lnTo>
                  <a:lnTo>
                    <a:pt x="3053005" y="2538512"/>
                  </a:lnTo>
                  <a:lnTo>
                    <a:pt x="3062886" y="2494267"/>
                  </a:lnTo>
                  <a:lnTo>
                    <a:pt x="3066288" y="2447909"/>
                  </a:lnTo>
                  <a:lnTo>
                    <a:pt x="3066288" y="1193165"/>
                  </a:lnTo>
                  <a:lnTo>
                    <a:pt x="3062886" y="1146814"/>
                  </a:lnTo>
                  <a:lnTo>
                    <a:pt x="3053005" y="1102573"/>
                  </a:lnTo>
                  <a:lnTo>
                    <a:pt x="3037129" y="1060929"/>
                  </a:lnTo>
                  <a:lnTo>
                    <a:pt x="3015746" y="1022365"/>
                  </a:lnTo>
                  <a:lnTo>
                    <a:pt x="2989339" y="987368"/>
                  </a:lnTo>
                  <a:lnTo>
                    <a:pt x="2958394" y="956424"/>
                  </a:lnTo>
                  <a:lnTo>
                    <a:pt x="2923397" y="930017"/>
                  </a:lnTo>
                  <a:lnTo>
                    <a:pt x="2884833" y="908633"/>
                  </a:lnTo>
                  <a:lnTo>
                    <a:pt x="2843189" y="892757"/>
                  </a:lnTo>
                  <a:lnTo>
                    <a:pt x="2798948" y="882876"/>
                  </a:lnTo>
                  <a:lnTo>
                    <a:pt x="2752598" y="879475"/>
                  </a:lnTo>
                  <a:close/>
                </a:path>
                <a:path w="3066415" h="2761615">
                  <a:moveTo>
                    <a:pt x="1320038" y="0"/>
                  </a:moveTo>
                  <a:lnTo>
                    <a:pt x="511048" y="879475"/>
                  </a:lnTo>
                  <a:lnTo>
                    <a:pt x="1277620" y="879475"/>
                  </a:lnTo>
                  <a:lnTo>
                    <a:pt x="1320038" y="0"/>
                  </a:lnTo>
                  <a:close/>
                </a:path>
              </a:pathLst>
            </a:custGeom>
            <a:solidFill>
              <a:srgbClr val="B3FFEC"/>
            </a:solidFill>
          </p:spPr>
          <p:txBody>
            <a:bodyPr wrap="square" lIns="0" tIns="0" rIns="0" bIns="0" rtlCol="0"/>
            <a:lstStyle/>
            <a:p>
              <a:endParaRPr sz="2000"/>
            </a:p>
          </p:txBody>
        </p:sp>
        <p:sp>
          <p:nvSpPr>
            <p:cNvPr id="174" name="object 103">
              <a:extLst>
                <a:ext uri="{FF2B5EF4-FFF2-40B4-BE49-F238E27FC236}">
                  <a16:creationId xmlns:a16="http://schemas.microsoft.com/office/drawing/2014/main" id="{2359F4AE-6DB2-42D5-87FD-31FDE72CF4DC}"/>
                </a:ext>
              </a:extLst>
            </p:cNvPr>
            <p:cNvSpPr/>
            <p:nvPr/>
          </p:nvSpPr>
          <p:spPr>
            <a:xfrm>
              <a:off x="2633472" y="41208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5" name="object 104">
              <a:extLst>
                <a:ext uri="{FF2B5EF4-FFF2-40B4-BE49-F238E27FC236}">
                  <a16:creationId xmlns:a16="http://schemas.microsoft.com/office/drawing/2014/main" id="{D16B13B6-14FC-4B89-9084-9FF9414074C6}"/>
                </a:ext>
              </a:extLst>
            </p:cNvPr>
            <p:cNvSpPr/>
            <p:nvPr/>
          </p:nvSpPr>
          <p:spPr>
            <a:xfrm>
              <a:off x="2633472" y="41208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6" name="object 105">
              <a:extLst>
                <a:ext uri="{FF2B5EF4-FFF2-40B4-BE49-F238E27FC236}">
                  <a16:creationId xmlns:a16="http://schemas.microsoft.com/office/drawing/2014/main" id="{5998209F-B461-4805-81A2-FFDF4D3AB4BA}"/>
                </a:ext>
              </a:extLst>
            </p:cNvPr>
            <p:cNvSpPr/>
            <p:nvPr/>
          </p:nvSpPr>
          <p:spPr>
            <a:xfrm>
              <a:off x="2633472" y="42062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7" name="object 106">
              <a:extLst>
                <a:ext uri="{FF2B5EF4-FFF2-40B4-BE49-F238E27FC236}">
                  <a16:creationId xmlns:a16="http://schemas.microsoft.com/office/drawing/2014/main" id="{C57C893D-0C98-4040-82C3-F10475D8382D}"/>
                </a:ext>
              </a:extLst>
            </p:cNvPr>
            <p:cNvSpPr/>
            <p:nvPr/>
          </p:nvSpPr>
          <p:spPr>
            <a:xfrm>
              <a:off x="2633472" y="42062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8" name="object 107">
              <a:extLst>
                <a:ext uri="{FF2B5EF4-FFF2-40B4-BE49-F238E27FC236}">
                  <a16:creationId xmlns:a16="http://schemas.microsoft.com/office/drawing/2014/main" id="{B0D2C164-AE45-48F8-94F9-736A0022AA80}"/>
                </a:ext>
              </a:extLst>
            </p:cNvPr>
            <p:cNvSpPr/>
            <p:nvPr/>
          </p:nvSpPr>
          <p:spPr>
            <a:xfrm>
              <a:off x="2633472" y="42915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9" name="object 108">
              <a:extLst>
                <a:ext uri="{FF2B5EF4-FFF2-40B4-BE49-F238E27FC236}">
                  <a16:creationId xmlns:a16="http://schemas.microsoft.com/office/drawing/2014/main" id="{3CAF1F04-62EF-403C-A87C-19B2D12EA8F9}"/>
                </a:ext>
              </a:extLst>
            </p:cNvPr>
            <p:cNvSpPr/>
            <p:nvPr/>
          </p:nvSpPr>
          <p:spPr>
            <a:xfrm>
              <a:off x="2633472" y="42915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0" name="object 109">
              <a:extLst>
                <a:ext uri="{FF2B5EF4-FFF2-40B4-BE49-F238E27FC236}">
                  <a16:creationId xmlns:a16="http://schemas.microsoft.com/office/drawing/2014/main" id="{1E0C2231-6D62-4F88-A5DC-BEFB57C5B32A}"/>
                </a:ext>
              </a:extLst>
            </p:cNvPr>
            <p:cNvSpPr/>
            <p:nvPr/>
          </p:nvSpPr>
          <p:spPr>
            <a:xfrm>
              <a:off x="2633472" y="43769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181" name="object 110">
              <a:extLst>
                <a:ext uri="{FF2B5EF4-FFF2-40B4-BE49-F238E27FC236}">
                  <a16:creationId xmlns:a16="http://schemas.microsoft.com/office/drawing/2014/main" id="{61337BBE-4308-4084-AE5F-36AF6AC1DDFB}"/>
                </a:ext>
              </a:extLst>
            </p:cNvPr>
            <p:cNvSpPr/>
            <p:nvPr/>
          </p:nvSpPr>
          <p:spPr>
            <a:xfrm>
              <a:off x="2633472" y="43769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82" name="object 111">
              <a:extLst>
                <a:ext uri="{FF2B5EF4-FFF2-40B4-BE49-F238E27FC236}">
                  <a16:creationId xmlns:a16="http://schemas.microsoft.com/office/drawing/2014/main" id="{7ACCD2EC-C3F5-4552-A744-FFA74953DBF8}"/>
                </a:ext>
              </a:extLst>
            </p:cNvPr>
            <p:cNvSpPr/>
            <p:nvPr/>
          </p:nvSpPr>
          <p:spPr>
            <a:xfrm>
              <a:off x="2267711" y="41208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83" name="object 112">
              <a:extLst>
                <a:ext uri="{FF2B5EF4-FFF2-40B4-BE49-F238E27FC236}">
                  <a16:creationId xmlns:a16="http://schemas.microsoft.com/office/drawing/2014/main" id="{D81EA8AD-F255-42B3-A761-885ECFDE89DB}"/>
                </a:ext>
              </a:extLst>
            </p:cNvPr>
            <p:cNvSpPr/>
            <p:nvPr/>
          </p:nvSpPr>
          <p:spPr>
            <a:xfrm>
              <a:off x="2267711" y="41208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4" name="object 113">
              <a:extLst>
                <a:ext uri="{FF2B5EF4-FFF2-40B4-BE49-F238E27FC236}">
                  <a16:creationId xmlns:a16="http://schemas.microsoft.com/office/drawing/2014/main" id="{7EBA3FDC-40C3-4300-A28C-D34D8FBE8403}"/>
                </a:ext>
              </a:extLst>
            </p:cNvPr>
            <p:cNvSpPr/>
            <p:nvPr/>
          </p:nvSpPr>
          <p:spPr>
            <a:xfrm>
              <a:off x="2359151" y="41208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85" name="object 114">
              <a:extLst>
                <a:ext uri="{FF2B5EF4-FFF2-40B4-BE49-F238E27FC236}">
                  <a16:creationId xmlns:a16="http://schemas.microsoft.com/office/drawing/2014/main" id="{E420E98E-9F6C-442D-928B-E5AC4E9716AC}"/>
                </a:ext>
              </a:extLst>
            </p:cNvPr>
            <p:cNvSpPr/>
            <p:nvPr/>
          </p:nvSpPr>
          <p:spPr>
            <a:xfrm>
              <a:off x="2359151" y="41208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6" name="object 115">
              <a:extLst>
                <a:ext uri="{FF2B5EF4-FFF2-40B4-BE49-F238E27FC236}">
                  <a16:creationId xmlns:a16="http://schemas.microsoft.com/office/drawing/2014/main" id="{3C165C92-799A-42FC-AC78-5CFFA5EC9B3B}"/>
                </a:ext>
              </a:extLst>
            </p:cNvPr>
            <p:cNvSpPr/>
            <p:nvPr/>
          </p:nvSpPr>
          <p:spPr>
            <a:xfrm>
              <a:off x="2450591" y="412089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87" name="object 116">
              <a:extLst>
                <a:ext uri="{FF2B5EF4-FFF2-40B4-BE49-F238E27FC236}">
                  <a16:creationId xmlns:a16="http://schemas.microsoft.com/office/drawing/2014/main" id="{5DBCD44C-C910-4E75-B39B-7D6969E7A2B9}"/>
                </a:ext>
              </a:extLst>
            </p:cNvPr>
            <p:cNvSpPr/>
            <p:nvPr/>
          </p:nvSpPr>
          <p:spPr>
            <a:xfrm>
              <a:off x="2450591" y="412089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8" name="object 117">
              <a:extLst>
                <a:ext uri="{FF2B5EF4-FFF2-40B4-BE49-F238E27FC236}">
                  <a16:creationId xmlns:a16="http://schemas.microsoft.com/office/drawing/2014/main" id="{6840EC3A-B500-418D-BC27-B80A4C6A3E08}"/>
                </a:ext>
              </a:extLst>
            </p:cNvPr>
            <p:cNvSpPr/>
            <p:nvPr/>
          </p:nvSpPr>
          <p:spPr>
            <a:xfrm>
              <a:off x="2267711" y="42062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89" name="object 118">
              <a:extLst>
                <a:ext uri="{FF2B5EF4-FFF2-40B4-BE49-F238E27FC236}">
                  <a16:creationId xmlns:a16="http://schemas.microsoft.com/office/drawing/2014/main" id="{B5427588-3647-43C1-8473-69764047299E}"/>
                </a:ext>
              </a:extLst>
            </p:cNvPr>
            <p:cNvSpPr/>
            <p:nvPr/>
          </p:nvSpPr>
          <p:spPr>
            <a:xfrm>
              <a:off x="2267711" y="42062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0" name="object 119">
              <a:extLst>
                <a:ext uri="{FF2B5EF4-FFF2-40B4-BE49-F238E27FC236}">
                  <a16:creationId xmlns:a16="http://schemas.microsoft.com/office/drawing/2014/main" id="{C7BF1C05-079C-4490-80D0-5D6C716FBAF0}"/>
                </a:ext>
              </a:extLst>
            </p:cNvPr>
            <p:cNvSpPr/>
            <p:nvPr/>
          </p:nvSpPr>
          <p:spPr>
            <a:xfrm>
              <a:off x="2359151" y="42062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91" name="object 120">
              <a:extLst>
                <a:ext uri="{FF2B5EF4-FFF2-40B4-BE49-F238E27FC236}">
                  <a16:creationId xmlns:a16="http://schemas.microsoft.com/office/drawing/2014/main" id="{DA5EA4DA-AF5C-4AF5-BBE2-DDD3E60E5084}"/>
                </a:ext>
              </a:extLst>
            </p:cNvPr>
            <p:cNvSpPr/>
            <p:nvPr/>
          </p:nvSpPr>
          <p:spPr>
            <a:xfrm>
              <a:off x="2359151" y="42062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2" name="object 121">
              <a:extLst>
                <a:ext uri="{FF2B5EF4-FFF2-40B4-BE49-F238E27FC236}">
                  <a16:creationId xmlns:a16="http://schemas.microsoft.com/office/drawing/2014/main" id="{A3D75624-1E46-480A-BD3E-DF2275311D88}"/>
                </a:ext>
              </a:extLst>
            </p:cNvPr>
            <p:cNvSpPr/>
            <p:nvPr/>
          </p:nvSpPr>
          <p:spPr>
            <a:xfrm>
              <a:off x="2450591" y="420624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3" name="object 122">
              <a:extLst>
                <a:ext uri="{FF2B5EF4-FFF2-40B4-BE49-F238E27FC236}">
                  <a16:creationId xmlns:a16="http://schemas.microsoft.com/office/drawing/2014/main" id="{0AC58D07-D753-48E5-9040-109AE09C3772}"/>
                </a:ext>
              </a:extLst>
            </p:cNvPr>
            <p:cNvSpPr/>
            <p:nvPr/>
          </p:nvSpPr>
          <p:spPr>
            <a:xfrm>
              <a:off x="2450591" y="420624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4" name="object 123">
              <a:extLst>
                <a:ext uri="{FF2B5EF4-FFF2-40B4-BE49-F238E27FC236}">
                  <a16:creationId xmlns:a16="http://schemas.microsoft.com/office/drawing/2014/main" id="{06128CC0-F4E5-4C1E-A008-102955B51F0A}"/>
                </a:ext>
              </a:extLst>
            </p:cNvPr>
            <p:cNvSpPr/>
            <p:nvPr/>
          </p:nvSpPr>
          <p:spPr>
            <a:xfrm>
              <a:off x="2267711" y="42915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95" name="object 124">
              <a:extLst>
                <a:ext uri="{FF2B5EF4-FFF2-40B4-BE49-F238E27FC236}">
                  <a16:creationId xmlns:a16="http://schemas.microsoft.com/office/drawing/2014/main" id="{8F237661-EA5A-44A3-AE61-34CDF67B8F1C}"/>
                </a:ext>
              </a:extLst>
            </p:cNvPr>
            <p:cNvSpPr/>
            <p:nvPr/>
          </p:nvSpPr>
          <p:spPr>
            <a:xfrm>
              <a:off x="2267711" y="42915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6" name="object 125">
              <a:extLst>
                <a:ext uri="{FF2B5EF4-FFF2-40B4-BE49-F238E27FC236}">
                  <a16:creationId xmlns:a16="http://schemas.microsoft.com/office/drawing/2014/main" id="{A8309C95-5F90-401B-87FD-DC06302729DA}"/>
                </a:ext>
              </a:extLst>
            </p:cNvPr>
            <p:cNvSpPr/>
            <p:nvPr/>
          </p:nvSpPr>
          <p:spPr>
            <a:xfrm>
              <a:off x="2359151" y="42915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97" name="object 126">
              <a:extLst>
                <a:ext uri="{FF2B5EF4-FFF2-40B4-BE49-F238E27FC236}">
                  <a16:creationId xmlns:a16="http://schemas.microsoft.com/office/drawing/2014/main" id="{3DFE0B0A-E111-4B48-88E2-94157C1FBFEA}"/>
                </a:ext>
              </a:extLst>
            </p:cNvPr>
            <p:cNvSpPr/>
            <p:nvPr/>
          </p:nvSpPr>
          <p:spPr>
            <a:xfrm>
              <a:off x="2359151" y="42915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8" name="object 127">
              <a:extLst>
                <a:ext uri="{FF2B5EF4-FFF2-40B4-BE49-F238E27FC236}">
                  <a16:creationId xmlns:a16="http://schemas.microsoft.com/office/drawing/2014/main" id="{41C57FD7-8606-4337-B181-54875C4B9752}"/>
                </a:ext>
              </a:extLst>
            </p:cNvPr>
            <p:cNvSpPr/>
            <p:nvPr/>
          </p:nvSpPr>
          <p:spPr>
            <a:xfrm>
              <a:off x="2450591" y="429158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9" name="object 128">
              <a:extLst>
                <a:ext uri="{FF2B5EF4-FFF2-40B4-BE49-F238E27FC236}">
                  <a16:creationId xmlns:a16="http://schemas.microsoft.com/office/drawing/2014/main" id="{43682E63-4AF1-444A-8F51-B7C343F56978}"/>
                </a:ext>
              </a:extLst>
            </p:cNvPr>
            <p:cNvSpPr/>
            <p:nvPr/>
          </p:nvSpPr>
          <p:spPr>
            <a:xfrm>
              <a:off x="2450591" y="429158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0" name="object 129">
              <a:extLst>
                <a:ext uri="{FF2B5EF4-FFF2-40B4-BE49-F238E27FC236}">
                  <a16:creationId xmlns:a16="http://schemas.microsoft.com/office/drawing/2014/main" id="{B2E8EC93-854A-4F54-BE18-F00A44010411}"/>
                </a:ext>
              </a:extLst>
            </p:cNvPr>
            <p:cNvSpPr/>
            <p:nvPr/>
          </p:nvSpPr>
          <p:spPr>
            <a:xfrm>
              <a:off x="2267711" y="43769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201" name="object 130">
              <a:extLst>
                <a:ext uri="{FF2B5EF4-FFF2-40B4-BE49-F238E27FC236}">
                  <a16:creationId xmlns:a16="http://schemas.microsoft.com/office/drawing/2014/main" id="{ED9FECCF-2F72-404F-8C23-E932AAD495B1}"/>
                </a:ext>
              </a:extLst>
            </p:cNvPr>
            <p:cNvSpPr/>
            <p:nvPr/>
          </p:nvSpPr>
          <p:spPr>
            <a:xfrm>
              <a:off x="2267711" y="43769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2" name="object 131">
              <a:extLst>
                <a:ext uri="{FF2B5EF4-FFF2-40B4-BE49-F238E27FC236}">
                  <a16:creationId xmlns:a16="http://schemas.microsoft.com/office/drawing/2014/main" id="{53336887-E968-4738-AD62-B856C68F2EFD}"/>
                </a:ext>
              </a:extLst>
            </p:cNvPr>
            <p:cNvSpPr/>
            <p:nvPr/>
          </p:nvSpPr>
          <p:spPr>
            <a:xfrm>
              <a:off x="2359151" y="43769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203" name="object 132">
              <a:extLst>
                <a:ext uri="{FF2B5EF4-FFF2-40B4-BE49-F238E27FC236}">
                  <a16:creationId xmlns:a16="http://schemas.microsoft.com/office/drawing/2014/main" id="{1FDD6E9C-ACC4-4328-9A44-E22E67BF2503}"/>
                </a:ext>
              </a:extLst>
            </p:cNvPr>
            <p:cNvSpPr/>
            <p:nvPr/>
          </p:nvSpPr>
          <p:spPr>
            <a:xfrm>
              <a:off x="2359151" y="43769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4" name="object 133">
              <a:extLst>
                <a:ext uri="{FF2B5EF4-FFF2-40B4-BE49-F238E27FC236}">
                  <a16:creationId xmlns:a16="http://schemas.microsoft.com/office/drawing/2014/main" id="{85720CC0-EDB5-4D5F-8F45-801540251DBC}"/>
                </a:ext>
              </a:extLst>
            </p:cNvPr>
            <p:cNvSpPr/>
            <p:nvPr/>
          </p:nvSpPr>
          <p:spPr>
            <a:xfrm>
              <a:off x="2450591" y="43769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205" name="object 134">
              <a:extLst>
                <a:ext uri="{FF2B5EF4-FFF2-40B4-BE49-F238E27FC236}">
                  <a16:creationId xmlns:a16="http://schemas.microsoft.com/office/drawing/2014/main" id="{04DB08E6-5E67-4EB9-8D2C-2A69C7384329}"/>
                </a:ext>
              </a:extLst>
            </p:cNvPr>
            <p:cNvSpPr/>
            <p:nvPr/>
          </p:nvSpPr>
          <p:spPr>
            <a:xfrm>
              <a:off x="2450591" y="43769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6" name="object 135">
              <a:extLst>
                <a:ext uri="{FF2B5EF4-FFF2-40B4-BE49-F238E27FC236}">
                  <a16:creationId xmlns:a16="http://schemas.microsoft.com/office/drawing/2014/main" id="{D8615C5D-16FD-4F68-82CA-8A3235F27300}"/>
                </a:ext>
              </a:extLst>
            </p:cNvPr>
            <p:cNvSpPr/>
            <p:nvPr/>
          </p:nvSpPr>
          <p:spPr>
            <a:xfrm>
              <a:off x="2543555" y="41208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07" name="object 136">
              <a:extLst>
                <a:ext uri="{FF2B5EF4-FFF2-40B4-BE49-F238E27FC236}">
                  <a16:creationId xmlns:a16="http://schemas.microsoft.com/office/drawing/2014/main" id="{0FE65DEC-A9FD-403D-A553-6A6D3D618915}"/>
                </a:ext>
              </a:extLst>
            </p:cNvPr>
            <p:cNvSpPr/>
            <p:nvPr/>
          </p:nvSpPr>
          <p:spPr>
            <a:xfrm>
              <a:off x="2543555" y="41208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8" name="object 137">
              <a:extLst>
                <a:ext uri="{FF2B5EF4-FFF2-40B4-BE49-F238E27FC236}">
                  <a16:creationId xmlns:a16="http://schemas.microsoft.com/office/drawing/2014/main" id="{09A8B525-11B1-4D07-A69C-EBCDF3A14623}"/>
                </a:ext>
              </a:extLst>
            </p:cNvPr>
            <p:cNvSpPr/>
            <p:nvPr/>
          </p:nvSpPr>
          <p:spPr>
            <a:xfrm>
              <a:off x="2543555" y="42062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09" name="object 138">
              <a:extLst>
                <a:ext uri="{FF2B5EF4-FFF2-40B4-BE49-F238E27FC236}">
                  <a16:creationId xmlns:a16="http://schemas.microsoft.com/office/drawing/2014/main" id="{F28D62DF-7A61-4BC0-8E41-D5A8A01EF0DF}"/>
                </a:ext>
              </a:extLst>
            </p:cNvPr>
            <p:cNvSpPr/>
            <p:nvPr/>
          </p:nvSpPr>
          <p:spPr>
            <a:xfrm>
              <a:off x="2543555" y="42062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0" name="object 139">
              <a:extLst>
                <a:ext uri="{FF2B5EF4-FFF2-40B4-BE49-F238E27FC236}">
                  <a16:creationId xmlns:a16="http://schemas.microsoft.com/office/drawing/2014/main" id="{DFFF00CE-7822-4323-881B-753661CDEBBE}"/>
                </a:ext>
              </a:extLst>
            </p:cNvPr>
            <p:cNvSpPr/>
            <p:nvPr/>
          </p:nvSpPr>
          <p:spPr>
            <a:xfrm>
              <a:off x="2543555" y="42915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11" name="object 140">
              <a:extLst>
                <a:ext uri="{FF2B5EF4-FFF2-40B4-BE49-F238E27FC236}">
                  <a16:creationId xmlns:a16="http://schemas.microsoft.com/office/drawing/2014/main" id="{34A52DB2-81B4-4114-9D9C-88B7D5CD9556}"/>
                </a:ext>
              </a:extLst>
            </p:cNvPr>
            <p:cNvSpPr/>
            <p:nvPr/>
          </p:nvSpPr>
          <p:spPr>
            <a:xfrm>
              <a:off x="2543555" y="42915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2" name="object 141">
              <a:extLst>
                <a:ext uri="{FF2B5EF4-FFF2-40B4-BE49-F238E27FC236}">
                  <a16:creationId xmlns:a16="http://schemas.microsoft.com/office/drawing/2014/main" id="{7D377235-DF77-4212-96F1-68EE24D6CF06}"/>
                </a:ext>
              </a:extLst>
            </p:cNvPr>
            <p:cNvSpPr/>
            <p:nvPr/>
          </p:nvSpPr>
          <p:spPr>
            <a:xfrm>
              <a:off x="2543555" y="43769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213" name="object 142">
              <a:extLst>
                <a:ext uri="{FF2B5EF4-FFF2-40B4-BE49-F238E27FC236}">
                  <a16:creationId xmlns:a16="http://schemas.microsoft.com/office/drawing/2014/main" id="{4350053E-88B5-4E50-BC6F-FD8C11C97654}"/>
                </a:ext>
              </a:extLst>
            </p:cNvPr>
            <p:cNvSpPr/>
            <p:nvPr/>
          </p:nvSpPr>
          <p:spPr>
            <a:xfrm>
              <a:off x="2543555" y="43769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14" name="object 143">
              <a:extLst>
                <a:ext uri="{FF2B5EF4-FFF2-40B4-BE49-F238E27FC236}">
                  <a16:creationId xmlns:a16="http://schemas.microsoft.com/office/drawing/2014/main" id="{13FE1A13-5418-4B41-AED8-370DD841FFFC}"/>
                </a:ext>
              </a:extLst>
            </p:cNvPr>
            <p:cNvSpPr/>
            <p:nvPr/>
          </p:nvSpPr>
          <p:spPr>
            <a:xfrm>
              <a:off x="2907791" y="41208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15" name="object 144">
              <a:extLst>
                <a:ext uri="{FF2B5EF4-FFF2-40B4-BE49-F238E27FC236}">
                  <a16:creationId xmlns:a16="http://schemas.microsoft.com/office/drawing/2014/main" id="{46C93831-73FF-41C8-AEC2-B9BBAD68EEEB}"/>
                </a:ext>
              </a:extLst>
            </p:cNvPr>
            <p:cNvSpPr/>
            <p:nvPr/>
          </p:nvSpPr>
          <p:spPr>
            <a:xfrm>
              <a:off x="2907791" y="41208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6" name="object 145">
              <a:extLst>
                <a:ext uri="{FF2B5EF4-FFF2-40B4-BE49-F238E27FC236}">
                  <a16:creationId xmlns:a16="http://schemas.microsoft.com/office/drawing/2014/main" id="{0458A7D0-85F0-4F0C-94BC-D1448B2F152E}"/>
                </a:ext>
              </a:extLst>
            </p:cNvPr>
            <p:cNvSpPr/>
            <p:nvPr/>
          </p:nvSpPr>
          <p:spPr>
            <a:xfrm>
              <a:off x="2907791" y="42062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17" name="object 146">
              <a:extLst>
                <a:ext uri="{FF2B5EF4-FFF2-40B4-BE49-F238E27FC236}">
                  <a16:creationId xmlns:a16="http://schemas.microsoft.com/office/drawing/2014/main" id="{80E5117B-D8D3-4A2E-AFB0-DCE8E1600269}"/>
                </a:ext>
              </a:extLst>
            </p:cNvPr>
            <p:cNvSpPr/>
            <p:nvPr/>
          </p:nvSpPr>
          <p:spPr>
            <a:xfrm>
              <a:off x="2907791" y="42062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8" name="object 147">
              <a:extLst>
                <a:ext uri="{FF2B5EF4-FFF2-40B4-BE49-F238E27FC236}">
                  <a16:creationId xmlns:a16="http://schemas.microsoft.com/office/drawing/2014/main" id="{53F9FA8F-0DFE-4675-B22E-08126261E36A}"/>
                </a:ext>
              </a:extLst>
            </p:cNvPr>
            <p:cNvSpPr/>
            <p:nvPr/>
          </p:nvSpPr>
          <p:spPr>
            <a:xfrm>
              <a:off x="2907791" y="42915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19" name="object 148">
              <a:extLst>
                <a:ext uri="{FF2B5EF4-FFF2-40B4-BE49-F238E27FC236}">
                  <a16:creationId xmlns:a16="http://schemas.microsoft.com/office/drawing/2014/main" id="{DF88D79B-66F4-451B-8F68-3BF527D0EE7B}"/>
                </a:ext>
              </a:extLst>
            </p:cNvPr>
            <p:cNvSpPr/>
            <p:nvPr/>
          </p:nvSpPr>
          <p:spPr>
            <a:xfrm>
              <a:off x="2907791" y="42915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0" name="object 149">
              <a:extLst>
                <a:ext uri="{FF2B5EF4-FFF2-40B4-BE49-F238E27FC236}">
                  <a16:creationId xmlns:a16="http://schemas.microsoft.com/office/drawing/2014/main" id="{9FDB2119-334F-4766-AFB7-A5D30922E103}"/>
                </a:ext>
              </a:extLst>
            </p:cNvPr>
            <p:cNvSpPr/>
            <p:nvPr/>
          </p:nvSpPr>
          <p:spPr>
            <a:xfrm>
              <a:off x="2907791" y="43769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221" name="object 150">
              <a:extLst>
                <a:ext uri="{FF2B5EF4-FFF2-40B4-BE49-F238E27FC236}">
                  <a16:creationId xmlns:a16="http://schemas.microsoft.com/office/drawing/2014/main" id="{E234F955-B7A5-4EEC-92EB-EA46B03469BA}"/>
                </a:ext>
              </a:extLst>
            </p:cNvPr>
            <p:cNvSpPr/>
            <p:nvPr/>
          </p:nvSpPr>
          <p:spPr>
            <a:xfrm>
              <a:off x="2907791" y="43769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22" name="object 151">
              <a:extLst>
                <a:ext uri="{FF2B5EF4-FFF2-40B4-BE49-F238E27FC236}">
                  <a16:creationId xmlns:a16="http://schemas.microsoft.com/office/drawing/2014/main" id="{EB3AA33E-67E6-4838-A33B-2A5373996AF9}"/>
                </a:ext>
              </a:extLst>
            </p:cNvPr>
            <p:cNvSpPr/>
            <p:nvPr/>
          </p:nvSpPr>
          <p:spPr>
            <a:xfrm>
              <a:off x="2724911" y="412089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23" name="object 152">
              <a:extLst>
                <a:ext uri="{FF2B5EF4-FFF2-40B4-BE49-F238E27FC236}">
                  <a16:creationId xmlns:a16="http://schemas.microsoft.com/office/drawing/2014/main" id="{43B74606-0564-41C9-9836-105074ED3701}"/>
                </a:ext>
              </a:extLst>
            </p:cNvPr>
            <p:cNvSpPr/>
            <p:nvPr/>
          </p:nvSpPr>
          <p:spPr>
            <a:xfrm>
              <a:off x="2724911" y="412089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4" name="object 153">
              <a:extLst>
                <a:ext uri="{FF2B5EF4-FFF2-40B4-BE49-F238E27FC236}">
                  <a16:creationId xmlns:a16="http://schemas.microsoft.com/office/drawing/2014/main" id="{4C90F4BE-DBA2-4D3A-916E-BBDEC55B22B5}"/>
                </a:ext>
              </a:extLst>
            </p:cNvPr>
            <p:cNvSpPr/>
            <p:nvPr/>
          </p:nvSpPr>
          <p:spPr>
            <a:xfrm>
              <a:off x="2724911" y="420624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25" name="object 154">
              <a:extLst>
                <a:ext uri="{FF2B5EF4-FFF2-40B4-BE49-F238E27FC236}">
                  <a16:creationId xmlns:a16="http://schemas.microsoft.com/office/drawing/2014/main" id="{C41D27DD-2A70-4A5B-81C6-3D1DBC75E821}"/>
                </a:ext>
              </a:extLst>
            </p:cNvPr>
            <p:cNvSpPr/>
            <p:nvPr/>
          </p:nvSpPr>
          <p:spPr>
            <a:xfrm>
              <a:off x="2724911" y="420624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6" name="object 155">
              <a:extLst>
                <a:ext uri="{FF2B5EF4-FFF2-40B4-BE49-F238E27FC236}">
                  <a16:creationId xmlns:a16="http://schemas.microsoft.com/office/drawing/2014/main" id="{F8C54C71-2B4D-4E71-BF19-F1816791C35E}"/>
                </a:ext>
              </a:extLst>
            </p:cNvPr>
            <p:cNvSpPr/>
            <p:nvPr/>
          </p:nvSpPr>
          <p:spPr>
            <a:xfrm>
              <a:off x="2724911" y="429158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27" name="object 156">
              <a:extLst>
                <a:ext uri="{FF2B5EF4-FFF2-40B4-BE49-F238E27FC236}">
                  <a16:creationId xmlns:a16="http://schemas.microsoft.com/office/drawing/2014/main" id="{9E3218D8-B48A-4FA0-8E67-9758D70E805B}"/>
                </a:ext>
              </a:extLst>
            </p:cNvPr>
            <p:cNvSpPr/>
            <p:nvPr/>
          </p:nvSpPr>
          <p:spPr>
            <a:xfrm>
              <a:off x="2724911" y="429158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8" name="object 157">
              <a:extLst>
                <a:ext uri="{FF2B5EF4-FFF2-40B4-BE49-F238E27FC236}">
                  <a16:creationId xmlns:a16="http://schemas.microsoft.com/office/drawing/2014/main" id="{342C1731-127B-4646-A1A0-C11CDC767091}"/>
                </a:ext>
              </a:extLst>
            </p:cNvPr>
            <p:cNvSpPr/>
            <p:nvPr/>
          </p:nvSpPr>
          <p:spPr>
            <a:xfrm>
              <a:off x="2724911" y="43769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229" name="object 158">
              <a:extLst>
                <a:ext uri="{FF2B5EF4-FFF2-40B4-BE49-F238E27FC236}">
                  <a16:creationId xmlns:a16="http://schemas.microsoft.com/office/drawing/2014/main" id="{6745CA44-08F7-4697-BE48-19ED83C6A207}"/>
                </a:ext>
              </a:extLst>
            </p:cNvPr>
            <p:cNvSpPr/>
            <p:nvPr/>
          </p:nvSpPr>
          <p:spPr>
            <a:xfrm>
              <a:off x="2724911" y="43769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0" name="object 159">
              <a:extLst>
                <a:ext uri="{FF2B5EF4-FFF2-40B4-BE49-F238E27FC236}">
                  <a16:creationId xmlns:a16="http://schemas.microsoft.com/office/drawing/2014/main" id="{B5C33F96-177B-40F2-9542-84868B2C7C19}"/>
                </a:ext>
              </a:extLst>
            </p:cNvPr>
            <p:cNvSpPr/>
            <p:nvPr/>
          </p:nvSpPr>
          <p:spPr>
            <a:xfrm>
              <a:off x="2817875" y="41208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31" name="object 160">
              <a:extLst>
                <a:ext uri="{FF2B5EF4-FFF2-40B4-BE49-F238E27FC236}">
                  <a16:creationId xmlns:a16="http://schemas.microsoft.com/office/drawing/2014/main" id="{1293C886-A009-4B8E-B5F5-FF3DA16C8BD7}"/>
                </a:ext>
              </a:extLst>
            </p:cNvPr>
            <p:cNvSpPr/>
            <p:nvPr/>
          </p:nvSpPr>
          <p:spPr>
            <a:xfrm>
              <a:off x="2817875" y="41208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2" name="object 161">
              <a:extLst>
                <a:ext uri="{FF2B5EF4-FFF2-40B4-BE49-F238E27FC236}">
                  <a16:creationId xmlns:a16="http://schemas.microsoft.com/office/drawing/2014/main" id="{86E28112-1C9D-417C-9F78-2A27CA228025}"/>
                </a:ext>
              </a:extLst>
            </p:cNvPr>
            <p:cNvSpPr/>
            <p:nvPr/>
          </p:nvSpPr>
          <p:spPr>
            <a:xfrm>
              <a:off x="2817875" y="42062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33" name="object 162">
              <a:extLst>
                <a:ext uri="{FF2B5EF4-FFF2-40B4-BE49-F238E27FC236}">
                  <a16:creationId xmlns:a16="http://schemas.microsoft.com/office/drawing/2014/main" id="{1510382D-3EC5-422F-859F-2B6E7B29BD4F}"/>
                </a:ext>
              </a:extLst>
            </p:cNvPr>
            <p:cNvSpPr/>
            <p:nvPr/>
          </p:nvSpPr>
          <p:spPr>
            <a:xfrm>
              <a:off x="2817875" y="42062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4" name="object 163">
              <a:extLst>
                <a:ext uri="{FF2B5EF4-FFF2-40B4-BE49-F238E27FC236}">
                  <a16:creationId xmlns:a16="http://schemas.microsoft.com/office/drawing/2014/main" id="{AC4D8525-DA6C-40DD-A276-65718CBDD30F}"/>
                </a:ext>
              </a:extLst>
            </p:cNvPr>
            <p:cNvSpPr/>
            <p:nvPr/>
          </p:nvSpPr>
          <p:spPr>
            <a:xfrm>
              <a:off x="2817875" y="42915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35" name="object 164">
              <a:extLst>
                <a:ext uri="{FF2B5EF4-FFF2-40B4-BE49-F238E27FC236}">
                  <a16:creationId xmlns:a16="http://schemas.microsoft.com/office/drawing/2014/main" id="{D6E6B2E6-DD59-4597-BE9E-10FFFF4776AC}"/>
                </a:ext>
              </a:extLst>
            </p:cNvPr>
            <p:cNvSpPr/>
            <p:nvPr/>
          </p:nvSpPr>
          <p:spPr>
            <a:xfrm>
              <a:off x="2817875" y="42915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6" name="object 165">
              <a:extLst>
                <a:ext uri="{FF2B5EF4-FFF2-40B4-BE49-F238E27FC236}">
                  <a16:creationId xmlns:a16="http://schemas.microsoft.com/office/drawing/2014/main" id="{1419B251-5ECA-4727-B469-EBDA6DDDAD8E}"/>
                </a:ext>
              </a:extLst>
            </p:cNvPr>
            <p:cNvSpPr/>
            <p:nvPr/>
          </p:nvSpPr>
          <p:spPr>
            <a:xfrm>
              <a:off x="2817875" y="43769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237" name="object 166">
              <a:extLst>
                <a:ext uri="{FF2B5EF4-FFF2-40B4-BE49-F238E27FC236}">
                  <a16:creationId xmlns:a16="http://schemas.microsoft.com/office/drawing/2014/main" id="{D4E11179-BD4C-44B0-9D58-628E41440C68}"/>
                </a:ext>
              </a:extLst>
            </p:cNvPr>
            <p:cNvSpPr/>
            <p:nvPr/>
          </p:nvSpPr>
          <p:spPr>
            <a:xfrm>
              <a:off x="2817875" y="43769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8" name="object 167">
              <a:extLst>
                <a:ext uri="{FF2B5EF4-FFF2-40B4-BE49-F238E27FC236}">
                  <a16:creationId xmlns:a16="http://schemas.microsoft.com/office/drawing/2014/main" id="{0612EC8E-2DDD-4A3D-B1A0-FE21E80D2063}"/>
                </a:ext>
              </a:extLst>
            </p:cNvPr>
            <p:cNvSpPr/>
            <p:nvPr/>
          </p:nvSpPr>
          <p:spPr>
            <a:xfrm>
              <a:off x="3372611" y="41254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39" name="object 168">
              <a:extLst>
                <a:ext uri="{FF2B5EF4-FFF2-40B4-BE49-F238E27FC236}">
                  <a16:creationId xmlns:a16="http://schemas.microsoft.com/office/drawing/2014/main" id="{1FA6CCE4-B05E-4912-8D7D-0831F5153A28}"/>
                </a:ext>
              </a:extLst>
            </p:cNvPr>
            <p:cNvSpPr/>
            <p:nvPr/>
          </p:nvSpPr>
          <p:spPr>
            <a:xfrm>
              <a:off x="3372611" y="41254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40" name="object 169">
              <a:extLst>
                <a:ext uri="{FF2B5EF4-FFF2-40B4-BE49-F238E27FC236}">
                  <a16:creationId xmlns:a16="http://schemas.microsoft.com/office/drawing/2014/main" id="{43DF8567-5EDF-4BA5-87C0-F505C8EEF7EB}"/>
                </a:ext>
              </a:extLst>
            </p:cNvPr>
            <p:cNvSpPr/>
            <p:nvPr/>
          </p:nvSpPr>
          <p:spPr>
            <a:xfrm>
              <a:off x="3372611" y="4210813"/>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241" name="object 170">
              <a:extLst>
                <a:ext uri="{FF2B5EF4-FFF2-40B4-BE49-F238E27FC236}">
                  <a16:creationId xmlns:a16="http://schemas.microsoft.com/office/drawing/2014/main" id="{9ED2C6AE-5821-4573-ADE0-D344601C2157}"/>
                </a:ext>
              </a:extLst>
            </p:cNvPr>
            <p:cNvSpPr/>
            <p:nvPr/>
          </p:nvSpPr>
          <p:spPr>
            <a:xfrm>
              <a:off x="3372611" y="4210813"/>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42" name="object 171">
              <a:extLst>
                <a:ext uri="{FF2B5EF4-FFF2-40B4-BE49-F238E27FC236}">
                  <a16:creationId xmlns:a16="http://schemas.microsoft.com/office/drawing/2014/main" id="{F0F4E36E-B2D9-418C-B4DE-A97906525ED8}"/>
                </a:ext>
              </a:extLst>
            </p:cNvPr>
            <p:cNvSpPr/>
            <p:nvPr/>
          </p:nvSpPr>
          <p:spPr>
            <a:xfrm>
              <a:off x="3372611" y="429768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43" name="object 172">
              <a:extLst>
                <a:ext uri="{FF2B5EF4-FFF2-40B4-BE49-F238E27FC236}">
                  <a16:creationId xmlns:a16="http://schemas.microsoft.com/office/drawing/2014/main" id="{D3B01BDC-06D0-42D0-A9C8-3AEC4E78333C}"/>
                </a:ext>
              </a:extLst>
            </p:cNvPr>
            <p:cNvSpPr/>
            <p:nvPr/>
          </p:nvSpPr>
          <p:spPr>
            <a:xfrm>
              <a:off x="3372611" y="429768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4" name="object 173">
              <a:extLst>
                <a:ext uri="{FF2B5EF4-FFF2-40B4-BE49-F238E27FC236}">
                  <a16:creationId xmlns:a16="http://schemas.microsoft.com/office/drawing/2014/main" id="{FD58B167-C72F-4372-ABD4-32A27738F299}"/>
                </a:ext>
              </a:extLst>
            </p:cNvPr>
            <p:cNvSpPr/>
            <p:nvPr/>
          </p:nvSpPr>
          <p:spPr>
            <a:xfrm>
              <a:off x="3372611" y="438302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45" name="object 174">
              <a:extLst>
                <a:ext uri="{FF2B5EF4-FFF2-40B4-BE49-F238E27FC236}">
                  <a16:creationId xmlns:a16="http://schemas.microsoft.com/office/drawing/2014/main" id="{24A82973-EC3A-4A36-90DF-A463172A412C}"/>
                </a:ext>
              </a:extLst>
            </p:cNvPr>
            <p:cNvSpPr/>
            <p:nvPr/>
          </p:nvSpPr>
          <p:spPr>
            <a:xfrm>
              <a:off x="3372611" y="438302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6" name="object 175">
              <a:extLst>
                <a:ext uri="{FF2B5EF4-FFF2-40B4-BE49-F238E27FC236}">
                  <a16:creationId xmlns:a16="http://schemas.microsoft.com/office/drawing/2014/main" id="{828B706B-7520-4905-B011-EBEB08A5DC4F}"/>
                </a:ext>
              </a:extLst>
            </p:cNvPr>
            <p:cNvSpPr/>
            <p:nvPr/>
          </p:nvSpPr>
          <p:spPr>
            <a:xfrm>
              <a:off x="3372611" y="44683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47" name="object 176">
              <a:extLst>
                <a:ext uri="{FF2B5EF4-FFF2-40B4-BE49-F238E27FC236}">
                  <a16:creationId xmlns:a16="http://schemas.microsoft.com/office/drawing/2014/main" id="{DA9B99F0-9DF1-4EBB-9E49-7E34B2726A1B}"/>
                </a:ext>
              </a:extLst>
            </p:cNvPr>
            <p:cNvSpPr/>
            <p:nvPr/>
          </p:nvSpPr>
          <p:spPr>
            <a:xfrm>
              <a:off x="3372611" y="44683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48" name="object 177">
              <a:extLst>
                <a:ext uri="{FF2B5EF4-FFF2-40B4-BE49-F238E27FC236}">
                  <a16:creationId xmlns:a16="http://schemas.microsoft.com/office/drawing/2014/main" id="{6E573008-10A7-4584-A9F9-56D0C0D09551}"/>
                </a:ext>
              </a:extLst>
            </p:cNvPr>
            <p:cNvSpPr/>
            <p:nvPr/>
          </p:nvSpPr>
          <p:spPr>
            <a:xfrm>
              <a:off x="3372611" y="455371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49" name="object 178">
              <a:extLst>
                <a:ext uri="{FF2B5EF4-FFF2-40B4-BE49-F238E27FC236}">
                  <a16:creationId xmlns:a16="http://schemas.microsoft.com/office/drawing/2014/main" id="{6E97D869-C628-4264-9D0A-8695BAD72B37}"/>
                </a:ext>
              </a:extLst>
            </p:cNvPr>
            <p:cNvSpPr/>
            <p:nvPr/>
          </p:nvSpPr>
          <p:spPr>
            <a:xfrm>
              <a:off x="3372611" y="455371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0" name="object 179">
              <a:extLst>
                <a:ext uri="{FF2B5EF4-FFF2-40B4-BE49-F238E27FC236}">
                  <a16:creationId xmlns:a16="http://schemas.microsoft.com/office/drawing/2014/main" id="{C9A6E641-4DDC-4160-A40C-FA18E7A84ED8}"/>
                </a:ext>
              </a:extLst>
            </p:cNvPr>
            <p:cNvSpPr/>
            <p:nvPr/>
          </p:nvSpPr>
          <p:spPr>
            <a:xfrm>
              <a:off x="3372611" y="4639056"/>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51" name="object 180">
              <a:extLst>
                <a:ext uri="{FF2B5EF4-FFF2-40B4-BE49-F238E27FC236}">
                  <a16:creationId xmlns:a16="http://schemas.microsoft.com/office/drawing/2014/main" id="{72DFE81C-AFEA-44A2-9F22-1196525D553B}"/>
                </a:ext>
              </a:extLst>
            </p:cNvPr>
            <p:cNvSpPr/>
            <p:nvPr/>
          </p:nvSpPr>
          <p:spPr>
            <a:xfrm>
              <a:off x="3372611" y="46390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2" name="object 181">
              <a:extLst>
                <a:ext uri="{FF2B5EF4-FFF2-40B4-BE49-F238E27FC236}">
                  <a16:creationId xmlns:a16="http://schemas.microsoft.com/office/drawing/2014/main" id="{752AC1F2-8F8A-4EA6-933C-14A5A5865D84}"/>
                </a:ext>
              </a:extLst>
            </p:cNvPr>
            <p:cNvSpPr/>
            <p:nvPr/>
          </p:nvSpPr>
          <p:spPr>
            <a:xfrm>
              <a:off x="3372611" y="472440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53" name="object 182">
              <a:extLst>
                <a:ext uri="{FF2B5EF4-FFF2-40B4-BE49-F238E27FC236}">
                  <a16:creationId xmlns:a16="http://schemas.microsoft.com/office/drawing/2014/main" id="{BA4F260F-212A-474E-B944-2180C3CE3882}"/>
                </a:ext>
              </a:extLst>
            </p:cNvPr>
            <p:cNvSpPr/>
            <p:nvPr/>
          </p:nvSpPr>
          <p:spPr>
            <a:xfrm>
              <a:off x="3372611" y="472440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4" name="object 183">
              <a:extLst>
                <a:ext uri="{FF2B5EF4-FFF2-40B4-BE49-F238E27FC236}">
                  <a16:creationId xmlns:a16="http://schemas.microsoft.com/office/drawing/2014/main" id="{E6F064E4-4AA8-44B3-9CFB-7ECE849D4006}"/>
                </a:ext>
              </a:extLst>
            </p:cNvPr>
            <p:cNvSpPr/>
            <p:nvPr/>
          </p:nvSpPr>
          <p:spPr>
            <a:xfrm>
              <a:off x="3465576" y="412546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255" name="object 184">
              <a:extLst>
                <a:ext uri="{FF2B5EF4-FFF2-40B4-BE49-F238E27FC236}">
                  <a16:creationId xmlns:a16="http://schemas.microsoft.com/office/drawing/2014/main" id="{07B56470-48F2-45C1-A833-736CDBAD61C4}"/>
                </a:ext>
              </a:extLst>
            </p:cNvPr>
            <p:cNvSpPr/>
            <p:nvPr/>
          </p:nvSpPr>
          <p:spPr>
            <a:xfrm>
              <a:off x="3465576" y="412546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56" name="object 185">
              <a:extLst>
                <a:ext uri="{FF2B5EF4-FFF2-40B4-BE49-F238E27FC236}">
                  <a16:creationId xmlns:a16="http://schemas.microsoft.com/office/drawing/2014/main" id="{B5079D29-1133-49A3-864B-32B0567DCD99}"/>
                </a:ext>
              </a:extLst>
            </p:cNvPr>
            <p:cNvSpPr/>
            <p:nvPr/>
          </p:nvSpPr>
          <p:spPr>
            <a:xfrm>
              <a:off x="3465576" y="4210813"/>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BBB800"/>
            </a:solidFill>
          </p:spPr>
          <p:txBody>
            <a:bodyPr wrap="square" lIns="0" tIns="0" rIns="0" bIns="0" rtlCol="0"/>
            <a:lstStyle/>
            <a:p>
              <a:endParaRPr sz="2000"/>
            </a:p>
          </p:txBody>
        </p:sp>
        <p:sp>
          <p:nvSpPr>
            <p:cNvPr id="257" name="object 186">
              <a:extLst>
                <a:ext uri="{FF2B5EF4-FFF2-40B4-BE49-F238E27FC236}">
                  <a16:creationId xmlns:a16="http://schemas.microsoft.com/office/drawing/2014/main" id="{410DF8E3-FDC8-4F74-B630-3107B3E9294D}"/>
                </a:ext>
              </a:extLst>
            </p:cNvPr>
            <p:cNvSpPr/>
            <p:nvPr/>
          </p:nvSpPr>
          <p:spPr>
            <a:xfrm>
              <a:off x="3465576" y="4210813"/>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58" name="object 187">
              <a:extLst>
                <a:ext uri="{FF2B5EF4-FFF2-40B4-BE49-F238E27FC236}">
                  <a16:creationId xmlns:a16="http://schemas.microsoft.com/office/drawing/2014/main" id="{AEE9B267-28C5-45FD-8249-55F7BDD5A160}"/>
                </a:ext>
              </a:extLst>
            </p:cNvPr>
            <p:cNvSpPr/>
            <p:nvPr/>
          </p:nvSpPr>
          <p:spPr>
            <a:xfrm>
              <a:off x="3465576" y="429768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259" name="object 188">
              <a:extLst>
                <a:ext uri="{FF2B5EF4-FFF2-40B4-BE49-F238E27FC236}">
                  <a16:creationId xmlns:a16="http://schemas.microsoft.com/office/drawing/2014/main" id="{49691A09-10BA-4111-98C4-B678B338BEF3}"/>
                </a:ext>
              </a:extLst>
            </p:cNvPr>
            <p:cNvSpPr/>
            <p:nvPr/>
          </p:nvSpPr>
          <p:spPr>
            <a:xfrm>
              <a:off x="3465576" y="429768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0" name="object 189">
              <a:extLst>
                <a:ext uri="{FF2B5EF4-FFF2-40B4-BE49-F238E27FC236}">
                  <a16:creationId xmlns:a16="http://schemas.microsoft.com/office/drawing/2014/main" id="{84E8EB05-133A-466E-A749-3C7A77930A27}"/>
                </a:ext>
              </a:extLst>
            </p:cNvPr>
            <p:cNvSpPr/>
            <p:nvPr/>
          </p:nvSpPr>
          <p:spPr>
            <a:xfrm>
              <a:off x="3465576" y="43830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261" name="object 190">
              <a:extLst>
                <a:ext uri="{FF2B5EF4-FFF2-40B4-BE49-F238E27FC236}">
                  <a16:creationId xmlns:a16="http://schemas.microsoft.com/office/drawing/2014/main" id="{03C94178-99EB-45B2-8AE7-7C9AA7347924}"/>
                </a:ext>
              </a:extLst>
            </p:cNvPr>
            <p:cNvSpPr/>
            <p:nvPr/>
          </p:nvSpPr>
          <p:spPr>
            <a:xfrm>
              <a:off x="3465576" y="43830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2" name="object 191">
              <a:extLst>
                <a:ext uri="{FF2B5EF4-FFF2-40B4-BE49-F238E27FC236}">
                  <a16:creationId xmlns:a16="http://schemas.microsoft.com/office/drawing/2014/main" id="{5FDBA98B-8DCB-4785-8A2A-54B1D22EBB00}"/>
                </a:ext>
              </a:extLst>
            </p:cNvPr>
            <p:cNvSpPr/>
            <p:nvPr/>
          </p:nvSpPr>
          <p:spPr>
            <a:xfrm>
              <a:off x="3465576" y="446836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263" name="object 192">
              <a:extLst>
                <a:ext uri="{FF2B5EF4-FFF2-40B4-BE49-F238E27FC236}">
                  <a16:creationId xmlns:a16="http://schemas.microsoft.com/office/drawing/2014/main" id="{9EDF2EC9-FEAB-4DB6-971D-696303E13DC1}"/>
                </a:ext>
              </a:extLst>
            </p:cNvPr>
            <p:cNvSpPr/>
            <p:nvPr/>
          </p:nvSpPr>
          <p:spPr>
            <a:xfrm>
              <a:off x="3465576" y="446836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64" name="object 193">
              <a:extLst>
                <a:ext uri="{FF2B5EF4-FFF2-40B4-BE49-F238E27FC236}">
                  <a16:creationId xmlns:a16="http://schemas.microsoft.com/office/drawing/2014/main" id="{8CEE8ECE-54B9-4F1E-B6DE-DF985EFEE0CB}"/>
                </a:ext>
              </a:extLst>
            </p:cNvPr>
            <p:cNvSpPr/>
            <p:nvPr/>
          </p:nvSpPr>
          <p:spPr>
            <a:xfrm>
              <a:off x="3465576" y="45537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265" name="object 194">
              <a:extLst>
                <a:ext uri="{FF2B5EF4-FFF2-40B4-BE49-F238E27FC236}">
                  <a16:creationId xmlns:a16="http://schemas.microsoft.com/office/drawing/2014/main" id="{C161BF4A-C6C9-4B20-960E-FE46BEAC12E7}"/>
                </a:ext>
              </a:extLst>
            </p:cNvPr>
            <p:cNvSpPr/>
            <p:nvPr/>
          </p:nvSpPr>
          <p:spPr>
            <a:xfrm>
              <a:off x="3465576" y="45537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6" name="object 195">
              <a:extLst>
                <a:ext uri="{FF2B5EF4-FFF2-40B4-BE49-F238E27FC236}">
                  <a16:creationId xmlns:a16="http://schemas.microsoft.com/office/drawing/2014/main" id="{C559F96D-97CF-49CA-B5DE-B5C47F8DBB2B}"/>
                </a:ext>
              </a:extLst>
            </p:cNvPr>
            <p:cNvSpPr/>
            <p:nvPr/>
          </p:nvSpPr>
          <p:spPr>
            <a:xfrm>
              <a:off x="3465576" y="4639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267" name="object 196">
              <a:extLst>
                <a:ext uri="{FF2B5EF4-FFF2-40B4-BE49-F238E27FC236}">
                  <a16:creationId xmlns:a16="http://schemas.microsoft.com/office/drawing/2014/main" id="{4CC9DBA1-6ABF-4CE3-B248-6B2282E9F439}"/>
                </a:ext>
              </a:extLst>
            </p:cNvPr>
            <p:cNvSpPr/>
            <p:nvPr/>
          </p:nvSpPr>
          <p:spPr>
            <a:xfrm>
              <a:off x="3465576" y="4639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8" name="object 197">
              <a:extLst>
                <a:ext uri="{FF2B5EF4-FFF2-40B4-BE49-F238E27FC236}">
                  <a16:creationId xmlns:a16="http://schemas.microsoft.com/office/drawing/2014/main" id="{01B83655-92DF-4A5E-8B7F-9949DFCAC903}"/>
                </a:ext>
              </a:extLst>
            </p:cNvPr>
            <p:cNvSpPr/>
            <p:nvPr/>
          </p:nvSpPr>
          <p:spPr>
            <a:xfrm>
              <a:off x="3465576" y="472440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269" name="object 198">
              <a:extLst>
                <a:ext uri="{FF2B5EF4-FFF2-40B4-BE49-F238E27FC236}">
                  <a16:creationId xmlns:a16="http://schemas.microsoft.com/office/drawing/2014/main" id="{2620C6CE-5FAF-4263-A05C-F79FA5DD35CC}"/>
                </a:ext>
              </a:extLst>
            </p:cNvPr>
            <p:cNvSpPr/>
            <p:nvPr/>
          </p:nvSpPr>
          <p:spPr>
            <a:xfrm>
              <a:off x="3465576" y="47244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0" name="object 199">
              <a:extLst>
                <a:ext uri="{FF2B5EF4-FFF2-40B4-BE49-F238E27FC236}">
                  <a16:creationId xmlns:a16="http://schemas.microsoft.com/office/drawing/2014/main" id="{971F3032-9247-448D-8856-CC511F5B3168}"/>
                </a:ext>
              </a:extLst>
            </p:cNvPr>
            <p:cNvSpPr/>
            <p:nvPr/>
          </p:nvSpPr>
          <p:spPr>
            <a:xfrm>
              <a:off x="3940810" y="4114547"/>
              <a:ext cx="197102" cy="354074"/>
            </a:xfrm>
            <a:prstGeom prst="rect">
              <a:avLst/>
            </a:prstGeom>
            <a:blipFill>
              <a:blip r:embed="rId3" cstate="print"/>
              <a:stretch>
                <a:fillRect/>
              </a:stretch>
            </a:blipFill>
          </p:spPr>
          <p:txBody>
            <a:bodyPr wrap="square" lIns="0" tIns="0" rIns="0" bIns="0" rtlCol="0"/>
            <a:lstStyle/>
            <a:p>
              <a:endParaRPr sz="2000"/>
            </a:p>
          </p:txBody>
        </p:sp>
      </p:grpSp>
      <p:sp>
        <p:nvSpPr>
          <p:cNvPr id="271" name="object 200">
            <a:extLst>
              <a:ext uri="{FF2B5EF4-FFF2-40B4-BE49-F238E27FC236}">
                <a16:creationId xmlns:a16="http://schemas.microsoft.com/office/drawing/2014/main" id="{725399F8-BC5B-4EFE-9292-0ECACBD06AD2}"/>
              </a:ext>
            </a:extLst>
          </p:cNvPr>
          <p:cNvSpPr txBox="1"/>
          <p:nvPr/>
        </p:nvSpPr>
        <p:spPr>
          <a:xfrm>
            <a:off x="3456234" y="4586057"/>
            <a:ext cx="810683" cy="356915"/>
          </a:xfrm>
          <a:prstGeom prst="rect">
            <a:avLst/>
          </a:prstGeom>
        </p:spPr>
        <p:txBody>
          <a:bodyPr vert="horz" wrap="square" lIns="0" tIns="14817" rIns="0" bIns="0" rtlCol="0">
            <a:spAutoFit/>
          </a:bodyPr>
          <a:lstStyle/>
          <a:p>
            <a:pPr marL="14111">
              <a:spcBef>
                <a:spcPts val="117"/>
              </a:spcBef>
              <a:tabLst>
                <a:tab pos="630760" algn="l"/>
              </a:tabLst>
            </a:pPr>
            <a:r>
              <a:rPr sz="3333" b="1" baseline="1388" dirty="0">
                <a:latin typeface="Arial"/>
                <a:cs typeface="Arial"/>
              </a:rPr>
              <a:t>×	</a:t>
            </a:r>
            <a:r>
              <a:rPr sz="2222" b="1" dirty="0">
                <a:latin typeface="Arial"/>
                <a:cs typeface="Arial"/>
              </a:rPr>
              <a:t>=</a:t>
            </a:r>
            <a:endParaRPr sz="2222">
              <a:latin typeface="Arial"/>
              <a:cs typeface="Arial"/>
            </a:endParaRPr>
          </a:p>
        </p:txBody>
      </p:sp>
      <p:sp>
        <p:nvSpPr>
          <p:cNvPr id="272" name="object 201">
            <a:extLst>
              <a:ext uri="{FF2B5EF4-FFF2-40B4-BE49-F238E27FC236}">
                <a16:creationId xmlns:a16="http://schemas.microsoft.com/office/drawing/2014/main" id="{15E6EB79-05E7-4ACD-874F-A35F87334912}"/>
              </a:ext>
            </a:extLst>
          </p:cNvPr>
          <p:cNvSpPr txBox="1"/>
          <p:nvPr/>
        </p:nvSpPr>
        <p:spPr>
          <a:xfrm>
            <a:off x="2608864" y="5033716"/>
            <a:ext cx="642761" cy="219370"/>
          </a:xfrm>
          <a:prstGeom prst="rect">
            <a:avLst/>
          </a:prstGeom>
        </p:spPr>
        <p:txBody>
          <a:bodyPr vert="horz" wrap="square" lIns="0" tIns="14111" rIns="0" bIns="0" rtlCol="0">
            <a:spAutoFit/>
          </a:bodyPr>
          <a:lstStyle/>
          <a:p>
            <a:pPr marL="14111">
              <a:spcBef>
                <a:spcPts val="111"/>
              </a:spcBef>
            </a:pPr>
            <a:r>
              <a:rPr sz="1333" spc="44" dirty="0">
                <a:latin typeface="Arial"/>
                <a:cs typeface="Arial"/>
              </a:rPr>
              <a:t>W</a:t>
            </a:r>
            <a:r>
              <a:rPr sz="1333" spc="-17" dirty="0">
                <a:latin typeface="Arial"/>
                <a:cs typeface="Arial"/>
              </a:rPr>
              <a:t>e</a:t>
            </a:r>
            <a:r>
              <a:rPr sz="1333" spc="-6" dirty="0">
                <a:latin typeface="Arial"/>
                <a:cs typeface="Arial"/>
              </a:rPr>
              <a:t>i</a:t>
            </a:r>
            <a:r>
              <a:rPr sz="1333" spc="-17" dirty="0">
                <a:latin typeface="Arial"/>
                <a:cs typeface="Arial"/>
              </a:rPr>
              <a:t>gh</a:t>
            </a:r>
            <a:r>
              <a:rPr sz="1333" dirty="0">
                <a:latin typeface="Arial"/>
                <a:cs typeface="Arial"/>
              </a:rPr>
              <a:t>ts</a:t>
            </a:r>
            <a:endParaRPr sz="1333">
              <a:latin typeface="Arial"/>
              <a:cs typeface="Arial"/>
            </a:endParaRPr>
          </a:p>
        </p:txBody>
      </p:sp>
      <p:sp>
        <p:nvSpPr>
          <p:cNvPr id="273" name="object 202">
            <a:extLst>
              <a:ext uri="{FF2B5EF4-FFF2-40B4-BE49-F238E27FC236}">
                <a16:creationId xmlns:a16="http://schemas.microsoft.com/office/drawing/2014/main" id="{6DD6BE7F-109E-49B8-A660-73304CF0D6C8}"/>
              </a:ext>
            </a:extLst>
          </p:cNvPr>
          <p:cNvSpPr txBox="1"/>
          <p:nvPr/>
        </p:nvSpPr>
        <p:spPr>
          <a:xfrm>
            <a:off x="3434925" y="5436733"/>
            <a:ext cx="847372" cy="424489"/>
          </a:xfrm>
          <a:prstGeom prst="rect">
            <a:avLst/>
          </a:prstGeom>
        </p:spPr>
        <p:txBody>
          <a:bodyPr vert="horz" wrap="square" lIns="0" tIns="14111" rIns="0" bIns="0" rtlCol="0">
            <a:spAutoFit/>
          </a:bodyPr>
          <a:lstStyle/>
          <a:p>
            <a:pPr marL="14111" marR="5644" indent="220131">
              <a:spcBef>
                <a:spcPts val="111"/>
              </a:spcBef>
            </a:pPr>
            <a:r>
              <a:rPr sz="1333" dirty="0">
                <a:latin typeface="Arial"/>
                <a:cs typeface="Arial"/>
              </a:rPr>
              <a:t>Input  Acti</a:t>
            </a:r>
            <a:r>
              <a:rPr sz="1333" spc="-17" dirty="0">
                <a:latin typeface="Arial"/>
                <a:cs typeface="Arial"/>
              </a:rPr>
              <a:t>v</a:t>
            </a:r>
            <a:r>
              <a:rPr sz="1333" spc="-6" dirty="0">
                <a:latin typeface="Arial"/>
                <a:cs typeface="Arial"/>
              </a:rPr>
              <a:t>ation</a:t>
            </a:r>
            <a:r>
              <a:rPr sz="1333" dirty="0">
                <a:latin typeface="Arial"/>
                <a:cs typeface="Arial"/>
              </a:rPr>
              <a:t>s</a:t>
            </a:r>
            <a:endParaRPr sz="1333">
              <a:latin typeface="Arial"/>
              <a:cs typeface="Arial"/>
            </a:endParaRPr>
          </a:p>
        </p:txBody>
      </p:sp>
      <p:sp>
        <p:nvSpPr>
          <p:cNvPr id="274" name="object 203">
            <a:extLst>
              <a:ext uri="{FF2B5EF4-FFF2-40B4-BE49-F238E27FC236}">
                <a16:creationId xmlns:a16="http://schemas.microsoft.com/office/drawing/2014/main" id="{C82CEAC4-80F4-460A-A1EB-87D079297250}"/>
              </a:ext>
            </a:extLst>
          </p:cNvPr>
          <p:cNvSpPr txBox="1"/>
          <p:nvPr/>
        </p:nvSpPr>
        <p:spPr>
          <a:xfrm>
            <a:off x="4097305" y="4998863"/>
            <a:ext cx="847372" cy="424489"/>
          </a:xfrm>
          <a:prstGeom prst="rect">
            <a:avLst/>
          </a:prstGeom>
        </p:spPr>
        <p:txBody>
          <a:bodyPr vert="horz" wrap="square" lIns="0" tIns="14111" rIns="0" bIns="0" rtlCol="0">
            <a:spAutoFit/>
          </a:bodyPr>
          <a:lstStyle/>
          <a:p>
            <a:pPr marL="14111" marR="5644" indent="153810">
              <a:spcBef>
                <a:spcPts val="111"/>
              </a:spcBef>
            </a:pPr>
            <a:r>
              <a:rPr sz="1333" dirty="0">
                <a:latin typeface="Arial"/>
                <a:cs typeface="Arial"/>
              </a:rPr>
              <a:t>Output  Acti</a:t>
            </a:r>
            <a:r>
              <a:rPr sz="1333" spc="-17" dirty="0">
                <a:latin typeface="Arial"/>
                <a:cs typeface="Arial"/>
              </a:rPr>
              <a:t>v</a:t>
            </a:r>
            <a:r>
              <a:rPr sz="1333" spc="-6" dirty="0">
                <a:latin typeface="Arial"/>
                <a:cs typeface="Arial"/>
              </a:rPr>
              <a:t>ation</a:t>
            </a:r>
            <a:r>
              <a:rPr sz="1333" dirty="0">
                <a:latin typeface="Arial"/>
                <a:cs typeface="Arial"/>
              </a:rPr>
              <a:t>s</a:t>
            </a:r>
            <a:endParaRPr sz="1333">
              <a:latin typeface="Arial"/>
              <a:cs typeface="Arial"/>
            </a:endParaRPr>
          </a:p>
        </p:txBody>
      </p:sp>
      <p:sp>
        <p:nvSpPr>
          <p:cNvPr id="275" name="object 204">
            <a:extLst>
              <a:ext uri="{FF2B5EF4-FFF2-40B4-BE49-F238E27FC236}">
                <a16:creationId xmlns:a16="http://schemas.microsoft.com/office/drawing/2014/main" id="{BD31DCF4-8337-4BD5-AD22-1CBCB7C04628}"/>
              </a:ext>
            </a:extLst>
          </p:cNvPr>
          <p:cNvSpPr txBox="1"/>
          <p:nvPr/>
        </p:nvSpPr>
        <p:spPr>
          <a:xfrm>
            <a:off x="2898703" y="4215837"/>
            <a:ext cx="215900" cy="253673"/>
          </a:xfrm>
          <a:prstGeom prst="rect">
            <a:avLst/>
          </a:prstGeom>
        </p:spPr>
        <p:txBody>
          <a:bodyPr vert="horz" wrap="square" lIns="0" tIns="14111" rIns="0" bIns="0" rtlCol="0">
            <a:spAutoFit/>
          </a:bodyPr>
          <a:lstStyle/>
          <a:p>
            <a:pPr marL="14111">
              <a:spcBef>
                <a:spcPts val="111"/>
              </a:spcBef>
            </a:pPr>
            <a:r>
              <a:rPr sz="1556" i="1" dirty="0">
                <a:latin typeface="Arial"/>
                <a:cs typeface="Arial"/>
              </a:rPr>
              <a:t>W</a:t>
            </a:r>
            <a:endParaRPr sz="1556">
              <a:latin typeface="Arial"/>
              <a:cs typeface="Arial"/>
            </a:endParaRPr>
          </a:p>
        </p:txBody>
      </p:sp>
      <p:sp>
        <p:nvSpPr>
          <p:cNvPr id="276" name="object 205">
            <a:extLst>
              <a:ext uri="{FF2B5EF4-FFF2-40B4-BE49-F238E27FC236}">
                <a16:creationId xmlns:a16="http://schemas.microsoft.com/office/drawing/2014/main" id="{D995F071-E786-4AB7-93A2-88F64BFBC0B9}"/>
              </a:ext>
            </a:extLst>
          </p:cNvPr>
          <p:cNvSpPr txBox="1"/>
          <p:nvPr/>
        </p:nvSpPr>
        <p:spPr>
          <a:xfrm>
            <a:off x="3780930" y="4215837"/>
            <a:ext cx="160867" cy="253673"/>
          </a:xfrm>
          <a:prstGeom prst="rect">
            <a:avLst/>
          </a:prstGeom>
        </p:spPr>
        <p:txBody>
          <a:bodyPr vert="horz" wrap="square" lIns="0" tIns="14111" rIns="0" bIns="0" rtlCol="0">
            <a:spAutoFit/>
          </a:bodyPr>
          <a:lstStyle/>
          <a:p>
            <a:pPr marL="14111">
              <a:spcBef>
                <a:spcPts val="111"/>
              </a:spcBef>
            </a:pPr>
            <a:r>
              <a:rPr sz="1556" i="1" dirty="0">
                <a:latin typeface="Arial"/>
                <a:cs typeface="Arial"/>
              </a:rPr>
              <a:t>X</a:t>
            </a:r>
            <a:endParaRPr sz="1556">
              <a:latin typeface="Arial"/>
              <a:cs typeface="Arial"/>
            </a:endParaRPr>
          </a:p>
        </p:txBody>
      </p:sp>
      <p:sp>
        <p:nvSpPr>
          <p:cNvPr id="277" name="object 206">
            <a:extLst>
              <a:ext uri="{FF2B5EF4-FFF2-40B4-BE49-F238E27FC236}">
                <a16:creationId xmlns:a16="http://schemas.microsoft.com/office/drawing/2014/main" id="{52C56619-4435-4384-9AFE-A899D0474762}"/>
              </a:ext>
            </a:extLst>
          </p:cNvPr>
          <p:cNvSpPr txBox="1"/>
          <p:nvPr/>
        </p:nvSpPr>
        <p:spPr>
          <a:xfrm>
            <a:off x="4418047" y="4213158"/>
            <a:ext cx="160867" cy="253673"/>
          </a:xfrm>
          <a:prstGeom prst="rect">
            <a:avLst/>
          </a:prstGeom>
        </p:spPr>
        <p:txBody>
          <a:bodyPr vert="horz" wrap="square" lIns="0" tIns="14111" rIns="0" bIns="0" rtlCol="0">
            <a:spAutoFit/>
          </a:bodyPr>
          <a:lstStyle/>
          <a:p>
            <a:pPr marL="14111">
              <a:spcBef>
                <a:spcPts val="111"/>
              </a:spcBef>
            </a:pPr>
            <a:r>
              <a:rPr sz="1556" i="1" dirty="0">
                <a:latin typeface="Arial"/>
                <a:cs typeface="Arial"/>
              </a:rPr>
              <a:t>Y</a:t>
            </a:r>
            <a:endParaRPr sz="1556">
              <a:latin typeface="Arial"/>
              <a:cs typeface="Arial"/>
            </a:endParaRPr>
          </a:p>
        </p:txBody>
      </p:sp>
      <p:sp>
        <p:nvSpPr>
          <p:cNvPr id="278" name="object 207">
            <a:extLst>
              <a:ext uri="{FF2B5EF4-FFF2-40B4-BE49-F238E27FC236}">
                <a16:creationId xmlns:a16="http://schemas.microsoft.com/office/drawing/2014/main" id="{08EB3D0C-4E40-4BE0-A2DB-A88ADED318FF}"/>
              </a:ext>
            </a:extLst>
          </p:cNvPr>
          <p:cNvSpPr/>
          <p:nvPr/>
        </p:nvSpPr>
        <p:spPr>
          <a:xfrm>
            <a:off x="843282" y="1271693"/>
            <a:ext cx="1854200" cy="1898650"/>
          </a:xfrm>
          <a:custGeom>
            <a:avLst/>
            <a:gdLst/>
            <a:ahLst/>
            <a:cxnLst/>
            <a:rect l="l" t="t" r="r" b="b"/>
            <a:pathLst>
              <a:path w="1668780" h="1708785">
                <a:moveTo>
                  <a:pt x="1668780" y="0"/>
                </a:moveTo>
                <a:lnTo>
                  <a:pt x="0" y="0"/>
                </a:lnTo>
                <a:lnTo>
                  <a:pt x="0" y="1708404"/>
                </a:lnTo>
                <a:lnTo>
                  <a:pt x="1668780" y="1708404"/>
                </a:lnTo>
                <a:lnTo>
                  <a:pt x="1668780" y="0"/>
                </a:lnTo>
                <a:close/>
              </a:path>
            </a:pathLst>
          </a:custGeom>
          <a:solidFill>
            <a:srgbClr val="FFFFFF">
              <a:alpha val="79998"/>
            </a:srgbClr>
          </a:solidFill>
        </p:spPr>
        <p:txBody>
          <a:bodyPr wrap="square" lIns="0" tIns="0" rIns="0" bIns="0" rtlCol="0"/>
          <a:lstStyle/>
          <a:p>
            <a:endParaRPr sz="2000"/>
          </a:p>
        </p:txBody>
      </p:sp>
      <p:sp>
        <p:nvSpPr>
          <p:cNvPr id="279" name="Content Placeholder 2">
            <a:extLst>
              <a:ext uri="{FF2B5EF4-FFF2-40B4-BE49-F238E27FC236}">
                <a16:creationId xmlns:a16="http://schemas.microsoft.com/office/drawing/2014/main" id="{18C15B7E-EAE8-48AD-9CEF-537A09B3A657}"/>
              </a:ext>
            </a:extLst>
          </p:cNvPr>
          <p:cNvSpPr txBox="1">
            <a:spLocks/>
          </p:cNvSpPr>
          <p:nvPr/>
        </p:nvSpPr>
        <p:spPr bwMode="auto">
          <a:xfrm>
            <a:off x="5571912" y="4267200"/>
            <a:ext cx="4525812" cy="284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endParaRPr lang="en-US" altLang="en-US" kern="0" dirty="0">
              <a:solidFill>
                <a:srgbClr val="0000FF"/>
              </a:solidFill>
              <a:ea typeface="ＭＳ Ｐゴシック" panose="020B0600070205080204" pitchFamily="34" charset="-128"/>
            </a:endParaRPr>
          </a:p>
          <a:p>
            <a:pPr marL="0" indent="0">
              <a:buNone/>
            </a:pPr>
            <a:r>
              <a:rPr lang="en-US" altLang="zh-CN" b="1" dirty="0">
                <a:solidFill>
                  <a:srgbClr val="0000FF"/>
                </a:solidFill>
                <a:latin typeface="Trebuchet MS"/>
                <a:cs typeface="Trebuchet MS"/>
              </a:rPr>
              <a:t>Matrix-matrix multiplies </a:t>
            </a:r>
          </a:p>
          <a:p>
            <a:pPr marL="0" indent="0">
              <a:buNone/>
            </a:pPr>
            <a:endParaRPr lang="en-US" altLang="zh-CN" kern="0" dirty="0">
              <a:solidFill>
                <a:srgbClr val="0000FF"/>
              </a:solidFill>
              <a:ea typeface="ＭＳ Ｐゴシック" panose="020B0600070205080204" pitchFamily="34" charset="-128"/>
            </a:endParaRPr>
          </a:p>
          <a:p>
            <a:pPr lvl="1"/>
            <a:endParaRPr lang="en-US" altLang="zh-CN" sz="2400" dirty="0">
              <a:solidFill>
                <a:srgbClr val="0000FF"/>
              </a:solidFill>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solidFill>
                <a:srgbClr val="0000FF"/>
              </a:solidFill>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solidFill>
                <a:srgbClr val="0000FF"/>
              </a:solidFill>
              <a:latin typeface="Trebuchet MS"/>
              <a:cs typeface="Trebuchet MS"/>
            </a:endParaRPr>
          </a:p>
          <a:p>
            <a:pPr lvl="1"/>
            <a:endParaRPr lang="en-US" altLang="en-US" kern="0" dirty="0">
              <a:solidFill>
                <a:srgbClr val="0000FF"/>
              </a:solidFill>
              <a:ea typeface="ＭＳ Ｐゴシック" panose="020B0600070205080204" pitchFamily="34" charset="-128"/>
            </a:endParaRPr>
          </a:p>
          <a:p>
            <a:pPr lvl="1"/>
            <a:endParaRPr lang="en-US" altLang="en-US" kern="0" dirty="0">
              <a:solidFill>
                <a:srgbClr val="0000FF"/>
              </a:solidFill>
              <a:ea typeface="ＭＳ Ｐゴシック" panose="020B0600070205080204" pitchFamily="34" charset="-128"/>
            </a:endParaRPr>
          </a:p>
        </p:txBody>
      </p:sp>
    </p:spTree>
    <p:extLst>
      <p:ext uri="{BB962C8B-B14F-4D97-AF65-F5344CB8AC3E}">
        <p14:creationId xmlns:p14="http://schemas.microsoft.com/office/powerpoint/2010/main" val="223996009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a:t>Forward Pass: Compute</a:t>
            </a:r>
            <a:r>
              <a:rPr lang="en-US" altLang="zh-CN" spc="-72" dirty="0"/>
              <a:t> </a:t>
            </a:r>
            <a:r>
              <a:rPr lang="en-US" altLang="zh-CN" dirty="0"/>
              <a:t>Loss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17</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35" name="Content Placeholder 2">
            <a:extLst>
              <a:ext uri="{FF2B5EF4-FFF2-40B4-BE49-F238E27FC236}">
                <a16:creationId xmlns:a16="http://schemas.microsoft.com/office/drawing/2014/main" id="{5DF2EACA-DB30-4A1F-A6E7-21E603D79F1C}"/>
              </a:ext>
            </a:extLst>
          </p:cNvPr>
          <p:cNvSpPr txBox="1">
            <a:spLocks/>
          </p:cNvSpPr>
          <p:nvPr/>
        </p:nvSpPr>
        <p:spPr bwMode="auto">
          <a:xfrm>
            <a:off x="298874" y="3217589"/>
            <a:ext cx="8763000" cy="3621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zh-CN" b="1" dirty="0">
                <a:latin typeface="Trebuchet MS"/>
                <a:cs typeface="Trebuchet MS"/>
              </a:rPr>
              <a:t>Loss</a:t>
            </a:r>
            <a:r>
              <a:rPr lang="en-US" altLang="zh-CN" b="1" spc="-17" dirty="0">
                <a:latin typeface="Trebuchet MS"/>
                <a:cs typeface="Trebuchet MS"/>
              </a:rPr>
              <a:t> </a:t>
            </a:r>
            <a:r>
              <a:rPr lang="en-US" altLang="zh-CN" b="1" dirty="0">
                <a:latin typeface="Trebuchet MS"/>
                <a:cs typeface="Trebuchet MS"/>
              </a:rPr>
              <a:t>function:</a:t>
            </a:r>
          </a:p>
          <a:p>
            <a:pPr lvl="1"/>
            <a:r>
              <a:rPr lang="en-US" altLang="zh-CN" sz="2400" spc="-6" dirty="0">
                <a:latin typeface="Trebuchet MS"/>
                <a:cs typeface="Trebuchet MS"/>
              </a:rPr>
              <a:t>Produces a loss value that indicates </a:t>
            </a:r>
            <a:r>
              <a:rPr lang="en-US" altLang="zh-CN" sz="2400" spc="-11" dirty="0">
                <a:latin typeface="Trebuchet MS"/>
                <a:cs typeface="Trebuchet MS"/>
              </a:rPr>
              <a:t>how </a:t>
            </a:r>
            <a:r>
              <a:rPr lang="en-US" altLang="zh-CN" sz="2400" spc="-6" dirty="0">
                <a:latin typeface="Trebuchet MS"/>
                <a:cs typeface="Trebuchet MS"/>
              </a:rPr>
              <a:t>“wrong” the network</a:t>
            </a:r>
            <a:r>
              <a:rPr lang="en-US" altLang="zh-CN" sz="2400" spc="167" dirty="0">
                <a:latin typeface="Trebuchet MS"/>
                <a:cs typeface="Trebuchet MS"/>
              </a:rPr>
              <a:t> </a:t>
            </a:r>
            <a:r>
              <a:rPr lang="en-US" altLang="zh-CN" sz="2400" spc="-11" dirty="0">
                <a:latin typeface="Trebuchet MS"/>
                <a:cs typeface="Trebuchet MS"/>
              </a:rPr>
              <a:t>was</a:t>
            </a:r>
            <a:endParaRPr lang="en-US" altLang="zh-CN" sz="2400" dirty="0">
              <a:latin typeface="Trebuchet MS"/>
              <a:cs typeface="Trebuchet MS"/>
            </a:endParaRPr>
          </a:p>
          <a:p>
            <a:pPr lvl="2"/>
            <a:r>
              <a:rPr lang="en-US" altLang="zh-CN" sz="2200" dirty="0">
                <a:latin typeface="Trebuchet MS"/>
                <a:cs typeface="Trebuchet MS"/>
              </a:rPr>
              <a:t>Compares the output to the ground truth for each sample</a:t>
            </a:r>
          </a:p>
          <a:p>
            <a:pPr lvl="2"/>
            <a:r>
              <a:rPr lang="en-US" altLang="zh-CN" dirty="0">
                <a:latin typeface="Trebuchet MS"/>
                <a:cs typeface="Trebuchet MS"/>
              </a:rPr>
              <a:t>Exact function </a:t>
            </a:r>
            <a:r>
              <a:rPr lang="en-US" altLang="zh-CN" spc="-6" dirty="0">
                <a:latin typeface="Trebuchet MS"/>
                <a:cs typeface="Trebuchet MS"/>
              </a:rPr>
              <a:t>math varies by task </a:t>
            </a:r>
            <a:endParaRPr lang="en-US" altLang="zh-CN" b="1" dirty="0">
              <a:latin typeface="Trebuchet MS"/>
              <a:cs typeface="Trebuchet MS"/>
            </a:endParaRPr>
          </a:p>
          <a:p>
            <a:r>
              <a:rPr lang="en-US" altLang="zh-CN" b="1" spc="-6" dirty="0">
                <a:latin typeface="Trebuchet MS"/>
                <a:cs typeface="Trebuchet MS"/>
              </a:rPr>
              <a:t>Goal </a:t>
            </a:r>
            <a:r>
              <a:rPr lang="en-US" altLang="zh-CN" b="1" dirty="0">
                <a:latin typeface="Trebuchet MS"/>
                <a:cs typeface="Trebuchet MS"/>
              </a:rPr>
              <a:t>of </a:t>
            </a:r>
            <a:r>
              <a:rPr lang="en-US" altLang="zh-CN" b="1" spc="-6" dirty="0">
                <a:latin typeface="Trebuchet MS"/>
                <a:cs typeface="Trebuchet MS"/>
              </a:rPr>
              <a:t>training: minimize the loss</a:t>
            </a:r>
            <a:r>
              <a:rPr lang="en-US" altLang="zh-CN" b="1" spc="-72" dirty="0">
                <a:latin typeface="Trebuchet MS"/>
                <a:cs typeface="Trebuchet MS"/>
              </a:rPr>
              <a:t> </a:t>
            </a:r>
            <a:r>
              <a:rPr lang="en-US" altLang="zh-CN" b="1" spc="-6" dirty="0">
                <a:latin typeface="Trebuchet MS"/>
                <a:cs typeface="Trebuchet MS"/>
              </a:rPr>
              <a:t>value</a:t>
            </a:r>
            <a:endParaRPr lang="en-US" altLang="zh-CN" kern="0" dirty="0">
              <a:ea typeface="ＭＳ Ｐゴシック" panose="020B0600070205080204" pitchFamily="34" charset="-128"/>
            </a:endParaRPr>
          </a:p>
          <a:p>
            <a:pPr lvl="1"/>
            <a:r>
              <a:rPr lang="en-US" altLang="zh-CN" sz="2400" spc="-6" dirty="0">
                <a:latin typeface="Trebuchet MS"/>
                <a:cs typeface="Trebuchet MS"/>
              </a:rPr>
              <a:t>Update network weights so the predicted output closely matches ground truth</a:t>
            </a: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sp>
        <p:nvSpPr>
          <p:cNvPr id="75" name="object 4">
            <a:extLst>
              <a:ext uri="{FF2B5EF4-FFF2-40B4-BE49-F238E27FC236}">
                <a16:creationId xmlns:a16="http://schemas.microsoft.com/office/drawing/2014/main" id="{5C20B1E0-2558-417D-A8B7-F2651F87E76F}"/>
              </a:ext>
            </a:extLst>
          </p:cNvPr>
          <p:cNvSpPr txBox="1"/>
          <p:nvPr/>
        </p:nvSpPr>
        <p:spPr>
          <a:xfrm>
            <a:off x="1198204" y="1638622"/>
            <a:ext cx="3913717" cy="713913"/>
          </a:xfrm>
          <a:prstGeom prst="rect">
            <a:avLst/>
          </a:prstGeom>
        </p:spPr>
        <p:txBody>
          <a:bodyPr vert="horz" wrap="square" lIns="0" tIns="0" rIns="0" bIns="0" rtlCol="0">
            <a:spAutoFit/>
          </a:bodyPr>
          <a:lstStyle/>
          <a:p>
            <a:pPr>
              <a:lnSpc>
                <a:spcPts val="1517"/>
              </a:lnSpc>
            </a:pPr>
            <a:r>
              <a:rPr sz="1556" b="1" spc="-6" dirty="0">
                <a:latin typeface="Arial"/>
                <a:cs typeface="Arial"/>
              </a:rPr>
              <a:t>Input</a:t>
            </a:r>
            <a:endParaRPr sz="1556">
              <a:latin typeface="Arial"/>
              <a:cs typeface="Arial"/>
            </a:endParaRPr>
          </a:p>
          <a:p>
            <a:pPr>
              <a:lnSpc>
                <a:spcPct val="100000"/>
              </a:lnSpc>
            </a:pPr>
            <a:endParaRPr sz="1556">
              <a:latin typeface="Arial"/>
              <a:cs typeface="Arial"/>
            </a:endParaRPr>
          </a:p>
          <a:p>
            <a:pPr marL="846658">
              <a:spcBef>
                <a:spcPts val="966"/>
              </a:spcBef>
              <a:tabLst>
                <a:tab pos="2203428" algn="l"/>
                <a:tab pos="3557376" algn="l"/>
              </a:tabLst>
            </a:pPr>
            <a:r>
              <a:rPr sz="1000" spc="-6" dirty="0">
                <a:latin typeface="Arial"/>
                <a:cs typeface="Arial"/>
              </a:rPr>
              <a:t>Linear	</a:t>
            </a:r>
            <a:r>
              <a:rPr sz="1500" spc="-8" baseline="-9259" dirty="0">
                <a:latin typeface="Arial"/>
                <a:cs typeface="Arial"/>
              </a:rPr>
              <a:t>Linear	</a:t>
            </a:r>
            <a:r>
              <a:rPr sz="1500" baseline="-15432" dirty="0">
                <a:latin typeface="Arial"/>
                <a:cs typeface="Arial"/>
              </a:rPr>
              <a:t>L</a:t>
            </a:r>
            <a:r>
              <a:rPr sz="1500" spc="8" baseline="-15432" dirty="0">
                <a:latin typeface="Arial"/>
                <a:cs typeface="Arial"/>
              </a:rPr>
              <a:t>i</a:t>
            </a:r>
            <a:r>
              <a:rPr sz="1500" baseline="-15432" dirty="0">
                <a:latin typeface="Arial"/>
                <a:cs typeface="Arial"/>
              </a:rPr>
              <a:t>near</a:t>
            </a:r>
            <a:endParaRPr sz="1500" baseline="-15432">
              <a:latin typeface="Arial"/>
              <a:cs typeface="Arial"/>
            </a:endParaRPr>
          </a:p>
        </p:txBody>
      </p:sp>
      <p:grpSp>
        <p:nvGrpSpPr>
          <p:cNvPr id="76" name="object 5">
            <a:extLst>
              <a:ext uri="{FF2B5EF4-FFF2-40B4-BE49-F238E27FC236}">
                <a16:creationId xmlns:a16="http://schemas.microsoft.com/office/drawing/2014/main" id="{F740CD8C-8101-4ABA-9E3A-CBD213FDAE2B}"/>
              </a:ext>
            </a:extLst>
          </p:cNvPr>
          <p:cNvGrpSpPr/>
          <p:nvPr/>
        </p:nvGrpSpPr>
        <p:grpSpPr>
          <a:xfrm>
            <a:off x="1284961" y="1544109"/>
            <a:ext cx="4329994" cy="1432983"/>
            <a:chOff x="1156464" y="1389697"/>
            <a:chExt cx="3896995" cy="1289685"/>
          </a:xfrm>
        </p:grpSpPr>
        <p:sp>
          <p:nvSpPr>
            <p:cNvPr id="77" name="object 6">
              <a:extLst>
                <a:ext uri="{FF2B5EF4-FFF2-40B4-BE49-F238E27FC236}">
                  <a16:creationId xmlns:a16="http://schemas.microsoft.com/office/drawing/2014/main" id="{2D518878-6D41-4EC0-9738-1846B701B740}"/>
                </a:ext>
              </a:extLst>
            </p:cNvPr>
            <p:cNvSpPr/>
            <p:nvPr/>
          </p:nvSpPr>
          <p:spPr>
            <a:xfrm>
              <a:off x="1772412" y="1394459"/>
              <a:ext cx="459105" cy="1280160"/>
            </a:xfrm>
            <a:custGeom>
              <a:avLst/>
              <a:gdLst/>
              <a:ahLst/>
              <a:cxnLst/>
              <a:rect l="l" t="t" r="r" b="b"/>
              <a:pathLst>
                <a:path w="459105"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78" name="object 7">
              <a:extLst>
                <a:ext uri="{FF2B5EF4-FFF2-40B4-BE49-F238E27FC236}">
                  <a16:creationId xmlns:a16="http://schemas.microsoft.com/office/drawing/2014/main" id="{23B07BFE-5248-495C-A069-FD8A10807EE7}"/>
                </a:ext>
              </a:extLst>
            </p:cNvPr>
            <p:cNvSpPr/>
            <p:nvPr/>
          </p:nvSpPr>
          <p:spPr>
            <a:xfrm>
              <a:off x="1772412" y="1394459"/>
              <a:ext cx="459105" cy="1280160"/>
            </a:xfrm>
            <a:custGeom>
              <a:avLst/>
              <a:gdLst/>
              <a:ahLst/>
              <a:cxnLst/>
              <a:rect l="l" t="t" r="r" b="b"/>
              <a:pathLst>
                <a:path w="459105"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sp>
          <p:nvSpPr>
            <p:cNvPr id="79" name="object 8">
              <a:extLst>
                <a:ext uri="{FF2B5EF4-FFF2-40B4-BE49-F238E27FC236}">
                  <a16:creationId xmlns:a16="http://schemas.microsoft.com/office/drawing/2014/main" id="{DA3878DE-95F9-42FD-8F37-7DBF98E053CC}"/>
                </a:ext>
              </a:extLst>
            </p:cNvPr>
            <p:cNvSpPr/>
            <p:nvPr/>
          </p:nvSpPr>
          <p:spPr>
            <a:xfrm>
              <a:off x="2993136" y="1581911"/>
              <a:ext cx="459105" cy="940435"/>
            </a:xfrm>
            <a:custGeom>
              <a:avLst/>
              <a:gdLst/>
              <a:ahLst/>
              <a:cxnLst/>
              <a:rect l="l" t="t" r="r" b="b"/>
              <a:pathLst>
                <a:path w="459104" h="940435">
                  <a:moveTo>
                    <a:pt x="229362" y="0"/>
                  </a:moveTo>
                  <a:lnTo>
                    <a:pt x="168407" y="16790"/>
                  </a:lnTo>
                  <a:lnTo>
                    <a:pt x="113622" y="64177"/>
                  </a:lnTo>
                  <a:lnTo>
                    <a:pt x="89228" y="97945"/>
                  </a:lnTo>
                  <a:lnTo>
                    <a:pt x="67198" y="137683"/>
                  </a:lnTo>
                  <a:lnTo>
                    <a:pt x="47806" y="182833"/>
                  </a:lnTo>
                  <a:lnTo>
                    <a:pt x="31326" y="232833"/>
                  </a:lnTo>
                  <a:lnTo>
                    <a:pt x="18032" y="287125"/>
                  </a:lnTo>
                  <a:lnTo>
                    <a:pt x="8196" y="345148"/>
                  </a:lnTo>
                  <a:lnTo>
                    <a:pt x="2094" y="406345"/>
                  </a:lnTo>
                  <a:lnTo>
                    <a:pt x="0" y="470154"/>
                  </a:lnTo>
                  <a:lnTo>
                    <a:pt x="2094" y="533962"/>
                  </a:lnTo>
                  <a:lnTo>
                    <a:pt x="8196" y="595159"/>
                  </a:lnTo>
                  <a:lnTo>
                    <a:pt x="18032" y="653182"/>
                  </a:lnTo>
                  <a:lnTo>
                    <a:pt x="31326" y="707474"/>
                  </a:lnTo>
                  <a:lnTo>
                    <a:pt x="47806" y="757474"/>
                  </a:lnTo>
                  <a:lnTo>
                    <a:pt x="67198" y="802624"/>
                  </a:lnTo>
                  <a:lnTo>
                    <a:pt x="89228" y="842362"/>
                  </a:lnTo>
                  <a:lnTo>
                    <a:pt x="113622" y="876130"/>
                  </a:lnTo>
                  <a:lnTo>
                    <a:pt x="168407" y="923517"/>
                  </a:lnTo>
                  <a:lnTo>
                    <a:pt x="229362" y="940308"/>
                  </a:lnTo>
                  <a:lnTo>
                    <a:pt x="260473" y="936017"/>
                  </a:lnTo>
                  <a:lnTo>
                    <a:pt x="318617" y="903368"/>
                  </a:lnTo>
                  <a:lnTo>
                    <a:pt x="369495" y="842362"/>
                  </a:lnTo>
                  <a:lnTo>
                    <a:pt x="391525" y="802624"/>
                  </a:lnTo>
                  <a:lnTo>
                    <a:pt x="410917" y="757474"/>
                  </a:lnTo>
                  <a:lnTo>
                    <a:pt x="427397" y="707474"/>
                  </a:lnTo>
                  <a:lnTo>
                    <a:pt x="440691" y="653182"/>
                  </a:lnTo>
                  <a:lnTo>
                    <a:pt x="450527" y="595159"/>
                  </a:lnTo>
                  <a:lnTo>
                    <a:pt x="456629" y="533962"/>
                  </a:lnTo>
                  <a:lnTo>
                    <a:pt x="458724" y="470154"/>
                  </a:lnTo>
                  <a:lnTo>
                    <a:pt x="456629" y="406345"/>
                  </a:lnTo>
                  <a:lnTo>
                    <a:pt x="450527" y="345148"/>
                  </a:lnTo>
                  <a:lnTo>
                    <a:pt x="440691" y="287125"/>
                  </a:lnTo>
                  <a:lnTo>
                    <a:pt x="427397" y="232833"/>
                  </a:lnTo>
                  <a:lnTo>
                    <a:pt x="410917" y="182833"/>
                  </a:lnTo>
                  <a:lnTo>
                    <a:pt x="391525" y="137683"/>
                  </a:lnTo>
                  <a:lnTo>
                    <a:pt x="369495" y="97945"/>
                  </a:lnTo>
                  <a:lnTo>
                    <a:pt x="345101" y="64177"/>
                  </a:lnTo>
                  <a:lnTo>
                    <a:pt x="290316" y="16790"/>
                  </a:lnTo>
                  <a:lnTo>
                    <a:pt x="229362" y="0"/>
                  </a:lnTo>
                  <a:close/>
                </a:path>
              </a:pathLst>
            </a:custGeom>
            <a:solidFill>
              <a:srgbClr val="E3C2F5"/>
            </a:solidFill>
          </p:spPr>
          <p:txBody>
            <a:bodyPr wrap="square" lIns="0" tIns="0" rIns="0" bIns="0" rtlCol="0"/>
            <a:lstStyle/>
            <a:p>
              <a:endParaRPr sz="2000"/>
            </a:p>
          </p:txBody>
        </p:sp>
        <p:sp>
          <p:nvSpPr>
            <p:cNvPr id="80" name="object 9">
              <a:extLst>
                <a:ext uri="{FF2B5EF4-FFF2-40B4-BE49-F238E27FC236}">
                  <a16:creationId xmlns:a16="http://schemas.microsoft.com/office/drawing/2014/main" id="{7311ECBA-7F82-4536-8C24-58F0B13CF12D}"/>
                </a:ext>
              </a:extLst>
            </p:cNvPr>
            <p:cNvSpPr/>
            <p:nvPr/>
          </p:nvSpPr>
          <p:spPr>
            <a:xfrm>
              <a:off x="2993136" y="1581911"/>
              <a:ext cx="459105" cy="940435"/>
            </a:xfrm>
            <a:custGeom>
              <a:avLst/>
              <a:gdLst/>
              <a:ahLst/>
              <a:cxnLst/>
              <a:rect l="l" t="t" r="r" b="b"/>
              <a:pathLst>
                <a:path w="459104" h="940435">
                  <a:moveTo>
                    <a:pt x="0" y="470154"/>
                  </a:moveTo>
                  <a:lnTo>
                    <a:pt x="2094" y="406345"/>
                  </a:lnTo>
                  <a:lnTo>
                    <a:pt x="8196" y="345148"/>
                  </a:lnTo>
                  <a:lnTo>
                    <a:pt x="18032" y="287125"/>
                  </a:lnTo>
                  <a:lnTo>
                    <a:pt x="31326" y="232833"/>
                  </a:lnTo>
                  <a:lnTo>
                    <a:pt x="47806" y="182833"/>
                  </a:lnTo>
                  <a:lnTo>
                    <a:pt x="67198" y="137683"/>
                  </a:lnTo>
                  <a:lnTo>
                    <a:pt x="89228" y="97945"/>
                  </a:lnTo>
                  <a:lnTo>
                    <a:pt x="113622" y="64177"/>
                  </a:lnTo>
                  <a:lnTo>
                    <a:pt x="168407" y="16790"/>
                  </a:lnTo>
                  <a:lnTo>
                    <a:pt x="229362" y="0"/>
                  </a:lnTo>
                  <a:lnTo>
                    <a:pt x="260473" y="4290"/>
                  </a:lnTo>
                  <a:lnTo>
                    <a:pt x="318617" y="36939"/>
                  </a:lnTo>
                  <a:lnTo>
                    <a:pt x="369495" y="97945"/>
                  </a:lnTo>
                  <a:lnTo>
                    <a:pt x="391525" y="137683"/>
                  </a:lnTo>
                  <a:lnTo>
                    <a:pt x="410917" y="182833"/>
                  </a:lnTo>
                  <a:lnTo>
                    <a:pt x="427397" y="232833"/>
                  </a:lnTo>
                  <a:lnTo>
                    <a:pt x="440691" y="287125"/>
                  </a:lnTo>
                  <a:lnTo>
                    <a:pt x="450527" y="345148"/>
                  </a:lnTo>
                  <a:lnTo>
                    <a:pt x="456629" y="406345"/>
                  </a:lnTo>
                  <a:lnTo>
                    <a:pt x="458724" y="470154"/>
                  </a:lnTo>
                  <a:lnTo>
                    <a:pt x="456629" y="533962"/>
                  </a:lnTo>
                  <a:lnTo>
                    <a:pt x="450527" y="595159"/>
                  </a:lnTo>
                  <a:lnTo>
                    <a:pt x="440691" y="653182"/>
                  </a:lnTo>
                  <a:lnTo>
                    <a:pt x="427397" y="707474"/>
                  </a:lnTo>
                  <a:lnTo>
                    <a:pt x="410917" y="757474"/>
                  </a:lnTo>
                  <a:lnTo>
                    <a:pt x="391525" y="802624"/>
                  </a:lnTo>
                  <a:lnTo>
                    <a:pt x="369495" y="842362"/>
                  </a:lnTo>
                  <a:lnTo>
                    <a:pt x="345101" y="876130"/>
                  </a:lnTo>
                  <a:lnTo>
                    <a:pt x="290316" y="923517"/>
                  </a:lnTo>
                  <a:lnTo>
                    <a:pt x="229362" y="940308"/>
                  </a:lnTo>
                  <a:lnTo>
                    <a:pt x="198250" y="936017"/>
                  </a:lnTo>
                  <a:lnTo>
                    <a:pt x="140106" y="903368"/>
                  </a:lnTo>
                  <a:lnTo>
                    <a:pt x="89228" y="842362"/>
                  </a:lnTo>
                  <a:lnTo>
                    <a:pt x="67198" y="802624"/>
                  </a:lnTo>
                  <a:lnTo>
                    <a:pt x="47806" y="757474"/>
                  </a:lnTo>
                  <a:lnTo>
                    <a:pt x="31326" y="707474"/>
                  </a:lnTo>
                  <a:lnTo>
                    <a:pt x="18032" y="653182"/>
                  </a:lnTo>
                  <a:lnTo>
                    <a:pt x="8196" y="595159"/>
                  </a:lnTo>
                  <a:lnTo>
                    <a:pt x="2094" y="533962"/>
                  </a:lnTo>
                  <a:lnTo>
                    <a:pt x="0" y="470154"/>
                  </a:lnTo>
                  <a:close/>
                </a:path>
              </a:pathLst>
            </a:custGeom>
            <a:ln w="9525">
              <a:solidFill>
                <a:srgbClr val="000000"/>
              </a:solidFill>
            </a:ln>
          </p:spPr>
          <p:txBody>
            <a:bodyPr wrap="square" lIns="0" tIns="0" rIns="0" bIns="0" rtlCol="0"/>
            <a:lstStyle/>
            <a:p>
              <a:endParaRPr sz="2000"/>
            </a:p>
          </p:txBody>
        </p:sp>
        <p:sp>
          <p:nvSpPr>
            <p:cNvPr id="81" name="object 10">
              <a:extLst>
                <a:ext uri="{FF2B5EF4-FFF2-40B4-BE49-F238E27FC236}">
                  <a16:creationId xmlns:a16="http://schemas.microsoft.com/office/drawing/2014/main" id="{C1BAA561-71A5-4076-AFC8-5F4162D817E2}"/>
                </a:ext>
              </a:extLst>
            </p:cNvPr>
            <p:cNvSpPr/>
            <p:nvPr/>
          </p:nvSpPr>
          <p:spPr>
            <a:xfrm>
              <a:off x="4212336" y="1894331"/>
              <a:ext cx="457200" cy="341630"/>
            </a:xfrm>
            <a:custGeom>
              <a:avLst/>
              <a:gdLst/>
              <a:ahLst/>
              <a:cxnLst/>
              <a:rect l="l" t="t" r="r" b="b"/>
              <a:pathLst>
                <a:path w="457200" h="341630">
                  <a:moveTo>
                    <a:pt x="228600" y="0"/>
                  </a:moveTo>
                  <a:lnTo>
                    <a:pt x="176188" y="4509"/>
                  </a:lnTo>
                  <a:lnTo>
                    <a:pt x="128073" y="17354"/>
                  </a:lnTo>
                  <a:lnTo>
                    <a:pt x="85628" y="37509"/>
                  </a:lnTo>
                  <a:lnTo>
                    <a:pt x="50225" y="63945"/>
                  </a:lnTo>
                  <a:lnTo>
                    <a:pt x="23237" y="95638"/>
                  </a:lnTo>
                  <a:lnTo>
                    <a:pt x="6038" y="131561"/>
                  </a:lnTo>
                  <a:lnTo>
                    <a:pt x="0" y="170688"/>
                  </a:lnTo>
                  <a:lnTo>
                    <a:pt x="6038" y="209814"/>
                  </a:lnTo>
                  <a:lnTo>
                    <a:pt x="23237" y="245737"/>
                  </a:lnTo>
                  <a:lnTo>
                    <a:pt x="50225" y="277430"/>
                  </a:lnTo>
                  <a:lnTo>
                    <a:pt x="85628" y="303866"/>
                  </a:lnTo>
                  <a:lnTo>
                    <a:pt x="128073" y="324021"/>
                  </a:lnTo>
                  <a:lnTo>
                    <a:pt x="176188" y="336866"/>
                  </a:lnTo>
                  <a:lnTo>
                    <a:pt x="228600" y="341376"/>
                  </a:lnTo>
                  <a:lnTo>
                    <a:pt x="281011" y="336866"/>
                  </a:lnTo>
                  <a:lnTo>
                    <a:pt x="329126" y="324021"/>
                  </a:lnTo>
                  <a:lnTo>
                    <a:pt x="371571" y="303866"/>
                  </a:lnTo>
                  <a:lnTo>
                    <a:pt x="406974" y="277430"/>
                  </a:lnTo>
                  <a:lnTo>
                    <a:pt x="433962" y="245737"/>
                  </a:lnTo>
                  <a:lnTo>
                    <a:pt x="451161" y="209814"/>
                  </a:lnTo>
                  <a:lnTo>
                    <a:pt x="457200" y="170688"/>
                  </a:lnTo>
                  <a:lnTo>
                    <a:pt x="451161" y="131561"/>
                  </a:lnTo>
                  <a:lnTo>
                    <a:pt x="433962" y="95638"/>
                  </a:lnTo>
                  <a:lnTo>
                    <a:pt x="406974" y="63945"/>
                  </a:lnTo>
                  <a:lnTo>
                    <a:pt x="371571" y="37509"/>
                  </a:lnTo>
                  <a:lnTo>
                    <a:pt x="329126" y="17354"/>
                  </a:lnTo>
                  <a:lnTo>
                    <a:pt x="281011" y="4509"/>
                  </a:lnTo>
                  <a:lnTo>
                    <a:pt x="228600" y="0"/>
                  </a:lnTo>
                  <a:close/>
                </a:path>
              </a:pathLst>
            </a:custGeom>
            <a:solidFill>
              <a:srgbClr val="C5D1FB"/>
            </a:solidFill>
          </p:spPr>
          <p:txBody>
            <a:bodyPr wrap="square" lIns="0" tIns="0" rIns="0" bIns="0" rtlCol="0"/>
            <a:lstStyle/>
            <a:p>
              <a:endParaRPr sz="2000"/>
            </a:p>
          </p:txBody>
        </p:sp>
        <p:sp>
          <p:nvSpPr>
            <p:cNvPr id="82" name="object 11">
              <a:extLst>
                <a:ext uri="{FF2B5EF4-FFF2-40B4-BE49-F238E27FC236}">
                  <a16:creationId xmlns:a16="http://schemas.microsoft.com/office/drawing/2014/main" id="{60B1BA61-D9DE-4BE1-818A-126758EFC88E}"/>
                </a:ext>
              </a:extLst>
            </p:cNvPr>
            <p:cNvSpPr/>
            <p:nvPr/>
          </p:nvSpPr>
          <p:spPr>
            <a:xfrm>
              <a:off x="4212336" y="1894331"/>
              <a:ext cx="457200" cy="341630"/>
            </a:xfrm>
            <a:custGeom>
              <a:avLst/>
              <a:gdLst/>
              <a:ahLst/>
              <a:cxnLst/>
              <a:rect l="l" t="t" r="r" b="b"/>
              <a:pathLst>
                <a:path w="457200" h="341630">
                  <a:moveTo>
                    <a:pt x="0" y="170688"/>
                  </a:moveTo>
                  <a:lnTo>
                    <a:pt x="6038" y="131561"/>
                  </a:lnTo>
                  <a:lnTo>
                    <a:pt x="23237" y="95638"/>
                  </a:lnTo>
                  <a:lnTo>
                    <a:pt x="50225" y="63945"/>
                  </a:lnTo>
                  <a:lnTo>
                    <a:pt x="85628" y="37509"/>
                  </a:lnTo>
                  <a:lnTo>
                    <a:pt x="128073" y="17354"/>
                  </a:lnTo>
                  <a:lnTo>
                    <a:pt x="176188" y="4509"/>
                  </a:lnTo>
                  <a:lnTo>
                    <a:pt x="228600" y="0"/>
                  </a:lnTo>
                  <a:lnTo>
                    <a:pt x="281011" y="4509"/>
                  </a:lnTo>
                  <a:lnTo>
                    <a:pt x="329126" y="17354"/>
                  </a:lnTo>
                  <a:lnTo>
                    <a:pt x="371571" y="37509"/>
                  </a:lnTo>
                  <a:lnTo>
                    <a:pt x="406974" y="63945"/>
                  </a:lnTo>
                  <a:lnTo>
                    <a:pt x="433962" y="95638"/>
                  </a:lnTo>
                  <a:lnTo>
                    <a:pt x="451161" y="131561"/>
                  </a:lnTo>
                  <a:lnTo>
                    <a:pt x="457200" y="170688"/>
                  </a:lnTo>
                  <a:lnTo>
                    <a:pt x="451161" y="209814"/>
                  </a:lnTo>
                  <a:lnTo>
                    <a:pt x="433962" y="245737"/>
                  </a:lnTo>
                  <a:lnTo>
                    <a:pt x="406974" y="277430"/>
                  </a:lnTo>
                  <a:lnTo>
                    <a:pt x="371571" y="303866"/>
                  </a:lnTo>
                  <a:lnTo>
                    <a:pt x="329126" y="324021"/>
                  </a:lnTo>
                  <a:lnTo>
                    <a:pt x="281011" y="336866"/>
                  </a:lnTo>
                  <a:lnTo>
                    <a:pt x="228600" y="341376"/>
                  </a:lnTo>
                  <a:lnTo>
                    <a:pt x="176188" y="336866"/>
                  </a:lnTo>
                  <a:lnTo>
                    <a:pt x="128073" y="324021"/>
                  </a:lnTo>
                  <a:lnTo>
                    <a:pt x="85628" y="303866"/>
                  </a:lnTo>
                  <a:lnTo>
                    <a:pt x="50225" y="277430"/>
                  </a:lnTo>
                  <a:lnTo>
                    <a:pt x="23237" y="245737"/>
                  </a:lnTo>
                  <a:lnTo>
                    <a:pt x="6038" y="209814"/>
                  </a:lnTo>
                  <a:lnTo>
                    <a:pt x="0" y="170688"/>
                  </a:lnTo>
                  <a:close/>
                </a:path>
              </a:pathLst>
            </a:custGeom>
            <a:ln w="9525">
              <a:solidFill>
                <a:srgbClr val="000000"/>
              </a:solidFill>
            </a:ln>
          </p:spPr>
          <p:txBody>
            <a:bodyPr wrap="square" lIns="0" tIns="0" rIns="0" bIns="0" rtlCol="0"/>
            <a:lstStyle/>
            <a:p>
              <a:endParaRPr sz="2000"/>
            </a:p>
          </p:txBody>
        </p:sp>
        <p:sp>
          <p:nvSpPr>
            <p:cNvPr id="83" name="object 12">
              <a:extLst>
                <a:ext uri="{FF2B5EF4-FFF2-40B4-BE49-F238E27FC236}">
                  <a16:creationId xmlns:a16="http://schemas.microsoft.com/office/drawing/2014/main" id="{C13677CB-602F-4AA1-953C-ADB7E6212C24}"/>
                </a:ext>
              </a:extLst>
            </p:cNvPr>
            <p:cNvSpPr/>
            <p:nvPr/>
          </p:nvSpPr>
          <p:spPr>
            <a:xfrm>
              <a:off x="1254254" y="172212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84" name="object 13">
              <a:extLst>
                <a:ext uri="{FF2B5EF4-FFF2-40B4-BE49-F238E27FC236}">
                  <a16:creationId xmlns:a16="http://schemas.microsoft.com/office/drawing/2014/main" id="{DE77DC43-168C-4100-8A38-984AE12FC467}"/>
                </a:ext>
              </a:extLst>
            </p:cNvPr>
            <p:cNvSpPr/>
            <p:nvPr/>
          </p:nvSpPr>
          <p:spPr>
            <a:xfrm>
              <a:off x="1254254" y="172212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 name="object 14">
              <a:extLst>
                <a:ext uri="{FF2B5EF4-FFF2-40B4-BE49-F238E27FC236}">
                  <a16:creationId xmlns:a16="http://schemas.microsoft.com/office/drawing/2014/main" id="{8B94DA01-FF81-47A4-A267-FD947077F46C}"/>
                </a:ext>
              </a:extLst>
            </p:cNvPr>
            <p:cNvSpPr/>
            <p:nvPr/>
          </p:nvSpPr>
          <p:spPr>
            <a:xfrm>
              <a:off x="1254254" y="1807461"/>
              <a:ext cx="93345" cy="86995"/>
            </a:xfrm>
            <a:custGeom>
              <a:avLst/>
              <a:gdLst/>
              <a:ahLst/>
              <a:cxnLst/>
              <a:rect l="l" t="t" r="r" b="b"/>
              <a:pathLst>
                <a:path w="93344" h="86994">
                  <a:moveTo>
                    <a:pt x="92962" y="0"/>
                  </a:moveTo>
                  <a:lnTo>
                    <a:pt x="0" y="0"/>
                  </a:lnTo>
                  <a:lnTo>
                    <a:pt x="0" y="86870"/>
                  </a:lnTo>
                  <a:lnTo>
                    <a:pt x="92962" y="86870"/>
                  </a:lnTo>
                  <a:lnTo>
                    <a:pt x="92962" y="0"/>
                  </a:lnTo>
                  <a:close/>
                </a:path>
              </a:pathLst>
            </a:custGeom>
            <a:solidFill>
              <a:srgbClr val="D9D9D9"/>
            </a:solidFill>
          </p:spPr>
          <p:txBody>
            <a:bodyPr wrap="square" lIns="0" tIns="0" rIns="0" bIns="0" rtlCol="0"/>
            <a:lstStyle/>
            <a:p>
              <a:endParaRPr sz="2000"/>
            </a:p>
          </p:txBody>
        </p:sp>
        <p:sp>
          <p:nvSpPr>
            <p:cNvPr id="86" name="object 15">
              <a:extLst>
                <a:ext uri="{FF2B5EF4-FFF2-40B4-BE49-F238E27FC236}">
                  <a16:creationId xmlns:a16="http://schemas.microsoft.com/office/drawing/2014/main" id="{E34EA05A-7685-4EB3-A8B8-FBD66551D353}"/>
                </a:ext>
              </a:extLst>
            </p:cNvPr>
            <p:cNvSpPr/>
            <p:nvPr/>
          </p:nvSpPr>
          <p:spPr>
            <a:xfrm>
              <a:off x="1254254" y="1807461"/>
              <a:ext cx="93345" cy="86995"/>
            </a:xfrm>
            <a:custGeom>
              <a:avLst/>
              <a:gdLst/>
              <a:ahLst/>
              <a:cxnLst/>
              <a:rect l="l" t="t" r="r" b="b"/>
              <a:pathLst>
                <a:path w="93344"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87" name="object 16">
              <a:extLst>
                <a:ext uri="{FF2B5EF4-FFF2-40B4-BE49-F238E27FC236}">
                  <a16:creationId xmlns:a16="http://schemas.microsoft.com/office/drawing/2014/main" id="{7BCFB604-1667-4E31-BF25-8FD436C4A72B}"/>
                </a:ext>
              </a:extLst>
            </p:cNvPr>
            <p:cNvSpPr/>
            <p:nvPr/>
          </p:nvSpPr>
          <p:spPr>
            <a:xfrm>
              <a:off x="1254254" y="189433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88" name="object 17">
              <a:extLst>
                <a:ext uri="{FF2B5EF4-FFF2-40B4-BE49-F238E27FC236}">
                  <a16:creationId xmlns:a16="http://schemas.microsoft.com/office/drawing/2014/main" id="{3763A56A-A637-410C-B87F-C1196F85B9AB}"/>
                </a:ext>
              </a:extLst>
            </p:cNvPr>
            <p:cNvSpPr/>
            <p:nvPr/>
          </p:nvSpPr>
          <p:spPr>
            <a:xfrm>
              <a:off x="1254254" y="189433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 name="object 18">
              <a:extLst>
                <a:ext uri="{FF2B5EF4-FFF2-40B4-BE49-F238E27FC236}">
                  <a16:creationId xmlns:a16="http://schemas.microsoft.com/office/drawing/2014/main" id="{F89C12E6-612E-40E4-884C-51FA41134B0B}"/>
                </a:ext>
              </a:extLst>
            </p:cNvPr>
            <p:cNvSpPr/>
            <p:nvPr/>
          </p:nvSpPr>
          <p:spPr>
            <a:xfrm>
              <a:off x="1254254" y="197967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0" name="object 19">
              <a:extLst>
                <a:ext uri="{FF2B5EF4-FFF2-40B4-BE49-F238E27FC236}">
                  <a16:creationId xmlns:a16="http://schemas.microsoft.com/office/drawing/2014/main" id="{B0DF4437-4E0C-46BE-A57D-AD62784A249B}"/>
                </a:ext>
              </a:extLst>
            </p:cNvPr>
            <p:cNvSpPr/>
            <p:nvPr/>
          </p:nvSpPr>
          <p:spPr>
            <a:xfrm>
              <a:off x="1254254" y="197967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 name="object 20">
              <a:extLst>
                <a:ext uri="{FF2B5EF4-FFF2-40B4-BE49-F238E27FC236}">
                  <a16:creationId xmlns:a16="http://schemas.microsoft.com/office/drawing/2014/main" id="{8EFE0F20-8D60-49AA-9FBF-385243F2F938}"/>
                </a:ext>
              </a:extLst>
            </p:cNvPr>
            <p:cNvSpPr/>
            <p:nvPr/>
          </p:nvSpPr>
          <p:spPr>
            <a:xfrm>
              <a:off x="1254254" y="206502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2" name="object 21">
              <a:extLst>
                <a:ext uri="{FF2B5EF4-FFF2-40B4-BE49-F238E27FC236}">
                  <a16:creationId xmlns:a16="http://schemas.microsoft.com/office/drawing/2014/main" id="{0DB61CBF-10D4-4937-ABB4-56FCCCFD31EA}"/>
                </a:ext>
              </a:extLst>
            </p:cNvPr>
            <p:cNvSpPr/>
            <p:nvPr/>
          </p:nvSpPr>
          <p:spPr>
            <a:xfrm>
              <a:off x="1254254" y="206502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 name="object 22">
              <a:extLst>
                <a:ext uri="{FF2B5EF4-FFF2-40B4-BE49-F238E27FC236}">
                  <a16:creationId xmlns:a16="http://schemas.microsoft.com/office/drawing/2014/main" id="{36D3DF0B-022E-4E20-A827-D72B766288B2}"/>
                </a:ext>
              </a:extLst>
            </p:cNvPr>
            <p:cNvSpPr/>
            <p:nvPr/>
          </p:nvSpPr>
          <p:spPr>
            <a:xfrm>
              <a:off x="1254254" y="215036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4" name="object 23">
              <a:extLst>
                <a:ext uri="{FF2B5EF4-FFF2-40B4-BE49-F238E27FC236}">
                  <a16:creationId xmlns:a16="http://schemas.microsoft.com/office/drawing/2014/main" id="{47022A6D-D5BE-4015-BA82-848390E7F22F}"/>
                </a:ext>
              </a:extLst>
            </p:cNvPr>
            <p:cNvSpPr/>
            <p:nvPr/>
          </p:nvSpPr>
          <p:spPr>
            <a:xfrm>
              <a:off x="1254254" y="215036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 name="object 24">
              <a:extLst>
                <a:ext uri="{FF2B5EF4-FFF2-40B4-BE49-F238E27FC236}">
                  <a16:creationId xmlns:a16="http://schemas.microsoft.com/office/drawing/2014/main" id="{D7E411BF-6761-4917-ACC3-42341BE423AE}"/>
                </a:ext>
              </a:extLst>
            </p:cNvPr>
            <p:cNvSpPr/>
            <p:nvPr/>
          </p:nvSpPr>
          <p:spPr>
            <a:xfrm>
              <a:off x="1254254" y="223570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D9D9D9"/>
            </a:solidFill>
          </p:spPr>
          <p:txBody>
            <a:bodyPr wrap="square" lIns="0" tIns="0" rIns="0" bIns="0" rtlCol="0"/>
            <a:lstStyle/>
            <a:p>
              <a:endParaRPr sz="2000"/>
            </a:p>
          </p:txBody>
        </p:sp>
        <p:sp>
          <p:nvSpPr>
            <p:cNvPr id="96" name="object 25">
              <a:extLst>
                <a:ext uri="{FF2B5EF4-FFF2-40B4-BE49-F238E27FC236}">
                  <a16:creationId xmlns:a16="http://schemas.microsoft.com/office/drawing/2014/main" id="{0000C974-C42C-4E54-8E15-4D8E33F5B4B7}"/>
                </a:ext>
              </a:extLst>
            </p:cNvPr>
            <p:cNvSpPr/>
            <p:nvPr/>
          </p:nvSpPr>
          <p:spPr>
            <a:xfrm>
              <a:off x="1254254" y="223570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7" name="object 26">
              <a:extLst>
                <a:ext uri="{FF2B5EF4-FFF2-40B4-BE49-F238E27FC236}">
                  <a16:creationId xmlns:a16="http://schemas.microsoft.com/office/drawing/2014/main" id="{5BC88195-AF27-44E3-85CE-573056A96D25}"/>
                </a:ext>
              </a:extLst>
            </p:cNvPr>
            <p:cNvSpPr/>
            <p:nvPr/>
          </p:nvSpPr>
          <p:spPr>
            <a:xfrm>
              <a:off x="1254254" y="232105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D9D9D9"/>
            </a:solidFill>
          </p:spPr>
          <p:txBody>
            <a:bodyPr wrap="square" lIns="0" tIns="0" rIns="0" bIns="0" rtlCol="0"/>
            <a:lstStyle/>
            <a:p>
              <a:endParaRPr sz="2000"/>
            </a:p>
          </p:txBody>
        </p:sp>
        <p:sp>
          <p:nvSpPr>
            <p:cNvPr id="98" name="object 27">
              <a:extLst>
                <a:ext uri="{FF2B5EF4-FFF2-40B4-BE49-F238E27FC236}">
                  <a16:creationId xmlns:a16="http://schemas.microsoft.com/office/drawing/2014/main" id="{59ECBFE1-77DB-4136-A551-E50110316919}"/>
                </a:ext>
              </a:extLst>
            </p:cNvPr>
            <p:cNvSpPr/>
            <p:nvPr/>
          </p:nvSpPr>
          <p:spPr>
            <a:xfrm>
              <a:off x="1254254" y="232105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 name="object 28">
              <a:extLst>
                <a:ext uri="{FF2B5EF4-FFF2-40B4-BE49-F238E27FC236}">
                  <a16:creationId xmlns:a16="http://schemas.microsoft.com/office/drawing/2014/main" id="{20449447-13B3-48D9-8A24-4AF81B6901E3}"/>
                </a:ext>
              </a:extLst>
            </p:cNvPr>
            <p:cNvSpPr/>
            <p:nvPr/>
          </p:nvSpPr>
          <p:spPr>
            <a:xfrm>
              <a:off x="1402842" y="2017013"/>
              <a:ext cx="297180" cy="85725"/>
            </a:xfrm>
            <a:custGeom>
              <a:avLst/>
              <a:gdLst/>
              <a:ahLst/>
              <a:cxnLst/>
              <a:rect l="l" t="t" r="r" b="b"/>
              <a:pathLst>
                <a:path w="297180" h="85725">
                  <a:moveTo>
                    <a:pt x="254508" y="0"/>
                  </a:moveTo>
                  <a:lnTo>
                    <a:pt x="254508" y="21336"/>
                  </a:lnTo>
                  <a:lnTo>
                    <a:pt x="0" y="21336"/>
                  </a:lnTo>
                  <a:lnTo>
                    <a:pt x="0" y="64008"/>
                  </a:lnTo>
                  <a:lnTo>
                    <a:pt x="254508" y="64008"/>
                  </a:lnTo>
                  <a:lnTo>
                    <a:pt x="254508" y="85344"/>
                  </a:lnTo>
                  <a:lnTo>
                    <a:pt x="297180" y="42672"/>
                  </a:lnTo>
                  <a:lnTo>
                    <a:pt x="254508" y="0"/>
                  </a:lnTo>
                  <a:close/>
                </a:path>
              </a:pathLst>
            </a:custGeom>
            <a:solidFill>
              <a:srgbClr val="B2B2B2"/>
            </a:solidFill>
          </p:spPr>
          <p:txBody>
            <a:bodyPr wrap="square" lIns="0" tIns="0" rIns="0" bIns="0" rtlCol="0"/>
            <a:lstStyle/>
            <a:p>
              <a:endParaRPr sz="2000"/>
            </a:p>
          </p:txBody>
        </p:sp>
        <p:sp>
          <p:nvSpPr>
            <p:cNvPr id="100" name="object 29">
              <a:extLst>
                <a:ext uri="{FF2B5EF4-FFF2-40B4-BE49-F238E27FC236}">
                  <a16:creationId xmlns:a16="http://schemas.microsoft.com/office/drawing/2014/main" id="{B2B0DD39-417C-4C91-A946-0CDACE5235E3}"/>
                </a:ext>
              </a:extLst>
            </p:cNvPr>
            <p:cNvSpPr/>
            <p:nvPr/>
          </p:nvSpPr>
          <p:spPr>
            <a:xfrm>
              <a:off x="1402842" y="2017013"/>
              <a:ext cx="297180" cy="85725"/>
            </a:xfrm>
            <a:custGeom>
              <a:avLst/>
              <a:gdLst/>
              <a:ahLst/>
              <a:cxnLst/>
              <a:rect l="l" t="t" r="r" b="b"/>
              <a:pathLst>
                <a:path w="297180" h="85725">
                  <a:moveTo>
                    <a:pt x="0" y="21336"/>
                  </a:moveTo>
                  <a:lnTo>
                    <a:pt x="254508" y="21336"/>
                  </a:lnTo>
                  <a:lnTo>
                    <a:pt x="254508" y="0"/>
                  </a:lnTo>
                  <a:lnTo>
                    <a:pt x="297180" y="42672"/>
                  </a:lnTo>
                  <a:lnTo>
                    <a:pt x="254508" y="85344"/>
                  </a:lnTo>
                  <a:lnTo>
                    <a:pt x="25450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01" name="object 30">
              <a:extLst>
                <a:ext uri="{FF2B5EF4-FFF2-40B4-BE49-F238E27FC236}">
                  <a16:creationId xmlns:a16="http://schemas.microsoft.com/office/drawing/2014/main" id="{9A038A9E-A0B6-44CA-A00A-CF6962AD0AE7}"/>
                </a:ext>
              </a:extLst>
            </p:cNvPr>
            <p:cNvSpPr/>
            <p:nvPr/>
          </p:nvSpPr>
          <p:spPr>
            <a:xfrm>
              <a:off x="1162814" y="1722120"/>
              <a:ext cx="91440" cy="684530"/>
            </a:xfrm>
            <a:custGeom>
              <a:avLst/>
              <a:gdLst/>
              <a:ahLst/>
              <a:cxnLst/>
              <a:rect l="l" t="t" r="r" b="b"/>
              <a:pathLst>
                <a:path w="91440" h="684530">
                  <a:moveTo>
                    <a:pt x="0" y="85342"/>
                  </a:moveTo>
                  <a:lnTo>
                    <a:pt x="91440" y="85342"/>
                  </a:lnTo>
                  <a:lnTo>
                    <a:pt x="91440" y="0"/>
                  </a:lnTo>
                  <a:lnTo>
                    <a:pt x="0" y="0"/>
                  </a:lnTo>
                  <a:lnTo>
                    <a:pt x="0" y="85342"/>
                  </a:lnTo>
                  <a:close/>
                </a:path>
                <a:path w="91440" h="684530">
                  <a:moveTo>
                    <a:pt x="0" y="172210"/>
                  </a:moveTo>
                  <a:lnTo>
                    <a:pt x="91440" y="172210"/>
                  </a:lnTo>
                  <a:lnTo>
                    <a:pt x="91440" y="85340"/>
                  </a:lnTo>
                  <a:lnTo>
                    <a:pt x="0" y="85340"/>
                  </a:lnTo>
                  <a:lnTo>
                    <a:pt x="0" y="172210"/>
                  </a:lnTo>
                  <a:close/>
                </a:path>
                <a:path w="91440" h="684530">
                  <a:moveTo>
                    <a:pt x="0" y="257554"/>
                  </a:moveTo>
                  <a:lnTo>
                    <a:pt x="91440" y="257554"/>
                  </a:lnTo>
                  <a:lnTo>
                    <a:pt x="91440" y="172212"/>
                  </a:lnTo>
                  <a:lnTo>
                    <a:pt x="0" y="172212"/>
                  </a:lnTo>
                  <a:lnTo>
                    <a:pt x="0" y="257554"/>
                  </a:lnTo>
                  <a:close/>
                </a:path>
                <a:path w="91440" h="684530">
                  <a:moveTo>
                    <a:pt x="0" y="342898"/>
                  </a:moveTo>
                  <a:lnTo>
                    <a:pt x="91440" y="342898"/>
                  </a:lnTo>
                  <a:lnTo>
                    <a:pt x="91440" y="257556"/>
                  </a:lnTo>
                  <a:lnTo>
                    <a:pt x="0" y="257556"/>
                  </a:lnTo>
                  <a:lnTo>
                    <a:pt x="0" y="342898"/>
                  </a:lnTo>
                  <a:close/>
                </a:path>
                <a:path w="91440" h="684530">
                  <a:moveTo>
                    <a:pt x="0" y="428242"/>
                  </a:moveTo>
                  <a:lnTo>
                    <a:pt x="91440" y="428242"/>
                  </a:lnTo>
                  <a:lnTo>
                    <a:pt x="91440" y="342900"/>
                  </a:lnTo>
                  <a:lnTo>
                    <a:pt x="0" y="342900"/>
                  </a:lnTo>
                  <a:lnTo>
                    <a:pt x="0" y="428242"/>
                  </a:lnTo>
                  <a:close/>
                </a:path>
                <a:path w="91440" h="684530">
                  <a:moveTo>
                    <a:pt x="0" y="513586"/>
                  </a:moveTo>
                  <a:lnTo>
                    <a:pt x="91440" y="513586"/>
                  </a:lnTo>
                  <a:lnTo>
                    <a:pt x="91440" y="428244"/>
                  </a:lnTo>
                  <a:lnTo>
                    <a:pt x="0" y="428244"/>
                  </a:lnTo>
                  <a:lnTo>
                    <a:pt x="0" y="513586"/>
                  </a:lnTo>
                  <a:close/>
                </a:path>
                <a:path w="91440" h="684530">
                  <a:moveTo>
                    <a:pt x="0" y="598930"/>
                  </a:moveTo>
                  <a:lnTo>
                    <a:pt x="91440" y="598930"/>
                  </a:lnTo>
                  <a:lnTo>
                    <a:pt x="91440" y="513583"/>
                  </a:lnTo>
                  <a:lnTo>
                    <a:pt x="0" y="513583"/>
                  </a:lnTo>
                  <a:lnTo>
                    <a:pt x="0" y="598930"/>
                  </a:lnTo>
                  <a:close/>
                </a:path>
                <a:path w="91440" h="684530">
                  <a:moveTo>
                    <a:pt x="0" y="684274"/>
                  </a:moveTo>
                  <a:lnTo>
                    <a:pt x="91440" y="684274"/>
                  </a:lnTo>
                  <a:lnTo>
                    <a:pt x="91440" y="598932"/>
                  </a:lnTo>
                  <a:lnTo>
                    <a:pt x="0" y="598932"/>
                  </a:lnTo>
                  <a:lnTo>
                    <a:pt x="0" y="684274"/>
                  </a:lnTo>
                  <a:close/>
                </a:path>
              </a:pathLst>
            </a:custGeom>
            <a:ln w="12700">
              <a:solidFill>
                <a:srgbClr val="000000"/>
              </a:solidFill>
            </a:ln>
          </p:spPr>
          <p:txBody>
            <a:bodyPr wrap="square" lIns="0" tIns="0" rIns="0" bIns="0" rtlCol="0"/>
            <a:lstStyle/>
            <a:p>
              <a:endParaRPr sz="2000"/>
            </a:p>
          </p:txBody>
        </p:sp>
        <p:sp>
          <p:nvSpPr>
            <p:cNvPr id="102" name="object 31">
              <a:extLst>
                <a:ext uri="{FF2B5EF4-FFF2-40B4-BE49-F238E27FC236}">
                  <a16:creationId xmlns:a16="http://schemas.microsoft.com/office/drawing/2014/main" id="{A36675E9-7E06-4A88-B0CF-7981DBAD2732}"/>
                </a:ext>
              </a:extLst>
            </p:cNvPr>
            <p:cNvSpPr/>
            <p:nvPr/>
          </p:nvSpPr>
          <p:spPr>
            <a:xfrm>
              <a:off x="2298954" y="2017013"/>
              <a:ext cx="628015" cy="82550"/>
            </a:xfrm>
            <a:custGeom>
              <a:avLst/>
              <a:gdLst/>
              <a:ahLst/>
              <a:cxnLst/>
              <a:rect l="l" t="t" r="r" b="b"/>
              <a:pathLst>
                <a:path w="628014" h="82550">
                  <a:moveTo>
                    <a:pt x="586740" y="0"/>
                  </a:moveTo>
                  <a:lnTo>
                    <a:pt x="586740" y="20574"/>
                  </a:lnTo>
                  <a:lnTo>
                    <a:pt x="0" y="20574"/>
                  </a:lnTo>
                  <a:lnTo>
                    <a:pt x="0" y="61722"/>
                  </a:lnTo>
                  <a:lnTo>
                    <a:pt x="586740" y="61722"/>
                  </a:lnTo>
                  <a:lnTo>
                    <a:pt x="586740" y="82296"/>
                  </a:lnTo>
                  <a:lnTo>
                    <a:pt x="627888" y="41148"/>
                  </a:lnTo>
                  <a:lnTo>
                    <a:pt x="586740" y="0"/>
                  </a:lnTo>
                  <a:close/>
                </a:path>
              </a:pathLst>
            </a:custGeom>
            <a:solidFill>
              <a:srgbClr val="B2B2B2"/>
            </a:solidFill>
          </p:spPr>
          <p:txBody>
            <a:bodyPr wrap="square" lIns="0" tIns="0" rIns="0" bIns="0" rtlCol="0"/>
            <a:lstStyle/>
            <a:p>
              <a:endParaRPr sz="2000"/>
            </a:p>
          </p:txBody>
        </p:sp>
        <p:sp>
          <p:nvSpPr>
            <p:cNvPr id="103" name="object 32">
              <a:extLst>
                <a:ext uri="{FF2B5EF4-FFF2-40B4-BE49-F238E27FC236}">
                  <a16:creationId xmlns:a16="http://schemas.microsoft.com/office/drawing/2014/main" id="{FD5E9148-C9F7-475A-A689-2F6CBD2D157D}"/>
                </a:ext>
              </a:extLst>
            </p:cNvPr>
            <p:cNvSpPr/>
            <p:nvPr/>
          </p:nvSpPr>
          <p:spPr>
            <a:xfrm>
              <a:off x="2298954" y="2017013"/>
              <a:ext cx="628015" cy="82550"/>
            </a:xfrm>
            <a:custGeom>
              <a:avLst/>
              <a:gdLst/>
              <a:ahLst/>
              <a:cxnLst/>
              <a:rect l="l" t="t" r="r" b="b"/>
              <a:pathLst>
                <a:path w="628014" h="82550">
                  <a:moveTo>
                    <a:pt x="0" y="20574"/>
                  </a:moveTo>
                  <a:lnTo>
                    <a:pt x="586740" y="20574"/>
                  </a:lnTo>
                  <a:lnTo>
                    <a:pt x="586740" y="0"/>
                  </a:lnTo>
                  <a:lnTo>
                    <a:pt x="627888" y="41148"/>
                  </a:lnTo>
                  <a:lnTo>
                    <a:pt x="586740" y="82296"/>
                  </a:lnTo>
                  <a:lnTo>
                    <a:pt x="586740" y="61722"/>
                  </a:lnTo>
                  <a:lnTo>
                    <a:pt x="0" y="61722"/>
                  </a:lnTo>
                  <a:lnTo>
                    <a:pt x="0" y="20574"/>
                  </a:lnTo>
                  <a:close/>
                </a:path>
              </a:pathLst>
            </a:custGeom>
            <a:ln w="25400">
              <a:solidFill>
                <a:srgbClr val="B2B2B2"/>
              </a:solidFill>
            </a:ln>
          </p:spPr>
          <p:txBody>
            <a:bodyPr wrap="square" lIns="0" tIns="0" rIns="0" bIns="0" rtlCol="0"/>
            <a:lstStyle/>
            <a:p>
              <a:endParaRPr sz="2000"/>
            </a:p>
          </p:txBody>
        </p:sp>
        <p:sp>
          <p:nvSpPr>
            <p:cNvPr id="104" name="object 33">
              <a:extLst>
                <a:ext uri="{FF2B5EF4-FFF2-40B4-BE49-F238E27FC236}">
                  <a16:creationId xmlns:a16="http://schemas.microsoft.com/office/drawing/2014/main" id="{6010B48E-248E-4FE7-A009-CDC347CDE2EF}"/>
                </a:ext>
              </a:extLst>
            </p:cNvPr>
            <p:cNvSpPr/>
            <p:nvPr/>
          </p:nvSpPr>
          <p:spPr>
            <a:xfrm>
              <a:off x="2494788" y="1722120"/>
              <a:ext cx="182880" cy="684530"/>
            </a:xfrm>
            <a:custGeom>
              <a:avLst/>
              <a:gdLst/>
              <a:ahLst/>
              <a:cxnLst/>
              <a:rect l="l" t="t" r="r" b="b"/>
              <a:pathLst>
                <a:path w="182880" h="684530">
                  <a:moveTo>
                    <a:pt x="0" y="85342"/>
                  </a:moveTo>
                  <a:lnTo>
                    <a:pt x="91440" y="85342"/>
                  </a:lnTo>
                  <a:lnTo>
                    <a:pt x="91440" y="0"/>
                  </a:lnTo>
                  <a:lnTo>
                    <a:pt x="0" y="0"/>
                  </a:lnTo>
                  <a:lnTo>
                    <a:pt x="0" y="85342"/>
                  </a:lnTo>
                  <a:close/>
                </a:path>
                <a:path w="182880" h="684530">
                  <a:moveTo>
                    <a:pt x="0" y="172210"/>
                  </a:moveTo>
                  <a:lnTo>
                    <a:pt x="91440" y="172210"/>
                  </a:lnTo>
                  <a:lnTo>
                    <a:pt x="91440" y="85340"/>
                  </a:lnTo>
                  <a:lnTo>
                    <a:pt x="0" y="85340"/>
                  </a:lnTo>
                  <a:lnTo>
                    <a:pt x="0" y="172210"/>
                  </a:lnTo>
                  <a:close/>
                </a:path>
                <a:path w="182880" h="684530">
                  <a:moveTo>
                    <a:pt x="0" y="257554"/>
                  </a:moveTo>
                  <a:lnTo>
                    <a:pt x="91440" y="257554"/>
                  </a:lnTo>
                  <a:lnTo>
                    <a:pt x="91440" y="172212"/>
                  </a:lnTo>
                  <a:lnTo>
                    <a:pt x="0" y="172212"/>
                  </a:lnTo>
                  <a:lnTo>
                    <a:pt x="0" y="257554"/>
                  </a:lnTo>
                  <a:close/>
                </a:path>
                <a:path w="182880" h="684530">
                  <a:moveTo>
                    <a:pt x="0" y="342898"/>
                  </a:moveTo>
                  <a:lnTo>
                    <a:pt x="91440" y="342898"/>
                  </a:lnTo>
                  <a:lnTo>
                    <a:pt x="91440" y="257556"/>
                  </a:lnTo>
                  <a:lnTo>
                    <a:pt x="0" y="257556"/>
                  </a:lnTo>
                  <a:lnTo>
                    <a:pt x="0" y="342898"/>
                  </a:lnTo>
                  <a:close/>
                </a:path>
                <a:path w="182880" h="684530">
                  <a:moveTo>
                    <a:pt x="0" y="428242"/>
                  </a:moveTo>
                  <a:lnTo>
                    <a:pt x="91440" y="428242"/>
                  </a:lnTo>
                  <a:lnTo>
                    <a:pt x="91440" y="342900"/>
                  </a:lnTo>
                  <a:lnTo>
                    <a:pt x="0" y="342900"/>
                  </a:lnTo>
                  <a:lnTo>
                    <a:pt x="0" y="428242"/>
                  </a:lnTo>
                  <a:close/>
                </a:path>
                <a:path w="182880" h="684530">
                  <a:moveTo>
                    <a:pt x="0" y="513586"/>
                  </a:moveTo>
                  <a:lnTo>
                    <a:pt x="91440" y="513586"/>
                  </a:lnTo>
                  <a:lnTo>
                    <a:pt x="91440" y="428244"/>
                  </a:lnTo>
                  <a:lnTo>
                    <a:pt x="0" y="428244"/>
                  </a:lnTo>
                  <a:lnTo>
                    <a:pt x="0" y="513586"/>
                  </a:lnTo>
                  <a:close/>
                </a:path>
                <a:path w="182880" h="684530">
                  <a:moveTo>
                    <a:pt x="0" y="598930"/>
                  </a:moveTo>
                  <a:lnTo>
                    <a:pt x="91440" y="598930"/>
                  </a:lnTo>
                  <a:lnTo>
                    <a:pt x="91440" y="513583"/>
                  </a:lnTo>
                  <a:lnTo>
                    <a:pt x="0" y="513583"/>
                  </a:lnTo>
                  <a:lnTo>
                    <a:pt x="0" y="598930"/>
                  </a:lnTo>
                  <a:close/>
                </a:path>
                <a:path w="182880" h="684530">
                  <a:moveTo>
                    <a:pt x="0" y="684274"/>
                  </a:moveTo>
                  <a:lnTo>
                    <a:pt x="91440" y="684274"/>
                  </a:lnTo>
                  <a:lnTo>
                    <a:pt x="91440" y="598932"/>
                  </a:lnTo>
                  <a:lnTo>
                    <a:pt x="0" y="598932"/>
                  </a:lnTo>
                  <a:lnTo>
                    <a:pt x="0" y="684274"/>
                  </a:lnTo>
                  <a:close/>
                </a:path>
                <a:path w="182880" h="684530">
                  <a:moveTo>
                    <a:pt x="91440" y="85342"/>
                  </a:moveTo>
                  <a:lnTo>
                    <a:pt x="182880" y="85342"/>
                  </a:lnTo>
                  <a:lnTo>
                    <a:pt x="182880" y="0"/>
                  </a:lnTo>
                  <a:lnTo>
                    <a:pt x="91440" y="0"/>
                  </a:lnTo>
                  <a:lnTo>
                    <a:pt x="91440" y="85342"/>
                  </a:lnTo>
                  <a:close/>
                </a:path>
                <a:path w="182880" h="684530">
                  <a:moveTo>
                    <a:pt x="91440" y="172210"/>
                  </a:moveTo>
                  <a:lnTo>
                    <a:pt x="182880" y="172210"/>
                  </a:lnTo>
                  <a:lnTo>
                    <a:pt x="182880" y="85340"/>
                  </a:lnTo>
                  <a:lnTo>
                    <a:pt x="91440" y="85340"/>
                  </a:lnTo>
                  <a:lnTo>
                    <a:pt x="91440" y="172210"/>
                  </a:lnTo>
                  <a:close/>
                </a:path>
                <a:path w="182880" h="684530">
                  <a:moveTo>
                    <a:pt x="91440" y="257554"/>
                  </a:moveTo>
                  <a:lnTo>
                    <a:pt x="182880" y="257554"/>
                  </a:lnTo>
                  <a:lnTo>
                    <a:pt x="182880" y="172212"/>
                  </a:lnTo>
                  <a:lnTo>
                    <a:pt x="91440" y="172212"/>
                  </a:lnTo>
                  <a:lnTo>
                    <a:pt x="91440" y="257554"/>
                  </a:lnTo>
                  <a:close/>
                </a:path>
                <a:path w="182880" h="684530">
                  <a:moveTo>
                    <a:pt x="91440" y="342898"/>
                  </a:moveTo>
                  <a:lnTo>
                    <a:pt x="182880" y="342898"/>
                  </a:lnTo>
                  <a:lnTo>
                    <a:pt x="182880" y="257556"/>
                  </a:lnTo>
                  <a:lnTo>
                    <a:pt x="91440" y="257556"/>
                  </a:lnTo>
                  <a:lnTo>
                    <a:pt x="91440" y="342898"/>
                  </a:lnTo>
                  <a:close/>
                </a:path>
                <a:path w="182880" h="684530">
                  <a:moveTo>
                    <a:pt x="91440" y="428242"/>
                  </a:moveTo>
                  <a:lnTo>
                    <a:pt x="182880" y="428242"/>
                  </a:lnTo>
                  <a:lnTo>
                    <a:pt x="182880" y="342900"/>
                  </a:lnTo>
                  <a:lnTo>
                    <a:pt x="91440" y="342900"/>
                  </a:lnTo>
                  <a:lnTo>
                    <a:pt x="91440" y="428242"/>
                  </a:lnTo>
                  <a:close/>
                </a:path>
                <a:path w="182880" h="684530">
                  <a:moveTo>
                    <a:pt x="91440" y="513586"/>
                  </a:moveTo>
                  <a:lnTo>
                    <a:pt x="182880" y="513586"/>
                  </a:lnTo>
                  <a:lnTo>
                    <a:pt x="182880" y="428244"/>
                  </a:lnTo>
                  <a:lnTo>
                    <a:pt x="91440" y="428244"/>
                  </a:lnTo>
                  <a:lnTo>
                    <a:pt x="91440" y="513586"/>
                  </a:lnTo>
                  <a:close/>
                </a:path>
                <a:path w="182880" h="684530">
                  <a:moveTo>
                    <a:pt x="91440" y="598930"/>
                  </a:moveTo>
                  <a:lnTo>
                    <a:pt x="182880" y="598930"/>
                  </a:lnTo>
                  <a:lnTo>
                    <a:pt x="182880" y="513583"/>
                  </a:lnTo>
                  <a:lnTo>
                    <a:pt x="91440" y="513583"/>
                  </a:lnTo>
                  <a:lnTo>
                    <a:pt x="91440" y="598930"/>
                  </a:lnTo>
                  <a:close/>
                </a:path>
                <a:path w="182880" h="684530">
                  <a:moveTo>
                    <a:pt x="91440" y="684274"/>
                  </a:moveTo>
                  <a:lnTo>
                    <a:pt x="182880" y="684274"/>
                  </a:lnTo>
                  <a:lnTo>
                    <a:pt x="182880" y="598932"/>
                  </a:lnTo>
                  <a:lnTo>
                    <a:pt x="91440" y="598932"/>
                  </a:lnTo>
                  <a:lnTo>
                    <a:pt x="91440" y="684274"/>
                  </a:lnTo>
                  <a:close/>
                </a:path>
              </a:pathLst>
            </a:custGeom>
            <a:ln w="12700">
              <a:solidFill>
                <a:srgbClr val="000000"/>
              </a:solidFill>
            </a:ln>
          </p:spPr>
          <p:txBody>
            <a:bodyPr wrap="square" lIns="0" tIns="0" rIns="0" bIns="0" rtlCol="0"/>
            <a:lstStyle/>
            <a:p>
              <a:endParaRPr sz="2000"/>
            </a:p>
          </p:txBody>
        </p:sp>
        <p:sp>
          <p:nvSpPr>
            <p:cNvPr id="105" name="object 34">
              <a:extLst>
                <a:ext uri="{FF2B5EF4-FFF2-40B4-BE49-F238E27FC236}">
                  <a16:creationId xmlns:a16="http://schemas.microsoft.com/office/drawing/2014/main" id="{73C8E6CB-BCF8-47D6-87B2-2C15885336F9}"/>
                </a:ext>
              </a:extLst>
            </p:cNvPr>
            <p:cNvSpPr/>
            <p:nvPr/>
          </p:nvSpPr>
          <p:spPr>
            <a:xfrm>
              <a:off x="3525774" y="2013965"/>
              <a:ext cx="609600" cy="85725"/>
            </a:xfrm>
            <a:custGeom>
              <a:avLst/>
              <a:gdLst/>
              <a:ahLst/>
              <a:cxnLst/>
              <a:rect l="l" t="t" r="r" b="b"/>
              <a:pathLst>
                <a:path w="609600" h="85725">
                  <a:moveTo>
                    <a:pt x="566928" y="0"/>
                  </a:moveTo>
                  <a:lnTo>
                    <a:pt x="566928" y="21336"/>
                  </a:lnTo>
                  <a:lnTo>
                    <a:pt x="0" y="21336"/>
                  </a:lnTo>
                  <a:lnTo>
                    <a:pt x="0" y="64008"/>
                  </a:lnTo>
                  <a:lnTo>
                    <a:pt x="566928" y="64008"/>
                  </a:lnTo>
                  <a:lnTo>
                    <a:pt x="566928" y="85344"/>
                  </a:lnTo>
                  <a:lnTo>
                    <a:pt x="609600" y="42672"/>
                  </a:lnTo>
                  <a:lnTo>
                    <a:pt x="566928" y="0"/>
                  </a:lnTo>
                  <a:close/>
                </a:path>
              </a:pathLst>
            </a:custGeom>
            <a:solidFill>
              <a:srgbClr val="B2B2B2"/>
            </a:solidFill>
          </p:spPr>
          <p:txBody>
            <a:bodyPr wrap="square" lIns="0" tIns="0" rIns="0" bIns="0" rtlCol="0"/>
            <a:lstStyle/>
            <a:p>
              <a:endParaRPr sz="2000"/>
            </a:p>
          </p:txBody>
        </p:sp>
        <p:sp>
          <p:nvSpPr>
            <p:cNvPr id="106" name="object 35">
              <a:extLst>
                <a:ext uri="{FF2B5EF4-FFF2-40B4-BE49-F238E27FC236}">
                  <a16:creationId xmlns:a16="http://schemas.microsoft.com/office/drawing/2014/main" id="{3291201C-5194-402A-B693-3388A2DC5BA5}"/>
                </a:ext>
              </a:extLst>
            </p:cNvPr>
            <p:cNvSpPr/>
            <p:nvPr/>
          </p:nvSpPr>
          <p:spPr>
            <a:xfrm>
              <a:off x="3525774" y="2013965"/>
              <a:ext cx="609600" cy="85725"/>
            </a:xfrm>
            <a:custGeom>
              <a:avLst/>
              <a:gdLst/>
              <a:ahLst/>
              <a:cxnLst/>
              <a:rect l="l" t="t" r="r" b="b"/>
              <a:pathLst>
                <a:path w="609600" h="85725">
                  <a:moveTo>
                    <a:pt x="0" y="21336"/>
                  </a:moveTo>
                  <a:lnTo>
                    <a:pt x="566928" y="21336"/>
                  </a:lnTo>
                  <a:lnTo>
                    <a:pt x="566928" y="0"/>
                  </a:lnTo>
                  <a:lnTo>
                    <a:pt x="609600" y="42672"/>
                  </a:lnTo>
                  <a:lnTo>
                    <a:pt x="566928" y="85344"/>
                  </a:lnTo>
                  <a:lnTo>
                    <a:pt x="566928"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07" name="object 36">
              <a:extLst>
                <a:ext uri="{FF2B5EF4-FFF2-40B4-BE49-F238E27FC236}">
                  <a16:creationId xmlns:a16="http://schemas.microsoft.com/office/drawing/2014/main" id="{4D7E9EBD-F4DF-4C26-805C-42FBCB61BE5A}"/>
                </a:ext>
              </a:extLst>
            </p:cNvPr>
            <p:cNvSpPr/>
            <p:nvPr/>
          </p:nvSpPr>
          <p:spPr>
            <a:xfrm>
              <a:off x="3710940" y="1894332"/>
              <a:ext cx="184785" cy="341630"/>
            </a:xfrm>
            <a:custGeom>
              <a:avLst/>
              <a:gdLst/>
              <a:ahLst/>
              <a:cxnLst/>
              <a:rect l="l" t="t" r="r" b="b"/>
              <a:pathLst>
                <a:path w="184785" h="341630">
                  <a:moveTo>
                    <a:pt x="0" y="85342"/>
                  </a:moveTo>
                  <a:lnTo>
                    <a:pt x="91440" y="85342"/>
                  </a:lnTo>
                  <a:lnTo>
                    <a:pt x="91440" y="0"/>
                  </a:lnTo>
                  <a:lnTo>
                    <a:pt x="0" y="0"/>
                  </a:lnTo>
                  <a:lnTo>
                    <a:pt x="0" y="85342"/>
                  </a:lnTo>
                  <a:close/>
                </a:path>
                <a:path w="184785" h="341630">
                  <a:moveTo>
                    <a:pt x="0" y="170686"/>
                  </a:moveTo>
                  <a:lnTo>
                    <a:pt x="91440" y="170686"/>
                  </a:lnTo>
                  <a:lnTo>
                    <a:pt x="91440" y="85344"/>
                  </a:lnTo>
                  <a:lnTo>
                    <a:pt x="0" y="85344"/>
                  </a:lnTo>
                  <a:lnTo>
                    <a:pt x="0" y="170686"/>
                  </a:lnTo>
                  <a:close/>
                </a:path>
                <a:path w="184785" h="341630">
                  <a:moveTo>
                    <a:pt x="0" y="256030"/>
                  </a:moveTo>
                  <a:lnTo>
                    <a:pt x="91440" y="256030"/>
                  </a:lnTo>
                  <a:lnTo>
                    <a:pt x="91440" y="170688"/>
                  </a:lnTo>
                  <a:lnTo>
                    <a:pt x="0" y="170688"/>
                  </a:lnTo>
                  <a:lnTo>
                    <a:pt x="0" y="256030"/>
                  </a:lnTo>
                  <a:close/>
                </a:path>
                <a:path w="184785" h="341630">
                  <a:moveTo>
                    <a:pt x="0" y="341374"/>
                  </a:moveTo>
                  <a:lnTo>
                    <a:pt x="91440" y="341374"/>
                  </a:lnTo>
                  <a:lnTo>
                    <a:pt x="91440" y="256032"/>
                  </a:lnTo>
                  <a:lnTo>
                    <a:pt x="0" y="256032"/>
                  </a:lnTo>
                  <a:lnTo>
                    <a:pt x="0" y="341374"/>
                  </a:lnTo>
                  <a:close/>
                </a:path>
                <a:path w="184785" h="341630">
                  <a:moveTo>
                    <a:pt x="91440" y="85342"/>
                  </a:moveTo>
                  <a:lnTo>
                    <a:pt x="184402" y="85342"/>
                  </a:lnTo>
                  <a:lnTo>
                    <a:pt x="184402" y="0"/>
                  </a:lnTo>
                  <a:lnTo>
                    <a:pt x="91440" y="0"/>
                  </a:lnTo>
                  <a:lnTo>
                    <a:pt x="91440" y="85342"/>
                  </a:lnTo>
                  <a:close/>
                </a:path>
                <a:path w="184785" h="341630">
                  <a:moveTo>
                    <a:pt x="91440" y="170686"/>
                  </a:moveTo>
                  <a:lnTo>
                    <a:pt x="184402" y="170686"/>
                  </a:lnTo>
                  <a:lnTo>
                    <a:pt x="184402" y="85344"/>
                  </a:lnTo>
                  <a:lnTo>
                    <a:pt x="91440" y="85344"/>
                  </a:lnTo>
                  <a:lnTo>
                    <a:pt x="91440" y="170686"/>
                  </a:lnTo>
                  <a:close/>
                </a:path>
                <a:path w="184785" h="341630">
                  <a:moveTo>
                    <a:pt x="91440" y="256030"/>
                  </a:moveTo>
                  <a:lnTo>
                    <a:pt x="184402" y="256030"/>
                  </a:lnTo>
                  <a:lnTo>
                    <a:pt x="184402" y="170688"/>
                  </a:lnTo>
                  <a:lnTo>
                    <a:pt x="91440" y="170688"/>
                  </a:lnTo>
                  <a:lnTo>
                    <a:pt x="91440" y="256030"/>
                  </a:lnTo>
                  <a:close/>
                </a:path>
                <a:path w="184785" h="341630">
                  <a:moveTo>
                    <a:pt x="91440" y="341374"/>
                  </a:moveTo>
                  <a:lnTo>
                    <a:pt x="184402" y="341374"/>
                  </a:lnTo>
                  <a:lnTo>
                    <a:pt x="184402" y="256032"/>
                  </a:lnTo>
                  <a:lnTo>
                    <a:pt x="91440" y="256032"/>
                  </a:lnTo>
                  <a:lnTo>
                    <a:pt x="91440" y="341374"/>
                  </a:lnTo>
                  <a:close/>
                </a:path>
              </a:pathLst>
            </a:custGeom>
            <a:ln w="12700">
              <a:solidFill>
                <a:srgbClr val="000000"/>
              </a:solidFill>
            </a:ln>
          </p:spPr>
          <p:txBody>
            <a:bodyPr wrap="square" lIns="0" tIns="0" rIns="0" bIns="0" rtlCol="0"/>
            <a:lstStyle/>
            <a:p>
              <a:endParaRPr sz="2000"/>
            </a:p>
          </p:txBody>
        </p:sp>
        <p:sp>
          <p:nvSpPr>
            <p:cNvPr id="108" name="object 37">
              <a:extLst>
                <a:ext uri="{FF2B5EF4-FFF2-40B4-BE49-F238E27FC236}">
                  <a16:creationId xmlns:a16="http://schemas.microsoft.com/office/drawing/2014/main" id="{272679C6-4B85-45D6-8D74-DB5D6E68357D}"/>
                </a:ext>
              </a:extLst>
            </p:cNvPr>
            <p:cNvSpPr/>
            <p:nvPr/>
          </p:nvSpPr>
          <p:spPr>
            <a:xfrm>
              <a:off x="4744974" y="2018537"/>
              <a:ext cx="295910" cy="86995"/>
            </a:xfrm>
            <a:custGeom>
              <a:avLst/>
              <a:gdLst/>
              <a:ahLst/>
              <a:cxnLst/>
              <a:rect l="l" t="t" r="r" b="b"/>
              <a:pathLst>
                <a:path w="295910" h="86994">
                  <a:moveTo>
                    <a:pt x="252222" y="0"/>
                  </a:moveTo>
                  <a:lnTo>
                    <a:pt x="252222" y="21717"/>
                  </a:lnTo>
                  <a:lnTo>
                    <a:pt x="0" y="21717"/>
                  </a:lnTo>
                  <a:lnTo>
                    <a:pt x="0" y="65151"/>
                  </a:lnTo>
                  <a:lnTo>
                    <a:pt x="252222" y="65151"/>
                  </a:lnTo>
                  <a:lnTo>
                    <a:pt x="252222" y="86868"/>
                  </a:lnTo>
                  <a:lnTo>
                    <a:pt x="295656" y="43434"/>
                  </a:lnTo>
                  <a:lnTo>
                    <a:pt x="252222" y="0"/>
                  </a:lnTo>
                  <a:close/>
                </a:path>
              </a:pathLst>
            </a:custGeom>
            <a:solidFill>
              <a:srgbClr val="B2B2B2"/>
            </a:solidFill>
          </p:spPr>
          <p:txBody>
            <a:bodyPr wrap="square" lIns="0" tIns="0" rIns="0" bIns="0" rtlCol="0"/>
            <a:lstStyle/>
            <a:p>
              <a:endParaRPr sz="2000"/>
            </a:p>
          </p:txBody>
        </p:sp>
        <p:sp>
          <p:nvSpPr>
            <p:cNvPr id="109" name="object 38">
              <a:extLst>
                <a:ext uri="{FF2B5EF4-FFF2-40B4-BE49-F238E27FC236}">
                  <a16:creationId xmlns:a16="http://schemas.microsoft.com/office/drawing/2014/main" id="{29499556-FD24-4BE6-B9F0-8BDDEFA4BE85}"/>
                </a:ext>
              </a:extLst>
            </p:cNvPr>
            <p:cNvSpPr/>
            <p:nvPr/>
          </p:nvSpPr>
          <p:spPr>
            <a:xfrm>
              <a:off x="4744974" y="2018537"/>
              <a:ext cx="295910" cy="86995"/>
            </a:xfrm>
            <a:custGeom>
              <a:avLst/>
              <a:gdLst/>
              <a:ahLst/>
              <a:cxnLst/>
              <a:rect l="l" t="t" r="r" b="b"/>
              <a:pathLst>
                <a:path w="295910" h="86994">
                  <a:moveTo>
                    <a:pt x="0" y="21717"/>
                  </a:moveTo>
                  <a:lnTo>
                    <a:pt x="252222" y="21717"/>
                  </a:lnTo>
                  <a:lnTo>
                    <a:pt x="252222" y="0"/>
                  </a:lnTo>
                  <a:lnTo>
                    <a:pt x="295656" y="43434"/>
                  </a:lnTo>
                  <a:lnTo>
                    <a:pt x="252222" y="86868"/>
                  </a:lnTo>
                  <a:lnTo>
                    <a:pt x="252222" y="65151"/>
                  </a:lnTo>
                  <a:lnTo>
                    <a:pt x="0" y="65151"/>
                  </a:lnTo>
                  <a:lnTo>
                    <a:pt x="0" y="21717"/>
                  </a:lnTo>
                  <a:close/>
                </a:path>
              </a:pathLst>
            </a:custGeom>
            <a:ln w="25400">
              <a:solidFill>
                <a:srgbClr val="B2B2B2"/>
              </a:solidFill>
            </a:ln>
          </p:spPr>
          <p:txBody>
            <a:bodyPr wrap="square" lIns="0" tIns="0" rIns="0" bIns="0" rtlCol="0"/>
            <a:lstStyle/>
            <a:p>
              <a:endParaRPr sz="2000"/>
            </a:p>
          </p:txBody>
        </p:sp>
      </p:grpSp>
      <p:grpSp>
        <p:nvGrpSpPr>
          <p:cNvPr id="110" name="object 39">
            <a:extLst>
              <a:ext uri="{FF2B5EF4-FFF2-40B4-BE49-F238E27FC236}">
                <a16:creationId xmlns:a16="http://schemas.microsoft.com/office/drawing/2014/main" id="{B00B5958-44FA-414D-A8CB-043FF978CE0C}"/>
              </a:ext>
            </a:extLst>
          </p:cNvPr>
          <p:cNvGrpSpPr/>
          <p:nvPr/>
        </p:nvGrpSpPr>
        <p:grpSpPr>
          <a:xfrm>
            <a:off x="5674078" y="2229840"/>
            <a:ext cx="219428" cy="109361"/>
            <a:chOff x="5106670" y="2006855"/>
            <a:chExt cx="197485" cy="98425"/>
          </a:xfrm>
        </p:grpSpPr>
        <p:sp>
          <p:nvSpPr>
            <p:cNvPr id="111" name="object 40">
              <a:extLst>
                <a:ext uri="{FF2B5EF4-FFF2-40B4-BE49-F238E27FC236}">
                  <a16:creationId xmlns:a16="http://schemas.microsoft.com/office/drawing/2014/main" id="{378CB8D2-F622-4DF1-9CA0-E9A73D518507}"/>
                </a:ext>
              </a:extLst>
            </p:cNvPr>
            <p:cNvSpPr/>
            <p:nvPr/>
          </p:nvSpPr>
          <p:spPr>
            <a:xfrm>
              <a:off x="5113020" y="2013205"/>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5D1FB"/>
            </a:solidFill>
          </p:spPr>
          <p:txBody>
            <a:bodyPr wrap="square" lIns="0" tIns="0" rIns="0" bIns="0" rtlCol="0"/>
            <a:lstStyle/>
            <a:p>
              <a:endParaRPr sz="2000"/>
            </a:p>
          </p:txBody>
        </p:sp>
        <p:sp>
          <p:nvSpPr>
            <p:cNvPr id="112" name="object 41">
              <a:extLst>
                <a:ext uri="{FF2B5EF4-FFF2-40B4-BE49-F238E27FC236}">
                  <a16:creationId xmlns:a16="http://schemas.microsoft.com/office/drawing/2014/main" id="{A3DEB84C-941F-49E2-BF6D-12968AFCD432}"/>
                </a:ext>
              </a:extLst>
            </p:cNvPr>
            <p:cNvSpPr/>
            <p:nvPr/>
          </p:nvSpPr>
          <p:spPr>
            <a:xfrm>
              <a:off x="5113020" y="201320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3" name="object 42">
              <a:extLst>
                <a:ext uri="{FF2B5EF4-FFF2-40B4-BE49-F238E27FC236}">
                  <a16:creationId xmlns:a16="http://schemas.microsoft.com/office/drawing/2014/main" id="{84D31EB0-F092-4739-A79C-2FF09ECE5DD9}"/>
                </a:ext>
              </a:extLst>
            </p:cNvPr>
            <p:cNvSpPr/>
            <p:nvPr/>
          </p:nvSpPr>
          <p:spPr>
            <a:xfrm>
              <a:off x="5205984" y="201320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8AA2F8"/>
            </a:solidFill>
          </p:spPr>
          <p:txBody>
            <a:bodyPr wrap="square" lIns="0" tIns="0" rIns="0" bIns="0" rtlCol="0"/>
            <a:lstStyle/>
            <a:p>
              <a:endParaRPr sz="2000"/>
            </a:p>
          </p:txBody>
        </p:sp>
        <p:sp>
          <p:nvSpPr>
            <p:cNvPr id="114" name="object 43">
              <a:extLst>
                <a:ext uri="{FF2B5EF4-FFF2-40B4-BE49-F238E27FC236}">
                  <a16:creationId xmlns:a16="http://schemas.microsoft.com/office/drawing/2014/main" id="{2291F1D5-2487-4A17-9F04-90942775170F}"/>
                </a:ext>
              </a:extLst>
            </p:cNvPr>
            <p:cNvSpPr/>
            <p:nvPr/>
          </p:nvSpPr>
          <p:spPr>
            <a:xfrm>
              <a:off x="5205984" y="201320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15" name="object 44">
            <a:extLst>
              <a:ext uri="{FF2B5EF4-FFF2-40B4-BE49-F238E27FC236}">
                <a16:creationId xmlns:a16="http://schemas.microsoft.com/office/drawing/2014/main" id="{8F0F8A91-B5D1-436C-B180-9C22A6901B68}"/>
              </a:ext>
            </a:extLst>
          </p:cNvPr>
          <p:cNvSpPr/>
          <p:nvPr/>
        </p:nvSpPr>
        <p:spPr>
          <a:xfrm>
            <a:off x="5674078" y="2795412"/>
            <a:ext cx="219004" cy="108936"/>
          </a:xfrm>
          <a:prstGeom prst="rect">
            <a:avLst/>
          </a:prstGeom>
          <a:blipFill>
            <a:blip r:embed="rId2" cstate="print"/>
            <a:stretch>
              <a:fillRect/>
            </a:stretch>
          </a:blipFill>
        </p:spPr>
        <p:txBody>
          <a:bodyPr wrap="square" lIns="0" tIns="0" rIns="0" bIns="0" rtlCol="0"/>
          <a:lstStyle/>
          <a:p>
            <a:endParaRPr sz="2000"/>
          </a:p>
        </p:txBody>
      </p:sp>
      <p:grpSp>
        <p:nvGrpSpPr>
          <p:cNvPr id="116" name="object 45">
            <a:extLst>
              <a:ext uri="{FF2B5EF4-FFF2-40B4-BE49-F238E27FC236}">
                <a16:creationId xmlns:a16="http://schemas.microsoft.com/office/drawing/2014/main" id="{8EC17BF1-637C-4277-B1E7-3E885F34E43E}"/>
              </a:ext>
            </a:extLst>
          </p:cNvPr>
          <p:cNvGrpSpPr/>
          <p:nvPr/>
        </p:nvGrpSpPr>
        <p:grpSpPr>
          <a:xfrm>
            <a:off x="5961379" y="2269490"/>
            <a:ext cx="340078" cy="206022"/>
            <a:chOff x="5365241" y="2042541"/>
            <a:chExt cx="306070" cy="185420"/>
          </a:xfrm>
        </p:grpSpPr>
        <p:sp>
          <p:nvSpPr>
            <p:cNvPr id="117" name="object 46">
              <a:extLst>
                <a:ext uri="{FF2B5EF4-FFF2-40B4-BE49-F238E27FC236}">
                  <a16:creationId xmlns:a16="http://schemas.microsoft.com/office/drawing/2014/main" id="{961D6BDD-A39C-4230-BE0E-5CFC7E4AA058}"/>
                </a:ext>
              </a:extLst>
            </p:cNvPr>
            <p:cNvSpPr/>
            <p:nvPr/>
          </p:nvSpPr>
          <p:spPr>
            <a:xfrm>
              <a:off x="5377941" y="2055241"/>
              <a:ext cx="280670" cy="160020"/>
            </a:xfrm>
            <a:custGeom>
              <a:avLst/>
              <a:gdLst/>
              <a:ahLst/>
              <a:cxnLst/>
              <a:rect l="l" t="t" r="r" b="b"/>
              <a:pathLst>
                <a:path w="280670" h="160019">
                  <a:moveTo>
                    <a:pt x="16891" y="0"/>
                  </a:moveTo>
                  <a:lnTo>
                    <a:pt x="0" y="39243"/>
                  </a:lnTo>
                  <a:lnTo>
                    <a:pt x="232410" y="139954"/>
                  </a:lnTo>
                  <a:lnTo>
                    <a:pt x="223901" y="159639"/>
                  </a:lnTo>
                  <a:lnTo>
                    <a:pt x="280162" y="137414"/>
                  </a:lnTo>
                  <a:lnTo>
                    <a:pt x="257937" y="81153"/>
                  </a:lnTo>
                  <a:lnTo>
                    <a:pt x="249428" y="100711"/>
                  </a:lnTo>
                  <a:lnTo>
                    <a:pt x="16891" y="0"/>
                  </a:lnTo>
                  <a:close/>
                </a:path>
              </a:pathLst>
            </a:custGeom>
            <a:solidFill>
              <a:srgbClr val="B2B2B2"/>
            </a:solidFill>
          </p:spPr>
          <p:txBody>
            <a:bodyPr wrap="square" lIns="0" tIns="0" rIns="0" bIns="0" rtlCol="0"/>
            <a:lstStyle/>
            <a:p>
              <a:endParaRPr sz="2000"/>
            </a:p>
          </p:txBody>
        </p:sp>
        <p:sp>
          <p:nvSpPr>
            <p:cNvPr id="118" name="object 47">
              <a:extLst>
                <a:ext uri="{FF2B5EF4-FFF2-40B4-BE49-F238E27FC236}">
                  <a16:creationId xmlns:a16="http://schemas.microsoft.com/office/drawing/2014/main" id="{AE89FAE3-1B5F-4746-BCBB-57EDE4082A9E}"/>
                </a:ext>
              </a:extLst>
            </p:cNvPr>
            <p:cNvSpPr/>
            <p:nvPr/>
          </p:nvSpPr>
          <p:spPr>
            <a:xfrm>
              <a:off x="5377941" y="2055241"/>
              <a:ext cx="280670" cy="160020"/>
            </a:xfrm>
            <a:custGeom>
              <a:avLst/>
              <a:gdLst/>
              <a:ahLst/>
              <a:cxnLst/>
              <a:rect l="l" t="t" r="r" b="b"/>
              <a:pathLst>
                <a:path w="280670" h="160019">
                  <a:moveTo>
                    <a:pt x="16891" y="0"/>
                  </a:moveTo>
                  <a:lnTo>
                    <a:pt x="249428" y="100711"/>
                  </a:lnTo>
                  <a:lnTo>
                    <a:pt x="257937" y="81153"/>
                  </a:lnTo>
                  <a:lnTo>
                    <a:pt x="280162" y="137414"/>
                  </a:lnTo>
                  <a:lnTo>
                    <a:pt x="223901" y="159639"/>
                  </a:lnTo>
                  <a:lnTo>
                    <a:pt x="232410" y="139954"/>
                  </a:lnTo>
                  <a:lnTo>
                    <a:pt x="0" y="39243"/>
                  </a:lnTo>
                  <a:lnTo>
                    <a:pt x="16891" y="0"/>
                  </a:lnTo>
                  <a:close/>
                </a:path>
              </a:pathLst>
            </a:custGeom>
            <a:ln w="25400">
              <a:solidFill>
                <a:srgbClr val="B2B2B2"/>
              </a:solidFill>
            </a:ln>
          </p:spPr>
          <p:txBody>
            <a:bodyPr wrap="square" lIns="0" tIns="0" rIns="0" bIns="0" rtlCol="0"/>
            <a:lstStyle/>
            <a:p>
              <a:endParaRPr sz="2000"/>
            </a:p>
          </p:txBody>
        </p:sp>
      </p:grpSp>
      <p:grpSp>
        <p:nvGrpSpPr>
          <p:cNvPr id="119" name="object 48">
            <a:extLst>
              <a:ext uri="{FF2B5EF4-FFF2-40B4-BE49-F238E27FC236}">
                <a16:creationId xmlns:a16="http://schemas.microsoft.com/office/drawing/2014/main" id="{37E6CBC7-8A09-45D5-AD08-070F0A0F27E3}"/>
              </a:ext>
            </a:extLst>
          </p:cNvPr>
          <p:cNvGrpSpPr/>
          <p:nvPr/>
        </p:nvGrpSpPr>
        <p:grpSpPr>
          <a:xfrm>
            <a:off x="5964060" y="2630876"/>
            <a:ext cx="337256" cy="215900"/>
            <a:chOff x="5367654" y="2367788"/>
            <a:chExt cx="303530" cy="194310"/>
          </a:xfrm>
        </p:grpSpPr>
        <p:sp>
          <p:nvSpPr>
            <p:cNvPr id="120" name="object 49">
              <a:extLst>
                <a:ext uri="{FF2B5EF4-FFF2-40B4-BE49-F238E27FC236}">
                  <a16:creationId xmlns:a16="http://schemas.microsoft.com/office/drawing/2014/main" id="{975A5768-6623-432E-B888-179FF205FDC6}"/>
                </a:ext>
              </a:extLst>
            </p:cNvPr>
            <p:cNvSpPr/>
            <p:nvPr/>
          </p:nvSpPr>
          <p:spPr>
            <a:xfrm>
              <a:off x="5380354" y="2380488"/>
              <a:ext cx="278130" cy="168910"/>
            </a:xfrm>
            <a:custGeom>
              <a:avLst/>
              <a:gdLst/>
              <a:ahLst/>
              <a:cxnLst/>
              <a:rect l="l" t="t" r="r" b="b"/>
              <a:pathLst>
                <a:path w="278129" h="168910">
                  <a:moveTo>
                    <a:pt x="227457" y="0"/>
                  </a:moveTo>
                  <a:lnTo>
                    <a:pt x="235839" y="16891"/>
                  </a:lnTo>
                  <a:lnTo>
                    <a:pt x="0" y="134620"/>
                  </a:lnTo>
                  <a:lnTo>
                    <a:pt x="16891" y="168402"/>
                  </a:lnTo>
                  <a:lnTo>
                    <a:pt x="252603" y="50546"/>
                  </a:lnTo>
                  <a:lnTo>
                    <a:pt x="261112" y="67437"/>
                  </a:lnTo>
                  <a:lnTo>
                    <a:pt x="277876" y="16891"/>
                  </a:lnTo>
                  <a:lnTo>
                    <a:pt x="227457" y="0"/>
                  </a:lnTo>
                  <a:close/>
                </a:path>
              </a:pathLst>
            </a:custGeom>
            <a:solidFill>
              <a:srgbClr val="B2B2B2"/>
            </a:solidFill>
          </p:spPr>
          <p:txBody>
            <a:bodyPr wrap="square" lIns="0" tIns="0" rIns="0" bIns="0" rtlCol="0"/>
            <a:lstStyle/>
            <a:p>
              <a:endParaRPr sz="2000"/>
            </a:p>
          </p:txBody>
        </p:sp>
        <p:sp>
          <p:nvSpPr>
            <p:cNvPr id="121" name="object 50">
              <a:extLst>
                <a:ext uri="{FF2B5EF4-FFF2-40B4-BE49-F238E27FC236}">
                  <a16:creationId xmlns:a16="http://schemas.microsoft.com/office/drawing/2014/main" id="{7D211CFF-A59E-439C-9EA6-DAC643D8690E}"/>
                </a:ext>
              </a:extLst>
            </p:cNvPr>
            <p:cNvSpPr/>
            <p:nvPr/>
          </p:nvSpPr>
          <p:spPr>
            <a:xfrm>
              <a:off x="5380354" y="2380488"/>
              <a:ext cx="278130" cy="168910"/>
            </a:xfrm>
            <a:custGeom>
              <a:avLst/>
              <a:gdLst/>
              <a:ahLst/>
              <a:cxnLst/>
              <a:rect l="l" t="t" r="r" b="b"/>
              <a:pathLst>
                <a:path w="278129" h="168910">
                  <a:moveTo>
                    <a:pt x="0" y="134620"/>
                  </a:moveTo>
                  <a:lnTo>
                    <a:pt x="235839" y="16891"/>
                  </a:lnTo>
                  <a:lnTo>
                    <a:pt x="227457" y="0"/>
                  </a:lnTo>
                  <a:lnTo>
                    <a:pt x="277876" y="16891"/>
                  </a:lnTo>
                  <a:lnTo>
                    <a:pt x="261112" y="67437"/>
                  </a:lnTo>
                  <a:lnTo>
                    <a:pt x="252603" y="50546"/>
                  </a:lnTo>
                  <a:lnTo>
                    <a:pt x="16891" y="168402"/>
                  </a:lnTo>
                  <a:lnTo>
                    <a:pt x="0" y="134620"/>
                  </a:lnTo>
                  <a:close/>
                </a:path>
              </a:pathLst>
            </a:custGeom>
            <a:ln w="25400">
              <a:solidFill>
                <a:srgbClr val="B2B2B2"/>
              </a:solidFill>
            </a:ln>
          </p:spPr>
          <p:txBody>
            <a:bodyPr wrap="square" lIns="0" tIns="0" rIns="0" bIns="0" rtlCol="0"/>
            <a:lstStyle/>
            <a:p>
              <a:endParaRPr sz="2000"/>
            </a:p>
          </p:txBody>
        </p:sp>
      </p:grpSp>
      <p:grpSp>
        <p:nvGrpSpPr>
          <p:cNvPr id="122" name="object 51">
            <a:extLst>
              <a:ext uri="{FF2B5EF4-FFF2-40B4-BE49-F238E27FC236}">
                <a16:creationId xmlns:a16="http://schemas.microsoft.com/office/drawing/2014/main" id="{C85BCA16-E134-48CD-A5EB-911ED926C0BF}"/>
              </a:ext>
            </a:extLst>
          </p:cNvPr>
          <p:cNvGrpSpPr/>
          <p:nvPr/>
        </p:nvGrpSpPr>
        <p:grpSpPr>
          <a:xfrm>
            <a:off x="6363265" y="2229837"/>
            <a:ext cx="727428" cy="530578"/>
            <a:chOff x="5726938" y="2006853"/>
            <a:chExt cx="654685" cy="477520"/>
          </a:xfrm>
        </p:grpSpPr>
        <p:sp>
          <p:nvSpPr>
            <p:cNvPr id="123" name="object 52">
              <a:extLst>
                <a:ext uri="{FF2B5EF4-FFF2-40B4-BE49-F238E27FC236}">
                  <a16:creationId xmlns:a16="http://schemas.microsoft.com/office/drawing/2014/main" id="{35B90053-6904-4F93-8668-1464C7FB7623}"/>
                </a:ext>
              </a:extLst>
            </p:cNvPr>
            <p:cNvSpPr/>
            <p:nvPr/>
          </p:nvSpPr>
          <p:spPr>
            <a:xfrm>
              <a:off x="5733288" y="2013203"/>
              <a:ext cx="641985" cy="464820"/>
            </a:xfrm>
            <a:custGeom>
              <a:avLst/>
              <a:gdLst/>
              <a:ahLst/>
              <a:cxnLst/>
              <a:rect l="l" t="t" r="r" b="b"/>
              <a:pathLst>
                <a:path w="641985" h="464819">
                  <a:moveTo>
                    <a:pt x="564134" y="0"/>
                  </a:moveTo>
                  <a:lnTo>
                    <a:pt x="77470" y="0"/>
                  </a:lnTo>
                  <a:lnTo>
                    <a:pt x="47309" y="6086"/>
                  </a:lnTo>
                  <a:lnTo>
                    <a:pt x="22685" y="22685"/>
                  </a:lnTo>
                  <a:lnTo>
                    <a:pt x="6086" y="47309"/>
                  </a:lnTo>
                  <a:lnTo>
                    <a:pt x="0" y="77470"/>
                  </a:lnTo>
                  <a:lnTo>
                    <a:pt x="0" y="387350"/>
                  </a:lnTo>
                  <a:lnTo>
                    <a:pt x="6086" y="417510"/>
                  </a:lnTo>
                  <a:lnTo>
                    <a:pt x="22685" y="442134"/>
                  </a:lnTo>
                  <a:lnTo>
                    <a:pt x="47309" y="458733"/>
                  </a:lnTo>
                  <a:lnTo>
                    <a:pt x="77470" y="464820"/>
                  </a:lnTo>
                  <a:lnTo>
                    <a:pt x="564134" y="464820"/>
                  </a:lnTo>
                  <a:lnTo>
                    <a:pt x="594294" y="458733"/>
                  </a:lnTo>
                  <a:lnTo>
                    <a:pt x="618918" y="442134"/>
                  </a:lnTo>
                  <a:lnTo>
                    <a:pt x="635517" y="417510"/>
                  </a:lnTo>
                  <a:lnTo>
                    <a:pt x="641604" y="387350"/>
                  </a:lnTo>
                  <a:lnTo>
                    <a:pt x="641604" y="77470"/>
                  </a:lnTo>
                  <a:lnTo>
                    <a:pt x="635517" y="47309"/>
                  </a:lnTo>
                  <a:lnTo>
                    <a:pt x="618918" y="22685"/>
                  </a:lnTo>
                  <a:lnTo>
                    <a:pt x="594294" y="6086"/>
                  </a:lnTo>
                  <a:lnTo>
                    <a:pt x="564134" y="0"/>
                  </a:lnTo>
                  <a:close/>
                </a:path>
              </a:pathLst>
            </a:custGeom>
            <a:solidFill>
              <a:srgbClr val="FFB7B7"/>
            </a:solidFill>
          </p:spPr>
          <p:txBody>
            <a:bodyPr wrap="square" lIns="0" tIns="0" rIns="0" bIns="0" rtlCol="0"/>
            <a:lstStyle/>
            <a:p>
              <a:endParaRPr sz="2000"/>
            </a:p>
          </p:txBody>
        </p:sp>
        <p:sp>
          <p:nvSpPr>
            <p:cNvPr id="124" name="object 53">
              <a:extLst>
                <a:ext uri="{FF2B5EF4-FFF2-40B4-BE49-F238E27FC236}">
                  <a16:creationId xmlns:a16="http://schemas.microsoft.com/office/drawing/2014/main" id="{2F178AAE-BEC2-426E-B63E-494DCD813825}"/>
                </a:ext>
              </a:extLst>
            </p:cNvPr>
            <p:cNvSpPr/>
            <p:nvPr/>
          </p:nvSpPr>
          <p:spPr>
            <a:xfrm>
              <a:off x="5733288" y="2013203"/>
              <a:ext cx="641985" cy="464820"/>
            </a:xfrm>
            <a:custGeom>
              <a:avLst/>
              <a:gdLst/>
              <a:ahLst/>
              <a:cxnLst/>
              <a:rect l="l" t="t" r="r" b="b"/>
              <a:pathLst>
                <a:path w="641985" h="464819">
                  <a:moveTo>
                    <a:pt x="0" y="77470"/>
                  </a:moveTo>
                  <a:lnTo>
                    <a:pt x="6086" y="47309"/>
                  </a:lnTo>
                  <a:lnTo>
                    <a:pt x="22685" y="22685"/>
                  </a:lnTo>
                  <a:lnTo>
                    <a:pt x="47309" y="6086"/>
                  </a:lnTo>
                  <a:lnTo>
                    <a:pt x="77470" y="0"/>
                  </a:lnTo>
                  <a:lnTo>
                    <a:pt x="564134" y="0"/>
                  </a:lnTo>
                  <a:lnTo>
                    <a:pt x="594294" y="6086"/>
                  </a:lnTo>
                  <a:lnTo>
                    <a:pt x="618918" y="22685"/>
                  </a:lnTo>
                  <a:lnTo>
                    <a:pt x="635517" y="47309"/>
                  </a:lnTo>
                  <a:lnTo>
                    <a:pt x="641604" y="77470"/>
                  </a:lnTo>
                  <a:lnTo>
                    <a:pt x="641604" y="387350"/>
                  </a:lnTo>
                  <a:lnTo>
                    <a:pt x="635517" y="417510"/>
                  </a:lnTo>
                  <a:lnTo>
                    <a:pt x="618918" y="442134"/>
                  </a:lnTo>
                  <a:lnTo>
                    <a:pt x="594294" y="458733"/>
                  </a:lnTo>
                  <a:lnTo>
                    <a:pt x="564134" y="464820"/>
                  </a:lnTo>
                  <a:lnTo>
                    <a:pt x="77470" y="464820"/>
                  </a:lnTo>
                  <a:lnTo>
                    <a:pt x="47309" y="458733"/>
                  </a:lnTo>
                  <a:lnTo>
                    <a:pt x="22685" y="442134"/>
                  </a:lnTo>
                  <a:lnTo>
                    <a:pt x="6086" y="417510"/>
                  </a:lnTo>
                  <a:lnTo>
                    <a:pt x="0" y="387350"/>
                  </a:lnTo>
                  <a:lnTo>
                    <a:pt x="0" y="77470"/>
                  </a:lnTo>
                  <a:close/>
                </a:path>
              </a:pathLst>
            </a:custGeom>
            <a:ln w="12700">
              <a:solidFill>
                <a:srgbClr val="000000"/>
              </a:solidFill>
            </a:ln>
          </p:spPr>
          <p:txBody>
            <a:bodyPr wrap="square" lIns="0" tIns="0" rIns="0" bIns="0" rtlCol="0"/>
            <a:lstStyle/>
            <a:p>
              <a:endParaRPr sz="2000"/>
            </a:p>
          </p:txBody>
        </p:sp>
      </p:grpSp>
      <p:grpSp>
        <p:nvGrpSpPr>
          <p:cNvPr id="125" name="object 54">
            <a:extLst>
              <a:ext uri="{FF2B5EF4-FFF2-40B4-BE49-F238E27FC236}">
                <a16:creationId xmlns:a16="http://schemas.microsoft.com/office/drawing/2014/main" id="{42FCFBEC-1C07-4AE9-8E59-9FE418F182C3}"/>
              </a:ext>
            </a:extLst>
          </p:cNvPr>
          <p:cNvGrpSpPr/>
          <p:nvPr/>
        </p:nvGrpSpPr>
        <p:grpSpPr>
          <a:xfrm>
            <a:off x="7178323" y="2423442"/>
            <a:ext cx="607483" cy="218017"/>
            <a:chOff x="6460490" y="2181097"/>
            <a:chExt cx="546735" cy="196215"/>
          </a:xfrm>
        </p:grpSpPr>
        <p:sp>
          <p:nvSpPr>
            <p:cNvPr id="126" name="object 55">
              <a:extLst>
                <a:ext uri="{FF2B5EF4-FFF2-40B4-BE49-F238E27FC236}">
                  <a16:creationId xmlns:a16="http://schemas.microsoft.com/office/drawing/2014/main" id="{518075E8-AFAC-4033-9415-E9AEF8176048}"/>
                </a:ext>
              </a:extLst>
            </p:cNvPr>
            <p:cNvSpPr/>
            <p:nvPr/>
          </p:nvSpPr>
          <p:spPr>
            <a:xfrm>
              <a:off x="6473190" y="2237993"/>
              <a:ext cx="295910" cy="85725"/>
            </a:xfrm>
            <a:custGeom>
              <a:avLst/>
              <a:gdLst/>
              <a:ahLst/>
              <a:cxnLst/>
              <a:rect l="l" t="t" r="r" b="b"/>
              <a:pathLst>
                <a:path w="295909" h="85725">
                  <a:moveTo>
                    <a:pt x="252984" y="0"/>
                  </a:moveTo>
                  <a:lnTo>
                    <a:pt x="252984" y="21336"/>
                  </a:lnTo>
                  <a:lnTo>
                    <a:pt x="0" y="21336"/>
                  </a:lnTo>
                  <a:lnTo>
                    <a:pt x="0" y="64008"/>
                  </a:lnTo>
                  <a:lnTo>
                    <a:pt x="252984" y="64008"/>
                  </a:lnTo>
                  <a:lnTo>
                    <a:pt x="252984" y="85344"/>
                  </a:lnTo>
                  <a:lnTo>
                    <a:pt x="295656" y="42672"/>
                  </a:lnTo>
                  <a:lnTo>
                    <a:pt x="252984" y="0"/>
                  </a:lnTo>
                  <a:close/>
                </a:path>
              </a:pathLst>
            </a:custGeom>
            <a:solidFill>
              <a:srgbClr val="B2B2B2"/>
            </a:solidFill>
          </p:spPr>
          <p:txBody>
            <a:bodyPr wrap="square" lIns="0" tIns="0" rIns="0" bIns="0" rtlCol="0"/>
            <a:lstStyle/>
            <a:p>
              <a:endParaRPr sz="2000"/>
            </a:p>
          </p:txBody>
        </p:sp>
        <p:sp>
          <p:nvSpPr>
            <p:cNvPr id="127" name="object 56">
              <a:extLst>
                <a:ext uri="{FF2B5EF4-FFF2-40B4-BE49-F238E27FC236}">
                  <a16:creationId xmlns:a16="http://schemas.microsoft.com/office/drawing/2014/main" id="{1D68EA1F-9195-4DCD-A881-5C39DBE53CC6}"/>
                </a:ext>
              </a:extLst>
            </p:cNvPr>
            <p:cNvSpPr/>
            <p:nvPr/>
          </p:nvSpPr>
          <p:spPr>
            <a:xfrm>
              <a:off x="6473190" y="2237993"/>
              <a:ext cx="295910" cy="85725"/>
            </a:xfrm>
            <a:custGeom>
              <a:avLst/>
              <a:gdLst/>
              <a:ahLst/>
              <a:cxnLst/>
              <a:rect l="l" t="t" r="r" b="b"/>
              <a:pathLst>
                <a:path w="295909" h="85725">
                  <a:moveTo>
                    <a:pt x="0" y="21336"/>
                  </a:moveTo>
                  <a:lnTo>
                    <a:pt x="252984" y="21336"/>
                  </a:lnTo>
                  <a:lnTo>
                    <a:pt x="252984" y="0"/>
                  </a:lnTo>
                  <a:lnTo>
                    <a:pt x="295656" y="42672"/>
                  </a:lnTo>
                  <a:lnTo>
                    <a:pt x="252984" y="85344"/>
                  </a:lnTo>
                  <a:lnTo>
                    <a:pt x="252984" y="64008"/>
                  </a:lnTo>
                  <a:lnTo>
                    <a:pt x="0" y="64008"/>
                  </a:lnTo>
                  <a:lnTo>
                    <a:pt x="0" y="21336"/>
                  </a:lnTo>
                  <a:close/>
                </a:path>
              </a:pathLst>
            </a:custGeom>
            <a:ln w="25400">
              <a:solidFill>
                <a:srgbClr val="B2B2B2"/>
              </a:solidFill>
            </a:ln>
          </p:spPr>
          <p:txBody>
            <a:bodyPr wrap="square" lIns="0" tIns="0" rIns="0" bIns="0" rtlCol="0"/>
            <a:lstStyle/>
            <a:p>
              <a:endParaRPr sz="2000"/>
            </a:p>
          </p:txBody>
        </p:sp>
        <p:sp>
          <p:nvSpPr>
            <p:cNvPr id="128" name="object 57">
              <a:extLst>
                <a:ext uri="{FF2B5EF4-FFF2-40B4-BE49-F238E27FC236}">
                  <a16:creationId xmlns:a16="http://schemas.microsoft.com/office/drawing/2014/main" id="{BB1E27D5-7786-4110-B73A-56692EAA3F89}"/>
                </a:ext>
              </a:extLst>
            </p:cNvPr>
            <p:cNvSpPr/>
            <p:nvPr/>
          </p:nvSpPr>
          <p:spPr>
            <a:xfrm>
              <a:off x="6820154" y="2181097"/>
              <a:ext cx="186944" cy="196088"/>
            </a:xfrm>
            <a:prstGeom prst="rect">
              <a:avLst/>
            </a:prstGeom>
            <a:blipFill>
              <a:blip r:embed="rId3" cstate="print"/>
              <a:stretch>
                <a:fillRect/>
              </a:stretch>
            </a:blipFill>
          </p:spPr>
          <p:txBody>
            <a:bodyPr wrap="square" lIns="0" tIns="0" rIns="0" bIns="0" rtlCol="0"/>
            <a:lstStyle/>
            <a:p>
              <a:endParaRPr sz="2000"/>
            </a:p>
          </p:txBody>
        </p:sp>
      </p:grpSp>
      <p:sp>
        <p:nvSpPr>
          <p:cNvPr id="129" name="object 58">
            <a:extLst>
              <a:ext uri="{FF2B5EF4-FFF2-40B4-BE49-F238E27FC236}">
                <a16:creationId xmlns:a16="http://schemas.microsoft.com/office/drawing/2014/main" id="{85A69E44-9163-47D4-9FDB-DC3395C7346F}"/>
              </a:ext>
            </a:extLst>
          </p:cNvPr>
          <p:cNvSpPr txBox="1"/>
          <p:nvPr/>
        </p:nvSpPr>
        <p:spPr>
          <a:xfrm>
            <a:off x="5129531" y="2090645"/>
            <a:ext cx="3282950" cy="1156236"/>
          </a:xfrm>
          <a:prstGeom prst="rect">
            <a:avLst/>
          </a:prstGeom>
        </p:spPr>
        <p:txBody>
          <a:bodyPr vert="horz" wrap="square" lIns="0" tIns="14817" rIns="0" bIns="0" rtlCol="0">
            <a:spAutoFit/>
          </a:bodyPr>
          <a:lstStyle/>
          <a:p>
            <a:pPr marL="2211895" algn="ctr">
              <a:lnSpc>
                <a:spcPts val="1650"/>
              </a:lnSpc>
              <a:spcBef>
                <a:spcPts val="117"/>
              </a:spcBef>
            </a:pPr>
            <a:r>
              <a:rPr sz="1556" b="1" spc="-6" dirty="0">
                <a:latin typeface="Arial"/>
                <a:cs typeface="Arial"/>
              </a:rPr>
              <a:t>Loss</a:t>
            </a:r>
            <a:r>
              <a:rPr sz="1556" b="1" spc="-94" dirty="0">
                <a:latin typeface="Arial"/>
                <a:cs typeface="Arial"/>
              </a:rPr>
              <a:t> </a:t>
            </a:r>
            <a:r>
              <a:rPr sz="1556" b="1" dirty="0">
                <a:latin typeface="Arial"/>
                <a:cs typeface="Arial"/>
              </a:rPr>
              <a:t>Value</a:t>
            </a:r>
            <a:endParaRPr sz="1556" dirty="0">
              <a:latin typeface="Arial"/>
              <a:cs typeface="Arial"/>
            </a:endParaRPr>
          </a:p>
          <a:p>
            <a:pPr marR="78316" algn="ctr">
              <a:lnSpc>
                <a:spcPts val="1383"/>
              </a:lnSpc>
            </a:pPr>
            <a:r>
              <a:rPr sz="1333" spc="-6" dirty="0">
                <a:latin typeface="Arial"/>
                <a:cs typeface="Arial"/>
              </a:rPr>
              <a:t>Loss</a:t>
            </a:r>
            <a:endParaRPr sz="1333" dirty="0">
              <a:latin typeface="Arial"/>
              <a:cs typeface="Arial"/>
            </a:endParaRPr>
          </a:p>
          <a:p>
            <a:pPr marR="77610" algn="ctr"/>
            <a:r>
              <a:rPr sz="1333" spc="-6" dirty="0">
                <a:latin typeface="Arial"/>
                <a:cs typeface="Arial"/>
              </a:rPr>
              <a:t>Function</a:t>
            </a:r>
            <a:endParaRPr sz="1333" dirty="0">
              <a:latin typeface="Arial"/>
              <a:cs typeface="Arial"/>
            </a:endParaRPr>
          </a:p>
          <a:p>
            <a:pPr>
              <a:spcBef>
                <a:spcPts val="17"/>
              </a:spcBef>
            </a:pPr>
            <a:endParaRPr sz="1944" dirty="0">
              <a:latin typeface="Arial"/>
              <a:cs typeface="Arial"/>
            </a:endParaRPr>
          </a:p>
          <a:p>
            <a:pPr marL="14111">
              <a:spcBef>
                <a:spcPts val="6"/>
              </a:spcBef>
            </a:pPr>
            <a:r>
              <a:rPr sz="1556" b="1" spc="-6" dirty="0">
                <a:latin typeface="Arial"/>
                <a:cs typeface="Arial"/>
              </a:rPr>
              <a:t>Ground</a:t>
            </a:r>
            <a:r>
              <a:rPr sz="1556" b="1" spc="-33" dirty="0">
                <a:latin typeface="Arial"/>
                <a:cs typeface="Arial"/>
              </a:rPr>
              <a:t> </a:t>
            </a:r>
            <a:r>
              <a:rPr sz="1556" b="1" spc="-6" dirty="0">
                <a:latin typeface="Arial"/>
                <a:cs typeface="Arial"/>
              </a:rPr>
              <a:t>Truth</a:t>
            </a:r>
            <a:endParaRPr sz="1556" dirty="0">
              <a:latin typeface="Arial"/>
              <a:cs typeface="Arial"/>
            </a:endParaRPr>
          </a:p>
        </p:txBody>
      </p:sp>
      <p:sp>
        <p:nvSpPr>
          <p:cNvPr id="130" name="object 59">
            <a:extLst>
              <a:ext uri="{FF2B5EF4-FFF2-40B4-BE49-F238E27FC236}">
                <a16:creationId xmlns:a16="http://schemas.microsoft.com/office/drawing/2014/main" id="{DB1B364E-211E-4440-BE4C-0AEB31997877}"/>
              </a:ext>
            </a:extLst>
          </p:cNvPr>
          <p:cNvSpPr/>
          <p:nvPr/>
        </p:nvSpPr>
        <p:spPr>
          <a:xfrm>
            <a:off x="843283" y="1271692"/>
            <a:ext cx="4768850" cy="1751189"/>
          </a:xfrm>
          <a:custGeom>
            <a:avLst/>
            <a:gdLst/>
            <a:ahLst/>
            <a:cxnLst/>
            <a:rect l="l" t="t" r="r" b="b"/>
            <a:pathLst>
              <a:path w="4291965" h="1576070">
                <a:moveTo>
                  <a:pt x="4291584" y="0"/>
                </a:moveTo>
                <a:lnTo>
                  <a:pt x="0" y="0"/>
                </a:lnTo>
                <a:lnTo>
                  <a:pt x="0" y="1575816"/>
                </a:lnTo>
                <a:lnTo>
                  <a:pt x="4291584" y="1575816"/>
                </a:lnTo>
                <a:lnTo>
                  <a:pt x="4291584" y="0"/>
                </a:lnTo>
                <a:close/>
              </a:path>
            </a:pathLst>
          </a:custGeom>
          <a:solidFill>
            <a:srgbClr val="FFFFFF">
              <a:alpha val="79998"/>
            </a:srgbClr>
          </a:solidFill>
        </p:spPr>
        <p:txBody>
          <a:bodyPr wrap="square" lIns="0" tIns="0" rIns="0" bIns="0" rtlCol="0"/>
          <a:lstStyle/>
          <a:p>
            <a:endParaRPr sz="2000"/>
          </a:p>
        </p:txBody>
      </p:sp>
      <p:sp>
        <p:nvSpPr>
          <p:cNvPr id="131" name="object 60">
            <a:extLst>
              <a:ext uri="{FF2B5EF4-FFF2-40B4-BE49-F238E27FC236}">
                <a16:creationId xmlns:a16="http://schemas.microsoft.com/office/drawing/2014/main" id="{E631CDBE-FDBF-4951-807F-EEC31EF8E174}"/>
              </a:ext>
            </a:extLst>
          </p:cNvPr>
          <p:cNvSpPr txBox="1"/>
          <p:nvPr/>
        </p:nvSpPr>
        <p:spPr>
          <a:xfrm>
            <a:off x="5389316" y="1713370"/>
            <a:ext cx="675217"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O</a:t>
            </a:r>
            <a:r>
              <a:rPr sz="1556" b="1" spc="-11" dirty="0">
                <a:latin typeface="Arial"/>
                <a:cs typeface="Arial"/>
              </a:rPr>
              <a:t>u</a:t>
            </a:r>
            <a:r>
              <a:rPr sz="1556" b="1" dirty="0">
                <a:latin typeface="Arial"/>
                <a:cs typeface="Arial"/>
              </a:rPr>
              <a:t>t</a:t>
            </a:r>
            <a:r>
              <a:rPr sz="1556" b="1" spc="-11" dirty="0">
                <a:latin typeface="Arial"/>
                <a:cs typeface="Arial"/>
              </a:rPr>
              <a:t>pu</a:t>
            </a:r>
            <a:r>
              <a:rPr sz="1556" b="1" dirty="0">
                <a:latin typeface="Arial"/>
                <a:cs typeface="Arial"/>
              </a:rPr>
              <a:t>t</a:t>
            </a:r>
            <a:endParaRPr sz="1556">
              <a:latin typeface="Arial"/>
              <a:cs typeface="Arial"/>
            </a:endParaRPr>
          </a:p>
        </p:txBody>
      </p:sp>
    </p:spTree>
    <p:extLst>
      <p:ext uri="{BB962C8B-B14F-4D97-AF65-F5344CB8AC3E}">
        <p14:creationId xmlns:p14="http://schemas.microsoft.com/office/powerpoint/2010/main" val="300190661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a:t>Backward Pass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18</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35" name="Content Placeholder 2">
            <a:extLst>
              <a:ext uri="{FF2B5EF4-FFF2-40B4-BE49-F238E27FC236}">
                <a16:creationId xmlns:a16="http://schemas.microsoft.com/office/drawing/2014/main" id="{5DF2EACA-DB30-4A1F-A6E7-21E603D79F1C}"/>
              </a:ext>
            </a:extLst>
          </p:cNvPr>
          <p:cNvSpPr txBox="1">
            <a:spLocks/>
          </p:cNvSpPr>
          <p:nvPr/>
        </p:nvSpPr>
        <p:spPr bwMode="auto">
          <a:xfrm>
            <a:off x="116681" y="3096829"/>
            <a:ext cx="8834438" cy="3621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marL="356305">
              <a:spcBef>
                <a:spcPts val="872"/>
              </a:spcBef>
              <a:buClr>
                <a:srgbClr val="B2B2B2"/>
              </a:buClr>
              <a:tabLst>
                <a:tab pos="332313" algn="l"/>
                <a:tab pos="333019" algn="l"/>
              </a:tabLst>
            </a:pPr>
            <a:r>
              <a:rPr lang="en-US" altLang="zh-CN" b="1" spc="-6" dirty="0">
                <a:latin typeface="Trebuchet MS"/>
                <a:cs typeface="Trebuchet MS"/>
              </a:rPr>
              <a:t>Goal: </a:t>
            </a:r>
            <a:r>
              <a:rPr lang="en-US" altLang="zh-CN" dirty="0">
                <a:latin typeface="Trebuchet MS"/>
                <a:cs typeface="Trebuchet MS"/>
              </a:rPr>
              <a:t>compute </a:t>
            </a:r>
            <a:r>
              <a:rPr lang="en-US" altLang="zh-CN" spc="-6" dirty="0">
                <a:latin typeface="Trebuchet MS"/>
                <a:cs typeface="Trebuchet MS"/>
              </a:rPr>
              <a:t>the gradients to the layer</a:t>
            </a:r>
            <a:r>
              <a:rPr lang="en-US" altLang="zh-CN" spc="-33" dirty="0">
                <a:latin typeface="Trebuchet MS"/>
                <a:cs typeface="Trebuchet MS"/>
              </a:rPr>
              <a:t> </a:t>
            </a:r>
            <a:r>
              <a:rPr lang="en-US" altLang="zh-CN" spc="-6" dirty="0">
                <a:latin typeface="Trebuchet MS"/>
                <a:cs typeface="Trebuchet MS"/>
              </a:rPr>
              <a:t>weights</a:t>
            </a:r>
            <a:endParaRPr lang="en-US" altLang="zh-CN" dirty="0">
              <a:latin typeface="Trebuchet MS"/>
              <a:cs typeface="Trebuchet MS"/>
            </a:endParaRPr>
          </a:p>
          <a:p>
            <a:pPr marL="356305">
              <a:spcBef>
                <a:spcPts val="756"/>
              </a:spcBef>
              <a:buClr>
                <a:srgbClr val="B2B2B2"/>
              </a:buClr>
              <a:tabLst>
                <a:tab pos="332313" algn="l"/>
                <a:tab pos="333019" algn="l"/>
              </a:tabLst>
            </a:pPr>
            <a:r>
              <a:rPr lang="en-US" altLang="zh-CN" b="1" spc="-6" dirty="0">
                <a:latin typeface="Trebuchet MS"/>
                <a:cs typeface="Trebuchet MS"/>
              </a:rPr>
              <a:t>Implementation:</a:t>
            </a:r>
            <a:r>
              <a:rPr lang="en-US" altLang="zh-CN" spc="-6" dirty="0">
                <a:latin typeface="Trebuchet MS"/>
                <a:cs typeface="Trebuchet MS"/>
              </a:rPr>
              <a:t> </a:t>
            </a:r>
            <a:r>
              <a:rPr lang="en-US" altLang="zh-CN" dirty="0">
                <a:latin typeface="Trebuchet MS"/>
                <a:cs typeface="Trebuchet MS"/>
              </a:rPr>
              <a:t>“back </a:t>
            </a:r>
            <a:r>
              <a:rPr lang="en-US" altLang="zh-CN" spc="-6" dirty="0">
                <a:latin typeface="Trebuchet MS"/>
                <a:cs typeface="Trebuchet MS"/>
              </a:rPr>
              <a:t>propagating” the </a:t>
            </a:r>
            <a:r>
              <a:rPr lang="en-US" altLang="zh-CN" dirty="0">
                <a:latin typeface="Trebuchet MS"/>
                <a:cs typeface="Trebuchet MS"/>
              </a:rPr>
              <a:t>loss </a:t>
            </a:r>
            <a:r>
              <a:rPr lang="en-US" altLang="zh-CN" spc="-6" dirty="0">
                <a:latin typeface="Trebuchet MS"/>
                <a:cs typeface="Trebuchet MS"/>
              </a:rPr>
              <a:t>through layers</a:t>
            </a:r>
            <a:endParaRPr lang="en-US" altLang="zh-CN" dirty="0">
              <a:latin typeface="Trebuchet MS"/>
              <a:cs typeface="Trebuchet MS"/>
            </a:endParaRPr>
          </a:p>
          <a:p>
            <a:pPr marL="736597" lvl="1" indent="-342900">
              <a:spcBef>
                <a:spcPts val="789"/>
              </a:spcBef>
              <a:buClr>
                <a:srgbClr val="B2B2B2"/>
              </a:buClr>
              <a:buFont typeface="Wingdings" panose="05000000000000000000" pitchFamily="2" charset="2"/>
              <a:buChar char="n"/>
              <a:tabLst>
                <a:tab pos="713310" algn="l"/>
                <a:tab pos="714015" algn="l"/>
              </a:tabLst>
            </a:pPr>
            <a:r>
              <a:rPr lang="en-US" altLang="zh-CN" sz="2400" spc="-6" dirty="0">
                <a:latin typeface="Trebuchet MS"/>
                <a:cs typeface="Trebuchet MS"/>
              </a:rPr>
              <a:t>Each layer computes weight gradient, used to update the</a:t>
            </a:r>
            <a:r>
              <a:rPr lang="en-US" altLang="zh-CN" sz="2400" spc="94" dirty="0">
                <a:latin typeface="Trebuchet MS"/>
                <a:cs typeface="Trebuchet MS"/>
              </a:rPr>
              <a:t> </a:t>
            </a:r>
            <a:r>
              <a:rPr lang="en-US" altLang="zh-CN" sz="2400" spc="-6" dirty="0">
                <a:latin typeface="Trebuchet MS"/>
                <a:cs typeface="Trebuchet MS"/>
              </a:rPr>
              <a:t>weights</a:t>
            </a:r>
            <a:endParaRPr lang="en-US" altLang="zh-CN" sz="2400" dirty="0">
              <a:latin typeface="Trebuchet MS"/>
              <a:cs typeface="Trebuchet MS"/>
            </a:endParaRPr>
          </a:p>
          <a:p>
            <a:pPr marL="736597" lvl="1" indent="-342900">
              <a:spcBef>
                <a:spcPts val="783"/>
              </a:spcBef>
              <a:buClr>
                <a:srgbClr val="B2B2B2"/>
              </a:buClr>
              <a:buFont typeface="Wingdings" panose="05000000000000000000" pitchFamily="2" charset="2"/>
              <a:buChar char="n"/>
              <a:tabLst>
                <a:tab pos="713310" algn="l"/>
                <a:tab pos="714015" algn="l"/>
              </a:tabLst>
            </a:pPr>
            <a:r>
              <a:rPr lang="en-US" altLang="zh-CN" sz="2400" spc="-6" dirty="0">
                <a:latin typeface="Trebuchet MS"/>
                <a:cs typeface="Trebuchet MS"/>
              </a:rPr>
              <a:t>Each layer computes activation gradient, to be </a:t>
            </a:r>
            <a:r>
              <a:rPr lang="en-US" altLang="zh-CN" sz="2400" spc="-11" dirty="0">
                <a:latin typeface="Trebuchet MS"/>
                <a:cs typeface="Trebuchet MS"/>
              </a:rPr>
              <a:t>backpropagated </a:t>
            </a:r>
            <a:r>
              <a:rPr lang="en-US" altLang="zh-CN" sz="2400" spc="-6" dirty="0">
                <a:latin typeface="Trebuchet MS"/>
                <a:cs typeface="Trebuchet MS"/>
              </a:rPr>
              <a:t>to preceding</a:t>
            </a:r>
            <a:r>
              <a:rPr lang="en-US" altLang="zh-CN" sz="2400" spc="206" dirty="0">
                <a:latin typeface="Trebuchet MS"/>
                <a:cs typeface="Trebuchet MS"/>
              </a:rPr>
              <a:t> </a:t>
            </a:r>
            <a:r>
              <a:rPr lang="en-US" altLang="zh-CN" sz="2400" spc="-6" dirty="0">
                <a:latin typeface="Trebuchet MS"/>
                <a:cs typeface="Trebuchet MS"/>
              </a:rPr>
              <a:t>layer</a:t>
            </a:r>
            <a:endParaRPr lang="en-US" altLang="zh-CN" sz="2400" dirty="0">
              <a:latin typeface="Trebuchet MS"/>
              <a:cs typeface="Trebuchet MS"/>
            </a:endParaRPr>
          </a:p>
          <a:p>
            <a:pPr lvl="1"/>
            <a:endParaRPr lang="en-US" altLang="zh-CN" sz="2400"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spc="-11" dirty="0">
              <a:latin typeface="Trebuchet MS"/>
              <a:cs typeface="Trebuchet MS"/>
            </a:endParaRPr>
          </a:p>
          <a:p>
            <a:pPr marL="659338" lvl="1" indent="-318908">
              <a:spcBef>
                <a:spcPts val="783"/>
              </a:spcBef>
              <a:buClr>
                <a:srgbClr val="B2B2B2"/>
              </a:buClr>
              <a:buFont typeface="Arial"/>
              <a:buChar char="•"/>
              <a:tabLst>
                <a:tab pos="332313" algn="l"/>
                <a:tab pos="333019" algn="l"/>
              </a:tabLst>
            </a:pPr>
            <a:endParaRPr lang="en-US" altLang="zh-CN" sz="2400" dirty="0">
              <a:latin typeface="Trebuchet MS"/>
              <a:cs typeface="Trebuchet MS"/>
            </a:endParaRPr>
          </a:p>
          <a:p>
            <a:pPr lvl="1"/>
            <a:endParaRPr lang="en-US" altLang="en-US" kern="0" dirty="0">
              <a:ea typeface="ＭＳ Ｐゴシック" panose="020B0600070205080204" pitchFamily="34" charset="-128"/>
            </a:endParaRPr>
          </a:p>
          <a:p>
            <a:pPr lvl="1"/>
            <a:endParaRPr lang="en-US" altLang="en-US" kern="0" dirty="0">
              <a:ea typeface="ＭＳ Ｐゴシック" panose="020B0600070205080204" pitchFamily="34" charset="-128"/>
            </a:endParaRPr>
          </a:p>
        </p:txBody>
      </p:sp>
      <p:grpSp>
        <p:nvGrpSpPr>
          <p:cNvPr id="63" name="object 4">
            <a:extLst>
              <a:ext uri="{FF2B5EF4-FFF2-40B4-BE49-F238E27FC236}">
                <a16:creationId xmlns:a16="http://schemas.microsoft.com/office/drawing/2014/main" id="{11D4EE95-E5AF-48F6-A622-0C1C5457691C}"/>
              </a:ext>
            </a:extLst>
          </p:cNvPr>
          <p:cNvGrpSpPr/>
          <p:nvPr/>
        </p:nvGrpSpPr>
        <p:grpSpPr>
          <a:xfrm>
            <a:off x="1718451" y="1143000"/>
            <a:ext cx="520700" cy="1432983"/>
            <a:chOff x="1767649" y="1389697"/>
            <a:chExt cx="468630" cy="1289685"/>
          </a:xfrm>
        </p:grpSpPr>
        <p:sp>
          <p:nvSpPr>
            <p:cNvPr id="64" name="object 5">
              <a:extLst>
                <a:ext uri="{FF2B5EF4-FFF2-40B4-BE49-F238E27FC236}">
                  <a16:creationId xmlns:a16="http://schemas.microsoft.com/office/drawing/2014/main" id="{7DFFAFF9-17BE-4118-AFC5-76B769F97A4C}"/>
                </a:ext>
              </a:extLst>
            </p:cNvPr>
            <p:cNvSpPr/>
            <p:nvPr/>
          </p:nvSpPr>
          <p:spPr>
            <a:xfrm>
              <a:off x="1772411" y="1394459"/>
              <a:ext cx="459105" cy="1280160"/>
            </a:xfrm>
            <a:custGeom>
              <a:avLst/>
              <a:gdLst/>
              <a:ahLst/>
              <a:cxnLst/>
              <a:rect l="l" t="t" r="r" b="b"/>
              <a:pathLst>
                <a:path w="459105"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65" name="object 6">
              <a:extLst>
                <a:ext uri="{FF2B5EF4-FFF2-40B4-BE49-F238E27FC236}">
                  <a16:creationId xmlns:a16="http://schemas.microsoft.com/office/drawing/2014/main" id="{08196473-A3C6-4A83-AB1E-50E50CE8301C}"/>
                </a:ext>
              </a:extLst>
            </p:cNvPr>
            <p:cNvSpPr/>
            <p:nvPr/>
          </p:nvSpPr>
          <p:spPr>
            <a:xfrm>
              <a:off x="1772411" y="1394459"/>
              <a:ext cx="459105" cy="1280160"/>
            </a:xfrm>
            <a:custGeom>
              <a:avLst/>
              <a:gdLst/>
              <a:ahLst/>
              <a:cxnLst/>
              <a:rect l="l" t="t" r="r" b="b"/>
              <a:pathLst>
                <a:path w="459105"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66" name="object 7">
            <a:extLst>
              <a:ext uri="{FF2B5EF4-FFF2-40B4-BE49-F238E27FC236}">
                <a16:creationId xmlns:a16="http://schemas.microsoft.com/office/drawing/2014/main" id="{2FA1D655-8366-4382-AC5A-EBB15A1D9458}"/>
              </a:ext>
            </a:extLst>
          </p:cNvPr>
          <p:cNvSpPr txBox="1"/>
          <p:nvPr/>
        </p:nvSpPr>
        <p:spPr>
          <a:xfrm>
            <a:off x="1785551" y="1765793"/>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67" name="object 8">
            <a:extLst>
              <a:ext uri="{FF2B5EF4-FFF2-40B4-BE49-F238E27FC236}">
                <a16:creationId xmlns:a16="http://schemas.microsoft.com/office/drawing/2014/main" id="{DA5341F5-B9A4-450A-B452-2593553E0EEC}"/>
              </a:ext>
            </a:extLst>
          </p:cNvPr>
          <p:cNvGrpSpPr/>
          <p:nvPr/>
        </p:nvGrpSpPr>
        <p:grpSpPr>
          <a:xfrm>
            <a:off x="3074811" y="1351279"/>
            <a:ext cx="520700" cy="1055511"/>
            <a:chOff x="2988373" y="1577149"/>
            <a:chExt cx="468630" cy="949960"/>
          </a:xfrm>
        </p:grpSpPr>
        <p:sp>
          <p:nvSpPr>
            <p:cNvPr id="68" name="object 9">
              <a:extLst>
                <a:ext uri="{FF2B5EF4-FFF2-40B4-BE49-F238E27FC236}">
                  <a16:creationId xmlns:a16="http://schemas.microsoft.com/office/drawing/2014/main" id="{72DA4FCB-9842-4C0E-B4C1-AC0C7FC60372}"/>
                </a:ext>
              </a:extLst>
            </p:cNvPr>
            <p:cNvSpPr/>
            <p:nvPr/>
          </p:nvSpPr>
          <p:spPr>
            <a:xfrm>
              <a:off x="2993136" y="1581911"/>
              <a:ext cx="459105" cy="940435"/>
            </a:xfrm>
            <a:custGeom>
              <a:avLst/>
              <a:gdLst/>
              <a:ahLst/>
              <a:cxnLst/>
              <a:rect l="l" t="t" r="r" b="b"/>
              <a:pathLst>
                <a:path w="459104" h="940435">
                  <a:moveTo>
                    <a:pt x="229362" y="0"/>
                  </a:moveTo>
                  <a:lnTo>
                    <a:pt x="168407" y="16790"/>
                  </a:lnTo>
                  <a:lnTo>
                    <a:pt x="113622" y="64177"/>
                  </a:lnTo>
                  <a:lnTo>
                    <a:pt x="89228" y="97945"/>
                  </a:lnTo>
                  <a:lnTo>
                    <a:pt x="67198" y="137683"/>
                  </a:lnTo>
                  <a:lnTo>
                    <a:pt x="47806" y="182833"/>
                  </a:lnTo>
                  <a:lnTo>
                    <a:pt x="31326" y="232833"/>
                  </a:lnTo>
                  <a:lnTo>
                    <a:pt x="18032" y="287125"/>
                  </a:lnTo>
                  <a:lnTo>
                    <a:pt x="8196" y="345148"/>
                  </a:lnTo>
                  <a:lnTo>
                    <a:pt x="2094" y="406345"/>
                  </a:lnTo>
                  <a:lnTo>
                    <a:pt x="0" y="470154"/>
                  </a:lnTo>
                  <a:lnTo>
                    <a:pt x="2094" y="533962"/>
                  </a:lnTo>
                  <a:lnTo>
                    <a:pt x="8196" y="595159"/>
                  </a:lnTo>
                  <a:lnTo>
                    <a:pt x="18032" y="653182"/>
                  </a:lnTo>
                  <a:lnTo>
                    <a:pt x="31326" y="707474"/>
                  </a:lnTo>
                  <a:lnTo>
                    <a:pt x="47806" y="757474"/>
                  </a:lnTo>
                  <a:lnTo>
                    <a:pt x="67198" y="802624"/>
                  </a:lnTo>
                  <a:lnTo>
                    <a:pt x="89228" y="842362"/>
                  </a:lnTo>
                  <a:lnTo>
                    <a:pt x="113622" y="876130"/>
                  </a:lnTo>
                  <a:lnTo>
                    <a:pt x="168407" y="923517"/>
                  </a:lnTo>
                  <a:lnTo>
                    <a:pt x="229362" y="940308"/>
                  </a:lnTo>
                  <a:lnTo>
                    <a:pt x="260473" y="936017"/>
                  </a:lnTo>
                  <a:lnTo>
                    <a:pt x="318617" y="903368"/>
                  </a:lnTo>
                  <a:lnTo>
                    <a:pt x="369495" y="842362"/>
                  </a:lnTo>
                  <a:lnTo>
                    <a:pt x="391525" y="802624"/>
                  </a:lnTo>
                  <a:lnTo>
                    <a:pt x="410917" y="757474"/>
                  </a:lnTo>
                  <a:lnTo>
                    <a:pt x="427397" y="707474"/>
                  </a:lnTo>
                  <a:lnTo>
                    <a:pt x="440691" y="653182"/>
                  </a:lnTo>
                  <a:lnTo>
                    <a:pt x="450527" y="595159"/>
                  </a:lnTo>
                  <a:lnTo>
                    <a:pt x="456629" y="533962"/>
                  </a:lnTo>
                  <a:lnTo>
                    <a:pt x="458724" y="470154"/>
                  </a:lnTo>
                  <a:lnTo>
                    <a:pt x="456629" y="406345"/>
                  </a:lnTo>
                  <a:lnTo>
                    <a:pt x="450527" y="345148"/>
                  </a:lnTo>
                  <a:lnTo>
                    <a:pt x="440691" y="287125"/>
                  </a:lnTo>
                  <a:lnTo>
                    <a:pt x="427397" y="232833"/>
                  </a:lnTo>
                  <a:lnTo>
                    <a:pt x="410917" y="182833"/>
                  </a:lnTo>
                  <a:lnTo>
                    <a:pt x="391525" y="137683"/>
                  </a:lnTo>
                  <a:lnTo>
                    <a:pt x="369495" y="97945"/>
                  </a:lnTo>
                  <a:lnTo>
                    <a:pt x="345101" y="64177"/>
                  </a:lnTo>
                  <a:lnTo>
                    <a:pt x="290316" y="16790"/>
                  </a:lnTo>
                  <a:lnTo>
                    <a:pt x="229362" y="0"/>
                  </a:lnTo>
                  <a:close/>
                </a:path>
              </a:pathLst>
            </a:custGeom>
            <a:solidFill>
              <a:srgbClr val="E3C2F5"/>
            </a:solidFill>
          </p:spPr>
          <p:txBody>
            <a:bodyPr wrap="square" lIns="0" tIns="0" rIns="0" bIns="0" rtlCol="0"/>
            <a:lstStyle/>
            <a:p>
              <a:endParaRPr sz="2000"/>
            </a:p>
          </p:txBody>
        </p:sp>
        <p:sp>
          <p:nvSpPr>
            <p:cNvPr id="69" name="object 10">
              <a:extLst>
                <a:ext uri="{FF2B5EF4-FFF2-40B4-BE49-F238E27FC236}">
                  <a16:creationId xmlns:a16="http://schemas.microsoft.com/office/drawing/2014/main" id="{BB5F3AC3-D3D7-4FAC-83D0-0AB32F0E08EA}"/>
                </a:ext>
              </a:extLst>
            </p:cNvPr>
            <p:cNvSpPr/>
            <p:nvPr/>
          </p:nvSpPr>
          <p:spPr>
            <a:xfrm>
              <a:off x="2993136" y="1581911"/>
              <a:ext cx="459105" cy="940435"/>
            </a:xfrm>
            <a:custGeom>
              <a:avLst/>
              <a:gdLst/>
              <a:ahLst/>
              <a:cxnLst/>
              <a:rect l="l" t="t" r="r" b="b"/>
              <a:pathLst>
                <a:path w="459104" h="940435">
                  <a:moveTo>
                    <a:pt x="0" y="470154"/>
                  </a:moveTo>
                  <a:lnTo>
                    <a:pt x="2094" y="406345"/>
                  </a:lnTo>
                  <a:lnTo>
                    <a:pt x="8196" y="345148"/>
                  </a:lnTo>
                  <a:lnTo>
                    <a:pt x="18032" y="287125"/>
                  </a:lnTo>
                  <a:lnTo>
                    <a:pt x="31326" y="232833"/>
                  </a:lnTo>
                  <a:lnTo>
                    <a:pt x="47806" y="182833"/>
                  </a:lnTo>
                  <a:lnTo>
                    <a:pt x="67198" y="137683"/>
                  </a:lnTo>
                  <a:lnTo>
                    <a:pt x="89228" y="97945"/>
                  </a:lnTo>
                  <a:lnTo>
                    <a:pt x="113622" y="64177"/>
                  </a:lnTo>
                  <a:lnTo>
                    <a:pt x="168407" y="16790"/>
                  </a:lnTo>
                  <a:lnTo>
                    <a:pt x="229362" y="0"/>
                  </a:lnTo>
                  <a:lnTo>
                    <a:pt x="260473" y="4290"/>
                  </a:lnTo>
                  <a:lnTo>
                    <a:pt x="318617" y="36939"/>
                  </a:lnTo>
                  <a:lnTo>
                    <a:pt x="369495" y="97945"/>
                  </a:lnTo>
                  <a:lnTo>
                    <a:pt x="391525" y="137683"/>
                  </a:lnTo>
                  <a:lnTo>
                    <a:pt x="410917" y="182833"/>
                  </a:lnTo>
                  <a:lnTo>
                    <a:pt x="427397" y="232833"/>
                  </a:lnTo>
                  <a:lnTo>
                    <a:pt x="440691" y="287125"/>
                  </a:lnTo>
                  <a:lnTo>
                    <a:pt x="450527" y="345148"/>
                  </a:lnTo>
                  <a:lnTo>
                    <a:pt x="456629" y="406345"/>
                  </a:lnTo>
                  <a:lnTo>
                    <a:pt x="458724" y="470154"/>
                  </a:lnTo>
                  <a:lnTo>
                    <a:pt x="456629" y="533962"/>
                  </a:lnTo>
                  <a:lnTo>
                    <a:pt x="450527" y="595159"/>
                  </a:lnTo>
                  <a:lnTo>
                    <a:pt x="440691" y="653182"/>
                  </a:lnTo>
                  <a:lnTo>
                    <a:pt x="427397" y="707474"/>
                  </a:lnTo>
                  <a:lnTo>
                    <a:pt x="410917" y="757474"/>
                  </a:lnTo>
                  <a:lnTo>
                    <a:pt x="391525" y="802624"/>
                  </a:lnTo>
                  <a:lnTo>
                    <a:pt x="369495" y="842362"/>
                  </a:lnTo>
                  <a:lnTo>
                    <a:pt x="345101" y="876130"/>
                  </a:lnTo>
                  <a:lnTo>
                    <a:pt x="290316" y="923517"/>
                  </a:lnTo>
                  <a:lnTo>
                    <a:pt x="229362" y="940308"/>
                  </a:lnTo>
                  <a:lnTo>
                    <a:pt x="198250" y="936017"/>
                  </a:lnTo>
                  <a:lnTo>
                    <a:pt x="140106" y="903368"/>
                  </a:lnTo>
                  <a:lnTo>
                    <a:pt x="89228" y="842362"/>
                  </a:lnTo>
                  <a:lnTo>
                    <a:pt x="67198" y="802624"/>
                  </a:lnTo>
                  <a:lnTo>
                    <a:pt x="47806" y="757474"/>
                  </a:lnTo>
                  <a:lnTo>
                    <a:pt x="31326" y="707474"/>
                  </a:lnTo>
                  <a:lnTo>
                    <a:pt x="18032" y="653182"/>
                  </a:lnTo>
                  <a:lnTo>
                    <a:pt x="8196" y="595159"/>
                  </a:lnTo>
                  <a:lnTo>
                    <a:pt x="2094" y="533962"/>
                  </a:lnTo>
                  <a:lnTo>
                    <a:pt x="0" y="470154"/>
                  </a:lnTo>
                  <a:close/>
                </a:path>
              </a:pathLst>
            </a:custGeom>
            <a:ln w="9525">
              <a:solidFill>
                <a:srgbClr val="000000"/>
              </a:solidFill>
            </a:ln>
          </p:spPr>
          <p:txBody>
            <a:bodyPr wrap="square" lIns="0" tIns="0" rIns="0" bIns="0" rtlCol="0"/>
            <a:lstStyle/>
            <a:p>
              <a:endParaRPr sz="2000"/>
            </a:p>
          </p:txBody>
        </p:sp>
      </p:grpSp>
      <p:sp>
        <p:nvSpPr>
          <p:cNvPr id="70" name="object 11">
            <a:extLst>
              <a:ext uri="{FF2B5EF4-FFF2-40B4-BE49-F238E27FC236}">
                <a16:creationId xmlns:a16="http://schemas.microsoft.com/office/drawing/2014/main" id="{10DB260B-EE14-42D4-A980-F625B39F9F82}"/>
              </a:ext>
            </a:extLst>
          </p:cNvPr>
          <p:cNvSpPr txBox="1"/>
          <p:nvPr/>
        </p:nvSpPr>
        <p:spPr>
          <a:xfrm>
            <a:off x="3142475" y="1785408"/>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71" name="object 12">
            <a:extLst>
              <a:ext uri="{FF2B5EF4-FFF2-40B4-BE49-F238E27FC236}">
                <a16:creationId xmlns:a16="http://schemas.microsoft.com/office/drawing/2014/main" id="{38A0E64E-AABC-4EE7-9B12-7590C08D9107}"/>
              </a:ext>
            </a:extLst>
          </p:cNvPr>
          <p:cNvGrpSpPr/>
          <p:nvPr/>
        </p:nvGrpSpPr>
        <p:grpSpPr>
          <a:xfrm>
            <a:off x="4429479" y="1698413"/>
            <a:ext cx="518583" cy="390172"/>
            <a:chOff x="4207573" y="1889569"/>
            <a:chExt cx="466725" cy="351155"/>
          </a:xfrm>
        </p:grpSpPr>
        <p:sp>
          <p:nvSpPr>
            <p:cNvPr id="72" name="object 13">
              <a:extLst>
                <a:ext uri="{FF2B5EF4-FFF2-40B4-BE49-F238E27FC236}">
                  <a16:creationId xmlns:a16="http://schemas.microsoft.com/office/drawing/2014/main" id="{7050CBE6-F10C-44AF-9806-1DD30ADF8876}"/>
                </a:ext>
              </a:extLst>
            </p:cNvPr>
            <p:cNvSpPr/>
            <p:nvPr/>
          </p:nvSpPr>
          <p:spPr>
            <a:xfrm>
              <a:off x="4212335" y="1894331"/>
              <a:ext cx="457200" cy="341630"/>
            </a:xfrm>
            <a:custGeom>
              <a:avLst/>
              <a:gdLst/>
              <a:ahLst/>
              <a:cxnLst/>
              <a:rect l="l" t="t" r="r" b="b"/>
              <a:pathLst>
                <a:path w="457200" h="341630">
                  <a:moveTo>
                    <a:pt x="228600" y="0"/>
                  </a:moveTo>
                  <a:lnTo>
                    <a:pt x="176188" y="4509"/>
                  </a:lnTo>
                  <a:lnTo>
                    <a:pt x="128073" y="17354"/>
                  </a:lnTo>
                  <a:lnTo>
                    <a:pt x="85628" y="37509"/>
                  </a:lnTo>
                  <a:lnTo>
                    <a:pt x="50225" y="63945"/>
                  </a:lnTo>
                  <a:lnTo>
                    <a:pt x="23237" y="95638"/>
                  </a:lnTo>
                  <a:lnTo>
                    <a:pt x="6038" y="131561"/>
                  </a:lnTo>
                  <a:lnTo>
                    <a:pt x="0" y="170688"/>
                  </a:lnTo>
                  <a:lnTo>
                    <a:pt x="6038" y="209814"/>
                  </a:lnTo>
                  <a:lnTo>
                    <a:pt x="23237" y="245737"/>
                  </a:lnTo>
                  <a:lnTo>
                    <a:pt x="50225" y="277430"/>
                  </a:lnTo>
                  <a:lnTo>
                    <a:pt x="85628" y="303866"/>
                  </a:lnTo>
                  <a:lnTo>
                    <a:pt x="128073" y="324021"/>
                  </a:lnTo>
                  <a:lnTo>
                    <a:pt x="176188" y="336866"/>
                  </a:lnTo>
                  <a:lnTo>
                    <a:pt x="228600" y="341376"/>
                  </a:lnTo>
                  <a:lnTo>
                    <a:pt x="281011" y="336866"/>
                  </a:lnTo>
                  <a:lnTo>
                    <a:pt x="329126" y="324021"/>
                  </a:lnTo>
                  <a:lnTo>
                    <a:pt x="371571" y="303866"/>
                  </a:lnTo>
                  <a:lnTo>
                    <a:pt x="406974" y="277430"/>
                  </a:lnTo>
                  <a:lnTo>
                    <a:pt x="433962" y="245737"/>
                  </a:lnTo>
                  <a:lnTo>
                    <a:pt x="451161" y="209814"/>
                  </a:lnTo>
                  <a:lnTo>
                    <a:pt x="457200" y="170688"/>
                  </a:lnTo>
                  <a:lnTo>
                    <a:pt x="451161" y="131561"/>
                  </a:lnTo>
                  <a:lnTo>
                    <a:pt x="433962" y="95638"/>
                  </a:lnTo>
                  <a:lnTo>
                    <a:pt x="406974" y="63945"/>
                  </a:lnTo>
                  <a:lnTo>
                    <a:pt x="371571" y="37509"/>
                  </a:lnTo>
                  <a:lnTo>
                    <a:pt x="329126" y="17354"/>
                  </a:lnTo>
                  <a:lnTo>
                    <a:pt x="281011" y="4509"/>
                  </a:lnTo>
                  <a:lnTo>
                    <a:pt x="228600" y="0"/>
                  </a:lnTo>
                  <a:close/>
                </a:path>
              </a:pathLst>
            </a:custGeom>
            <a:solidFill>
              <a:srgbClr val="C5D1FB"/>
            </a:solidFill>
          </p:spPr>
          <p:txBody>
            <a:bodyPr wrap="square" lIns="0" tIns="0" rIns="0" bIns="0" rtlCol="0"/>
            <a:lstStyle/>
            <a:p>
              <a:endParaRPr sz="2000"/>
            </a:p>
          </p:txBody>
        </p:sp>
        <p:sp>
          <p:nvSpPr>
            <p:cNvPr id="73" name="object 14">
              <a:extLst>
                <a:ext uri="{FF2B5EF4-FFF2-40B4-BE49-F238E27FC236}">
                  <a16:creationId xmlns:a16="http://schemas.microsoft.com/office/drawing/2014/main" id="{0E306299-768F-4648-BF84-BDC435FC820A}"/>
                </a:ext>
              </a:extLst>
            </p:cNvPr>
            <p:cNvSpPr/>
            <p:nvPr/>
          </p:nvSpPr>
          <p:spPr>
            <a:xfrm>
              <a:off x="4212335" y="1894331"/>
              <a:ext cx="457200" cy="341630"/>
            </a:xfrm>
            <a:custGeom>
              <a:avLst/>
              <a:gdLst/>
              <a:ahLst/>
              <a:cxnLst/>
              <a:rect l="l" t="t" r="r" b="b"/>
              <a:pathLst>
                <a:path w="457200" h="341630">
                  <a:moveTo>
                    <a:pt x="0" y="170688"/>
                  </a:moveTo>
                  <a:lnTo>
                    <a:pt x="6038" y="131561"/>
                  </a:lnTo>
                  <a:lnTo>
                    <a:pt x="23237" y="95638"/>
                  </a:lnTo>
                  <a:lnTo>
                    <a:pt x="50225" y="63945"/>
                  </a:lnTo>
                  <a:lnTo>
                    <a:pt x="85628" y="37509"/>
                  </a:lnTo>
                  <a:lnTo>
                    <a:pt x="128073" y="17354"/>
                  </a:lnTo>
                  <a:lnTo>
                    <a:pt x="176188" y="4509"/>
                  </a:lnTo>
                  <a:lnTo>
                    <a:pt x="228600" y="0"/>
                  </a:lnTo>
                  <a:lnTo>
                    <a:pt x="281011" y="4509"/>
                  </a:lnTo>
                  <a:lnTo>
                    <a:pt x="329126" y="17354"/>
                  </a:lnTo>
                  <a:lnTo>
                    <a:pt x="371571" y="37509"/>
                  </a:lnTo>
                  <a:lnTo>
                    <a:pt x="406974" y="63945"/>
                  </a:lnTo>
                  <a:lnTo>
                    <a:pt x="433962" y="95638"/>
                  </a:lnTo>
                  <a:lnTo>
                    <a:pt x="451161" y="131561"/>
                  </a:lnTo>
                  <a:lnTo>
                    <a:pt x="457200" y="170688"/>
                  </a:lnTo>
                  <a:lnTo>
                    <a:pt x="451161" y="209814"/>
                  </a:lnTo>
                  <a:lnTo>
                    <a:pt x="433962" y="245737"/>
                  </a:lnTo>
                  <a:lnTo>
                    <a:pt x="406974" y="277430"/>
                  </a:lnTo>
                  <a:lnTo>
                    <a:pt x="371571" y="303866"/>
                  </a:lnTo>
                  <a:lnTo>
                    <a:pt x="329126" y="324021"/>
                  </a:lnTo>
                  <a:lnTo>
                    <a:pt x="281011" y="336866"/>
                  </a:lnTo>
                  <a:lnTo>
                    <a:pt x="228600" y="341376"/>
                  </a:lnTo>
                  <a:lnTo>
                    <a:pt x="176188" y="336866"/>
                  </a:lnTo>
                  <a:lnTo>
                    <a:pt x="128073" y="324021"/>
                  </a:lnTo>
                  <a:lnTo>
                    <a:pt x="85628" y="303866"/>
                  </a:lnTo>
                  <a:lnTo>
                    <a:pt x="50225" y="277430"/>
                  </a:lnTo>
                  <a:lnTo>
                    <a:pt x="23237" y="245737"/>
                  </a:lnTo>
                  <a:lnTo>
                    <a:pt x="6038" y="209814"/>
                  </a:lnTo>
                  <a:lnTo>
                    <a:pt x="0" y="170688"/>
                  </a:lnTo>
                  <a:close/>
                </a:path>
              </a:pathLst>
            </a:custGeom>
            <a:ln w="9525">
              <a:solidFill>
                <a:srgbClr val="000000"/>
              </a:solidFill>
            </a:ln>
          </p:spPr>
          <p:txBody>
            <a:bodyPr wrap="square" lIns="0" tIns="0" rIns="0" bIns="0" rtlCol="0"/>
            <a:lstStyle/>
            <a:p>
              <a:endParaRPr sz="2000"/>
            </a:p>
          </p:txBody>
        </p:sp>
      </p:grpSp>
      <p:sp>
        <p:nvSpPr>
          <p:cNvPr id="74" name="object 15">
            <a:extLst>
              <a:ext uri="{FF2B5EF4-FFF2-40B4-BE49-F238E27FC236}">
                <a16:creationId xmlns:a16="http://schemas.microsoft.com/office/drawing/2014/main" id="{14DB67D8-6923-498C-921D-1FF25B82B573}"/>
              </a:ext>
            </a:extLst>
          </p:cNvPr>
          <p:cNvSpPr txBox="1"/>
          <p:nvPr/>
        </p:nvSpPr>
        <p:spPr>
          <a:xfrm>
            <a:off x="4496576" y="1799322"/>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132" name="object 16">
            <a:extLst>
              <a:ext uri="{FF2B5EF4-FFF2-40B4-BE49-F238E27FC236}">
                <a16:creationId xmlns:a16="http://schemas.microsoft.com/office/drawing/2014/main" id="{D4CCEA37-3CBA-444A-8000-A41CED7AB1DA}"/>
              </a:ext>
            </a:extLst>
          </p:cNvPr>
          <p:cNvGrpSpPr/>
          <p:nvPr/>
        </p:nvGrpSpPr>
        <p:grpSpPr>
          <a:xfrm>
            <a:off x="2294680" y="1505303"/>
            <a:ext cx="726017" cy="774700"/>
            <a:chOff x="2286254" y="1715771"/>
            <a:chExt cx="653415" cy="697230"/>
          </a:xfrm>
        </p:grpSpPr>
        <p:sp>
          <p:nvSpPr>
            <p:cNvPr id="133" name="object 17">
              <a:extLst>
                <a:ext uri="{FF2B5EF4-FFF2-40B4-BE49-F238E27FC236}">
                  <a16:creationId xmlns:a16="http://schemas.microsoft.com/office/drawing/2014/main" id="{47EDD4DE-E33B-405E-B443-D353FC79BC8B}"/>
                </a:ext>
              </a:extLst>
            </p:cNvPr>
            <p:cNvSpPr/>
            <p:nvPr/>
          </p:nvSpPr>
          <p:spPr>
            <a:xfrm>
              <a:off x="2298954" y="2017014"/>
              <a:ext cx="628015" cy="82550"/>
            </a:xfrm>
            <a:custGeom>
              <a:avLst/>
              <a:gdLst/>
              <a:ahLst/>
              <a:cxnLst/>
              <a:rect l="l" t="t" r="r" b="b"/>
              <a:pathLst>
                <a:path w="628014" h="82550">
                  <a:moveTo>
                    <a:pt x="41148" y="0"/>
                  </a:moveTo>
                  <a:lnTo>
                    <a:pt x="0" y="41148"/>
                  </a:lnTo>
                  <a:lnTo>
                    <a:pt x="41148" y="82296"/>
                  </a:lnTo>
                  <a:lnTo>
                    <a:pt x="41148" y="61722"/>
                  </a:lnTo>
                  <a:lnTo>
                    <a:pt x="627888" y="61722"/>
                  </a:lnTo>
                  <a:lnTo>
                    <a:pt x="627888" y="20574"/>
                  </a:lnTo>
                  <a:lnTo>
                    <a:pt x="41148" y="20574"/>
                  </a:lnTo>
                  <a:lnTo>
                    <a:pt x="41148" y="0"/>
                  </a:lnTo>
                  <a:close/>
                </a:path>
              </a:pathLst>
            </a:custGeom>
            <a:solidFill>
              <a:srgbClr val="B2B2B2"/>
            </a:solidFill>
          </p:spPr>
          <p:txBody>
            <a:bodyPr wrap="square" lIns="0" tIns="0" rIns="0" bIns="0" rtlCol="0"/>
            <a:lstStyle/>
            <a:p>
              <a:endParaRPr sz="2000"/>
            </a:p>
          </p:txBody>
        </p:sp>
        <p:sp>
          <p:nvSpPr>
            <p:cNvPr id="134" name="object 18">
              <a:extLst>
                <a:ext uri="{FF2B5EF4-FFF2-40B4-BE49-F238E27FC236}">
                  <a16:creationId xmlns:a16="http://schemas.microsoft.com/office/drawing/2014/main" id="{B81D7A07-B22F-408D-9F33-68B2AD310D8B}"/>
                </a:ext>
              </a:extLst>
            </p:cNvPr>
            <p:cNvSpPr/>
            <p:nvPr/>
          </p:nvSpPr>
          <p:spPr>
            <a:xfrm>
              <a:off x="2298954" y="2017014"/>
              <a:ext cx="628015" cy="82550"/>
            </a:xfrm>
            <a:custGeom>
              <a:avLst/>
              <a:gdLst/>
              <a:ahLst/>
              <a:cxnLst/>
              <a:rect l="l" t="t" r="r" b="b"/>
              <a:pathLst>
                <a:path w="628014" h="82550">
                  <a:moveTo>
                    <a:pt x="627888" y="61722"/>
                  </a:moveTo>
                  <a:lnTo>
                    <a:pt x="41148" y="61722"/>
                  </a:lnTo>
                  <a:lnTo>
                    <a:pt x="41148" y="82296"/>
                  </a:lnTo>
                  <a:lnTo>
                    <a:pt x="0" y="41148"/>
                  </a:lnTo>
                  <a:lnTo>
                    <a:pt x="41148" y="0"/>
                  </a:lnTo>
                  <a:lnTo>
                    <a:pt x="41148" y="20574"/>
                  </a:lnTo>
                  <a:lnTo>
                    <a:pt x="627888" y="20574"/>
                  </a:lnTo>
                  <a:lnTo>
                    <a:pt x="627888" y="61722"/>
                  </a:lnTo>
                  <a:close/>
                </a:path>
              </a:pathLst>
            </a:custGeom>
            <a:ln w="25400">
              <a:solidFill>
                <a:srgbClr val="B2B2B2"/>
              </a:solidFill>
            </a:ln>
          </p:spPr>
          <p:txBody>
            <a:bodyPr wrap="square" lIns="0" tIns="0" rIns="0" bIns="0" rtlCol="0"/>
            <a:lstStyle/>
            <a:p>
              <a:endParaRPr sz="2000"/>
            </a:p>
          </p:txBody>
        </p:sp>
        <p:sp>
          <p:nvSpPr>
            <p:cNvPr id="135" name="object 19">
              <a:extLst>
                <a:ext uri="{FF2B5EF4-FFF2-40B4-BE49-F238E27FC236}">
                  <a16:creationId xmlns:a16="http://schemas.microsoft.com/office/drawing/2014/main" id="{6251ED20-3EEA-4F04-90A3-3649AC329CC5}"/>
                </a:ext>
              </a:extLst>
            </p:cNvPr>
            <p:cNvSpPr/>
            <p:nvPr/>
          </p:nvSpPr>
          <p:spPr>
            <a:xfrm>
              <a:off x="2494788" y="1722121"/>
              <a:ext cx="91440" cy="85342"/>
            </a:xfrm>
            <a:prstGeom prst="rect">
              <a:avLst/>
            </a:prstGeom>
            <a:blipFill>
              <a:blip r:embed="rId2" cstate="print"/>
              <a:stretch>
                <a:fillRect/>
              </a:stretch>
            </a:blipFill>
          </p:spPr>
          <p:txBody>
            <a:bodyPr wrap="square" lIns="0" tIns="0" rIns="0" bIns="0" rtlCol="0"/>
            <a:lstStyle/>
            <a:p>
              <a:endParaRPr sz="2000"/>
            </a:p>
          </p:txBody>
        </p:sp>
        <p:sp>
          <p:nvSpPr>
            <p:cNvPr id="136" name="object 20">
              <a:extLst>
                <a:ext uri="{FF2B5EF4-FFF2-40B4-BE49-F238E27FC236}">
                  <a16:creationId xmlns:a16="http://schemas.microsoft.com/office/drawing/2014/main" id="{BD8AAEA6-B618-431B-A22C-805CC1456005}"/>
                </a:ext>
              </a:extLst>
            </p:cNvPr>
            <p:cNvSpPr/>
            <p:nvPr/>
          </p:nvSpPr>
          <p:spPr>
            <a:xfrm>
              <a:off x="249478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7" name="object 21">
              <a:extLst>
                <a:ext uri="{FF2B5EF4-FFF2-40B4-BE49-F238E27FC236}">
                  <a16:creationId xmlns:a16="http://schemas.microsoft.com/office/drawing/2014/main" id="{EB1438A0-103B-4132-AE85-6F2B916196D7}"/>
                </a:ext>
              </a:extLst>
            </p:cNvPr>
            <p:cNvSpPr/>
            <p:nvPr/>
          </p:nvSpPr>
          <p:spPr>
            <a:xfrm>
              <a:off x="2494788" y="1807461"/>
              <a:ext cx="91440" cy="86870"/>
            </a:xfrm>
            <a:prstGeom prst="rect">
              <a:avLst/>
            </a:prstGeom>
            <a:blipFill>
              <a:blip r:embed="rId3" cstate="print"/>
              <a:stretch>
                <a:fillRect/>
              </a:stretch>
            </a:blipFill>
          </p:spPr>
          <p:txBody>
            <a:bodyPr wrap="square" lIns="0" tIns="0" rIns="0" bIns="0" rtlCol="0"/>
            <a:lstStyle/>
            <a:p>
              <a:endParaRPr sz="2000"/>
            </a:p>
          </p:txBody>
        </p:sp>
        <p:sp>
          <p:nvSpPr>
            <p:cNvPr id="138" name="object 22">
              <a:extLst>
                <a:ext uri="{FF2B5EF4-FFF2-40B4-BE49-F238E27FC236}">
                  <a16:creationId xmlns:a16="http://schemas.microsoft.com/office/drawing/2014/main" id="{9F70741B-6280-4808-A7BC-F50FDC16AA35}"/>
                </a:ext>
              </a:extLst>
            </p:cNvPr>
            <p:cNvSpPr/>
            <p:nvPr/>
          </p:nvSpPr>
          <p:spPr>
            <a:xfrm>
              <a:off x="249478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39" name="object 23">
              <a:extLst>
                <a:ext uri="{FF2B5EF4-FFF2-40B4-BE49-F238E27FC236}">
                  <a16:creationId xmlns:a16="http://schemas.microsoft.com/office/drawing/2014/main" id="{FBBB9EFC-EF55-480A-9331-8222CCC9F987}"/>
                </a:ext>
              </a:extLst>
            </p:cNvPr>
            <p:cNvSpPr/>
            <p:nvPr/>
          </p:nvSpPr>
          <p:spPr>
            <a:xfrm>
              <a:off x="2494788" y="1894333"/>
              <a:ext cx="91440" cy="85342"/>
            </a:xfrm>
            <a:prstGeom prst="rect">
              <a:avLst/>
            </a:prstGeom>
            <a:blipFill>
              <a:blip r:embed="rId4" cstate="print"/>
              <a:stretch>
                <a:fillRect/>
              </a:stretch>
            </a:blipFill>
          </p:spPr>
          <p:txBody>
            <a:bodyPr wrap="square" lIns="0" tIns="0" rIns="0" bIns="0" rtlCol="0"/>
            <a:lstStyle/>
            <a:p>
              <a:endParaRPr sz="2000"/>
            </a:p>
          </p:txBody>
        </p:sp>
        <p:sp>
          <p:nvSpPr>
            <p:cNvPr id="140" name="object 24">
              <a:extLst>
                <a:ext uri="{FF2B5EF4-FFF2-40B4-BE49-F238E27FC236}">
                  <a16:creationId xmlns:a16="http://schemas.microsoft.com/office/drawing/2014/main" id="{513A8261-F0E2-45DF-8F66-7EB741DA4498}"/>
                </a:ext>
              </a:extLst>
            </p:cNvPr>
            <p:cNvSpPr/>
            <p:nvPr/>
          </p:nvSpPr>
          <p:spPr>
            <a:xfrm>
              <a:off x="249478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1" name="object 25">
              <a:extLst>
                <a:ext uri="{FF2B5EF4-FFF2-40B4-BE49-F238E27FC236}">
                  <a16:creationId xmlns:a16="http://schemas.microsoft.com/office/drawing/2014/main" id="{EE970D0B-33B9-41D7-A13C-7CEB118EDBBC}"/>
                </a:ext>
              </a:extLst>
            </p:cNvPr>
            <p:cNvSpPr/>
            <p:nvPr/>
          </p:nvSpPr>
          <p:spPr>
            <a:xfrm>
              <a:off x="2494788" y="1979677"/>
              <a:ext cx="91440" cy="85342"/>
            </a:xfrm>
            <a:prstGeom prst="rect">
              <a:avLst/>
            </a:prstGeom>
            <a:blipFill>
              <a:blip r:embed="rId5" cstate="print"/>
              <a:stretch>
                <a:fillRect/>
              </a:stretch>
            </a:blipFill>
          </p:spPr>
          <p:txBody>
            <a:bodyPr wrap="square" lIns="0" tIns="0" rIns="0" bIns="0" rtlCol="0"/>
            <a:lstStyle/>
            <a:p>
              <a:endParaRPr sz="2000"/>
            </a:p>
          </p:txBody>
        </p:sp>
        <p:sp>
          <p:nvSpPr>
            <p:cNvPr id="142" name="object 26">
              <a:extLst>
                <a:ext uri="{FF2B5EF4-FFF2-40B4-BE49-F238E27FC236}">
                  <a16:creationId xmlns:a16="http://schemas.microsoft.com/office/drawing/2014/main" id="{CED73784-04B2-4F16-9ED0-1FF2856778C1}"/>
                </a:ext>
              </a:extLst>
            </p:cNvPr>
            <p:cNvSpPr/>
            <p:nvPr/>
          </p:nvSpPr>
          <p:spPr>
            <a:xfrm>
              <a:off x="249478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3" name="object 27">
              <a:extLst>
                <a:ext uri="{FF2B5EF4-FFF2-40B4-BE49-F238E27FC236}">
                  <a16:creationId xmlns:a16="http://schemas.microsoft.com/office/drawing/2014/main" id="{C32E4247-D2B2-4CAA-B80F-99566922B813}"/>
                </a:ext>
              </a:extLst>
            </p:cNvPr>
            <p:cNvSpPr/>
            <p:nvPr/>
          </p:nvSpPr>
          <p:spPr>
            <a:xfrm>
              <a:off x="2494788" y="2065021"/>
              <a:ext cx="91440" cy="85342"/>
            </a:xfrm>
            <a:prstGeom prst="rect">
              <a:avLst/>
            </a:prstGeom>
            <a:blipFill>
              <a:blip r:embed="rId6" cstate="print"/>
              <a:stretch>
                <a:fillRect/>
              </a:stretch>
            </a:blipFill>
          </p:spPr>
          <p:txBody>
            <a:bodyPr wrap="square" lIns="0" tIns="0" rIns="0" bIns="0" rtlCol="0"/>
            <a:lstStyle/>
            <a:p>
              <a:endParaRPr sz="2000"/>
            </a:p>
          </p:txBody>
        </p:sp>
        <p:sp>
          <p:nvSpPr>
            <p:cNvPr id="144" name="object 28">
              <a:extLst>
                <a:ext uri="{FF2B5EF4-FFF2-40B4-BE49-F238E27FC236}">
                  <a16:creationId xmlns:a16="http://schemas.microsoft.com/office/drawing/2014/main" id="{52A72D89-57CF-40DE-93D4-B305B7E22AB0}"/>
                </a:ext>
              </a:extLst>
            </p:cNvPr>
            <p:cNvSpPr/>
            <p:nvPr/>
          </p:nvSpPr>
          <p:spPr>
            <a:xfrm>
              <a:off x="249478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5" name="object 29">
              <a:extLst>
                <a:ext uri="{FF2B5EF4-FFF2-40B4-BE49-F238E27FC236}">
                  <a16:creationId xmlns:a16="http://schemas.microsoft.com/office/drawing/2014/main" id="{F870CFC7-A7DA-4E97-B886-0042775F26AE}"/>
                </a:ext>
              </a:extLst>
            </p:cNvPr>
            <p:cNvSpPr/>
            <p:nvPr/>
          </p:nvSpPr>
          <p:spPr>
            <a:xfrm>
              <a:off x="2494788" y="2150365"/>
              <a:ext cx="91440" cy="85342"/>
            </a:xfrm>
            <a:prstGeom prst="rect">
              <a:avLst/>
            </a:prstGeom>
            <a:blipFill>
              <a:blip r:embed="rId7" cstate="print"/>
              <a:stretch>
                <a:fillRect/>
              </a:stretch>
            </a:blipFill>
          </p:spPr>
          <p:txBody>
            <a:bodyPr wrap="square" lIns="0" tIns="0" rIns="0" bIns="0" rtlCol="0"/>
            <a:lstStyle/>
            <a:p>
              <a:endParaRPr sz="2000"/>
            </a:p>
          </p:txBody>
        </p:sp>
        <p:sp>
          <p:nvSpPr>
            <p:cNvPr id="146" name="object 30">
              <a:extLst>
                <a:ext uri="{FF2B5EF4-FFF2-40B4-BE49-F238E27FC236}">
                  <a16:creationId xmlns:a16="http://schemas.microsoft.com/office/drawing/2014/main" id="{D358AFEC-4850-47C2-BE56-138B5051A74E}"/>
                </a:ext>
              </a:extLst>
            </p:cNvPr>
            <p:cNvSpPr/>
            <p:nvPr/>
          </p:nvSpPr>
          <p:spPr>
            <a:xfrm>
              <a:off x="249478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7" name="object 31">
              <a:extLst>
                <a:ext uri="{FF2B5EF4-FFF2-40B4-BE49-F238E27FC236}">
                  <a16:creationId xmlns:a16="http://schemas.microsoft.com/office/drawing/2014/main" id="{2EB2824E-91B5-4A72-BD4D-2C1B6B31D65A}"/>
                </a:ext>
              </a:extLst>
            </p:cNvPr>
            <p:cNvSpPr/>
            <p:nvPr/>
          </p:nvSpPr>
          <p:spPr>
            <a:xfrm>
              <a:off x="2494788" y="2235704"/>
              <a:ext cx="91440" cy="85347"/>
            </a:xfrm>
            <a:prstGeom prst="rect">
              <a:avLst/>
            </a:prstGeom>
            <a:blipFill>
              <a:blip r:embed="rId8" cstate="print"/>
              <a:stretch>
                <a:fillRect/>
              </a:stretch>
            </a:blipFill>
          </p:spPr>
          <p:txBody>
            <a:bodyPr wrap="square" lIns="0" tIns="0" rIns="0" bIns="0" rtlCol="0"/>
            <a:lstStyle/>
            <a:p>
              <a:endParaRPr sz="2000"/>
            </a:p>
          </p:txBody>
        </p:sp>
        <p:sp>
          <p:nvSpPr>
            <p:cNvPr id="148" name="object 32">
              <a:extLst>
                <a:ext uri="{FF2B5EF4-FFF2-40B4-BE49-F238E27FC236}">
                  <a16:creationId xmlns:a16="http://schemas.microsoft.com/office/drawing/2014/main" id="{D5A53785-1BB0-43E6-9E18-58C008104D19}"/>
                </a:ext>
              </a:extLst>
            </p:cNvPr>
            <p:cNvSpPr/>
            <p:nvPr/>
          </p:nvSpPr>
          <p:spPr>
            <a:xfrm>
              <a:off x="249478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49" name="object 33">
              <a:extLst>
                <a:ext uri="{FF2B5EF4-FFF2-40B4-BE49-F238E27FC236}">
                  <a16:creationId xmlns:a16="http://schemas.microsoft.com/office/drawing/2014/main" id="{B80C4A97-15D7-401B-B4D8-48464610858F}"/>
                </a:ext>
              </a:extLst>
            </p:cNvPr>
            <p:cNvSpPr/>
            <p:nvPr/>
          </p:nvSpPr>
          <p:spPr>
            <a:xfrm>
              <a:off x="2494788" y="2321053"/>
              <a:ext cx="91440" cy="85342"/>
            </a:xfrm>
            <a:prstGeom prst="rect">
              <a:avLst/>
            </a:prstGeom>
            <a:blipFill>
              <a:blip r:embed="rId9" cstate="print"/>
              <a:stretch>
                <a:fillRect/>
              </a:stretch>
            </a:blipFill>
          </p:spPr>
          <p:txBody>
            <a:bodyPr wrap="square" lIns="0" tIns="0" rIns="0" bIns="0" rtlCol="0"/>
            <a:lstStyle/>
            <a:p>
              <a:endParaRPr sz="2000"/>
            </a:p>
          </p:txBody>
        </p:sp>
        <p:sp>
          <p:nvSpPr>
            <p:cNvPr id="150" name="object 34">
              <a:extLst>
                <a:ext uri="{FF2B5EF4-FFF2-40B4-BE49-F238E27FC236}">
                  <a16:creationId xmlns:a16="http://schemas.microsoft.com/office/drawing/2014/main" id="{734461BD-B6E5-4990-9937-5D5D6A743C92}"/>
                </a:ext>
              </a:extLst>
            </p:cNvPr>
            <p:cNvSpPr/>
            <p:nvPr/>
          </p:nvSpPr>
          <p:spPr>
            <a:xfrm>
              <a:off x="249478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1" name="object 35">
              <a:extLst>
                <a:ext uri="{FF2B5EF4-FFF2-40B4-BE49-F238E27FC236}">
                  <a16:creationId xmlns:a16="http://schemas.microsoft.com/office/drawing/2014/main" id="{CD4150FB-3444-46B9-A389-BAD30A4C504F}"/>
                </a:ext>
              </a:extLst>
            </p:cNvPr>
            <p:cNvSpPr/>
            <p:nvPr/>
          </p:nvSpPr>
          <p:spPr>
            <a:xfrm>
              <a:off x="2586228" y="1722121"/>
              <a:ext cx="91440" cy="85342"/>
            </a:xfrm>
            <a:prstGeom prst="rect">
              <a:avLst/>
            </a:prstGeom>
            <a:blipFill>
              <a:blip r:embed="rId10" cstate="print"/>
              <a:stretch>
                <a:fillRect/>
              </a:stretch>
            </a:blipFill>
          </p:spPr>
          <p:txBody>
            <a:bodyPr wrap="square" lIns="0" tIns="0" rIns="0" bIns="0" rtlCol="0"/>
            <a:lstStyle/>
            <a:p>
              <a:endParaRPr sz="2000"/>
            </a:p>
          </p:txBody>
        </p:sp>
        <p:sp>
          <p:nvSpPr>
            <p:cNvPr id="152" name="object 36">
              <a:extLst>
                <a:ext uri="{FF2B5EF4-FFF2-40B4-BE49-F238E27FC236}">
                  <a16:creationId xmlns:a16="http://schemas.microsoft.com/office/drawing/2014/main" id="{2FA55418-D053-485F-A822-80A403A4BE47}"/>
                </a:ext>
              </a:extLst>
            </p:cNvPr>
            <p:cNvSpPr/>
            <p:nvPr/>
          </p:nvSpPr>
          <p:spPr>
            <a:xfrm>
              <a:off x="258622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3" name="object 37">
              <a:extLst>
                <a:ext uri="{FF2B5EF4-FFF2-40B4-BE49-F238E27FC236}">
                  <a16:creationId xmlns:a16="http://schemas.microsoft.com/office/drawing/2014/main" id="{D03935DB-F702-4403-AFDC-FB73A8C39273}"/>
                </a:ext>
              </a:extLst>
            </p:cNvPr>
            <p:cNvSpPr/>
            <p:nvPr/>
          </p:nvSpPr>
          <p:spPr>
            <a:xfrm>
              <a:off x="2586228" y="1807461"/>
              <a:ext cx="91440" cy="86870"/>
            </a:xfrm>
            <a:prstGeom prst="rect">
              <a:avLst/>
            </a:prstGeom>
            <a:blipFill>
              <a:blip r:embed="rId11" cstate="print"/>
              <a:stretch>
                <a:fillRect/>
              </a:stretch>
            </a:blipFill>
          </p:spPr>
          <p:txBody>
            <a:bodyPr wrap="square" lIns="0" tIns="0" rIns="0" bIns="0" rtlCol="0"/>
            <a:lstStyle/>
            <a:p>
              <a:endParaRPr sz="2000"/>
            </a:p>
          </p:txBody>
        </p:sp>
        <p:sp>
          <p:nvSpPr>
            <p:cNvPr id="154" name="object 38">
              <a:extLst>
                <a:ext uri="{FF2B5EF4-FFF2-40B4-BE49-F238E27FC236}">
                  <a16:creationId xmlns:a16="http://schemas.microsoft.com/office/drawing/2014/main" id="{A517D68B-0723-4DFF-8C83-E62B3588C0AB}"/>
                </a:ext>
              </a:extLst>
            </p:cNvPr>
            <p:cNvSpPr/>
            <p:nvPr/>
          </p:nvSpPr>
          <p:spPr>
            <a:xfrm>
              <a:off x="258622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55" name="object 39">
              <a:extLst>
                <a:ext uri="{FF2B5EF4-FFF2-40B4-BE49-F238E27FC236}">
                  <a16:creationId xmlns:a16="http://schemas.microsoft.com/office/drawing/2014/main" id="{1CF9FF0D-9956-47C1-A5F0-D90D6150198D}"/>
                </a:ext>
              </a:extLst>
            </p:cNvPr>
            <p:cNvSpPr/>
            <p:nvPr/>
          </p:nvSpPr>
          <p:spPr>
            <a:xfrm>
              <a:off x="2586228" y="1894333"/>
              <a:ext cx="91440" cy="85342"/>
            </a:xfrm>
            <a:prstGeom prst="rect">
              <a:avLst/>
            </a:prstGeom>
            <a:blipFill>
              <a:blip r:embed="rId12" cstate="print"/>
              <a:stretch>
                <a:fillRect/>
              </a:stretch>
            </a:blipFill>
          </p:spPr>
          <p:txBody>
            <a:bodyPr wrap="square" lIns="0" tIns="0" rIns="0" bIns="0" rtlCol="0"/>
            <a:lstStyle/>
            <a:p>
              <a:endParaRPr sz="2000"/>
            </a:p>
          </p:txBody>
        </p:sp>
        <p:sp>
          <p:nvSpPr>
            <p:cNvPr id="156" name="object 40">
              <a:extLst>
                <a:ext uri="{FF2B5EF4-FFF2-40B4-BE49-F238E27FC236}">
                  <a16:creationId xmlns:a16="http://schemas.microsoft.com/office/drawing/2014/main" id="{16877299-A675-413F-8E30-D9F23AEEC58B}"/>
                </a:ext>
              </a:extLst>
            </p:cNvPr>
            <p:cNvSpPr/>
            <p:nvPr/>
          </p:nvSpPr>
          <p:spPr>
            <a:xfrm>
              <a:off x="258622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7" name="object 41">
              <a:extLst>
                <a:ext uri="{FF2B5EF4-FFF2-40B4-BE49-F238E27FC236}">
                  <a16:creationId xmlns:a16="http://schemas.microsoft.com/office/drawing/2014/main" id="{F3846F5C-546D-48B2-97BE-F8564D742512}"/>
                </a:ext>
              </a:extLst>
            </p:cNvPr>
            <p:cNvSpPr/>
            <p:nvPr/>
          </p:nvSpPr>
          <p:spPr>
            <a:xfrm>
              <a:off x="2586228" y="1979677"/>
              <a:ext cx="91440" cy="85342"/>
            </a:xfrm>
            <a:prstGeom prst="rect">
              <a:avLst/>
            </a:prstGeom>
            <a:blipFill>
              <a:blip r:embed="rId13" cstate="print"/>
              <a:stretch>
                <a:fillRect/>
              </a:stretch>
            </a:blipFill>
          </p:spPr>
          <p:txBody>
            <a:bodyPr wrap="square" lIns="0" tIns="0" rIns="0" bIns="0" rtlCol="0"/>
            <a:lstStyle/>
            <a:p>
              <a:endParaRPr sz="2000"/>
            </a:p>
          </p:txBody>
        </p:sp>
        <p:sp>
          <p:nvSpPr>
            <p:cNvPr id="158" name="object 42">
              <a:extLst>
                <a:ext uri="{FF2B5EF4-FFF2-40B4-BE49-F238E27FC236}">
                  <a16:creationId xmlns:a16="http://schemas.microsoft.com/office/drawing/2014/main" id="{DF809B51-C31A-4783-B49A-B4A91DA5743F}"/>
                </a:ext>
              </a:extLst>
            </p:cNvPr>
            <p:cNvSpPr/>
            <p:nvPr/>
          </p:nvSpPr>
          <p:spPr>
            <a:xfrm>
              <a:off x="258622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9" name="object 43">
              <a:extLst>
                <a:ext uri="{FF2B5EF4-FFF2-40B4-BE49-F238E27FC236}">
                  <a16:creationId xmlns:a16="http://schemas.microsoft.com/office/drawing/2014/main" id="{92F7B21C-FFCD-48D9-91F2-2D547180CDA4}"/>
                </a:ext>
              </a:extLst>
            </p:cNvPr>
            <p:cNvSpPr/>
            <p:nvPr/>
          </p:nvSpPr>
          <p:spPr>
            <a:xfrm>
              <a:off x="2586228" y="2065021"/>
              <a:ext cx="91440" cy="85342"/>
            </a:xfrm>
            <a:prstGeom prst="rect">
              <a:avLst/>
            </a:prstGeom>
            <a:blipFill>
              <a:blip r:embed="rId14" cstate="print"/>
              <a:stretch>
                <a:fillRect/>
              </a:stretch>
            </a:blipFill>
          </p:spPr>
          <p:txBody>
            <a:bodyPr wrap="square" lIns="0" tIns="0" rIns="0" bIns="0" rtlCol="0"/>
            <a:lstStyle/>
            <a:p>
              <a:endParaRPr sz="2000"/>
            </a:p>
          </p:txBody>
        </p:sp>
        <p:sp>
          <p:nvSpPr>
            <p:cNvPr id="160" name="object 44">
              <a:extLst>
                <a:ext uri="{FF2B5EF4-FFF2-40B4-BE49-F238E27FC236}">
                  <a16:creationId xmlns:a16="http://schemas.microsoft.com/office/drawing/2014/main" id="{644A8357-71E8-4B1E-ABA9-FC5CC252D17A}"/>
                </a:ext>
              </a:extLst>
            </p:cNvPr>
            <p:cNvSpPr/>
            <p:nvPr/>
          </p:nvSpPr>
          <p:spPr>
            <a:xfrm>
              <a:off x="258622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1" name="object 45">
              <a:extLst>
                <a:ext uri="{FF2B5EF4-FFF2-40B4-BE49-F238E27FC236}">
                  <a16:creationId xmlns:a16="http://schemas.microsoft.com/office/drawing/2014/main" id="{86C43490-BBD3-49B7-AFED-C42859BFAE6D}"/>
                </a:ext>
              </a:extLst>
            </p:cNvPr>
            <p:cNvSpPr/>
            <p:nvPr/>
          </p:nvSpPr>
          <p:spPr>
            <a:xfrm>
              <a:off x="2586228" y="2150365"/>
              <a:ext cx="91440" cy="85342"/>
            </a:xfrm>
            <a:prstGeom prst="rect">
              <a:avLst/>
            </a:prstGeom>
            <a:blipFill>
              <a:blip r:embed="rId15" cstate="print"/>
              <a:stretch>
                <a:fillRect/>
              </a:stretch>
            </a:blipFill>
          </p:spPr>
          <p:txBody>
            <a:bodyPr wrap="square" lIns="0" tIns="0" rIns="0" bIns="0" rtlCol="0"/>
            <a:lstStyle/>
            <a:p>
              <a:endParaRPr sz="2000"/>
            </a:p>
          </p:txBody>
        </p:sp>
        <p:sp>
          <p:nvSpPr>
            <p:cNvPr id="162" name="object 46">
              <a:extLst>
                <a:ext uri="{FF2B5EF4-FFF2-40B4-BE49-F238E27FC236}">
                  <a16:creationId xmlns:a16="http://schemas.microsoft.com/office/drawing/2014/main" id="{4DF98F94-AE65-4F14-8A30-18786A142641}"/>
                </a:ext>
              </a:extLst>
            </p:cNvPr>
            <p:cNvSpPr/>
            <p:nvPr/>
          </p:nvSpPr>
          <p:spPr>
            <a:xfrm>
              <a:off x="258622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3" name="object 47">
              <a:extLst>
                <a:ext uri="{FF2B5EF4-FFF2-40B4-BE49-F238E27FC236}">
                  <a16:creationId xmlns:a16="http://schemas.microsoft.com/office/drawing/2014/main" id="{3357A6EA-5C43-4582-A8BE-AC026FDA2613}"/>
                </a:ext>
              </a:extLst>
            </p:cNvPr>
            <p:cNvSpPr/>
            <p:nvPr/>
          </p:nvSpPr>
          <p:spPr>
            <a:xfrm>
              <a:off x="2586228" y="2235704"/>
              <a:ext cx="91440" cy="85347"/>
            </a:xfrm>
            <a:prstGeom prst="rect">
              <a:avLst/>
            </a:prstGeom>
            <a:blipFill>
              <a:blip r:embed="rId16" cstate="print"/>
              <a:stretch>
                <a:fillRect/>
              </a:stretch>
            </a:blipFill>
          </p:spPr>
          <p:txBody>
            <a:bodyPr wrap="square" lIns="0" tIns="0" rIns="0" bIns="0" rtlCol="0"/>
            <a:lstStyle/>
            <a:p>
              <a:endParaRPr sz="2000"/>
            </a:p>
          </p:txBody>
        </p:sp>
        <p:sp>
          <p:nvSpPr>
            <p:cNvPr id="164" name="object 48">
              <a:extLst>
                <a:ext uri="{FF2B5EF4-FFF2-40B4-BE49-F238E27FC236}">
                  <a16:creationId xmlns:a16="http://schemas.microsoft.com/office/drawing/2014/main" id="{F6FDE371-7D9F-4D1C-A57B-691863D3AFBE}"/>
                </a:ext>
              </a:extLst>
            </p:cNvPr>
            <p:cNvSpPr/>
            <p:nvPr/>
          </p:nvSpPr>
          <p:spPr>
            <a:xfrm>
              <a:off x="258622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65" name="object 49">
              <a:extLst>
                <a:ext uri="{FF2B5EF4-FFF2-40B4-BE49-F238E27FC236}">
                  <a16:creationId xmlns:a16="http://schemas.microsoft.com/office/drawing/2014/main" id="{EBEFA4BB-1C3B-48E5-AAFC-81D339EA0150}"/>
                </a:ext>
              </a:extLst>
            </p:cNvPr>
            <p:cNvSpPr/>
            <p:nvPr/>
          </p:nvSpPr>
          <p:spPr>
            <a:xfrm>
              <a:off x="2586228" y="2321053"/>
              <a:ext cx="91440" cy="85342"/>
            </a:xfrm>
            <a:prstGeom prst="rect">
              <a:avLst/>
            </a:prstGeom>
            <a:blipFill>
              <a:blip r:embed="rId17" cstate="print"/>
              <a:stretch>
                <a:fillRect/>
              </a:stretch>
            </a:blipFill>
          </p:spPr>
          <p:txBody>
            <a:bodyPr wrap="square" lIns="0" tIns="0" rIns="0" bIns="0" rtlCol="0"/>
            <a:lstStyle/>
            <a:p>
              <a:endParaRPr sz="2000"/>
            </a:p>
          </p:txBody>
        </p:sp>
        <p:sp>
          <p:nvSpPr>
            <p:cNvPr id="166" name="object 50">
              <a:extLst>
                <a:ext uri="{FF2B5EF4-FFF2-40B4-BE49-F238E27FC236}">
                  <a16:creationId xmlns:a16="http://schemas.microsoft.com/office/drawing/2014/main" id="{7E2F1FFE-AFEC-4ED0-9263-6D2BA9116E3A}"/>
                </a:ext>
              </a:extLst>
            </p:cNvPr>
            <p:cNvSpPr/>
            <p:nvPr/>
          </p:nvSpPr>
          <p:spPr>
            <a:xfrm>
              <a:off x="258622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67" name="object 51">
            <a:extLst>
              <a:ext uri="{FF2B5EF4-FFF2-40B4-BE49-F238E27FC236}">
                <a16:creationId xmlns:a16="http://schemas.microsoft.com/office/drawing/2014/main" id="{5DD69BF6-66D6-4BD2-BB27-18BDE87EEC20}"/>
              </a:ext>
            </a:extLst>
          </p:cNvPr>
          <p:cNvGrpSpPr/>
          <p:nvPr/>
        </p:nvGrpSpPr>
        <p:grpSpPr>
          <a:xfrm>
            <a:off x="3657811" y="1696650"/>
            <a:ext cx="705556" cy="393700"/>
            <a:chOff x="3513073" y="1887983"/>
            <a:chExt cx="635000" cy="354330"/>
          </a:xfrm>
        </p:grpSpPr>
        <p:sp>
          <p:nvSpPr>
            <p:cNvPr id="168" name="object 52">
              <a:extLst>
                <a:ext uri="{FF2B5EF4-FFF2-40B4-BE49-F238E27FC236}">
                  <a16:creationId xmlns:a16="http://schemas.microsoft.com/office/drawing/2014/main" id="{7ABB6916-75E5-4B4E-8BBC-932F71ED6855}"/>
                </a:ext>
              </a:extLst>
            </p:cNvPr>
            <p:cNvSpPr/>
            <p:nvPr/>
          </p:nvSpPr>
          <p:spPr>
            <a:xfrm>
              <a:off x="3525773" y="2013965"/>
              <a:ext cx="609600" cy="85725"/>
            </a:xfrm>
            <a:custGeom>
              <a:avLst/>
              <a:gdLst/>
              <a:ahLst/>
              <a:cxnLst/>
              <a:rect l="l" t="t" r="r" b="b"/>
              <a:pathLst>
                <a:path w="609600" h="85725">
                  <a:moveTo>
                    <a:pt x="42672" y="0"/>
                  </a:moveTo>
                  <a:lnTo>
                    <a:pt x="0" y="42672"/>
                  </a:lnTo>
                  <a:lnTo>
                    <a:pt x="42672" y="85344"/>
                  </a:lnTo>
                  <a:lnTo>
                    <a:pt x="42672" y="64008"/>
                  </a:lnTo>
                  <a:lnTo>
                    <a:pt x="609600" y="64008"/>
                  </a:lnTo>
                  <a:lnTo>
                    <a:pt x="609600" y="21336"/>
                  </a:lnTo>
                  <a:lnTo>
                    <a:pt x="42672" y="21336"/>
                  </a:lnTo>
                  <a:lnTo>
                    <a:pt x="42672" y="0"/>
                  </a:lnTo>
                  <a:close/>
                </a:path>
              </a:pathLst>
            </a:custGeom>
            <a:solidFill>
              <a:srgbClr val="B2B2B2"/>
            </a:solidFill>
          </p:spPr>
          <p:txBody>
            <a:bodyPr wrap="square" lIns="0" tIns="0" rIns="0" bIns="0" rtlCol="0"/>
            <a:lstStyle/>
            <a:p>
              <a:endParaRPr sz="2000"/>
            </a:p>
          </p:txBody>
        </p:sp>
        <p:sp>
          <p:nvSpPr>
            <p:cNvPr id="169" name="object 53">
              <a:extLst>
                <a:ext uri="{FF2B5EF4-FFF2-40B4-BE49-F238E27FC236}">
                  <a16:creationId xmlns:a16="http://schemas.microsoft.com/office/drawing/2014/main" id="{05738AB8-ED17-4F50-8FC2-F307EB75D3AD}"/>
                </a:ext>
              </a:extLst>
            </p:cNvPr>
            <p:cNvSpPr/>
            <p:nvPr/>
          </p:nvSpPr>
          <p:spPr>
            <a:xfrm>
              <a:off x="3525773" y="2013965"/>
              <a:ext cx="609600" cy="85725"/>
            </a:xfrm>
            <a:custGeom>
              <a:avLst/>
              <a:gdLst/>
              <a:ahLst/>
              <a:cxnLst/>
              <a:rect l="l" t="t" r="r" b="b"/>
              <a:pathLst>
                <a:path w="609600" h="85725">
                  <a:moveTo>
                    <a:pt x="609600" y="64008"/>
                  </a:moveTo>
                  <a:lnTo>
                    <a:pt x="42672" y="64008"/>
                  </a:lnTo>
                  <a:lnTo>
                    <a:pt x="42672" y="85344"/>
                  </a:lnTo>
                  <a:lnTo>
                    <a:pt x="0" y="42672"/>
                  </a:lnTo>
                  <a:lnTo>
                    <a:pt x="42672" y="0"/>
                  </a:lnTo>
                  <a:lnTo>
                    <a:pt x="42672" y="21336"/>
                  </a:lnTo>
                  <a:lnTo>
                    <a:pt x="609600" y="21336"/>
                  </a:lnTo>
                  <a:lnTo>
                    <a:pt x="609600" y="64008"/>
                  </a:lnTo>
                  <a:close/>
                </a:path>
              </a:pathLst>
            </a:custGeom>
            <a:ln w="25400">
              <a:solidFill>
                <a:srgbClr val="B2B2B2"/>
              </a:solidFill>
            </a:ln>
          </p:spPr>
          <p:txBody>
            <a:bodyPr wrap="square" lIns="0" tIns="0" rIns="0" bIns="0" rtlCol="0"/>
            <a:lstStyle/>
            <a:p>
              <a:endParaRPr sz="2000"/>
            </a:p>
          </p:txBody>
        </p:sp>
        <p:sp>
          <p:nvSpPr>
            <p:cNvPr id="170" name="object 54">
              <a:extLst>
                <a:ext uri="{FF2B5EF4-FFF2-40B4-BE49-F238E27FC236}">
                  <a16:creationId xmlns:a16="http://schemas.microsoft.com/office/drawing/2014/main" id="{F646FFB5-4FAD-458A-9C06-3D57FCCFF1C0}"/>
                </a:ext>
              </a:extLst>
            </p:cNvPr>
            <p:cNvSpPr/>
            <p:nvPr/>
          </p:nvSpPr>
          <p:spPr>
            <a:xfrm>
              <a:off x="3710939" y="1894333"/>
              <a:ext cx="91440" cy="85342"/>
            </a:xfrm>
            <a:prstGeom prst="rect">
              <a:avLst/>
            </a:prstGeom>
            <a:blipFill>
              <a:blip r:embed="rId18" cstate="print"/>
              <a:stretch>
                <a:fillRect/>
              </a:stretch>
            </a:blipFill>
          </p:spPr>
          <p:txBody>
            <a:bodyPr wrap="square" lIns="0" tIns="0" rIns="0" bIns="0" rtlCol="0"/>
            <a:lstStyle/>
            <a:p>
              <a:endParaRPr sz="2000"/>
            </a:p>
          </p:txBody>
        </p:sp>
        <p:sp>
          <p:nvSpPr>
            <p:cNvPr id="171" name="object 55">
              <a:extLst>
                <a:ext uri="{FF2B5EF4-FFF2-40B4-BE49-F238E27FC236}">
                  <a16:creationId xmlns:a16="http://schemas.microsoft.com/office/drawing/2014/main" id="{391ACAF3-F794-4CB3-96A2-0D90E0797A85}"/>
                </a:ext>
              </a:extLst>
            </p:cNvPr>
            <p:cNvSpPr/>
            <p:nvPr/>
          </p:nvSpPr>
          <p:spPr>
            <a:xfrm>
              <a:off x="3710939"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2" name="object 56">
              <a:extLst>
                <a:ext uri="{FF2B5EF4-FFF2-40B4-BE49-F238E27FC236}">
                  <a16:creationId xmlns:a16="http://schemas.microsoft.com/office/drawing/2014/main" id="{34E0958F-CAE8-4A9A-9063-2FB95F9155FC}"/>
                </a:ext>
              </a:extLst>
            </p:cNvPr>
            <p:cNvSpPr/>
            <p:nvPr/>
          </p:nvSpPr>
          <p:spPr>
            <a:xfrm>
              <a:off x="3710939" y="1979677"/>
              <a:ext cx="91440" cy="85342"/>
            </a:xfrm>
            <a:prstGeom prst="rect">
              <a:avLst/>
            </a:prstGeom>
            <a:blipFill>
              <a:blip r:embed="rId19" cstate="print"/>
              <a:stretch>
                <a:fillRect/>
              </a:stretch>
            </a:blipFill>
          </p:spPr>
          <p:txBody>
            <a:bodyPr wrap="square" lIns="0" tIns="0" rIns="0" bIns="0" rtlCol="0"/>
            <a:lstStyle/>
            <a:p>
              <a:endParaRPr sz="2000"/>
            </a:p>
          </p:txBody>
        </p:sp>
        <p:sp>
          <p:nvSpPr>
            <p:cNvPr id="173" name="object 57">
              <a:extLst>
                <a:ext uri="{FF2B5EF4-FFF2-40B4-BE49-F238E27FC236}">
                  <a16:creationId xmlns:a16="http://schemas.microsoft.com/office/drawing/2014/main" id="{F6946313-8471-468A-8A3A-21384C7AE185}"/>
                </a:ext>
              </a:extLst>
            </p:cNvPr>
            <p:cNvSpPr/>
            <p:nvPr/>
          </p:nvSpPr>
          <p:spPr>
            <a:xfrm>
              <a:off x="3710939"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4" name="object 58">
              <a:extLst>
                <a:ext uri="{FF2B5EF4-FFF2-40B4-BE49-F238E27FC236}">
                  <a16:creationId xmlns:a16="http://schemas.microsoft.com/office/drawing/2014/main" id="{9143664E-681E-4C00-B462-37E1FFFDFA24}"/>
                </a:ext>
              </a:extLst>
            </p:cNvPr>
            <p:cNvSpPr/>
            <p:nvPr/>
          </p:nvSpPr>
          <p:spPr>
            <a:xfrm>
              <a:off x="3710939" y="2065021"/>
              <a:ext cx="91440" cy="85342"/>
            </a:xfrm>
            <a:prstGeom prst="rect">
              <a:avLst/>
            </a:prstGeom>
            <a:blipFill>
              <a:blip r:embed="rId20" cstate="print"/>
              <a:stretch>
                <a:fillRect/>
              </a:stretch>
            </a:blipFill>
          </p:spPr>
          <p:txBody>
            <a:bodyPr wrap="square" lIns="0" tIns="0" rIns="0" bIns="0" rtlCol="0"/>
            <a:lstStyle/>
            <a:p>
              <a:endParaRPr sz="2000"/>
            </a:p>
          </p:txBody>
        </p:sp>
        <p:sp>
          <p:nvSpPr>
            <p:cNvPr id="175" name="object 59">
              <a:extLst>
                <a:ext uri="{FF2B5EF4-FFF2-40B4-BE49-F238E27FC236}">
                  <a16:creationId xmlns:a16="http://schemas.microsoft.com/office/drawing/2014/main" id="{0027A0DD-D056-46B5-A957-B5556616CB2D}"/>
                </a:ext>
              </a:extLst>
            </p:cNvPr>
            <p:cNvSpPr/>
            <p:nvPr/>
          </p:nvSpPr>
          <p:spPr>
            <a:xfrm>
              <a:off x="3710939"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6" name="object 60">
              <a:extLst>
                <a:ext uri="{FF2B5EF4-FFF2-40B4-BE49-F238E27FC236}">
                  <a16:creationId xmlns:a16="http://schemas.microsoft.com/office/drawing/2014/main" id="{A7E93B94-A06F-4F57-8AE4-0CE4EA9F6102}"/>
                </a:ext>
              </a:extLst>
            </p:cNvPr>
            <p:cNvSpPr/>
            <p:nvPr/>
          </p:nvSpPr>
          <p:spPr>
            <a:xfrm>
              <a:off x="3710939" y="2150365"/>
              <a:ext cx="91440" cy="85342"/>
            </a:xfrm>
            <a:prstGeom prst="rect">
              <a:avLst/>
            </a:prstGeom>
            <a:blipFill>
              <a:blip r:embed="rId21" cstate="print"/>
              <a:stretch>
                <a:fillRect/>
              </a:stretch>
            </a:blipFill>
          </p:spPr>
          <p:txBody>
            <a:bodyPr wrap="square" lIns="0" tIns="0" rIns="0" bIns="0" rtlCol="0"/>
            <a:lstStyle/>
            <a:p>
              <a:endParaRPr sz="2000"/>
            </a:p>
          </p:txBody>
        </p:sp>
        <p:sp>
          <p:nvSpPr>
            <p:cNvPr id="177" name="object 61">
              <a:extLst>
                <a:ext uri="{FF2B5EF4-FFF2-40B4-BE49-F238E27FC236}">
                  <a16:creationId xmlns:a16="http://schemas.microsoft.com/office/drawing/2014/main" id="{9A13723B-4F5D-4627-942B-BC7DB3850B25}"/>
                </a:ext>
              </a:extLst>
            </p:cNvPr>
            <p:cNvSpPr/>
            <p:nvPr/>
          </p:nvSpPr>
          <p:spPr>
            <a:xfrm>
              <a:off x="3710939"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8" name="object 62">
              <a:extLst>
                <a:ext uri="{FF2B5EF4-FFF2-40B4-BE49-F238E27FC236}">
                  <a16:creationId xmlns:a16="http://schemas.microsoft.com/office/drawing/2014/main" id="{F06DE6D5-3FA8-4CD0-B8EB-784B301ED785}"/>
                </a:ext>
              </a:extLst>
            </p:cNvPr>
            <p:cNvSpPr/>
            <p:nvPr/>
          </p:nvSpPr>
          <p:spPr>
            <a:xfrm>
              <a:off x="3802379" y="1894333"/>
              <a:ext cx="92962" cy="85342"/>
            </a:xfrm>
            <a:prstGeom prst="rect">
              <a:avLst/>
            </a:prstGeom>
            <a:blipFill>
              <a:blip r:embed="rId22" cstate="print"/>
              <a:stretch>
                <a:fillRect/>
              </a:stretch>
            </a:blipFill>
          </p:spPr>
          <p:txBody>
            <a:bodyPr wrap="square" lIns="0" tIns="0" rIns="0" bIns="0" rtlCol="0"/>
            <a:lstStyle/>
            <a:p>
              <a:endParaRPr sz="2000"/>
            </a:p>
          </p:txBody>
        </p:sp>
        <p:sp>
          <p:nvSpPr>
            <p:cNvPr id="179" name="object 63">
              <a:extLst>
                <a:ext uri="{FF2B5EF4-FFF2-40B4-BE49-F238E27FC236}">
                  <a16:creationId xmlns:a16="http://schemas.microsoft.com/office/drawing/2014/main" id="{020D0BE7-ED46-449F-B7E2-F60822673A1E}"/>
                </a:ext>
              </a:extLst>
            </p:cNvPr>
            <p:cNvSpPr/>
            <p:nvPr/>
          </p:nvSpPr>
          <p:spPr>
            <a:xfrm>
              <a:off x="3802379" y="18943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0" name="object 64">
              <a:extLst>
                <a:ext uri="{FF2B5EF4-FFF2-40B4-BE49-F238E27FC236}">
                  <a16:creationId xmlns:a16="http://schemas.microsoft.com/office/drawing/2014/main" id="{CC15C563-2E85-4330-A879-906603D74258}"/>
                </a:ext>
              </a:extLst>
            </p:cNvPr>
            <p:cNvSpPr/>
            <p:nvPr/>
          </p:nvSpPr>
          <p:spPr>
            <a:xfrm>
              <a:off x="3802379" y="1979677"/>
              <a:ext cx="92962" cy="85342"/>
            </a:xfrm>
            <a:prstGeom prst="rect">
              <a:avLst/>
            </a:prstGeom>
            <a:blipFill>
              <a:blip r:embed="rId23" cstate="print"/>
              <a:stretch>
                <a:fillRect/>
              </a:stretch>
            </a:blipFill>
          </p:spPr>
          <p:txBody>
            <a:bodyPr wrap="square" lIns="0" tIns="0" rIns="0" bIns="0" rtlCol="0"/>
            <a:lstStyle/>
            <a:p>
              <a:endParaRPr sz="2000"/>
            </a:p>
          </p:txBody>
        </p:sp>
        <p:sp>
          <p:nvSpPr>
            <p:cNvPr id="181" name="object 65">
              <a:extLst>
                <a:ext uri="{FF2B5EF4-FFF2-40B4-BE49-F238E27FC236}">
                  <a16:creationId xmlns:a16="http://schemas.microsoft.com/office/drawing/2014/main" id="{7EBDAB5D-7EF1-4EA4-BE5C-0D88DD982C4C}"/>
                </a:ext>
              </a:extLst>
            </p:cNvPr>
            <p:cNvSpPr/>
            <p:nvPr/>
          </p:nvSpPr>
          <p:spPr>
            <a:xfrm>
              <a:off x="3802379" y="1979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2" name="object 66">
              <a:extLst>
                <a:ext uri="{FF2B5EF4-FFF2-40B4-BE49-F238E27FC236}">
                  <a16:creationId xmlns:a16="http://schemas.microsoft.com/office/drawing/2014/main" id="{6E107593-C0C3-441C-B9C6-E0E44EC56ABB}"/>
                </a:ext>
              </a:extLst>
            </p:cNvPr>
            <p:cNvSpPr/>
            <p:nvPr/>
          </p:nvSpPr>
          <p:spPr>
            <a:xfrm>
              <a:off x="3802379" y="2065021"/>
              <a:ext cx="92962" cy="85342"/>
            </a:xfrm>
            <a:prstGeom prst="rect">
              <a:avLst/>
            </a:prstGeom>
            <a:blipFill>
              <a:blip r:embed="rId24" cstate="print"/>
              <a:stretch>
                <a:fillRect/>
              </a:stretch>
            </a:blipFill>
          </p:spPr>
          <p:txBody>
            <a:bodyPr wrap="square" lIns="0" tIns="0" rIns="0" bIns="0" rtlCol="0"/>
            <a:lstStyle/>
            <a:p>
              <a:endParaRPr sz="2000"/>
            </a:p>
          </p:txBody>
        </p:sp>
        <p:sp>
          <p:nvSpPr>
            <p:cNvPr id="183" name="object 67">
              <a:extLst>
                <a:ext uri="{FF2B5EF4-FFF2-40B4-BE49-F238E27FC236}">
                  <a16:creationId xmlns:a16="http://schemas.microsoft.com/office/drawing/2014/main" id="{78F822E2-104F-4B14-A637-DFCAEA19525D}"/>
                </a:ext>
              </a:extLst>
            </p:cNvPr>
            <p:cNvSpPr/>
            <p:nvPr/>
          </p:nvSpPr>
          <p:spPr>
            <a:xfrm>
              <a:off x="3802379" y="2065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4" name="object 68">
              <a:extLst>
                <a:ext uri="{FF2B5EF4-FFF2-40B4-BE49-F238E27FC236}">
                  <a16:creationId xmlns:a16="http://schemas.microsoft.com/office/drawing/2014/main" id="{13AC78C0-903C-4B17-83E6-10315C0A0102}"/>
                </a:ext>
              </a:extLst>
            </p:cNvPr>
            <p:cNvSpPr/>
            <p:nvPr/>
          </p:nvSpPr>
          <p:spPr>
            <a:xfrm>
              <a:off x="3802379" y="2150365"/>
              <a:ext cx="92962" cy="85342"/>
            </a:xfrm>
            <a:prstGeom prst="rect">
              <a:avLst/>
            </a:prstGeom>
            <a:blipFill>
              <a:blip r:embed="rId25" cstate="print"/>
              <a:stretch>
                <a:fillRect/>
              </a:stretch>
            </a:blipFill>
          </p:spPr>
          <p:txBody>
            <a:bodyPr wrap="square" lIns="0" tIns="0" rIns="0" bIns="0" rtlCol="0"/>
            <a:lstStyle/>
            <a:p>
              <a:endParaRPr sz="2000"/>
            </a:p>
          </p:txBody>
        </p:sp>
        <p:sp>
          <p:nvSpPr>
            <p:cNvPr id="185" name="object 69">
              <a:extLst>
                <a:ext uri="{FF2B5EF4-FFF2-40B4-BE49-F238E27FC236}">
                  <a16:creationId xmlns:a16="http://schemas.microsoft.com/office/drawing/2014/main" id="{DED6D353-DAF2-49E4-AC57-A703A6B01B48}"/>
                </a:ext>
              </a:extLst>
            </p:cNvPr>
            <p:cNvSpPr/>
            <p:nvPr/>
          </p:nvSpPr>
          <p:spPr>
            <a:xfrm>
              <a:off x="3802379" y="2150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86" name="object 70">
            <a:extLst>
              <a:ext uri="{FF2B5EF4-FFF2-40B4-BE49-F238E27FC236}">
                <a16:creationId xmlns:a16="http://schemas.microsoft.com/office/drawing/2014/main" id="{529EB94D-CC0E-42FE-9493-7A2BF9220F61}"/>
              </a:ext>
            </a:extLst>
          </p:cNvPr>
          <p:cNvGrpSpPr/>
          <p:nvPr/>
        </p:nvGrpSpPr>
        <p:grpSpPr>
          <a:xfrm>
            <a:off x="5012478" y="1827601"/>
            <a:ext cx="357011" cy="124883"/>
            <a:chOff x="4732273" y="2005838"/>
            <a:chExt cx="321310" cy="112395"/>
          </a:xfrm>
        </p:grpSpPr>
        <p:sp>
          <p:nvSpPr>
            <p:cNvPr id="187" name="object 71">
              <a:extLst>
                <a:ext uri="{FF2B5EF4-FFF2-40B4-BE49-F238E27FC236}">
                  <a16:creationId xmlns:a16="http://schemas.microsoft.com/office/drawing/2014/main" id="{CB25E542-B49F-445E-ADA1-46C62D7FA2D2}"/>
                </a:ext>
              </a:extLst>
            </p:cNvPr>
            <p:cNvSpPr/>
            <p:nvPr/>
          </p:nvSpPr>
          <p:spPr>
            <a:xfrm>
              <a:off x="4744973" y="2018538"/>
              <a:ext cx="295910" cy="86995"/>
            </a:xfrm>
            <a:custGeom>
              <a:avLst/>
              <a:gdLst/>
              <a:ahLst/>
              <a:cxnLst/>
              <a:rect l="l" t="t" r="r" b="b"/>
              <a:pathLst>
                <a:path w="295910" h="86994">
                  <a:moveTo>
                    <a:pt x="43434" y="0"/>
                  </a:moveTo>
                  <a:lnTo>
                    <a:pt x="0" y="43434"/>
                  </a:lnTo>
                  <a:lnTo>
                    <a:pt x="43434" y="86868"/>
                  </a:lnTo>
                  <a:lnTo>
                    <a:pt x="43434" y="65151"/>
                  </a:lnTo>
                  <a:lnTo>
                    <a:pt x="295656" y="65151"/>
                  </a:lnTo>
                  <a:lnTo>
                    <a:pt x="295656" y="21717"/>
                  </a:lnTo>
                  <a:lnTo>
                    <a:pt x="43434" y="21717"/>
                  </a:lnTo>
                  <a:lnTo>
                    <a:pt x="43434" y="0"/>
                  </a:lnTo>
                  <a:close/>
                </a:path>
              </a:pathLst>
            </a:custGeom>
            <a:solidFill>
              <a:srgbClr val="B2B2B2"/>
            </a:solidFill>
          </p:spPr>
          <p:txBody>
            <a:bodyPr wrap="square" lIns="0" tIns="0" rIns="0" bIns="0" rtlCol="0"/>
            <a:lstStyle/>
            <a:p>
              <a:endParaRPr sz="2000"/>
            </a:p>
          </p:txBody>
        </p:sp>
        <p:sp>
          <p:nvSpPr>
            <p:cNvPr id="188" name="object 72">
              <a:extLst>
                <a:ext uri="{FF2B5EF4-FFF2-40B4-BE49-F238E27FC236}">
                  <a16:creationId xmlns:a16="http://schemas.microsoft.com/office/drawing/2014/main" id="{3653A812-6EB9-4879-8507-3049FE6F1513}"/>
                </a:ext>
              </a:extLst>
            </p:cNvPr>
            <p:cNvSpPr/>
            <p:nvPr/>
          </p:nvSpPr>
          <p:spPr>
            <a:xfrm>
              <a:off x="4744973" y="2018538"/>
              <a:ext cx="295910" cy="86995"/>
            </a:xfrm>
            <a:custGeom>
              <a:avLst/>
              <a:gdLst/>
              <a:ahLst/>
              <a:cxnLst/>
              <a:rect l="l" t="t" r="r" b="b"/>
              <a:pathLst>
                <a:path w="295910" h="86994">
                  <a:moveTo>
                    <a:pt x="295656" y="65151"/>
                  </a:moveTo>
                  <a:lnTo>
                    <a:pt x="43434" y="65151"/>
                  </a:lnTo>
                  <a:lnTo>
                    <a:pt x="43434" y="86868"/>
                  </a:lnTo>
                  <a:lnTo>
                    <a:pt x="0" y="43434"/>
                  </a:lnTo>
                  <a:lnTo>
                    <a:pt x="43434" y="0"/>
                  </a:lnTo>
                  <a:lnTo>
                    <a:pt x="43434" y="21717"/>
                  </a:lnTo>
                  <a:lnTo>
                    <a:pt x="295656" y="21717"/>
                  </a:lnTo>
                  <a:lnTo>
                    <a:pt x="295656" y="65151"/>
                  </a:lnTo>
                  <a:close/>
                </a:path>
              </a:pathLst>
            </a:custGeom>
            <a:ln w="25400">
              <a:solidFill>
                <a:srgbClr val="B2B2B2"/>
              </a:solidFill>
            </a:ln>
          </p:spPr>
          <p:txBody>
            <a:bodyPr wrap="square" lIns="0" tIns="0" rIns="0" bIns="0" rtlCol="0"/>
            <a:lstStyle/>
            <a:p>
              <a:endParaRPr sz="2000"/>
            </a:p>
          </p:txBody>
        </p:sp>
      </p:grpSp>
      <p:grpSp>
        <p:nvGrpSpPr>
          <p:cNvPr id="189" name="object 73">
            <a:extLst>
              <a:ext uri="{FF2B5EF4-FFF2-40B4-BE49-F238E27FC236}">
                <a16:creationId xmlns:a16="http://schemas.microsoft.com/office/drawing/2014/main" id="{589DAAF0-2C51-4891-A77A-0BE510A2BB9C}"/>
              </a:ext>
            </a:extLst>
          </p:cNvPr>
          <p:cNvGrpSpPr/>
          <p:nvPr/>
        </p:nvGrpSpPr>
        <p:grpSpPr>
          <a:xfrm>
            <a:off x="5428475" y="1828731"/>
            <a:ext cx="219428" cy="109361"/>
            <a:chOff x="5106670" y="2006855"/>
            <a:chExt cx="197485" cy="98425"/>
          </a:xfrm>
        </p:grpSpPr>
        <p:sp>
          <p:nvSpPr>
            <p:cNvPr id="190" name="object 74">
              <a:extLst>
                <a:ext uri="{FF2B5EF4-FFF2-40B4-BE49-F238E27FC236}">
                  <a16:creationId xmlns:a16="http://schemas.microsoft.com/office/drawing/2014/main" id="{A2CC74EA-765B-43ED-B529-E59EAF01D35F}"/>
                </a:ext>
              </a:extLst>
            </p:cNvPr>
            <p:cNvSpPr/>
            <p:nvPr/>
          </p:nvSpPr>
          <p:spPr>
            <a:xfrm>
              <a:off x="5113020" y="2013205"/>
              <a:ext cx="92962" cy="85342"/>
            </a:xfrm>
            <a:prstGeom prst="rect">
              <a:avLst/>
            </a:prstGeom>
            <a:blipFill>
              <a:blip r:embed="rId26" cstate="print"/>
              <a:stretch>
                <a:fillRect/>
              </a:stretch>
            </a:blipFill>
          </p:spPr>
          <p:txBody>
            <a:bodyPr wrap="square" lIns="0" tIns="0" rIns="0" bIns="0" rtlCol="0"/>
            <a:lstStyle/>
            <a:p>
              <a:endParaRPr sz="2000"/>
            </a:p>
          </p:txBody>
        </p:sp>
        <p:sp>
          <p:nvSpPr>
            <p:cNvPr id="191" name="object 75">
              <a:extLst>
                <a:ext uri="{FF2B5EF4-FFF2-40B4-BE49-F238E27FC236}">
                  <a16:creationId xmlns:a16="http://schemas.microsoft.com/office/drawing/2014/main" id="{C8D00434-7D8E-4D70-A65D-79DEA7FFAB88}"/>
                </a:ext>
              </a:extLst>
            </p:cNvPr>
            <p:cNvSpPr/>
            <p:nvPr/>
          </p:nvSpPr>
          <p:spPr>
            <a:xfrm>
              <a:off x="5113020" y="201320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2" name="object 76">
              <a:extLst>
                <a:ext uri="{FF2B5EF4-FFF2-40B4-BE49-F238E27FC236}">
                  <a16:creationId xmlns:a16="http://schemas.microsoft.com/office/drawing/2014/main" id="{64BC77DE-5087-4569-A0A0-65D0D9FE93B7}"/>
                </a:ext>
              </a:extLst>
            </p:cNvPr>
            <p:cNvSpPr/>
            <p:nvPr/>
          </p:nvSpPr>
          <p:spPr>
            <a:xfrm>
              <a:off x="5205984" y="2013205"/>
              <a:ext cx="91440" cy="85342"/>
            </a:xfrm>
            <a:prstGeom prst="rect">
              <a:avLst/>
            </a:prstGeom>
            <a:blipFill>
              <a:blip r:embed="rId27" cstate="print"/>
              <a:stretch>
                <a:fillRect/>
              </a:stretch>
            </a:blipFill>
          </p:spPr>
          <p:txBody>
            <a:bodyPr wrap="square" lIns="0" tIns="0" rIns="0" bIns="0" rtlCol="0"/>
            <a:lstStyle/>
            <a:p>
              <a:endParaRPr sz="2000"/>
            </a:p>
          </p:txBody>
        </p:sp>
        <p:sp>
          <p:nvSpPr>
            <p:cNvPr id="193" name="object 77">
              <a:extLst>
                <a:ext uri="{FF2B5EF4-FFF2-40B4-BE49-F238E27FC236}">
                  <a16:creationId xmlns:a16="http://schemas.microsoft.com/office/drawing/2014/main" id="{E1067822-CE24-428A-870F-E2BAD2618DD0}"/>
                </a:ext>
              </a:extLst>
            </p:cNvPr>
            <p:cNvSpPr/>
            <p:nvPr/>
          </p:nvSpPr>
          <p:spPr>
            <a:xfrm>
              <a:off x="5205984" y="201320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94" name="object 78">
            <a:extLst>
              <a:ext uri="{FF2B5EF4-FFF2-40B4-BE49-F238E27FC236}">
                <a16:creationId xmlns:a16="http://schemas.microsoft.com/office/drawing/2014/main" id="{CCD3C668-FFB3-49F5-94FF-5FDC3F0508FA}"/>
              </a:ext>
            </a:extLst>
          </p:cNvPr>
          <p:cNvGrpSpPr/>
          <p:nvPr/>
        </p:nvGrpSpPr>
        <p:grpSpPr>
          <a:xfrm>
            <a:off x="5720715" y="1872333"/>
            <a:ext cx="347133" cy="188383"/>
            <a:chOff x="5369686" y="2046097"/>
            <a:chExt cx="312420" cy="169545"/>
          </a:xfrm>
        </p:grpSpPr>
        <p:sp>
          <p:nvSpPr>
            <p:cNvPr id="195" name="object 79">
              <a:extLst>
                <a:ext uri="{FF2B5EF4-FFF2-40B4-BE49-F238E27FC236}">
                  <a16:creationId xmlns:a16="http://schemas.microsoft.com/office/drawing/2014/main" id="{92422779-D919-40F8-8E02-A49BB4E1A84A}"/>
                </a:ext>
              </a:extLst>
            </p:cNvPr>
            <p:cNvSpPr/>
            <p:nvPr/>
          </p:nvSpPr>
          <p:spPr>
            <a:xfrm>
              <a:off x="5382386" y="2058797"/>
              <a:ext cx="287020" cy="144145"/>
            </a:xfrm>
            <a:custGeom>
              <a:avLst/>
              <a:gdLst/>
              <a:ahLst/>
              <a:cxnLst/>
              <a:rect l="l" t="t" r="r" b="b"/>
              <a:pathLst>
                <a:path w="287020" h="144144">
                  <a:moveTo>
                    <a:pt x="54483" y="0"/>
                  </a:moveTo>
                  <a:lnTo>
                    <a:pt x="0" y="26289"/>
                  </a:lnTo>
                  <a:lnTo>
                    <a:pt x="26289" y="80645"/>
                  </a:lnTo>
                  <a:lnTo>
                    <a:pt x="33401" y="60452"/>
                  </a:lnTo>
                  <a:lnTo>
                    <a:pt x="272669" y="143764"/>
                  </a:lnTo>
                  <a:lnTo>
                    <a:pt x="286766" y="103378"/>
                  </a:lnTo>
                  <a:lnTo>
                    <a:pt x="47371" y="20193"/>
                  </a:lnTo>
                  <a:lnTo>
                    <a:pt x="54483" y="0"/>
                  </a:lnTo>
                  <a:close/>
                </a:path>
              </a:pathLst>
            </a:custGeom>
            <a:solidFill>
              <a:srgbClr val="B2B2B2"/>
            </a:solidFill>
          </p:spPr>
          <p:txBody>
            <a:bodyPr wrap="square" lIns="0" tIns="0" rIns="0" bIns="0" rtlCol="0"/>
            <a:lstStyle/>
            <a:p>
              <a:endParaRPr sz="2000"/>
            </a:p>
          </p:txBody>
        </p:sp>
        <p:sp>
          <p:nvSpPr>
            <p:cNvPr id="196" name="object 80">
              <a:extLst>
                <a:ext uri="{FF2B5EF4-FFF2-40B4-BE49-F238E27FC236}">
                  <a16:creationId xmlns:a16="http://schemas.microsoft.com/office/drawing/2014/main" id="{D2986D37-328C-4BE2-8F11-C33ECC4EF8B6}"/>
                </a:ext>
              </a:extLst>
            </p:cNvPr>
            <p:cNvSpPr/>
            <p:nvPr/>
          </p:nvSpPr>
          <p:spPr>
            <a:xfrm>
              <a:off x="5382386" y="2058797"/>
              <a:ext cx="287020" cy="144145"/>
            </a:xfrm>
            <a:custGeom>
              <a:avLst/>
              <a:gdLst/>
              <a:ahLst/>
              <a:cxnLst/>
              <a:rect l="l" t="t" r="r" b="b"/>
              <a:pathLst>
                <a:path w="287020" h="144144">
                  <a:moveTo>
                    <a:pt x="272669" y="143764"/>
                  </a:moveTo>
                  <a:lnTo>
                    <a:pt x="33401" y="60452"/>
                  </a:lnTo>
                  <a:lnTo>
                    <a:pt x="26289" y="80645"/>
                  </a:lnTo>
                  <a:lnTo>
                    <a:pt x="0" y="26289"/>
                  </a:lnTo>
                  <a:lnTo>
                    <a:pt x="54483" y="0"/>
                  </a:lnTo>
                  <a:lnTo>
                    <a:pt x="47371" y="20193"/>
                  </a:lnTo>
                  <a:lnTo>
                    <a:pt x="286766" y="103378"/>
                  </a:lnTo>
                  <a:lnTo>
                    <a:pt x="272669" y="143764"/>
                  </a:lnTo>
                  <a:close/>
                </a:path>
              </a:pathLst>
            </a:custGeom>
            <a:ln w="25400">
              <a:solidFill>
                <a:srgbClr val="B2B2B2"/>
              </a:solidFill>
            </a:ln>
          </p:spPr>
          <p:txBody>
            <a:bodyPr wrap="square" lIns="0" tIns="0" rIns="0" bIns="0" rtlCol="0"/>
            <a:lstStyle/>
            <a:p>
              <a:endParaRPr sz="2000"/>
            </a:p>
          </p:txBody>
        </p:sp>
      </p:grpSp>
      <p:grpSp>
        <p:nvGrpSpPr>
          <p:cNvPr id="197" name="object 81">
            <a:extLst>
              <a:ext uri="{FF2B5EF4-FFF2-40B4-BE49-F238E27FC236}">
                <a16:creationId xmlns:a16="http://schemas.microsoft.com/office/drawing/2014/main" id="{8DBDE493-1F7C-4CE9-9946-B3203A8B5597}"/>
              </a:ext>
            </a:extLst>
          </p:cNvPr>
          <p:cNvGrpSpPr/>
          <p:nvPr/>
        </p:nvGrpSpPr>
        <p:grpSpPr>
          <a:xfrm>
            <a:off x="6117662" y="1828728"/>
            <a:ext cx="727428" cy="530578"/>
            <a:chOff x="5726938" y="2006853"/>
            <a:chExt cx="654685" cy="477520"/>
          </a:xfrm>
        </p:grpSpPr>
        <p:sp>
          <p:nvSpPr>
            <p:cNvPr id="198" name="object 82">
              <a:extLst>
                <a:ext uri="{FF2B5EF4-FFF2-40B4-BE49-F238E27FC236}">
                  <a16:creationId xmlns:a16="http://schemas.microsoft.com/office/drawing/2014/main" id="{ADA73C54-3387-411A-8D39-2940AC7544DB}"/>
                </a:ext>
              </a:extLst>
            </p:cNvPr>
            <p:cNvSpPr/>
            <p:nvPr/>
          </p:nvSpPr>
          <p:spPr>
            <a:xfrm>
              <a:off x="5733288" y="2013203"/>
              <a:ext cx="641985" cy="464820"/>
            </a:xfrm>
            <a:custGeom>
              <a:avLst/>
              <a:gdLst/>
              <a:ahLst/>
              <a:cxnLst/>
              <a:rect l="l" t="t" r="r" b="b"/>
              <a:pathLst>
                <a:path w="641985" h="464819">
                  <a:moveTo>
                    <a:pt x="564134" y="0"/>
                  </a:moveTo>
                  <a:lnTo>
                    <a:pt x="77470" y="0"/>
                  </a:lnTo>
                  <a:lnTo>
                    <a:pt x="47309" y="6086"/>
                  </a:lnTo>
                  <a:lnTo>
                    <a:pt x="22685" y="22685"/>
                  </a:lnTo>
                  <a:lnTo>
                    <a:pt x="6086" y="47309"/>
                  </a:lnTo>
                  <a:lnTo>
                    <a:pt x="0" y="77470"/>
                  </a:lnTo>
                  <a:lnTo>
                    <a:pt x="0" y="387350"/>
                  </a:lnTo>
                  <a:lnTo>
                    <a:pt x="6086" y="417510"/>
                  </a:lnTo>
                  <a:lnTo>
                    <a:pt x="22685" y="442134"/>
                  </a:lnTo>
                  <a:lnTo>
                    <a:pt x="47309" y="458733"/>
                  </a:lnTo>
                  <a:lnTo>
                    <a:pt x="77470" y="464820"/>
                  </a:lnTo>
                  <a:lnTo>
                    <a:pt x="564134" y="464820"/>
                  </a:lnTo>
                  <a:lnTo>
                    <a:pt x="594294" y="458733"/>
                  </a:lnTo>
                  <a:lnTo>
                    <a:pt x="618918" y="442134"/>
                  </a:lnTo>
                  <a:lnTo>
                    <a:pt x="635517" y="417510"/>
                  </a:lnTo>
                  <a:lnTo>
                    <a:pt x="641604" y="387350"/>
                  </a:lnTo>
                  <a:lnTo>
                    <a:pt x="641604" y="77470"/>
                  </a:lnTo>
                  <a:lnTo>
                    <a:pt x="635517" y="47309"/>
                  </a:lnTo>
                  <a:lnTo>
                    <a:pt x="618918" y="22685"/>
                  </a:lnTo>
                  <a:lnTo>
                    <a:pt x="594294" y="6086"/>
                  </a:lnTo>
                  <a:lnTo>
                    <a:pt x="564134" y="0"/>
                  </a:lnTo>
                  <a:close/>
                </a:path>
              </a:pathLst>
            </a:custGeom>
            <a:solidFill>
              <a:srgbClr val="FFB7B7"/>
            </a:solidFill>
          </p:spPr>
          <p:txBody>
            <a:bodyPr wrap="square" lIns="0" tIns="0" rIns="0" bIns="0" rtlCol="0"/>
            <a:lstStyle/>
            <a:p>
              <a:endParaRPr sz="2000"/>
            </a:p>
          </p:txBody>
        </p:sp>
        <p:sp>
          <p:nvSpPr>
            <p:cNvPr id="199" name="object 83">
              <a:extLst>
                <a:ext uri="{FF2B5EF4-FFF2-40B4-BE49-F238E27FC236}">
                  <a16:creationId xmlns:a16="http://schemas.microsoft.com/office/drawing/2014/main" id="{F1D0456D-CA64-44F5-8B73-0944C2B30606}"/>
                </a:ext>
              </a:extLst>
            </p:cNvPr>
            <p:cNvSpPr/>
            <p:nvPr/>
          </p:nvSpPr>
          <p:spPr>
            <a:xfrm>
              <a:off x="5733288" y="2013203"/>
              <a:ext cx="641985" cy="464820"/>
            </a:xfrm>
            <a:custGeom>
              <a:avLst/>
              <a:gdLst/>
              <a:ahLst/>
              <a:cxnLst/>
              <a:rect l="l" t="t" r="r" b="b"/>
              <a:pathLst>
                <a:path w="641985" h="464819">
                  <a:moveTo>
                    <a:pt x="0" y="77470"/>
                  </a:moveTo>
                  <a:lnTo>
                    <a:pt x="6086" y="47309"/>
                  </a:lnTo>
                  <a:lnTo>
                    <a:pt x="22685" y="22685"/>
                  </a:lnTo>
                  <a:lnTo>
                    <a:pt x="47309" y="6086"/>
                  </a:lnTo>
                  <a:lnTo>
                    <a:pt x="77470" y="0"/>
                  </a:lnTo>
                  <a:lnTo>
                    <a:pt x="564134" y="0"/>
                  </a:lnTo>
                  <a:lnTo>
                    <a:pt x="594294" y="6086"/>
                  </a:lnTo>
                  <a:lnTo>
                    <a:pt x="618918" y="22685"/>
                  </a:lnTo>
                  <a:lnTo>
                    <a:pt x="635517" y="47309"/>
                  </a:lnTo>
                  <a:lnTo>
                    <a:pt x="641604" y="77470"/>
                  </a:lnTo>
                  <a:lnTo>
                    <a:pt x="641604" y="387350"/>
                  </a:lnTo>
                  <a:lnTo>
                    <a:pt x="635517" y="417510"/>
                  </a:lnTo>
                  <a:lnTo>
                    <a:pt x="618918" y="442134"/>
                  </a:lnTo>
                  <a:lnTo>
                    <a:pt x="594294" y="458733"/>
                  </a:lnTo>
                  <a:lnTo>
                    <a:pt x="564134" y="464820"/>
                  </a:lnTo>
                  <a:lnTo>
                    <a:pt x="77470" y="464820"/>
                  </a:lnTo>
                  <a:lnTo>
                    <a:pt x="47309" y="458733"/>
                  </a:lnTo>
                  <a:lnTo>
                    <a:pt x="22685" y="442134"/>
                  </a:lnTo>
                  <a:lnTo>
                    <a:pt x="6086" y="417510"/>
                  </a:lnTo>
                  <a:lnTo>
                    <a:pt x="0" y="387350"/>
                  </a:lnTo>
                  <a:lnTo>
                    <a:pt x="0" y="77470"/>
                  </a:lnTo>
                  <a:close/>
                </a:path>
              </a:pathLst>
            </a:custGeom>
            <a:ln w="12700">
              <a:solidFill>
                <a:srgbClr val="000000"/>
              </a:solidFill>
            </a:ln>
          </p:spPr>
          <p:txBody>
            <a:bodyPr wrap="square" lIns="0" tIns="0" rIns="0" bIns="0" rtlCol="0"/>
            <a:lstStyle/>
            <a:p>
              <a:endParaRPr sz="2000"/>
            </a:p>
          </p:txBody>
        </p:sp>
      </p:grpSp>
      <p:sp>
        <p:nvSpPr>
          <p:cNvPr id="200" name="object 84">
            <a:extLst>
              <a:ext uri="{FF2B5EF4-FFF2-40B4-BE49-F238E27FC236}">
                <a16:creationId xmlns:a16="http://schemas.microsoft.com/office/drawing/2014/main" id="{087CA7FC-8A91-4F49-8474-7DEA7E366AC9}"/>
              </a:ext>
            </a:extLst>
          </p:cNvPr>
          <p:cNvSpPr txBox="1"/>
          <p:nvPr/>
        </p:nvSpPr>
        <p:spPr>
          <a:xfrm>
            <a:off x="6142499" y="1872473"/>
            <a:ext cx="679450" cy="424489"/>
          </a:xfrm>
          <a:prstGeom prst="rect">
            <a:avLst/>
          </a:prstGeom>
        </p:spPr>
        <p:txBody>
          <a:bodyPr vert="horz" wrap="square" lIns="0" tIns="14111" rIns="0" bIns="0" rtlCol="0">
            <a:spAutoFit/>
          </a:bodyPr>
          <a:lstStyle/>
          <a:p>
            <a:pPr marL="14111" marR="5644" indent="145343">
              <a:spcBef>
                <a:spcPts val="111"/>
              </a:spcBef>
            </a:pPr>
            <a:r>
              <a:rPr sz="1333" spc="-6" dirty="0">
                <a:latin typeface="Arial"/>
                <a:cs typeface="Arial"/>
              </a:rPr>
              <a:t>Loss  </a:t>
            </a:r>
            <a:r>
              <a:rPr sz="1333" dirty="0">
                <a:latin typeface="Arial"/>
                <a:cs typeface="Arial"/>
              </a:rPr>
              <a:t>Fu</a:t>
            </a:r>
            <a:r>
              <a:rPr sz="1333" spc="-6" dirty="0">
                <a:latin typeface="Arial"/>
                <a:cs typeface="Arial"/>
              </a:rPr>
              <a:t>n</a:t>
            </a:r>
            <a:r>
              <a:rPr sz="1333" dirty="0">
                <a:latin typeface="Arial"/>
                <a:cs typeface="Arial"/>
              </a:rPr>
              <a:t>ctio</a:t>
            </a:r>
            <a:r>
              <a:rPr sz="1333" spc="-6" dirty="0">
                <a:latin typeface="Arial"/>
                <a:cs typeface="Arial"/>
              </a:rPr>
              <a:t>n</a:t>
            </a:r>
            <a:endParaRPr sz="1333">
              <a:latin typeface="Arial"/>
              <a:cs typeface="Arial"/>
            </a:endParaRPr>
          </a:p>
        </p:txBody>
      </p:sp>
      <p:grpSp>
        <p:nvGrpSpPr>
          <p:cNvPr id="201" name="object 85">
            <a:extLst>
              <a:ext uri="{FF2B5EF4-FFF2-40B4-BE49-F238E27FC236}">
                <a16:creationId xmlns:a16="http://schemas.microsoft.com/office/drawing/2014/main" id="{CCE2410D-0688-4806-B748-3A1D1E5D79D2}"/>
              </a:ext>
            </a:extLst>
          </p:cNvPr>
          <p:cNvGrpSpPr/>
          <p:nvPr/>
        </p:nvGrpSpPr>
        <p:grpSpPr>
          <a:xfrm>
            <a:off x="6932720" y="2022333"/>
            <a:ext cx="607483" cy="218017"/>
            <a:chOff x="6460490" y="2181097"/>
            <a:chExt cx="546735" cy="196215"/>
          </a:xfrm>
        </p:grpSpPr>
        <p:sp>
          <p:nvSpPr>
            <p:cNvPr id="202" name="object 86">
              <a:extLst>
                <a:ext uri="{FF2B5EF4-FFF2-40B4-BE49-F238E27FC236}">
                  <a16:creationId xmlns:a16="http://schemas.microsoft.com/office/drawing/2014/main" id="{55276E0C-D4FA-41E7-940F-CC6B48382515}"/>
                </a:ext>
              </a:extLst>
            </p:cNvPr>
            <p:cNvSpPr/>
            <p:nvPr/>
          </p:nvSpPr>
          <p:spPr>
            <a:xfrm>
              <a:off x="6473190" y="2237993"/>
              <a:ext cx="295910" cy="85725"/>
            </a:xfrm>
            <a:custGeom>
              <a:avLst/>
              <a:gdLst/>
              <a:ahLst/>
              <a:cxnLst/>
              <a:rect l="l" t="t" r="r" b="b"/>
              <a:pathLst>
                <a:path w="295909" h="85725">
                  <a:moveTo>
                    <a:pt x="42672" y="0"/>
                  </a:moveTo>
                  <a:lnTo>
                    <a:pt x="0" y="42672"/>
                  </a:lnTo>
                  <a:lnTo>
                    <a:pt x="42672" y="85344"/>
                  </a:lnTo>
                  <a:lnTo>
                    <a:pt x="42672" y="64008"/>
                  </a:lnTo>
                  <a:lnTo>
                    <a:pt x="295656" y="64008"/>
                  </a:lnTo>
                  <a:lnTo>
                    <a:pt x="295656" y="21336"/>
                  </a:lnTo>
                  <a:lnTo>
                    <a:pt x="42672" y="21336"/>
                  </a:lnTo>
                  <a:lnTo>
                    <a:pt x="42672" y="0"/>
                  </a:lnTo>
                  <a:close/>
                </a:path>
              </a:pathLst>
            </a:custGeom>
            <a:solidFill>
              <a:srgbClr val="B2B2B2"/>
            </a:solidFill>
          </p:spPr>
          <p:txBody>
            <a:bodyPr wrap="square" lIns="0" tIns="0" rIns="0" bIns="0" rtlCol="0"/>
            <a:lstStyle/>
            <a:p>
              <a:endParaRPr sz="2000"/>
            </a:p>
          </p:txBody>
        </p:sp>
        <p:sp>
          <p:nvSpPr>
            <p:cNvPr id="203" name="object 87">
              <a:extLst>
                <a:ext uri="{FF2B5EF4-FFF2-40B4-BE49-F238E27FC236}">
                  <a16:creationId xmlns:a16="http://schemas.microsoft.com/office/drawing/2014/main" id="{2658A523-644B-4C9C-AD6B-960EF31546F5}"/>
                </a:ext>
              </a:extLst>
            </p:cNvPr>
            <p:cNvSpPr/>
            <p:nvPr/>
          </p:nvSpPr>
          <p:spPr>
            <a:xfrm>
              <a:off x="6473190" y="2237993"/>
              <a:ext cx="295910" cy="85725"/>
            </a:xfrm>
            <a:custGeom>
              <a:avLst/>
              <a:gdLst/>
              <a:ahLst/>
              <a:cxnLst/>
              <a:rect l="l" t="t" r="r" b="b"/>
              <a:pathLst>
                <a:path w="295909" h="85725">
                  <a:moveTo>
                    <a:pt x="295656" y="64008"/>
                  </a:moveTo>
                  <a:lnTo>
                    <a:pt x="42672" y="64008"/>
                  </a:lnTo>
                  <a:lnTo>
                    <a:pt x="42672" y="85344"/>
                  </a:lnTo>
                  <a:lnTo>
                    <a:pt x="0" y="42672"/>
                  </a:lnTo>
                  <a:lnTo>
                    <a:pt x="42672" y="0"/>
                  </a:lnTo>
                  <a:lnTo>
                    <a:pt x="42672" y="21336"/>
                  </a:lnTo>
                  <a:lnTo>
                    <a:pt x="295656" y="21336"/>
                  </a:lnTo>
                  <a:lnTo>
                    <a:pt x="295656" y="64008"/>
                  </a:lnTo>
                  <a:close/>
                </a:path>
              </a:pathLst>
            </a:custGeom>
            <a:ln w="25400">
              <a:solidFill>
                <a:srgbClr val="B2B2B2"/>
              </a:solidFill>
            </a:ln>
          </p:spPr>
          <p:txBody>
            <a:bodyPr wrap="square" lIns="0" tIns="0" rIns="0" bIns="0" rtlCol="0"/>
            <a:lstStyle/>
            <a:p>
              <a:endParaRPr sz="2000"/>
            </a:p>
          </p:txBody>
        </p:sp>
        <p:sp>
          <p:nvSpPr>
            <p:cNvPr id="204" name="object 88">
              <a:extLst>
                <a:ext uri="{FF2B5EF4-FFF2-40B4-BE49-F238E27FC236}">
                  <a16:creationId xmlns:a16="http://schemas.microsoft.com/office/drawing/2014/main" id="{B288DE75-BCF4-4BB2-A946-5BDE5C4F62CC}"/>
                </a:ext>
              </a:extLst>
            </p:cNvPr>
            <p:cNvSpPr/>
            <p:nvPr/>
          </p:nvSpPr>
          <p:spPr>
            <a:xfrm>
              <a:off x="6820154" y="2181097"/>
              <a:ext cx="186944" cy="196088"/>
            </a:xfrm>
            <a:prstGeom prst="rect">
              <a:avLst/>
            </a:prstGeom>
            <a:blipFill>
              <a:blip r:embed="rId28" cstate="print"/>
              <a:stretch>
                <a:fillRect/>
              </a:stretch>
            </a:blipFill>
          </p:spPr>
          <p:txBody>
            <a:bodyPr wrap="square" lIns="0" tIns="0" rIns="0" bIns="0" rtlCol="0"/>
            <a:lstStyle/>
            <a:p>
              <a:endParaRPr sz="2000"/>
            </a:p>
          </p:txBody>
        </p:sp>
      </p:grpSp>
      <p:sp>
        <p:nvSpPr>
          <p:cNvPr id="205" name="object 89">
            <a:extLst>
              <a:ext uri="{FF2B5EF4-FFF2-40B4-BE49-F238E27FC236}">
                <a16:creationId xmlns:a16="http://schemas.microsoft.com/office/drawing/2014/main" id="{D864196C-1E93-4678-B1A9-3ECC00517823}"/>
              </a:ext>
            </a:extLst>
          </p:cNvPr>
          <p:cNvSpPr txBox="1"/>
          <p:nvPr/>
        </p:nvSpPr>
        <p:spPr>
          <a:xfrm>
            <a:off x="7096126" y="1689536"/>
            <a:ext cx="1070327"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Loss</a:t>
            </a:r>
            <a:r>
              <a:rPr sz="1556" b="1" spc="-94" dirty="0">
                <a:latin typeface="Arial"/>
                <a:cs typeface="Arial"/>
              </a:rPr>
              <a:t> </a:t>
            </a:r>
            <a:r>
              <a:rPr sz="1556" b="1" dirty="0">
                <a:latin typeface="Arial"/>
                <a:cs typeface="Arial"/>
              </a:rPr>
              <a:t>Value</a:t>
            </a:r>
            <a:endParaRPr sz="1556">
              <a:latin typeface="Arial"/>
              <a:cs typeface="Arial"/>
            </a:endParaRPr>
          </a:p>
        </p:txBody>
      </p:sp>
    </p:spTree>
    <p:extLst>
      <p:ext uri="{BB962C8B-B14F-4D97-AF65-F5344CB8AC3E}">
        <p14:creationId xmlns:p14="http://schemas.microsoft.com/office/powerpoint/2010/main" val="13264889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Backward Pass: Compute </a:t>
            </a:r>
            <a:r>
              <a:rPr lang="en-US" altLang="zh-CN" spc="-6" dirty="0" err="1"/>
              <a:t>dW</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19</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2" name="组合 1">
            <a:extLst>
              <a:ext uri="{FF2B5EF4-FFF2-40B4-BE49-F238E27FC236}">
                <a16:creationId xmlns:a16="http://schemas.microsoft.com/office/drawing/2014/main" id="{CB930ED7-92A8-4354-AB5B-FBDEC52583BE}"/>
              </a:ext>
            </a:extLst>
          </p:cNvPr>
          <p:cNvGrpSpPr/>
          <p:nvPr/>
        </p:nvGrpSpPr>
        <p:grpSpPr>
          <a:xfrm>
            <a:off x="304800" y="1089137"/>
            <a:ext cx="6941115" cy="5347759"/>
            <a:chOff x="1691640" y="1168399"/>
            <a:chExt cx="6941115" cy="5347759"/>
          </a:xfrm>
        </p:grpSpPr>
        <p:grpSp>
          <p:nvGrpSpPr>
            <p:cNvPr id="92" name="object 2">
              <a:extLst>
                <a:ext uri="{FF2B5EF4-FFF2-40B4-BE49-F238E27FC236}">
                  <a16:creationId xmlns:a16="http://schemas.microsoft.com/office/drawing/2014/main" id="{9D2563DA-1541-48D0-9144-ED5F1347C40D}"/>
                </a:ext>
              </a:extLst>
            </p:cNvPr>
            <p:cNvGrpSpPr/>
            <p:nvPr/>
          </p:nvGrpSpPr>
          <p:grpSpPr>
            <a:xfrm>
              <a:off x="1942252" y="1544108"/>
              <a:ext cx="3877733" cy="4972050"/>
              <a:chOff x="1748027" y="1389697"/>
              <a:chExt cx="3489960" cy="4474845"/>
            </a:xfrm>
          </p:grpSpPr>
          <p:sp>
            <p:nvSpPr>
              <p:cNvPr id="93" name="object 3">
                <a:extLst>
                  <a:ext uri="{FF2B5EF4-FFF2-40B4-BE49-F238E27FC236}">
                    <a16:creationId xmlns:a16="http://schemas.microsoft.com/office/drawing/2014/main" id="{BE9DDF0C-D789-4222-8109-3287FF5C726B}"/>
                  </a:ext>
                </a:extLst>
              </p:cNvPr>
              <p:cNvSpPr/>
              <p:nvPr/>
            </p:nvSpPr>
            <p:spPr>
              <a:xfrm>
                <a:off x="1748027" y="2462809"/>
                <a:ext cx="3489960" cy="3401568"/>
              </a:xfrm>
              <a:prstGeom prst="rect">
                <a:avLst/>
              </a:prstGeom>
              <a:blipFill>
                <a:blip r:embed="rId2" cstate="print"/>
                <a:stretch>
                  <a:fillRect/>
                </a:stretch>
              </a:blipFill>
            </p:spPr>
            <p:txBody>
              <a:bodyPr wrap="square" lIns="0" tIns="0" rIns="0" bIns="0" rtlCol="0"/>
              <a:lstStyle/>
              <a:p>
                <a:endParaRPr sz="2000"/>
              </a:p>
            </p:txBody>
          </p:sp>
          <p:sp>
            <p:nvSpPr>
              <p:cNvPr id="94" name="object 4">
                <a:extLst>
                  <a:ext uri="{FF2B5EF4-FFF2-40B4-BE49-F238E27FC236}">
                    <a16:creationId xmlns:a16="http://schemas.microsoft.com/office/drawing/2014/main" id="{E559D970-FAED-41EC-BE8A-6C55FEAF850F}"/>
                  </a:ext>
                </a:extLst>
              </p:cNvPr>
              <p:cNvSpPr/>
              <p:nvPr/>
            </p:nvSpPr>
            <p:spPr>
              <a:xfrm>
                <a:off x="1938528" y="2560573"/>
                <a:ext cx="3267710" cy="3178810"/>
              </a:xfrm>
              <a:custGeom>
                <a:avLst/>
                <a:gdLst/>
                <a:ahLst/>
                <a:cxnLst/>
                <a:rect l="l" t="t" r="r" b="b"/>
                <a:pathLst>
                  <a:path w="3267710" h="3178810">
                    <a:moveTo>
                      <a:pt x="2815082" y="464566"/>
                    </a:moveTo>
                    <a:lnTo>
                      <a:pt x="452374" y="464566"/>
                    </a:lnTo>
                    <a:lnTo>
                      <a:pt x="403088" y="467220"/>
                    </a:lnTo>
                    <a:lnTo>
                      <a:pt x="355338" y="475001"/>
                    </a:lnTo>
                    <a:lnTo>
                      <a:pt x="309400" y="487631"/>
                    </a:lnTo>
                    <a:lnTo>
                      <a:pt x="265550" y="504834"/>
                    </a:lnTo>
                    <a:lnTo>
                      <a:pt x="224065" y="526335"/>
                    </a:lnTo>
                    <a:lnTo>
                      <a:pt x="185220" y="551856"/>
                    </a:lnTo>
                    <a:lnTo>
                      <a:pt x="149292" y="581123"/>
                    </a:lnTo>
                    <a:lnTo>
                      <a:pt x="116557" y="613858"/>
                    </a:lnTo>
                    <a:lnTo>
                      <a:pt x="87290" y="649786"/>
                    </a:lnTo>
                    <a:lnTo>
                      <a:pt x="61769" y="688631"/>
                    </a:lnTo>
                    <a:lnTo>
                      <a:pt x="40268" y="730116"/>
                    </a:lnTo>
                    <a:lnTo>
                      <a:pt x="23065" y="773966"/>
                    </a:lnTo>
                    <a:lnTo>
                      <a:pt x="10435" y="819904"/>
                    </a:lnTo>
                    <a:lnTo>
                      <a:pt x="2654" y="867654"/>
                    </a:lnTo>
                    <a:lnTo>
                      <a:pt x="0" y="916940"/>
                    </a:lnTo>
                    <a:lnTo>
                      <a:pt x="0" y="2726420"/>
                    </a:lnTo>
                    <a:lnTo>
                      <a:pt x="2654" y="2775713"/>
                    </a:lnTo>
                    <a:lnTo>
                      <a:pt x="10435" y="2823469"/>
                    </a:lnTo>
                    <a:lnTo>
                      <a:pt x="23065" y="2869410"/>
                    </a:lnTo>
                    <a:lnTo>
                      <a:pt x="40268" y="2913263"/>
                    </a:lnTo>
                    <a:lnTo>
                      <a:pt x="61769" y="2954750"/>
                    </a:lnTo>
                    <a:lnTo>
                      <a:pt x="87290" y="2993595"/>
                    </a:lnTo>
                    <a:lnTo>
                      <a:pt x="116557" y="3029524"/>
                    </a:lnTo>
                    <a:lnTo>
                      <a:pt x="149292" y="3062259"/>
                    </a:lnTo>
                    <a:lnTo>
                      <a:pt x="185220" y="3091524"/>
                    </a:lnTo>
                    <a:lnTo>
                      <a:pt x="224065" y="3117044"/>
                    </a:lnTo>
                    <a:lnTo>
                      <a:pt x="265550" y="3138544"/>
                    </a:lnTo>
                    <a:lnTo>
                      <a:pt x="309400" y="3155745"/>
                    </a:lnTo>
                    <a:lnTo>
                      <a:pt x="355338" y="3168374"/>
                    </a:lnTo>
                    <a:lnTo>
                      <a:pt x="403088" y="3176154"/>
                    </a:lnTo>
                    <a:lnTo>
                      <a:pt x="452374" y="3178808"/>
                    </a:lnTo>
                    <a:lnTo>
                      <a:pt x="2815082" y="3178808"/>
                    </a:lnTo>
                    <a:lnTo>
                      <a:pt x="2864367" y="3176154"/>
                    </a:lnTo>
                    <a:lnTo>
                      <a:pt x="2912117" y="3168374"/>
                    </a:lnTo>
                    <a:lnTo>
                      <a:pt x="2958055" y="3155745"/>
                    </a:lnTo>
                    <a:lnTo>
                      <a:pt x="3001905" y="3138544"/>
                    </a:lnTo>
                    <a:lnTo>
                      <a:pt x="3043390" y="3117044"/>
                    </a:lnTo>
                    <a:lnTo>
                      <a:pt x="3082235" y="3091524"/>
                    </a:lnTo>
                    <a:lnTo>
                      <a:pt x="3118163" y="3062259"/>
                    </a:lnTo>
                    <a:lnTo>
                      <a:pt x="3150898" y="3029524"/>
                    </a:lnTo>
                    <a:lnTo>
                      <a:pt x="3180165" y="2993595"/>
                    </a:lnTo>
                    <a:lnTo>
                      <a:pt x="3205687" y="2954750"/>
                    </a:lnTo>
                    <a:lnTo>
                      <a:pt x="3227187" y="2913263"/>
                    </a:lnTo>
                    <a:lnTo>
                      <a:pt x="3244390" y="2869410"/>
                    </a:lnTo>
                    <a:lnTo>
                      <a:pt x="3257020" y="2823469"/>
                    </a:lnTo>
                    <a:lnTo>
                      <a:pt x="3264801" y="2775713"/>
                    </a:lnTo>
                    <a:lnTo>
                      <a:pt x="3267456" y="2726420"/>
                    </a:lnTo>
                    <a:lnTo>
                      <a:pt x="3267456" y="916940"/>
                    </a:lnTo>
                    <a:lnTo>
                      <a:pt x="3264801" y="867654"/>
                    </a:lnTo>
                    <a:lnTo>
                      <a:pt x="3257020" y="819904"/>
                    </a:lnTo>
                    <a:lnTo>
                      <a:pt x="3244390" y="773966"/>
                    </a:lnTo>
                    <a:lnTo>
                      <a:pt x="3227187" y="730116"/>
                    </a:lnTo>
                    <a:lnTo>
                      <a:pt x="3205687" y="688631"/>
                    </a:lnTo>
                    <a:lnTo>
                      <a:pt x="3180165" y="649786"/>
                    </a:lnTo>
                    <a:lnTo>
                      <a:pt x="3150898" y="613858"/>
                    </a:lnTo>
                    <a:lnTo>
                      <a:pt x="3118163" y="581123"/>
                    </a:lnTo>
                    <a:lnTo>
                      <a:pt x="3082235" y="551856"/>
                    </a:lnTo>
                    <a:lnTo>
                      <a:pt x="3043390" y="526335"/>
                    </a:lnTo>
                    <a:lnTo>
                      <a:pt x="3001905" y="504834"/>
                    </a:lnTo>
                    <a:lnTo>
                      <a:pt x="2958055" y="487631"/>
                    </a:lnTo>
                    <a:lnTo>
                      <a:pt x="2912117" y="475001"/>
                    </a:lnTo>
                    <a:lnTo>
                      <a:pt x="2864367" y="467220"/>
                    </a:lnTo>
                    <a:lnTo>
                      <a:pt x="2815082" y="464566"/>
                    </a:lnTo>
                    <a:close/>
                  </a:path>
                  <a:path w="3267710" h="3178810">
                    <a:moveTo>
                      <a:pt x="1257681" y="0"/>
                    </a:moveTo>
                    <a:lnTo>
                      <a:pt x="544576" y="464566"/>
                    </a:lnTo>
                    <a:lnTo>
                      <a:pt x="1361440" y="464566"/>
                    </a:lnTo>
                    <a:lnTo>
                      <a:pt x="1257681" y="0"/>
                    </a:lnTo>
                    <a:close/>
                  </a:path>
                </a:pathLst>
              </a:custGeom>
              <a:solidFill>
                <a:srgbClr val="B3FFEC"/>
              </a:solidFill>
            </p:spPr>
            <p:txBody>
              <a:bodyPr wrap="square" lIns="0" tIns="0" rIns="0" bIns="0" rtlCol="0"/>
              <a:lstStyle/>
              <a:p>
                <a:endParaRPr sz="2000"/>
              </a:p>
            </p:txBody>
          </p:sp>
          <p:sp>
            <p:nvSpPr>
              <p:cNvPr id="95" name="object 5">
                <a:extLst>
                  <a:ext uri="{FF2B5EF4-FFF2-40B4-BE49-F238E27FC236}">
                    <a16:creationId xmlns:a16="http://schemas.microsoft.com/office/drawing/2014/main" id="{7C7F3811-DEAA-4F48-BBE5-E246DDC07F96}"/>
                  </a:ext>
                </a:extLst>
              </p:cNvPr>
              <p:cNvSpPr/>
              <p:nvPr/>
            </p:nvSpPr>
            <p:spPr>
              <a:xfrm>
                <a:off x="1772412" y="1394459"/>
                <a:ext cx="459105" cy="1280160"/>
              </a:xfrm>
              <a:custGeom>
                <a:avLst/>
                <a:gdLst/>
                <a:ahLst/>
                <a:cxnLst/>
                <a:rect l="l" t="t" r="r" b="b"/>
                <a:pathLst>
                  <a:path w="459105"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96" name="object 6">
                <a:extLst>
                  <a:ext uri="{FF2B5EF4-FFF2-40B4-BE49-F238E27FC236}">
                    <a16:creationId xmlns:a16="http://schemas.microsoft.com/office/drawing/2014/main" id="{F3FC3612-EE3B-4F86-B751-AAC31647B46A}"/>
                  </a:ext>
                </a:extLst>
              </p:cNvPr>
              <p:cNvSpPr/>
              <p:nvPr/>
            </p:nvSpPr>
            <p:spPr>
              <a:xfrm>
                <a:off x="1772412" y="1394459"/>
                <a:ext cx="459105" cy="1280160"/>
              </a:xfrm>
              <a:custGeom>
                <a:avLst/>
                <a:gdLst/>
                <a:ahLst/>
                <a:cxnLst/>
                <a:rect l="l" t="t" r="r" b="b"/>
                <a:pathLst>
                  <a:path w="459105"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97" name="object 9">
              <a:extLst>
                <a:ext uri="{FF2B5EF4-FFF2-40B4-BE49-F238E27FC236}">
                  <a16:creationId xmlns:a16="http://schemas.microsoft.com/office/drawing/2014/main" id="{964768B4-E43F-4C04-86C3-8349DC913151}"/>
                </a:ext>
              </a:extLst>
            </p:cNvPr>
            <p:cNvSpPr txBox="1"/>
            <p:nvPr/>
          </p:nvSpPr>
          <p:spPr>
            <a:xfrm>
              <a:off x="2031154" y="2166902"/>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98" name="object 10">
              <a:extLst>
                <a:ext uri="{FF2B5EF4-FFF2-40B4-BE49-F238E27FC236}">
                  <a16:creationId xmlns:a16="http://schemas.microsoft.com/office/drawing/2014/main" id="{FFC9326A-F13F-4EC1-9883-54D0B7405136}"/>
                </a:ext>
              </a:extLst>
            </p:cNvPr>
            <p:cNvGrpSpPr/>
            <p:nvPr/>
          </p:nvGrpSpPr>
          <p:grpSpPr>
            <a:xfrm>
              <a:off x="3320414" y="1752388"/>
              <a:ext cx="520700" cy="1055511"/>
              <a:chOff x="2988373" y="1577149"/>
              <a:chExt cx="468630" cy="949960"/>
            </a:xfrm>
          </p:grpSpPr>
          <p:sp>
            <p:nvSpPr>
              <p:cNvPr id="99" name="object 11">
                <a:extLst>
                  <a:ext uri="{FF2B5EF4-FFF2-40B4-BE49-F238E27FC236}">
                    <a16:creationId xmlns:a16="http://schemas.microsoft.com/office/drawing/2014/main" id="{3A85D053-28DC-444C-B8B7-2A1A9DF2F2B7}"/>
                  </a:ext>
                </a:extLst>
              </p:cNvPr>
              <p:cNvSpPr/>
              <p:nvPr/>
            </p:nvSpPr>
            <p:spPr>
              <a:xfrm>
                <a:off x="2993136" y="1581911"/>
                <a:ext cx="459105" cy="940435"/>
              </a:xfrm>
              <a:custGeom>
                <a:avLst/>
                <a:gdLst/>
                <a:ahLst/>
                <a:cxnLst/>
                <a:rect l="l" t="t" r="r" b="b"/>
                <a:pathLst>
                  <a:path w="459104" h="940435">
                    <a:moveTo>
                      <a:pt x="229362" y="0"/>
                    </a:moveTo>
                    <a:lnTo>
                      <a:pt x="168407" y="16790"/>
                    </a:lnTo>
                    <a:lnTo>
                      <a:pt x="113622" y="64177"/>
                    </a:lnTo>
                    <a:lnTo>
                      <a:pt x="89228" y="97945"/>
                    </a:lnTo>
                    <a:lnTo>
                      <a:pt x="67198" y="137683"/>
                    </a:lnTo>
                    <a:lnTo>
                      <a:pt x="47806" y="182833"/>
                    </a:lnTo>
                    <a:lnTo>
                      <a:pt x="31326" y="232833"/>
                    </a:lnTo>
                    <a:lnTo>
                      <a:pt x="18032" y="287125"/>
                    </a:lnTo>
                    <a:lnTo>
                      <a:pt x="8196" y="345148"/>
                    </a:lnTo>
                    <a:lnTo>
                      <a:pt x="2094" y="406345"/>
                    </a:lnTo>
                    <a:lnTo>
                      <a:pt x="0" y="470154"/>
                    </a:lnTo>
                    <a:lnTo>
                      <a:pt x="2094" y="533962"/>
                    </a:lnTo>
                    <a:lnTo>
                      <a:pt x="8196" y="595159"/>
                    </a:lnTo>
                    <a:lnTo>
                      <a:pt x="18032" y="653182"/>
                    </a:lnTo>
                    <a:lnTo>
                      <a:pt x="31326" y="707474"/>
                    </a:lnTo>
                    <a:lnTo>
                      <a:pt x="47806" y="757474"/>
                    </a:lnTo>
                    <a:lnTo>
                      <a:pt x="67198" y="802624"/>
                    </a:lnTo>
                    <a:lnTo>
                      <a:pt x="89228" y="842362"/>
                    </a:lnTo>
                    <a:lnTo>
                      <a:pt x="113622" y="876130"/>
                    </a:lnTo>
                    <a:lnTo>
                      <a:pt x="168407" y="923517"/>
                    </a:lnTo>
                    <a:lnTo>
                      <a:pt x="229362" y="940308"/>
                    </a:lnTo>
                    <a:lnTo>
                      <a:pt x="260473" y="936017"/>
                    </a:lnTo>
                    <a:lnTo>
                      <a:pt x="318617" y="903368"/>
                    </a:lnTo>
                    <a:lnTo>
                      <a:pt x="369495" y="842362"/>
                    </a:lnTo>
                    <a:lnTo>
                      <a:pt x="391525" y="802624"/>
                    </a:lnTo>
                    <a:lnTo>
                      <a:pt x="410917" y="757474"/>
                    </a:lnTo>
                    <a:lnTo>
                      <a:pt x="427397" y="707474"/>
                    </a:lnTo>
                    <a:lnTo>
                      <a:pt x="440691" y="653182"/>
                    </a:lnTo>
                    <a:lnTo>
                      <a:pt x="450527" y="595159"/>
                    </a:lnTo>
                    <a:lnTo>
                      <a:pt x="456629" y="533962"/>
                    </a:lnTo>
                    <a:lnTo>
                      <a:pt x="458724" y="470154"/>
                    </a:lnTo>
                    <a:lnTo>
                      <a:pt x="456629" y="406345"/>
                    </a:lnTo>
                    <a:lnTo>
                      <a:pt x="450527" y="345148"/>
                    </a:lnTo>
                    <a:lnTo>
                      <a:pt x="440691" y="287125"/>
                    </a:lnTo>
                    <a:lnTo>
                      <a:pt x="427397" y="232833"/>
                    </a:lnTo>
                    <a:lnTo>
                      <a:pt x="410917" y="182833"/>
                    </a:lnTo>
                    <a:lnTo>
                      <a:pt x="391525" y="137683"/>
                    </a:lnTo>
                    <a:lnTo>
                      <a:pt x="369495" y="97945"/>
                    </a:lnTo>
                    <a:lnTo>
                      <a:pt x="345101" y="64177"/>
                    </a:lnTo>
                    <a:lnTo>
                      <a:pt x="290316" y="16790"/>
                    </a:lnTo>
                    <a:lnTo>
                      <a:pt x="229362" y="0"/>
                    </a:lnTo>
                    <a:close/>
                  </a:path>
                </a:pathLst>
              </a:custGeom>
              <a:solidFill>
                <a:srgbClr val="E3C2F5"/>
              </a:solidFill>
            </p:spPr>
            <p:txBody>
              <a:bodyPr wrap="square" lIns="0" tIns="0" rIns="0" bIns="0" rtlCol="0"/>
              <a:lstStyle/>
              <a:p>
                <a:endParaRPr sz="2000"/>
              </a:p>
            </p:txBody>
          </p:sp>
          <p:sp>
            <p:nvSpPr>
              <p:cNvPr id="100" name="object 12">
                <a:extLst>
                  <a:ext uri="{FF2B5EF4-FFF2-40B4-BE49-F238E27FC236}">
                    <a16:creationId xmlns:a16="http://schemas.microsoft.com/office/drawing/2014/main" id="{FB1691EA-9302-4AD5-ADF9-E5DAA4664DCC}"/>
                  </a:ext>
                </a:extLst>
              </p:cNvPr>
              <p:cNvSpPr/>
              <p:nvPr/>
            </p:nvSpPr>
            <p:spPr>
              <a:xfrm>
                <a:off x="2993136" y="1581911"/>
                <a:ext cx="459105" cy="940435"/>
              </a:xfrm>
              <a:custGeom>
                <a:avLst/>
                <a:gdLst/>
                <a:ahLst/>
                <a:cxnLst/>
                <a:rect l="l" t="t" r="r" b="b"/>
                <a:pathLst>
                  <a:path w="459104" h="940435">
                    <a:moveTo>
                      <a:pt x="0" y="470154"/>
                    </a:moveTo>
                    <a:lnTo>
                      <a:pt x="2094" y="406345"/>
                    </a:lnTo>
                    <a:lnTo>
                      <a:pt x="8196" y="345148"/>
                    </a:lnTo>
                    <a:lnTo>
                      <a:pt x="18032" y="287125"/>
                    </a:lnTo>
                    <a:lnTo>
                      <a:pt x="31326" y="232833"/>
                    </a:lnTo>
                    <a:lnTo>
                      <a:pt x="47806" y="182833"/>
                    </a:lnTo>
                    <a:lnTo>
                      <a:pt x="67198" y="137683"/>
                    </a:lnTo>
                    <a:lnTo>
                      <a:pt x="89228" y="97945"/>
                    </a:lnTo>
                    <a:lnTo>
                      <a:pt x="113622" y="64177"/>
                    </a:lnTo>
                    <a:lnTo>
                      <a:pt x="168407" y="16790"/>
                    </a:lnTo>
                    <a:lnTo>
                      <a:pt x="229362" y="0"/>
                    </a:lnTo>
                    <a:lnTo>
                      <a:pt x="260473" y="4290"/>
                    </a:lnTo>
                    <a:lnTo>
                      <a:pt x="318617" y="36939"/>
                    </a:lnTo>
                    <a:lnTo>
                      <a:pt x="369495" y="97945"/>
                    </a:lnTo>
                    <a:lnTo>
                      <a:pt x="391525" y="137683"/>
                    </a:lnTo>
                    <a:lnTo>
                      <a:pt x="410917" y="182833"/>
                    </a:lnTo>
                    <a:lnTo>
                      <a:pt x="427397" y="232833"/>
                    </a:lnTo>
                    <a:lnTo>
                      <a:pt x="440691" y="287125"/>
                    </a:lnTo>
                    <a:lnTo>
                      <a:pt x="450527" y="345148"/>
                    </a:lnTo>
                    <a:lnTo>
                      <a:pt x="456629" y="406345"/>
                    </a:lnTo>
                    <a:lnTo>
                      <a:pt x="458724" y="470154"/>
                    </a:lnTo>
                    <a:lnTo>
                      <a:pt x="456629" y="533962"/>
                    </a:lnTo>
                    <a:lnTo>
                      <a:pt x="450527" y="595159"/>
                    </a:lnTo>
                    <a:lnTo>
                      <a:pt x="440691" y="653182"/>
                    </a:lnTo>
                    <a:lnTo>
                      <a:pt x="427397" y="707474"/>
                    </a:lnTo>
                    <a:lnTo>
                      <a:pt x="410917" y="757474"/>
                    </a:lnTo>
                    <a:lnTo>
                      <a:pt x="391525" y="802624"/>
                    </a:lnTo>
                    <a:lnTo>
                      <a:pt x="369495" y="842362"/>
                    </a:lnTo>
                    <a:lnTo>
                      <a:pt x="345101" y="876130"/>
                    </a:lnTo>
                    <a:lnTo>
                      <a:pt x="290316" y="923517"/>
                    </a:lnTo>
                    <a:lnTo>
                      <a:pt x="229362" y="940308"/>
                    </a:lnTo>
                    <a:lnTo>
                      <a:pt x="198250" y="936017"/>
                    </a:lnTo>
                    <a:lnTo>
                      <a:pt x="140106" y="903368"/>
                    </a:lnTo>
                    <a:lnTo>
                      <a:pt x="89228" y="842362"/>
                    </a:lnTo>
                    <a:lnTo>
                      <a:pt x="67198" y="802624"/>
                    </a:lnTo>
                    <a:lnTo>
                      <a:pt x="47806" y="757474"/>
                    </a:lnTo>
                    <a:lnTo>
                      <a:pt x="31326" y="707474"/>
                    </a:lnTo>
                    <a:lnTo>
                      <a:pt x="18032" y="653182"/>
                    </a:lnTo>
                    <a:lnTo>
                      <a:pt x="8196" y="595159"/>
                    </a:lnTo>
                    <a:lnTo>
                      <a:pt x="2094" y="533962"/>
                    </a:lnTo>
                    <a:lnTo>
                      <a:pt x="0" y="470154"/>
                    </a:lnTo>
                    <a:close/>
                  </a:path>
                </a:pathLst>
              </a:custGeom>
              <a:ln w="9525">
                <a:solidFill>
                  <a:srgbClr val="000000"/>
                </a:solidFill>
              </a:ln>
            </p:spPr>
            <p:txBody>
              <a:bodyPr wrap="square" lIns="0" tIns="0" rIns="0" bIns="0" rtlCol="0"/>
              <a:lstStyle/>
              <a:p>
                <a:endParaRPr sz="2000"/>
              </a:p>
            </p:txBody>
          </p:sp>
        </p:grpSp>
        <p:sp>
          <p:nvSpPr>
            <p:cNvPr id="101" name="object 13">
              <a:extLst>
                <a:ext uri="{FF2B5EF4-FFF2-40B4-BE49-F238E27FC236}">
                  <a16:creationId xmlns:a16="http://schemas.microsoft.com/office/drawing/2014/main" id="{49BA8908-7212-4D50-B31B-E8F31B52C1D9}"/>
                </a:ext>
              </a:extLst>
            </p:cNvPr>
            <p:cNvSpPr txBox="1"/>
            <p:nvPr/>
          </p:nvSpPr>
          <p:spPr>
            <a:xfrm>
              <a:off x="3388078" y="2186517"/>
              <a:ext cx="384528" cy="168137"/>
            </a:xfrm>
            <a:prstGeom prst="rect">
              <a:avLst/>
            </a:prstGeom>
          </p:spPr>
          <p:txBody>
            <a:bodyPr vert="horz" wrap="square" lIns="0" tIns="14111" rIns="0" bIns="0" rtlCol="0">
              <a:spAutoFit/>
            </a:bodyPr>
            <a:lstStyle/>
            <a:p>
              <a:pPr marL="14111">
                <a:spcBef>
                  <a:spcPts val="111"/>
                </a:spcBef>
              </a:pPr>
              <a:r>
                <a:rPr sz="1000" spc="-6" dirty="0">
                  <a:latin typeface="Arial"/>
                  <a:cs typeface="Arial"/>
                </a:rPr>
                <a:t>Linear</a:t>
              </a:r>
              <a:endParaRPr sz="1000">
                <a:latin typeface="Arial"/>
                <a:cs typeface="Arial"/>
              </a:endParaRPr>
            </a:p>
          </p:txBody>
        </p:sp>
        <p:grpSp>
          <p:nvGrpSpPr>
            <p:cNvPr id="102" name="object 14">
              <a:extLst>
                <a:ext uri="{FF2B5EF4-FFF2-40B4-BE49-F238E27FC236}">
                  <a16:creationId xmlns:a16="http://schemas.microsoft.com/office/drawing/2014/main" id="{C86AA84A-92AB-4275-96AF-933A2AFDD61D}"/>
                </a:ext>
              </a:extLst>
            </p:cNvPr>
            <p:cNvGrpSpPr/>
            <p:nvPr/>
          </p:nvGrpSpPr>
          <p:grpSpPr>
            <a:xfrm>
              <a:off x="4675082" y="2099522"/>
              <a:ext cx="518583" cy="390172"/>
              <a:chOff x="4207573" y="1889569"/>
              <a:chExt cx="466725" cy="351155"/>
            </a:xfrm>
          </p:grpSpPr>
          <p:sp>
            <p:nvSpPr>
              <p:cNvPr id="103" name="object 15">
                <a:extLst>
                  <a:ext uri="{FF2B5EF4-FFF2-40B4-BE49-F238E27FC236}">
                    <a16:creationId xmlns:a16="http://schemas.microsoft.com/office/drawing/2014/main" id="{ADA1B0A8-CA06-423A-A71E-B63D59E461E2}"/>
                  </a:ext>
                </a:extLst>
              </p:cNvPr>
              <p:cNvSpPr/>
              <p:nvPr/>
            </p:nvSpPr>
            <p:spPr>
              <a:xfrm>
                <a:off x="4212335" y="1894331"/>
                <a:ext cx="457200" cy="341630"/>
              </a:xfrm>
              <a:custGeom>
                <a:avLst/>
                <a:gdLst/>
                <a:ahLst/>
                <a:cxnLst/>
                <a:rect l="l" t="t" r="r" b="b"/>
                <a:pathLst>
                  <a:path w="457200" h="341630">
                    <a:moveTo>
                      <a:pt x="228600" y="0"/>
                    </a:moveTo>
                    <a:lnTo>
                      <a:pt x="176188" y="4509"/>
                    </a:lnTo>
                    <a:lnTo>
                      <a:pt x="128073" y="17354"/>
                    </a:lnTo>
                    <a:lnTo>
                      <a:pt x="85628" y="37509"/>
                    </a:lnTo>
                    <a:lnTo>
                      <a:pt x="50225" y="63945"/>
                    </a:lnTo>
                    <a:lnTo>
                      <a:pt x="23237" y="95638"/>
                    </a:lnTo>
                    <a:lnTo>
                      <a:pt x="6038" y="131561"/>
                    </a:lnTo>
                    <a:lnTo>
                      <a:pt x="0" y="170688"/>
                    </a:lnTo>
                    <a:lnTo>
                      <a:pt x="6038" y="209814"/>
                    </a:lnTo>
                    <a:lnTo>
                      <a:pt x="23237" y="245737"/>
                    </a:lnTo>
                    <a:lnTo>
                      <a:pt x="50225" y="277430"/>
                    </a:lnTo>
                    <a:lnTo>
                      <a:pt x="85628" y="303866"/>
                    </a:lnTo>
                    <a:lnTo>
                      <a:pt x="128073" y="324021"/>
                    </a:lnTo>
                    <a:lnTo>
                      <a:pt x="176188" y="336866"/>
                    </a:lnTo>
                    <a:lnTo>
                      <a:pt x="228600" y="341376"/>
                    </a:lnTo>
                    <a:lnTo>
                      <a:pt x="281011" y="336866"/>
                    </a:lnTo>
                    <a:lnTo>
                      <a:pt x="329126" y="324021"/>
                    </a:lnTo>
                    <a:lnTo>
                      <a:pt x="371571" y="303866"/>
                    </a:lnTo>
                    <a:lnTo>
                      <a:pt x="406974" y="277430"/>
                    </a:lnTo>
                    <a:lnTo>
                      <a:pt x="433962" y="245737"/>
                    </a:lnTo>
                    <a:lnTo>
                      <a:pt x="451161" y="209814"/>
                    </a:lnTo>
                    <a:lnTo>
                      <a:pt x="457200" y="170688"/>
                    </a:lnTo>
                    <a:lnTo>
                      <a:pt x="451161" y="131561"/>
                    </a:lnTo>
                    <a:lnTo>
                      <a:pt x="433962" y="95638"/>
                    </a:lnTo>
                    <a:lnTo>
                      <a:pt x="406974" y="63945"/>
                    </a:lnTo>
                    <a:lnTo>
                      <a:pt x="371571" y="37509"/>
                    </a:lnTo>
                    <a:lnTo>
                      <a:pt x="329126" y="17354"/>
                    </a:lnTo>
                    <a:lnTo>
                      <a:pt x="281011" y="4509"/>
                    </a:lnTo>
                    <a:lnTo>
                      <a:pt x="228600" y="0"/>
                    </a:lnTo>
                    <a:close/>
                  </a:path>
                </a:pathLst>
              </a:custGeom>
              <a:solidFill>
                <a:srgbClr val="C5D1FB"/>
              </a:solidFill>
            </p:spPr>
            <p:txBody>
              <a:bodyPr wrap="square" lIns="0" tIns="0" rIns="0" bIns="0" rtlCol="0"/>
              <a:lstStyle/>
              <a:p>
                <a:endParaRPr sz="2000"/>
              </a:p>
            </p:txBody>
          </p:sp>
          <p:sp>
            <p:nvSpPr>
              <p:cNvPr id="104" name="object 16">
                <a:extLst>
                  <a:ext uri="{FF2B5EF4-FFF2-40B4-BE49-F238E27FC236}">
                    <a16:creationId xmlns:a16="http://schemas.microsoft.com/office/drawing/2014/main" id="{B56EBEF1-7E48-4E7D-9289-3D91FAC08BAA}"/>
                  </a:ext>
                </a:extLst>
              </p:cNvPr>
              <p:cNvSpPr/>
              <p:nvPr/>
            </p:nvSpPr>
            <p:spPr>
              <a:xfrm>
                <a:off x="4212335" y="1894331"/>
                <a:ext cx="457200" cy="341630"/>
              </a:xfrm>
              <a:custGeom>
                <a:avLst/>
                <a:gdLst/>
                <a:ahLst/>
                <a:cxnLst/>
                <a:rect l="l" t="t" r="r" b="b"/>
                <a:pathLst>
                  <a:path w="457200" h="341630">
                    <a:moveTo>
                      <a:pt x="0" y="170688"/>
                    </a:moveTo>
                    <a:lnTo>
                      <a:pt x="6038" y="131561"/>
                    </a:lnTo>
                    <a:lnTo>
                      <a:pt x="23237" y="95638"/>
                    </a:lnTo>
                    <a:lnTo>
                      <a:pt x="50225" y="63945"/>
                    </a:lnTo>
                    <a:lnTo>
                      <a:pt x="85628" y="37509"/>
                    </a:lnTo>
                    <a:lnTo>
                      <a:pt x="128073" y="17354"/>
                    </a:lnTo>
                    <a:lnTo>
                      <a:pt x="176188" y="4509"/>
                    </a:lnTo>
                    <a:lnTo>
                      <a:pt x="228600" y="0"/>
                    </a:lnTo>
                    <a:lnTo>
                      <a:pt x="281011" y="4509"/>
                    </a:lnTo>
                    <a:lnTo>
                      <a:pt x="329126" y="17354"/>
                    </a:lnTo>
                    <a:lnTo>
                      <a:pt x="371571" y="37509"/>
                    </a:lnTo>
                    <a:lnTo>
                      <a:pt x="406974" y="63945"/>
                    </a:lnTo>
                    <a:lnTo>
                      <a:pt x="433962" y="95638"/>
                    </a:lnTo>
                    <a:lnTo>
                      <a:pt x="451161" y="131561"/>
                    </a:lnTo>
                    <a:lnTo>
                      <a:pt x="457200" y="170688"/>
                    </a:lnTo>
                    <a:lnTo>
                      <a:pt x="451161" y="209814"/>
                    </a:lnTo>
                    <a:lnTo>
                      <a:pt x="433962" y="245737"/>
                    </a:lnTo>
                    <a:lnTo>
                      <a:pt x="406974" y="277430"/>
                    </a:lnTo>
                    <a:lnTo>
                      <a:pt x="371571" y="303866"/>
                    </a:lnTo>
                    <a:lnTo>
                      <a:pt x="329126" y="324021"/>
                    </a:lnTo>
                    <a:lnTo>
                      <a:pt x="281011" y="336866"/>
                    </a:lnTo>
                    <a:lnTo>
                      <a:pt x="228600" y="341376"/>
                    </a:lnTo>
                    <a:lnTo>
                      <a:pt x="176188" y="336866"/>
                    </a:lnTo>
                    <a:lnTo>
                      <a:pt x="128073" y="324021"/>
                    </a:lnTo>
                    <a:lnTo>
                      <a:pt x="85628" y="303866"/>
                    </a:lnTo>
                    <a:lnTo>
                      <a:pt x="50225" y="277430"/>
                    </a:lnTo>
                    <a:lnTo>
                      <a:pt x="23237" y="245737"/>
                    </a:lnTo>
                    <a:lnTo>
                      <a:pt x="6038" y="209814"/>
                    </a:lnTo>
                    <a:lnTo>
                      <a:pt x="0" y="170688"/>
                    </a:lnTo>
                    <a:close/>
                  </a:path>
                </a:pathLst>
              </a:custGeom>
              <a:ln w="9525">
                <a:solidFill>
                  <a:srgbClr val="000000"/>
                </a:solidFill>
              </a:ln>
            </p:spPr>
            <p:txBody>
              <a:bodyPr wrap="square" lIns="0" tIns="0" rIns="0" bIns="0" rtlCol="0"/>
              <a:lstStyle/>
              <a:p>
                <a:endParaRPr sz="2000"/>
              </a:p>
            </p:txBody>
          </p:sp>
        </p:grpSp>
        <p:sp>
          <p:nvSpPr>
            <p:cNvPr id="105" name="object 17">
              <a:extLst>
                <a:ext uri="{FF2B5EF4-FFF2-40B4-BE49-F238E27FC236}">
                  <a16:creationId xmlns:a16="http://schemas.microsoft.com/office/drawing/2014/main" id="{FFB1ED25-F981-4CAD-90AD-3D74AA7BB1C7}"/>
                </a:ext>
              </a:extLst>
            </p:cNvPr>
            <p:cNvSpPr txBox="1"/>
            <p:nvPr/>
          </p:nvSpPr>
          <p:spPr>
            <a:xfrm>
              <a:off x="4742179" y="2200431"/>
              <a:ext cx="383822" cy="168137"/>
            </a:xfrm>
            <a:prstGeom prst="rect">
              <a:avLst/>
            </a:prstGeom>
          </p:spPr>
          <p:txBody>
            <a:bodyPr vert="horz" wrap="square" lIns="0" tIns="14111" rIns="0" bIns="0" rtlCol="0">
              <a:spAutoFit/>
            </a:bodyPr>
            <a:lstStyle/>
            <a:p>
              <a:pPr marL="14111">
                <a:spcBef>
                  <a:spcPts val="111"/>
                </a:spcBef>
              </a:pPr>
              <a:r>
                <a:rPr sz="1000" dirty="0">
                  <a:latin typeface="Arial"/>
                  <a:cs typeface="Arial"/>
                </a:rPr>
                <a:t>L</a:t>
              </a:r>
              <a:r>
                <a:rPr sz="1000" spc="6" dirty="0">
                  <a:latin typeface="Arial"/>
                  <a:cs typeface="Arial"/>
                </a:rPr>
                <a:t>i</a:t>
              </a:r>
              <a:r>
                <a:rPr sz="1000" dirty="0">
                  <a:latin typeface="Arial"/>
                  <a:cs typeface="Arial"/>
                </a:rPr>
                <a:t>near</a:t>
              </a:r>
              <a:endParaRPr sz="1000">
                <a:latin typeface="Arial"/>
                <a:cs typeface="Arial"/>
              </a:endParaRPr>
            </a:p>
          </p:txBody>
        </p:sp>
        <p:grpSp>
          <p:nvGrpSpPr>
            <p:cNvPr id="106" name="object 18">
              <a:extLst>
                <a:ext uri="{FF2B5EF4-FFF2-40B4-BE49-F238E27FC236}">
                  <a16:creationId xmlns:a16="http://schemas.microsoft.com/office/drawing/2014/main" id="{77202015-AF50-481D-8824-7FC67E2BB1B3}"/>
                </a:ext>
              </a:extLst>
            </p:cNvPr>
            <p:cNvGrpSpPr/>
            <p:nvPr/>
          </p:nvGrpSpPr>
          <p:grpSpPr>
            <a:xfrm>
              <a:off x="5966318" y="2273442"/>
              <a:ext cx="347133" cy="188383"/>
              <a:chOff x="5369686" y="2046097"/>
              <a:chExt cx="312420" cy="169545"/>
            </a:xfrm>
          </p:grpSpPr>
          <p:sp>
            <p:nvSpPr>
              <p:cNvPr id="107" name="object 19">
                <a:extLst>
                  <a:ext uri="{FF2B5EF4-FFF2-40B4-BE49-F238E27FC236}">
                    <a16:creationId xmlns:a16="http://schemas.microsoft.com/office/drawing/2014/main" id="{A5E354CD-3522-4524-B7E2-0C91E3692BD3}"/>
                  </a:ext>
                </a:extLst>
              </p:cNvPr>
              <p:cNvSpPr/>
              <p:nvPr/>
            </p:nvSpPr>
            <p:spPr>
              <a:xfrm>
                <a:off x="5382386" y="2058797"/>
                <a:ext cx="287020" cy="144145"/>
              </a:xfrm>
              <a:custGeom>
                <a:avLst/>
                <a:gdLst/>
                <a:ahLst/>
                <a:cxnLst/>
                <a:rect l="l" t="t" r="r" b="b"/>
                <a:pathLst>
                  <a:path w="287020" h="144144">
                    <a:moveTo>
                      <a:pt x="54483" y="0"/>
                    </a:moveTo>
                    <a:lnTo>
                      <a:pt x="0" y="26289"/>
                    </a:lnTo>
                    <a:lnTo>
                      <a:pt x="26289" y="80645"/>
                    </a:lnTo>
                    <a:lnTo>
                      <a:pt x="33401" y="60452"/>
                    </a:lnTo>
                    <a:lnTo>
                      <a:pt x="272669" y="143764"/>
                    </a:lnTo>
                    <a:lnTo>
                      <a:pt x="286766" y="103378"/>
                    </a:lnTo>
                    <a:lnTo>
                      <a:pt x="47371" y="20193"/>
                    </a:lnTo>
                    <a:lnTo>
                      <a:pt x="54483" y="0"/>
                    </a:lnTo>
                    <a:close/>
                  </a:path>
                </a:pathLst>
              </a:custGeom>
              <a:solidFill>
                <a:srgbClr val="B2B2B2"/>
              </a:solidFill>
            </p:spPr>
            <p:txBody>
              <a:bodyPr wrap="square" lIns="0" tIns="0" rIns="0" bIns="0" rtlCol="0"/>
              <a:lstStyle/>
              <a:p>
                <a:endParaRPr sz="2000"/>
              </a:p>
            </p:txBody>
          </p:sp>
          <p:sp>
            <p:nvSpPr>
              <p:cNvPr id="108" name="object 20">
                <a:extLst>
                  <a:ext uri="{FF2B5EF4-FFF2-40B4-BE49-F238E27FC236}">
                    <a16:creationId xmlns:a16="http://schemas.microsoft.com/office/drawing/2014/main" id="{1822FD22-3972-41A0-A77A-D61F3304F0B5}"/>
                  </a:ext>
                </a:extLst>
              </p:cNvPr>
              <p:cNvSpPr/>
              <p:nvPr/>
            </p:nvSpPr>
            <p:spPr>
              <a:xfrm>
                <a:off x="5382386" y="2058797"/>
                <a:ext cx="287020" cy="144145"/>
              </a:xfrm>
              <a:custGeom>
                <a:avLst/>
                <a:gdLst/>
                <a:ahLst/>
                <a:cxnLst/>
                <a:rect l="l" t="t" r="r" b="b"/>
                <a:pathLst>
                  <a:path w="287020" h="144144">
                    <a:moveTo>
                      <a:pt x="272669" y="143764"/>
                    </a:moveTo>
                    <a:lnTo>
                      <a:pt x="33401" y="60452"/>
                    </a:lnTo>
                    <a:lnTo>
                      <a:pt x="26289" y="80645"/>
                    </a:lnTo>
                    <a:lnTo>
                      <a:pt x="0" y="26289"/>
                    </a:lnTo>
                    <a:lnTo>
                      <a:pt x="54483" y="0"/>
                    </a:lnTo>
                    <a:lnTo>
                      <a:pt x="47371" y="20193"/>
                    </a:lnTo>
                    <a:lnTo>
                      <a:pt x="286766" y="103378"/>
                    </a:lnTo>
                    <a:lnTo>
                      <a:pt x="272669" y="143764"/>
                    </a:lnTo>
                    <a:close/>
                  </a:path>
                </a:pathLst>
              </a:custGeom>
              <a:ln w="25400">
                <a:solidFill>
                  <a:srgbClr val="B2B2B2"/>
                </a:solidFill>
              </a:ln>
            </p:spPr>
            <p:txBody>
              <a:bodyPr wrap="square" lIns="0" tIns="0" rIns="0" bIns="0" rtlCol="0"/>
              <a:lstStyle/>
              <a:p>
                <a:endParaRPr sz="2000"/>
              </a:p>
            </p:txBody>
          </p:sp>
        </p:grpSp>
        <p:grpSp>
          <p:nvGrpSpPr>
            <p:cNvPr id="109" name="object 21">
              <a:extLst>
                <a:ext uri="{FF2B5EF4-FFF2-40B4-BE49-F238E27FC236}">
                  <a16:creationId xmlns:a16="http://schemas.microsoft.com/office/drawing/2014/main" id="{7BA60239-29E3-4590-A577-B9D7AC1B13F6}"/>
                </a:ext>
              </a:extLst>
            </p:cNvPr>
            <p:cNvGrpSpPr/>
            <p:nvPr/>
          </p:nvGrpSpPr>
          <p:grpSpPr>
            <a:xfrm>
              <a:off x="6363265" y="2229837"/>
              <a:ext cx="727428" cy="530578"/>
              <a:chOff x="5726938" y="2006853"/>
              <a:chExt cx="654685" cy="477520"/>
            </a:xfrm>
          </p:grpSpPr>
          <p:sp>
            <p:nvSpPr>
              <p:cNvPr id="110" name="object 22">
                <a:extLst>
                  <a:ext uri="{FF2B5EF4-FFF2-40B4-BE49-F238E27FC236}">
                    <a16:creationId xmlns:a16="http://schemas.microsoft.com/office/drawing/2014/main" id="{130AFF45-4C05-4002-9EB0-3A6C0F087531}"/>
                  </a:ext>
                </a:extLst>
              </p:cNvPr>
              <p:cNvSpPr/>
              <p:nvPr/>
            </p:nvSpPr>
            <p:spPr>
              <a:xfrm>
                <a:off x="5733288" y="2013203"/>
                <a:ext cx="641985" cy="464820"/>
              </a:xfrm>
              <a:custGeom>
                <a:avLst/>
                <a:gdLst/>
                <a:ahLst/>
                <a:cxnLst/>
                <a:rect l="l" t="t" r="r" b="b"/>
                <a:pathLst>
                  <a:path w="641985" h="464819">
                    <a:moveTo>
                      <a:pt x="564134" y="0"/>
                    </a:moveTo>
                    <a:lnTo>
                      <a:pt x="77470" y="0"/>
                    </a:lnTo>
                    <a:lnTo>
                      <a:pt x="47309" y="6086"/>
                    </a:lnTo>
                    <a:lnTo>
                      <a:pt x="22685" y="22685"/>
                    </a:lnTo>
                    <a:lnTo>
                      <a:pt x="6086" y="47309"/>
                    </a:lnTo>
                    <a:lnTo>
                      <a:pt x="0" y="77470"/>
                    </a:lnTo>
                    <a:lnTo>
                      <a:pt x="0" y="387350"/>
                    </a:lnTo>
                    <a:lnTo>
                      <a:pt x="6086" y="417510"/>
                    </a:lnTo>
                    <a:lnTo>
                      <a:pt x="22685" y="442134"/>
                    </a:lnTo>
                    <a:lnTo>
                      <a:pt x="47309" y="458733"/>
                    </a:lnTo>
                    <a:lnTo>
                      <a:pt x="77470" y="464820"/>
                    </a:lnTo>
                    <a:lnTo>
                      <a:pt x="564134" y="464820"/>
                    </a:lnTo>
                    <a:lnTo>
                      <a:pt x="594294" y="458733"/>
                    </a:lnTo>
                    <a:lnTo>
                      <a:pt x="618918" y="442134"/>
                    </a:lnTo>
                    <a:lnTo>
                      <a:pt x="635517" y="417510"/>
                    </a:lnTo>
                    <a:lnTo>
                      <a:pt x="641604" y="387350"/>
                    </a:lnTo>
                    <a:lnTo>
                      <a:pt x="641604" y="77470"/>
                    </a:lnTo>
                    <a:lnTo>
                      <a:pt x="635517" y="47309"/>
                    </a:lnTo>
                    <a:lnTo>
                      <a:pt x="618918" y="22685"/>
                    </a:lnTo>
                    <a:lnTo>
                      <a:pt x="594294" y="6086"/>
                    </a:lnTo>
                    <a:lnTo>
                      <a:pt x="564134" y="0"/>
                    </a:lnTo>
                    <a:close/>
                  </a:path>
                </a:pathLst>
              </a:custGeom>
              <a:solidFill>
                <a:srgbClr val="FFB7B7"/>
              </a:solidFill>
            </p:spPr>
            <p:txBody>
              <a:bodyPr wrap="square" lIns="0" tIns="0" rIns="0" bIns="0" rtlCol="0"/>
              <a:lstStyle/>
              <a:p>
                <a:endParaRPr sz="2000"/>
              </a:p>
            </p:txBody>
          </p:sp>
          <p:sp>
            <p:nvSpPr>
              <p:cNvPr id="111" name="object 23">
                <a:extLst>
                  <a:ext uri="{FF2B5EF4-FFF2-40B4-BE49-F238E27FC236}">
                    <a16:creationId xmlns:a16="http://schemas.microsoft.com/office/drawing/2014/main" id="{B09E1D91-1CA6-4C71-A584-ACD9C0933BF4}"/>
                  </a:ext>
                </a:extLst>
              </p:cNvPr>
              <p:cNvSpPr/>
              <p:nvPr/>
            </p:nvSpPr>
            <p:spPr>
              <a:xfrm>
                <a:off x="5733288" y="2013203"/>
                <a:ext cx="641985" cy="464820"/>
              </a:xfrm>
              <a:custGeom>
                <a:avLst/>
                <a:gdLst/>
                <a:ahLst/>
                <a:cxnLst/>
                <a:rect l="l" t="t" r="r" b="b"/>
                <a:pathLst>
                  <a:path w="641985" h="464819">
                    <a:moveTo>
                      <a:pt x="0" y="77470"/>
                    </a:moveTo>
                    <a:lnTo>
                      <a:pt x="6086" y="47309"/>
                    </a:lnTo>
                    <a:lnTo>
                      <a:pt x="22685" y="22685"/>
                    </a:lnTo>
                    <a:lnTo>
                      <a:pt x="47309" y="6086"/>
                    </a:lnTo>
                    <a:lnTo>
                      <a:pt x="77470" y="0"/>
                    </a:lnTo>
                    <a:lnTo>
                      <a:pt x="564134" y="0"/>
                    </a:lnTo>
                    <a:lnTo>
                      <a:pt x="594294" y="6086"/>
                    </a:lnTo>
                    <a:lnTo>
                      <a:pt x="618918" y="22685"/>
                    </a:lnTo>
                    <a:lnTo>
                      <a:pt x="635517" y="47309"/>
                    </a:lnTo>
                    <a:lnTo>
                      <a:pt x="641604" y="77470"/>
                    </a:lnTo>
                    <a:lnTo>
                      <a:pt x="641604" y="387350"/>
                    </a:lnTo>
                    <a:lnTo>
                      <a:pt x="635517" y="417510"/>
                    </a:lnTo>
                    <a:lnTo>
                      <a:pt x="618918" y="442134"/>
                    </a:lnTo>
                    <a:lnTo>
                      <a:pt x="594294" y="458733"/>
                    </a:lnTo>
                    <a:lnTo>
                      <a:pt x="564134" y="464820"/>
                    </a:lnTo>
                    <a:lnTo>
                      <a:pt x="77470" y="464820"/>
                    </a:lnTo>
                    <a:lnTo>
                      <a:pt x="47309" y="458733"/>
                    </a:lnTo>
                    <a:lnTo>
                      <a:pt x="22685" y="442134"/>
                    </a:lnTo>
                    <a:lnTo>
                      <a:pt x="6086" y="417510"/>
                    </a:lnTo>
                    <a:lnTo>
                      <a:pt x="0" y="387350"/>
                    </a:lnTo>
                    <a:lnTo>
                      <a:pt x="0" y="77470"/>
                    </a:lnTo>
                    <a:close/>
                  </a:path>
                </a:pathLst>
              </a:custGeom>
              <a:ln w="12700">
                <a:solidFill>
                  <a:srgbClr val="000000"/>
                </a:solidFill>
              </a:ln>
            </p:spPr>
            <p:txBody>
              <a:bodyPr wrap="square" lIns="0" tIns="0" rIns="0" bIns="0" rtlCol="0"/>
              <a:lstStyle/>
              <a:p>
                <a:endParaRPr sz="2000"/>
              </a:p>
            </p:txBody>
          </p:sp>
        </p:grpSp>
        <p:grpSp>
          <p:nvGrpSpPr>
            <p:cNvPr id="112" name="object 24">
              <a:extLst>
                <a:ext uri="{FF2B5EF4-FFF2-40B4-BE49-F238E27FC236}">
                  <a16:creationId xmlns:a16="http://schemas.microsoft.com/office/drawing/2014/main" id="{CCCE5BA1-E4BD-40B5-A694-078CA973DD9B}"/>
                </a:ext>
              </a:extLst>
            </p:cNvPr>
            <p:cNvGrpSpPr/>
            <p:nvPr/>
          </p:nvGrpSpPr>
          <p:grpSpPr>
            <a:xfrm>
              <a:off x="2540282" y="1906412"/>
              <a:ext cx="3352800" cy="4049889"/>
              <a:chOff x="2286254" y="1715771"/>
              <a:chExt cx="3017520" cy="3644900"/>
            </a:xfrm>
          </p:grpSpPr>
          <p:sp>
            <p:nvSpPr>
              <p:cNvPr id="113" name="object 25">
                <a:extLst>
                  <a:ext uri="{FF2B5EF4-FFF2-40B4-BE49-F238E27FC236}">
                    <a16:creationId xmlns:a16="http://schemas.microsoft.com/office/drawing/2014/main" id="{CB3F60D1-E86C-468E-82E0-BFC67B172323}"/>
                  </a:ext>
                </a:extLst>
              </p:cNvPr>
              <p:cNvSpPr/>
              <p:nvPr/>
            </p:nvSpPr>
            <p:spPr>
              <a:xfrm>
                <a:off x="2298954" y="2017014"/>
                <a:ext cx="628015" cy="82550"/>
              </a:xfrm>
              <a:custGeom>
                <a:avLst/>
                <a:gdLst/>
                <a:ahLst/>
                <a:cxnLst/>
                <a:rect l="l" t="t" r="r" b="b"/>
                <a:pathLst>
                  <a:path w="628014" h="82550">
                    <a:moveTo>
                      <a:pt x="41148" y="0"/>
                    </a:moveTo>
                    <a:lnTo>
                      <a:pt x="0" y="41148"/>
                    </a:lnTo>
                    <a:lnTo>
                      <a:pt x="41148" y="82296"/>
                    </a:lnTo>
                    <a:lnTo>
                      <a:pt x="41148" y="61722"/>
                    </a:lnTo>
                    <a:lnTo>
                      <a:pt x="627888" y="61722"/>
                    </a:lnTo>
                    <a:lnTo>
                      <a:pt x="627888" y="20574"/>
                    </a:lnTo>
                    <a:lnTo>
                      <a:pt x="41148" y="20574"/>
                    </a:lnTo>
                    <a:lnTo>
                      <a:pt x="41148" y="0"/>
                    </a:lnTo>
                    <a:close/>
                  </a:path>
                </a:pathLst>
              </a:custGeom>
              <a:solidFill>
                <a:srgbClr val="B2B2B2"/>
              </a:solidFill>
            </p:spPr>
            <p:txBody>
              <a:bodyPr wrap="square" lIns="0" tIns="0" rIns="0" bIns="0" rtlCol="0"/>
              <a:lstStyle/>
              <a:p>
                <a:endParaRPr sz="2000"/>
              </a:p>
            </p:txBody>
          </p:sp>
          <p:sp>
            <p:nvSpPr>
              <p:cNvPr id="114" name="object 26">
                <a:extLst>
                  <a:ext uri="{FF2B5EF4-FFF2-40B4-BE49-F238E27FC236}">
                    <a16:creationId xmlns:a16="http://schemas.microsoft.com/office/drawing/2014/main" id="{1F1B9115-67EB-42C4-A55A-93882736CF4A}"/>
                  </a:ext>
                </a:extLst>
              </p:cNvPr>
              <p:cNvSpPr/>
              <p:nvPr/>
            </p:nvSpPr>
            <p:spPr>
              <a:xfrm>
                <a:off x="2298954" y="2017014"/>
                <a:ext cx="628015" cy="82550"/>
              </a:xfrm>
              <a:custGeom>
                <a:avLst/>
                <a:gdLst/>
                <a:ahLst/>
                <a:cxnLst/>
                <a:rect l="l" t="t" r="r" b="b"/>
                <a:pathLst>
                  <a:path w="628014" h="82550">
                    <a:moveTo>
                      <a:pt x="627888" y="61722"/>
                    </a:moveTo>
                    <a:lnTo>
                      <a:pt x="41148" y="61722"/>
                    </a:lnTo>
                    <a:lnTo>
                      <a:pt x="41148" y="82296"/>
                    </a:lnTo>
                    <a:lnTo>
                      <a:pt x="0" y="41148"/>
                    </a:lnTo>
                    <a:lnTo>
                      <a:pt x="41148" y="0"/>
                    </a:lnTo>
                    <a:lnTo>
                      <a:pt x="41148" y="20574"/>
                    </a:lnTo>
                    <a:lnTo>
                      <a:pt x="627888" y="20574"/>
                    </a:lnTo>
                    <a:lnTo>
                      <a:pt x="627888" y="61722"/>
                    </a:lnTo>
                    <a:close/>
                  </a:path>
                </a:pathLst>
              </a:custGeom>
              <a:ln w="25400">
                <a:solidFill>
                  <a:srgbClr val="B2B2B2"/>
                </a:solidFill>
              </a:ln>
            </p:spPr>
            <p:txBody>
              <a:bodyPr wrap="square" lIns="0" tIns="0" rIns="0" bIns="0" rtlCol="0"/>
              <a:lstStyle/>
              <a:p>
                <a:endParaRPr sz="2000"/>
              </a:p>
            </p:txBody>
          </p:sp>
          <p:sp>
            <p:nvSpPr>
              <p:cNvPr id="115" name="object 27">
                <a:extLst>
                  <a:ext uri="{FF2B5EF4-FFF2-40B4-BE49-F238E27FC236}">
                    <a16:creationId xmlns:a16="http://schemas.microsoft.com/office/drawing/2014/main" id="{C2AD51E7-4D41-4F50-B704-164BA8AA0FED}"/>
                  </a:ext>
                </a:extLst>
              </p:cNvPr>
              <p:cNvSpPr/>
              <p:nvPr/>
            </p:nvSpPr>
            <p:spPr>
              <a:xfrm>
                <a:off x="3525774" y="2013966"/>
                <a:ext cx="609600" cy="85725"/>
              </a:xfrm>
              <a:custGeom>
                <a:avLst/>
                <a:gdLst/>
                <a:ahLst/>
                <a:cxnLst/>
                <a:rect l="l" t="t" r="r" b="b"/>
                <a:pathLst>
                  <a:path w="609600" h="85725">
                    <a:moveTo>
                      <a:pt x="42672" y="0"/>
                    </a:moveTo>
                    <a:lnTo>
                      <a:pt x="0" y="42672"/>
                    </a:lnTo>
                    <a:lnTo>
                      <a:pt x="42672" y="85344"/>
                    </a:lnTo>
                    <a:lnTo>
                      <a:pt x="42672" y="64008"/>
                    </a:lnTo>
                    <a:lnTo>
                      <a:pt x="609600" y="64008"/>
                    </a:lnTo>
                    <a:lnTo>
                      <a:pt x="609600" y="21336"/>
                    </a:lnTo>
                    <a:lnTo>
                      <a:pt x="42672" y="21336"/>
                    </a:lnTo>
                    <a:lnTo>
                      <a:pt x="42672" y="0"/>
                    </a:lnTo>
                    <a:close/>
                  </a:path>
                </a:pathLst>
              </a:custGeom>
              <a:solidFill>
                <a:srgbClr val="B2B2B2"/>
              </a:solidFill>
            </p:spPr>
            <p:txBody>
              <a:bodyPr wrap="square" lIns="0" tIns="0" rIns="0" bIns="0" rtlCol="0"/>
              <a:lstStyle/>
              <a:p>
                <a:endParaRPr sz="2000"/>
              </a:p>
            </p:txBody>
          </p:sp>
          <p:sp>
            <p:nvSpPr>
              <p:cNvPr id="116" name="object 28">
                <a:extLst>
                  <a:ext uri="{FF2B5EF4-FFF2-40B4-BE49-F238E27FC236}">
                    <a16:creationId xmlns:a16="http://schemas.microsoft.com/office/drawing/2014/main" id="{6B7EED37-223A-40DE-916B-6D8E8D6E8DF9}"/>
                  </a:ext>
                </a:extLst>
              </p:cNvPr>
              <p:cNvSpPr/>
              <p:nvPr/>
            </p:nvSpPr>
            <p:spPr>
              <a:xfrm>
                <a:off x="3525774" y="2013966"/>
                <a:ext cx="609600" cy="85725"/>
              </a:xfrm>
              <a:custGeom>
                <a:avLst/>
                <a:gdLst/>
                <a:ahLst/>
                <a:cxnLst/>
                <a:rect l="l" t="t" r="r" b="b"/>
                <a:pathLst>
                  <a:path w="609600" h="85725">
                    <a:moveTo>
                      <a:pt x="609600" y="64008"/>
                    </a:moveTo>
                    <a:lnTo>
                      <a:pt x="42672" y="64008"/>
                    </a:lnTo>
                    <a:lnTo>
                      <a:pt x="42672" y="85344"/>
                    </a:lnTo>
                    <a:lnTo>
                      <a:pt x="0" y="42672"/>
                    </a:lnTo>
                    <a:lnTo>
                      <a:pt x="42672" y="0"/>
                    </a:lnTo>
                    <a:lnTo>
                      <a:pt x="42672" y="21336"/>
                    </a:lnTo>
                    <a:lnTo>
                      <a:pt x="609600" y="21336"/>
                    </a:lnTo>
                    <a:lnTo>
                      <a:pt x="609600" y="64008"/>
                    </a:lnTo>
                    <a:close/>
                  </a:path>
                </a:pathLst>
              </a:custGeom>
              <a:ln w="25400">
                <a:solidFill>
                  <a:srgbClr val="B2B2B2"/>
                </a:solidFill>
              </a:ln>
            </p:spPr>
            <p:txBody>
              <a:bodyPr wrap="square" lIns="0" tIns="0" rIns="0" bIns="0" rtlCol="0"/>
              <a:lstStyle/>
              <a:p>
                <a:endParaRPr sz="2000"/>
              </a:p>
            </p:txBody>
          </p:sp>
          <p:sp>
            <p:nvSpPr>
              <p:cNvPr id="117" name="object 29">
                <a:extLst>
                  <a:ext uri="{FF2B5EF4-FFF2-40B4-BE49-F238E27FC236}">
                    <a16:creationId xmlns:a16="http://schemas.microsoft.com/office/drawing/2014/main" id="{FA6C3F1A-2228-41BE-A64D-8138B3276326}"/>
                  </a:ext>
                </a:extLst>
              </p:cNvPr>
              <p:cNvSpPr/>
              <p:nvPr/>
            </p:nvSpPr>
            <p:spPr>
              <a:xfrm>
                <a:off x="4744974" y="2018538"/>
                <a:ext cx="295910" cy="86995"/>
              </a:xfrm>
              <a:custGeom>
                <a:avLst/>
                <a:gdLst/>
                <a:ahLst/>
                <a:cxnLst/>
                <a:rect l="l" t="t" r="r" b="b"/>
                <a:pathLst>
                  <a:path w="295910" h="86994">
                    <a:moveTo>
                      <a:pt x="43434" y="0"/>
                    </a:moveTo>
                    <a:lnTo>
                      <a:pt x="0" y="43434"/>
                    </a:lnTo>
                    <a:lnTo>
                      <a:pt x="43434" y="86868"/>
                    </a:lnTo>
                    <a:lnTo>
                      <a:pt x="43434" y="65151"/>
                    </a:lnTo>
                    <a:lnTo>
                      <a:pt x="295656" y="65151"/>
                    </a:lnTo>
                    <a:lnTo>
                      <a:pt x="295656" y="21717"/>
                    </a:lnTo>
                    <a:lnTo>
                      <a:pt x="43434" y="21717"/>
                    </a:lnTo>
                    <a:lnTo>
                      <a:pt x="43434" y="0"/>
                    </a:lnTo>
                    <a:close/>
                  </a:path>
                </a:pathLst>
              </a:custGeom>
              <a:solidFill>
                <a:srgbClr val="B2B2B2"/>
              </a:solidFill>
            </p:spPr>
            <p:txBody>
              <a:bodyPr wrap="square" lIns="0" tIns="0" rIns="0" bIns="0" rtlCol="0"/>
              <a:lstStyle/>
              <a:p>
                <a:endParaRPr sz="2000"/>
              </a:p>
            </p:txBody>
          </p:sp>
          <p:sp>
            <p:nvSpPr>
              <p:cNvPr id="118" name="object 30">
                <a:extLst>
                  <a:ext uri="{FF2B5EF4-FFF2-40B4-BE49-F238E27FC236}">
                    <a16:creationId xmlns:a16="http://schemas.microsoft.com/office/drawing/2014/main" id="{E2FB1310-BDC7-4CB0-92C7-5CE8F454C07E}"/>
                  </a:ext>
                </a:extLst>
              </p:cNvPr>
              <p:cNvSpPr/>
              <p:nvPr/>
            </p:nvSpPr>
            <p:spPr>
              <a:xfrm>
                <a:off x="4744974" y="2018538"/>
                <a:ext cx="295910" cy="86995"/>
              </a:xfrm>
              <a:custGeom>
                <a:avLst/>
                <a:gdLst/>
                <a:ahLst/>
                <a:cxnLst/>
                <a:rect l="l" t="t" r="r" b="b"/>
                <a:pathLst>
                  <a:path w="295910" h="86994">
                    <a:moveTo>
                      <a:pt x="295656" y="65151"/>
                    </a:moveTo>
                    <a:lnTo>
                      <a:pt x="43434" y="65151"/>
                    </a:lnTo>
                    <a:lnTo>
                      <a:pt x="43434" y="86868"/>
                    </a:lnTo>
                    <a:lnTo>
                      <a:pt x="0" y="43434"/>
                    </a:lnTo>
                    <a:lnTo>
                      <a:pt x="43434" y="0"/>
                    </a:lnTo>
                    <a:lnTo>
                      <a:pt x="43434" y="21717"/>
                    </a:lnTo>
                    <a:lnTo>
                      <a:pt x="295656" y="21717"/>
                    </a:lnTo>
                    <a:lnTo>
                      <a:pt x="295656" y="65151"/>
                    </a:lnTo>
                    <a:close/>
                  </a:path>
                </a:pathLst>
              </a:custGeom>
              <a:ln w="25400">
                <a:solidFill>
                  <a:srgbClr val="B2B2B2"/>
                </a:solidFill>
              </a:ln>
            </p:spPr>
            <p:txBody>
              <a:bodyPr wrap="square" lIns="0" tIns="0" rIns="0" bIns="0" rtlCol="0"/>
              <a:lstStyle/>
              <a:p>
                <a:endParaRPr sz="2000"/>
              </a:p>
            </p:txBody>
          </p:sp>
          <p:sp>
            <p:nvSpPr>
              <p:cNvPr id="119" name="object 31">
                <a:extLst>
                  <a:ext uri="{FF2B5EF4-FFF2-40B4-BE49-F238E27FC236}">
                    <a16:creationId xmlns:a16="http://schemas.microsoft.com/office/drawing/2014/main" id="{93EE2252-2F67-4ABD-8943-3980EB2FC13C}"/>
                  </a:ext>
                </a:extLst>
              </p:cNvPr>
              <p:cNvSpPr/>
              <p:nvPr/>
            </p:nvSpPr>
            <p:spPr>
              <a:xfrm>
                <a:off x="2494788" y="1722121"/>
                <a:ext cx="91440" cy="85342"/>
              </a:xfrm>
              <a:prstGeom prst="rect">
                <a:avLst/>
              </a:prstGeom>
              <a:blipFill>
                <a:blip r:embed="rId3" cstate="print"/>
                <a:stretch>
                  <a:fillRect/>
                </a:stretch>
              </a:blipFill>
            </p:spPr>
            <p:txBody>
              <a:bodyPr wrap="square" lIns="0" tIns="0" rIns="0" bIns="0" rtlCol="0"/>
              <a:lstStyle/>
              <a:p>
                <a:endParaRPr sz="2000"/>
              </a:p>
            </p:txBody>
          </p:sp>
          <p:sp>
            <p:nvSpPr>
              <p:cNvPr id="120" name="object 32">
                <a:extLst>
                  <a:ext uri="{FF2B5EF4-FFF2-40B4-BE49-F238E27FC236}">
                    <a16:creationId xmlns:a16="http://schemas.microsoft.com/office/drawing/2014/main" id="{20F0FA47-A029-4C74-86F5-841F4276B048}"/>
                  </a:ext>
                </a:extLst>
              </p:cNvPr>
              <p:cNvSpPr/>
              <p:nvPr/>
            </p:nvSpPr>
            <p:spPr>
              <a:xfrm>
                <a:off x="249478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1" name="object 33">
                <a:extLst>
                  <a:ext uri="{FF2B5EF4-FFF2-40B4-BE49-F238E27FC236}">
                    <a16:creationId xmlns:a16="http://schemas.microsoft.com/office/drawing/2014/main" id="{B5F20E51-3C75-4921-8B8D-D4E40B00E216}"/>
                  </a:ext>
                </a:extLst>
              </p:cNvPr>
              <p:cNvSpPr/>
              <p:nvPr/>
            </p:nvSpPr>
            <p:spPr>
              <a:xfrm>
                <a:off x="2494788" y="1807461"/>
                <a:ext cx="91440" cy="86870"/>
              </a:xfrm>
              <a:prstGeom prst="rect">
                <a:avLst/>
              </a:prstGeom>
              <a:blipFill>
                <a:blip r:embed="rId4" cstate="print"/>
                <a:stretch>
                  <a:fillRect/>
                </a:stretch>
              </a:blipFill>
            </p:spPr>
            <p:txBody>
              <a:bodyPr wrap="square" lIns="0" tIns="0" rIns="0" bIns="0" rtlCol="0"/>
              <a:lstStyle/>
              <a:p>
                <a:endParaRPr sz="2000"/>
              </a:p>
            </p:txBody>
          </p:sp>
          <p:sp>
            <p:nvSpPr>
              <p:cNvPr id="122" name="object 34">
                <a:extLst>
                  <a:ext uri="{FF2B5EF4-FFF2-40B4-BE49-F238E27FC236}">
                    <a16:creationId xmlns:a16="http://schemas.microsoft.com/office/drawing/2014/main" id="{8CDFFC50-F2AF-4CF5-AF3D-53A98E6E6A5E}"/>
                  </a:ext>
                </a:extLst>
              </p:cNvPr>
              <p:cNvSpPr/>
              <p:nvPr/>
            </p:nvSpPr>
            <p:spPr>
              <a:xfrm>
                <a:off x="249478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23" name="object 35">
                <a:extLst>
                  <a:ext uri="{FF2B5EF4-FFF2-40B4-BE49-F238E27FC236}">
                    <a16:creationId xmlns:a16="http://schemas.microsoft.com/office/drawing/2014/main" id="{F0CB81CD-3FE0-4C53-87B4-97B96C3F1FAE}"/>
                  </a:ext>
                </a:extLst>
              </p:cNvPr>
              <p:cNvSpPr/>
              <p:nvPr/>
            </p:nvSpPr>
            <p:spPr>
              <a:xfrm>
                <a:off x="2494788" y="1894333"/>
                <a:ext cx="91440" cy="85342"/>
              </a:xfrm>
              <a:prstGeom prst="rect">
                <a:avLst/>
              </a:prstGeom>
              <a:blipFill>
                <a:blip r:embed="rId5" cstate="print"/>
                <a:stretch>
                  <a:fillRect/>
                </a:stretch>
              </a:blipFill>
            </p:spPr>
            <p:txBody>
              <a:bodyPr wrap="square" lIns="0" tIns="0" rIns="0" bIns="0" rtlCol="0"/>
              <a:lstStyle/>
              <a:p>
                <a:endParaRPr sz="2000"/>
              </a:p>
            </p:txBody>
          </p:sp>
          <p:sp>
            <p:nvSpPr>
              <p:cNvPr id="124" name="object 36">
                <a:extLst>
                  <a:ext uri="{FF2B5EF4-FFF2-40B4-BE49-F238E27FC236}">
                    <a16:creationId xmlns:a16="http://schemas.microsoft.com/office/drawing/2014/main" id="{32B7265F-17F0-42C5-95FF-802F20297FFF}"/>
                  </a:ext>
                </a:extLst>
              </p:cNvPr>
              <p:cNvSpPr/>
              <p:nvPr/>
            </p:nvSpPr>
            <p:spPr>
              <a:xfrm>
                <a:off x="249478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5" name="object 37">
                <a:extLst>
                  <a:ext uri="{FF2B5EF4-FFF2-40B4-BE49-F238E27FC236}">
                    <a16:creationId xmlns:a16="http://schemas.microsoft.com/office/drawing/2014/main" id="{456B9F07-1C12-42C9-B271-939A49146FFA}"/>
                  </a:ext>
                </a:extLst>
              </p:cNvPr>
              <p:cNvSpPr/>
              <p:nvPr/>
            </p:nvSpPr>
            <p:spPr>
              <a:xfrm>
                <a:off x="2494788" y="1979677"/>
                <a:ext cx="91440" cy="85342"/>
              </a:xfrm>
              <a:prstGeom prst="rect">
                <a:avLst/>
              </a:prstGeom>
              <a:blipFill>
                <a:blip r:embed="rId6" cstate="print"/>
                <a:stretch>
                  <a:fillRect/>
                </a:stretch>
              </a:blipFill>
            </p:spPr>
            <p:txBody>
              <a:bodyPr wrap="square" lIns="0" tIns="0" rIns="0" bIns="0" rtlCol="0"/>
              <a:lstStyle/>
              <a:p>
                <a:endParaRPr sz="2000"/>
              </a:p>
            </p:txBody>
          </p:sp>
          <p:sp>
            <p:nvSpPr>
              <p:cNvPr id="126" name="object 38">
                <a:extLst>
                  <a:ext uri="{FF2B5EF4-FFF2-40B4-BE49-F238E27FC236}">
                    <a16:creationId xmlns:a16="http://schemas.microsoft.com/office/drawing/2014/main" id="{579E0260-0BB1-4242-BA6E-FEF4FECE009F}"/>
                  </a:ext>
                </a:extLst>
              </p:cNvPr>
              <p:cNvSpPr/>
              <p:nvPr/>
            </p:nvSpPr>
            <p:spPr>
              <a:xfrm>
                <a:off x="249478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7" name="object 39">
                <a:extLst>
                  <a:ext uri="{FF2B5EF4-FFF2-40B4-BE49-F238E27FC236}">
                    <a16:creationId xmlns:a16="http://schemas.microsoft.com/office/drawing/2014/main" id="{36BB61B4-3C9F-4E03-8AF3-501B65D0825B}"/>
                  </a:ext>
                </a:extLst>
              </p:cNvPr>
              <p:cNvSpPr/>
              <p:nvPr/>
            </p:nvSpPr>
            <p:spPr>
              <a:xfrm>
                <a:off x="2494788" y="2065021"/>
                <a:ext cx="91440" cy="85342"/>
              </a:xfrm>
              <a:prstGeom prst="rect">
                <a:avLst/>
              </a:prstGeom>
              <a:blipFill>
                <a:blip r:embed="rId7" cstate="print"/>
                <a:stretch>
                  <a:fillRect/>
                </a:stretch>
              </a:blipFill>
            </p:spPr>
            <p:txBody>
              <a:bodyPr wrap="square" lIns="0" tIns="0" rIns="0" bIns="0" rtlCol="0"/>
              <a:lstStyle/>
              <a:p>
                <a:endParaRPr sz="2000"/>
              </a:p>
            </p:txBody>
          </p:sp>
          <p:sp>
            <p:nvSpPr>
              <p:cNvPr id="128" name="object 40">
                <a:extLst>
                  <a:ext uri="{FF2B5EF4-FFF2-40B4-BE49-F238E27FC236}">
                    <a16:creationId xmlns:a16="http://schemas.microsoft.com/office/drawing/2014/main" id="{3F65A502-5564-4CB2-9907-0DF588EA22D7}"/>
                  </a:ext>
                </a:extLst>
              </p:cNvPr>
              <p:cNvSpPr/>
              <p:nvPr/>
            </p:nvSpPr>
            <p:spPr>
              <a:xfrm>
                <a:off x="249478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9" name="object 41">
                <a:extLst>
                  <a:ext uri="{FF2B5EF4-FFF2-40B4-BE49-F238E27FC236}">
                    <a16:creationId xmlns:a16="http://schemas.microsoft.com/office/drawing/2014/main" id="{61997010-5E76-4B78-A22A-213BEF1AAB56}"/>
                  </a:ext>
                </a:extLst>
              </p:cNvPr>
              <p:cNvSpPr/>
              <p:nvPr/>
            </p:nvSpPr>
            <p:spPr>
              <a:xfrm>
                <a:off x="2494788" y="2150365"/>
                <a:ext cx="91440" cy="85342"/>
              </a:xfrm>
              <a:prstGeom prst="rect">
                <a:avLst/>
              </a:prstGeom>
              <a:blipFill>
                <a:blip r:embed="rId8" cstate="print"/>
                <a:stretch>
                  <a:fillRect/>
                </a:stretch>
              </a:blipFill>
            </p:spPr>
            <p:txBody>
              <a:bodyPr wrap="square" lIns="0" tIns="0" rIns="0" bIns="0" rtlCol="0"/>
              <a:lstStyle/>
              <a:p>
                <a:endParaRPr sz="2000"/>
              </a:p>
            </p:txBody>
          </p:sp>
          <p:sp>
            <p:nvSpPr>
              <p:cNvPr id="130" name="object 42">
                <a:extLst>
                  <a:ext uri="{FF2B5EF4-FFF2-40B4-BE49-F238E27FC236}">
                    <a16:creationId xmlns:a16="http://schemas.microsoft.com/office/drawing/2014/main" id="{C56607D1-71F6-4DAE-9A68-223EFE9376E8}"/>
                  </a:ext>
                </a:extLst>
              </p:cNvPr>
              <p:cNvSpPr/>
              <p:nvPr/>
            </p:nvSpPr>
            <p:spPr>
              <a:xfrm>
                <a:off x="249478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1" name="object 43">
                <a:extLst>
                  <a:ext uri="{FF2B5EF4-FFF2-40B4-BE49-F238E27FC236}">
                    <a16:creationId xmlns:a16="http://schemas.microsoft.com/office/drawing/2014/main" id="{6F8B9806-6841-4396-954A-809889627131}"/>
                  </a:ext>
                </a:extLst>
              </p:cNvPr>
              <p:cNvSpPr/>
              <p:nvPr/>
            </p:nvSpPr>
            <p:spPr>
              <a:xfrm>
                <a:off x="2494788" y="2235704"/>
                <a:ext cx="91440" cy="85347"/>
              </a:xfrm>
              <a:prstGeom prst="rect">
                <a:avLst/>
              </a:prstGeom>
              <a:blipFill>
                <a:blip r:embed="rId9" cstate="print"/>
                <a:stretch>
                  <a:fillRect/>
                </a:stretch>
              </a:blipFill>
            </p:spPr>
            <p:txBody>
              <a:bodyPr wrap="square" lIns="0" tIns="0" rIns="0" bIns="0" rtlCol="0"/>
              <a:lstStyle/>
              <a:p>
                <a:endParaRPr sz="2000"/>
              </a:p>
            </p:txBody>
          </p:sp>
          <p:sp>
            <p:nvSpPr>
              <p:cNvPr id="206" name="object 44">
                <a:extLst>
                  <a:ext uri="{FF2B5EF4-FFF2-40B4-BE49-F238E27FC236}">
                    <a16:creationId xmlns:a16="http://schemas.microsoft.com/office/drawing/2014/main" id="{4F3715F4-6D0F-4D90-B86D-A6BA8BB37D29}"/>
                  </a:ext>
                </a:extLst>
              </p:cNvPr>
              <p:cNvSpPr/>
              <p:nvPr/>
            </p:nvSpPr>
            <p:spPr>
              <a:xfrm>
                <a:off x="249478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7" name="object 45">
                <a:extLst>
                  <a:ext uri="{FF2B5EF4-FFF2-40B4-BE49-F238E27FC236}">
                    <a16:creationId xmlns:a16="http://schemas.microsoft.com/office/drawing/2014/main" id="{14135A42-81AD-412A-B89D-9662BA592CC5}"/>
                  </a:ext>
                </a:extLst>
              </p:cNvPr>
              <p:cNvSpPr/>
              <p:nvPr/>
            </p:nvSpPr>
            <p:spPr>
              <a:xfrm>
                <a:off x="2494788" y="2321053"/>
                <a:ext cx="91440" cy="85342"/>
              </a:xfrm>
              <a:prstGeom prst="rect">
                <a:avLst/>
              </a:prstGeom>
              <a:blipFill>
                <a:blip r:embed="rId10" cstate="print"/>
                <a:stretch>
                  <a:fillRect/>
                </a:stretch>
              </a:blipFill>
            </p:spPr>
            <p:txBody>
              <a:bodyPr wrap="square" lIns="0" tIns="0" rIns="0" bIns="0" rtlCol="0"/>
              <a:lstStyle/>
              <a:p>
                <a:endParaRPr sz="2000"/>
              </a:p>
            </p:txBody>
          </p:sp>
          <p:sp>
            <p:nvSpPr>
              <p:cNvPr id="208" name="object 46">
                <a:extLst>
                  <a:ext uri="{FF2B5EF4-FFF2-40B4-BE49-F238E27FC236}">
                    <a16:creationId xmlns:a16="http://schemas.microsoft.com/office/drawing/2014/main" id="{795514DC-D131-44B1-8160-D1B81032ABA0}"/>
                  </a:ext>
                </a:extLst>
              </p:cNvPr>
              <p:cNvSpPr/>
              <p:nvPr/>
            </p:nvSpPr>
            <p:spPr>
              <a:xfrm>
                <a:off x="249478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9" name="object 47">
                <a:extLst>
                  <a:ext uri="{FF2B5EF4-FFF2-40B4-BE49-F238E27FC236}">
                    <a16:creationId xmlns:a16="http://schemas.microsoft.com/office/drawing/2014/main" id="{EF6C3372-6623-4A1F-8035-8DF9DF4AE5C8}"/>
                  </a:ext>
                </a:extLst>
              </p:cNvPr>
              <p:cNvSpPr/>
              <p:nvPr/>
            </p:nvSpPr>
            <p:spPr>
              <a:xfrm>
                <a:off x="3710940" y="1894333"/>
                <a:ext cx="91440" cy="85342"/>
              </a:xfrm>
              <a:prstGeom prst="rect">
                <a:avLst/>
              </a:prstGeom>
              <a:blipFill>
                <a:blip r:embed="rId11" cstate="print"/>
                <a:stretch>
                  <a:fillRect/>
                </a:stretch>
              </a:blipFill>
            </p:spPr>
            <p:txBody>
              <a:bodyPr wrap="square" lIns="0" tIns="0" rIns="0" bIns="0" rtlCol="0"/>
              <a:lstStyle/>
              <a:p>
                <a:endParaRPr sz="2000"/>
              </a:p>
            </p:txBody>
          </p:sp>
          <p:sp>
            <p:nvSpPr>
              <p:cNvPr id="210" name="object 48">
                <a:extLst>
                  <a:ext uri="{FF2B5EF4-FFF2-40B4-BE49-F238E27FC236}">
                    <a16:creationId xmlns:a16="http://schemas.microsoft.com/office/drawing/2014/main" id="{EE401194-AEB6-47B7-BC52-C53904903624}"/>
                  </a:ext>
                </a:extLst>
              </p:cNvPr>
              <p:cNvSpPr/>
              <p:nvPr/>
            </p:nvSpPr>
            <p:spPr>
              <a:xfrm>
                <a:off x="3710940"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1" name="object 49">
                <a:extLst>
                  <a:ext uri="{FF2B5EF4-FFF2-40B4-BE49-F238E27FC236}">
                    <a16:creationId xmlns:a16="http://schemas.microsoft.com/office/drawing/2014/main" id="{22BF9247-2B4F-4BA9-9ED6-C795861EB855}"/>
                  </a:ext>
                </a:extLst>
              </p:cNvPr>
              <p:cNvSpPr/>
              <p:nvPr/>
            </p:nvSpPr>
            <p:spPr>
              <a:xfrm>
                <a:off x="3710940" y="1979677"/>
                <a:ext cx="91440" cy="85342"/>
              </a:xfrm>
              <a:prstGeom prst="rect">
                <a:avLst/>
              </a:prstGeom>
              <a:blipFill>
                <a:blip r:embed="rId12" cstate="print"/>
                <a:stretch>
                  <a:fillRect/>
                </a:stretch>
              </a:blipFill>
            </p:spPr>
            <p:txBody>
              <a:bodyPr wrap="square" lIns="0" tIns="0" rIns="0" bIns="0" rtlCol="0"/>
              <a:lstStyle/>
              <a:p>
                <a:endParaRPr sz="2000"/>
              </a:p>
            </p:txBody>
          </p:sp>
          <p:sp>
            <p:nvSpPr>
              <p:cNvPr id="212" name="object 50">
                <a:extLst>
                  <a:ext uri="{FF2B5EF4-FFF2-40B4-BE49-F238E27FC236}">
                    <a16:creationId xmlns:a16="http://schemas.microsoft.com/office/drawing/2014/main" id="{B8C49BBC-BED7-4BAC-AA12-C3EB6A9EAA3B}"/>
                  </a:ext>
                </a:extLst>
              </p:cNvPr>
              <p:cNvSpPr/>
              <p:nvPr/>
            </p:nvSpPr>
            <p:spPr>
              <a:xfrm>
                <a:off x="3710940"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3" name="object 51">
                <a:extLst>
                  <a:ext uri="{FF2B5EF4-FFF2-40B4-BE49-F238E27FC236}">
                    <a16:creationId xmlns:a16="http://schemas.microsoft.com/office/drawing/2014/main" id="{51FC9408-F99F-479B-9C1E-89DB6474CE45}"/>
                  </a:ext>
                </a:extLst>
              </p:cNvPr>
              <p:cNvSpPr/>
              <p:nvPr/>
            </p:nvSpPr>
            <p:spPr>
              <a:xfrm>
                <a:off x="3710940" y="2065021"/>
                <a:ext cx="91440" cy="85342"/>
              </a:xfrm>
              <a:prstGeom prst="rect">
                <a:avLst/>
              </a:prstGeom>
              <a:blipFill>
                <a:blip r:embed="rId13" cstate="print"/>
                <a:stretch>
                  <a:fillRect/>
                </a:stretch>
              </a:blipFill>
            </p:spPr>
            <p:txBody>
              <a:bodyPr wrap="square" lIns="0" tIns="0" rIns="0" bIns="0" rtlCol="0"/>
              <a:lstStyle/>
              <a:p>
                <a:endParaRPr sz="2000"/>
              </a:p>
            </p:txBody>
          </p:sp>
          <p:sp>
            <p:nvSpPr>
              <p:cNvPr id="214" name="object 52">
                <a:extLst>
                  <a:ext uri="{FF2B5EF4-FFF2-40B4-BE49-F238E27FC236}">
                    <a16:creationId xmlns:a16="http://schemas.microsoft.com/office/drawing/2014/main" id="{AEB5C971-5D54-4D86-919D-5E64BFE9FF96}"/>
                  </a:ext>
                </a:extLst>
              </p:cNvPr>
              <p:cNvSpPr/>
              <p:nvPr/>
            </p:nvSpPr>
            <p:spPr>
              <a:xfrm>
                <a:off x="3710940"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5" name="object 53">
                <a:extLst>
                  <a:ext uri="{FF2B5EF4-FFF2-40B4-BE49-F238E27FC236}">
                    <a16:creationId xmlns:a16="http://schemas.microsoft.com/office/drawing/2014/main" id="{1458D461-A61D-4D98-B9F8-55555773C6B7}"/>
                  </a:ext>
                </a:extLst>
              </p:cNvPr>
              <p:cNvSpPr/>
              <p:nvPr/>
            </p:nvSpPr>
            <p:spPr>
              <a:xfrm>
                <a:off x="3710940" y="2150365"/>
                <a:ext cx="91440" cy="85342"/>
              </a:xfrm>
              <a:prstGeom prst="rect">
                <a:avLst/>
              </a:prstGeom>
              <a:blipFill>
                <a:blip r:embed="rId14" cstate="print"/>
                <a:stretch>
                  <a:fillRect/>
                </a:stretch>
              </a:blipFill>
            </p:spPr>
            <p:txBody>
              <a:bodyPr wrap="square" lIns="0" tIns="0" rIns="0" bIns="0" rtlCol="0"/>
              <a:lstStyle/>
              <a:p>
                <a:endParaRPr sz="2000"/>
              </a:p>
            </p:txBody>
          </p:sp>
          <p:sp>
            <p:nvSpPr>
              <p:cNvPr id="216" name="object 54">
                <a:extLst>
                  <a:ext uri="{FF2B5EF4-FFF2-40B4-BE49-F238E27FC236}">
                    <a16:creationId xmlns:a16="http://schemas.microsoft.com/office/drawing/2014/main" id="{5B04CA0E-42C1-4C4E-820F-2AE64D38FF29}"/>
                  </a:ext>
                </a:extLst>
              </p:cNvPr>
              <p:cNvSpPr/>
              <p:nvPr/>
            </p:nvSpPr>
            <p:spPr>
              <a:xfrm>
                <a:off x="3710940"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7" name="object 55">
                <a:extLst>
                  <a:ext uri="{FF2B5EF4-FFF2-40B4-BE49-F238E27FC236}">
                    <a16:creationId xmlns:a16="http://schemas.microsoft.com/office/drawing/2014/main" id="{5D55D335-6EC0-4A1D-A754-A5D90481DABB}"/>
                  </a:ext>
                </a:extLst>
              </p:cNvPr>
              <p:cNvSpPr/>
              <p:nvPr/>
            </p:nvSpPr>
            <p:spPr>
              <a:xfrm>
                <a:off x="5113020" y="2013205"/>
                <a:ext cx="92962" cy="85342"/>
              </a:xfrm>
              <a:prstGeom prst="rect">
                <a:avLst/>
              </a:prstGeom>
              <a:blipFill>
                <a:blip r:embed="rId15" cstate="print"/>
                <a:stretch>
                  <a:fillRect/>
                </a:stretch>
              </a:blipFill>
            </p:spPr>
            <p:txBody>
              <a:bodyPr wrap="square" lIns="0" tIns="0" rIns="0" bIns="0" rtlCol="0"/>
              <a:lstStyle/>
              <a:p>
                <a:endParaRPr sz="2000"/>
              </a:p>
            </p:txBody>
          </p:sp>
          <p:sp>
            <p:nvSpPr>
              <p:cNvPr id="218" name="object 56">
                <a:extLst>
                  <a:ext uri="{FF2B5EF4-FFF2-40B4-BE49-F238E27FC236}">
                    <a16:creationId xmlns:a16="http://schemas.microsoft.com/office/drawing/2014/main" id="{FFD65591-86AF-4BC2-8957-B90A4A61F74C}"/>
                  </a:ext>
                </a:extLst>
              </p:cNvPr>
              <p:cNvSpPr/>
              <p:nvPr/>
            </p:nvSpPr>
            <p:spPr>
              <a:xfrm>
                <a:off x="5113020" y="201320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9" name="object 57">
                <a:extLst>
                  <a:ext uri="{FF2B5EF4-FFF2-40B4-BE49-F238E27FC236}">
                    <a16:creationId xmlns:a16="http://schemas.microsoft.com/office/drawing/2014/main" id="{6D2CDAB0-4BF2-4C6C-9CC6-5BA492234CE0}"/>
                  </a:ext>
                </a:extLst>
              </p:cNvPr>
              <p:cNvSpPr/>
              <p:nvPr/>
            </p:nvSpPr>
            <p:spPr>
              <a:xfrm>
                <a:off x="2586228" y="1722121"/>
                <a:ext cx="91440" cy="85342"/>
              </a:xfrm>
              <a:prstGeom prst="rect">
                <a:avLst/>
              </a:prstGeom>
              <a:blipFill>
                <a:blip r:embed="rId16" cstate="print"/>
                <a:stretch>
                  <a:fillRect/>
                </a:stretch>
              </a:blipFill>
            </p:spPr>
            <p:txBody>
              <a:bodyPr wrap="square" lIns="0" tIns="0" rIns="0" bIns="0" rtlCol="0"/>
              <a:lstStyle/>
              <a:p>
                <a:endParaRPr sz="2000"/>
              </a:p>
            </p:txBody>
          </p:sp>
          <p:sp>
            <p:nvSpPr>
              <p:cNvPr id="220" name="object 58">
                <a:extLst>
                  <a:ext uri="{FF2B5EF4-FFF2-40B4-BE49-F238E27FC236}">
                    <a16:creationId xmlns:a16="http://schemas.microsoft.com/office/drawing/2014/main" id="{E497DC65-E5A6-48BF-87E2-9F9773680762}"/>
                  </a:ext>
                </a:extLst>
              </p:cNvPr>
              <p:cNvSpPr/>
              <p:nvPr/>
            </p:nvSpPr>
            <p:spPr>
              <a:xfrm>
                <a:off x="2586228" y="17221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1" name="object 59">
                <a:extLst>
                  <a:ext uri="{FF2B5EF4-FFF2-40B4-BE49-F238E27FC236}">
                    <a16:creationId xmlns:a16="http://schemas.microsoft.com/office/drawing/2014/main" id="{BD46DE32-B4E3-47EF-9566-96EBDE886E0B}"/>
                  </a:ext>
                </a:extLst>
              </p:cNvPr>
              <p:cNvSpPr/>
              <p:nvPr/>
            </p:nvSpPr>
            <p:spPr>
              <a:xfrm>
                <a:off x="2586228" y="1807461"/>
                <a:ext cx="91440" cy="86870"/>
              </a:xfrm>
              <a:prstGeom prst="rect">
                <a:avLst/>
              </a:prstGeom>
              <a:blipFill>
                <a:blip r:embed="rId17" cstate="print"/>
                <a:stretch>
                  <a:fillRect/>
                </a:stretch>
              </a:blipFill>
            </p:spPr>
            <p:txBody>
              <a:bodyPr wrap="square" lIns="0" tIns="0" rIns="0" bIns="0" rtlCol="0"/>
              <a:lstStyle/>
              <a:p>
                <a:endParaRPr sz="2000"/>
              </a:p>
            </p:txBody>
          </p:sp>
          <p:sp>
            <p:nvSpPr>
              <p:cNvPr id="222" name="object 60">
                <a:extLst>
                  <a:ext uri="{FF2B5EF4-FFF2-40B4-BE49-F238E27FC236}">
                    <a16:creationId xmlns:a16="http://schemas.microsoft.com/office/drawing/2014/main" id="{ACAFAF45-591D-427E-B556-E867CC037DBE}"/>
                  </a:ext>
                </a:extLst>
              </p:cNvPr>
              <p:cNvSpPr/>
              <p:nvPr/>
            </p:nvSpPr>
            <p:spPr>
              <a:xfrm>
                <a:off x="2586228" y="180746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223" name="object 61">
                <a:extLst>
                  <a:ext uri="{FF2B5EF4-FFF2-40B4-BE49-F238E27FC236}">
                    <a16:creationId xmlns:a16="http://schemas.microsoft.com/office/drawing/2014/main" id="{8EE3A60C-7641-42C2-9DDA-C09669FA7D29}"/>
                  </a:ext>
                </a:extLst>
              </p:cNvPr>
              <p:cNvSpPr/>
              <p:nvPr/>
            </p:nvSpPr>
            <p:spPr>
              <a:xfrm>
                <a:off x="2586228" y="1894333"/>
                <a:ext cx="91440" cy="85342"/>
              </a:xfrm>
              <a:prstGeom prst="rect">
                <a:avLst/>
              </a:prstGeom>
              <a:blipFill>
                <a:blip r:embed="rId18" cstate="print"/>
                <a:stretch>
                  <a:fillRect/>
                </a:stretch>
              </a:blipFill>
            </p:spPr>
            <p:txBody>
              <a:bodyPr wrap="square" lIns="0" tIns="0" rIns="0" bIns="0" rtlCol="0"/>
              <a:lstStyle/>
              <a:p>
                <a:endParaRPr sz="2000"/>
              </a:p>
            </p:txBody>
          </p:sp>
          <p:sp>
            <p:nvSpPr>
              <p:cNvPr id="224" name="object 62">
                <a:extLst>
                  <a:ext uri="{FF2B5EF4-FFF2-40B4-BE49-F238E27FC236}">
                    <a16:creationId xmlns:a16="http://schemas.microsoft.com/office/drawing/2014/main" id="{1E60D09E-346A-4A28-BC7E-F966C5B8C8FD}"/>
                  </a:ext>
                </a:extLst>
              </p:cNvPr>
              <p:cNvSpPr/>
              <p:nvPr/>
            </p:nvSpPr>
            <p:spPr>
              <a:xfrm>
                <a:off x="2586228" y="18943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5" name="object 63">
                <a:extLst>
                  <a:ext uri="{FF2B5EF4-FFF2-40B4-BE49-F238E27FC236}">
                    <a16:creationId xmlns:a16="http://schemas.microsoft.com/office/drawing/2014/main" id="{554046C6-2B31-4C0A-8F83-3A6850A31426}"/>
                  </a:ext>
                </a:extLst>
              </p:cNvPr>
              <p:cNvSpPr/>
              <p:nvPr/>
            </p:nvSpPr>
            <p:spPr>
              <a:xfrm>
                <a:off x="2586228" y="1979677"/>
                <a:ext cx="91440" cy="85342"/>
              </a:xfrm>
              <a:prstGeom prst="rect">
                <a:avLst/>
              </a:prstGeom>
              <a:blipFill>
                <a:blip r:embed="rId19" cstate="print"/>
                <a:stretch>
                  <a:fillRect/>
                </a:stretch>
              </a:blipFill>
            </p:spPr>
            <p:txBody>
              <a:bodyPr wrap="square" lIns="0" tIns="0" rIns="0" bIns="0" rtlCol="0"/>
              <a:lstStyle/>
              <a:p>
                <a:endParaRPr sz="2000"/>
              </a:p>
            </p:txBody>
          </p:sp>
          <p:sp>
            <p:nvSpPr>
              <p:cNvPr id="226" name="object 64">
                <a:extLst>
                  <a:ext uri="{FF2B5EF4-FFF2-40B4-BE49-F238E27FC236}">
                    <a16:creationId xmlns:a16="http://schemas.microsoft.com/office/drawing/2014/main" id="{3A3AFA3B-8834-4519-81CD-076D0314C7C8}"/>
                  </a:ext>
                </a:extLst>
              </p:cNvPr>
              <p:cNvSpPr/>
              <p:nvPr/>
            </p:nvSpPr>
            <p:spPr>
              <a:xfrm>
                <a:off x="2586228" y="19796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7" name="object 65">
                <a:extLst>
                  <a:ext uri="{FF2B5EF4-FFF2-40B4-BE49-F238E27FC236}">
                    <a16:creationId xmlns:a16="http://schemas.microsoft.com/office/drawing/2014/main" id="{02C9D025-07E7-40FB-A79B-A51689BC5786}"/>
                  </a:ext>
                </a:extLst>
              </p:cNvPr>
              <p:cNvSpPr/>
              <p:nvPr/>
            </p:nvSpPr>
            <p:spPr>
              <a:xfrm>
                <a:off x="2586228" y="2065021"/>
                <a:ext cx="91440" cy="85342"/>
              </a:xfrm>
              <a:prstGeom prst="rect">
                <a:avLst/>
              </a:prstGeom>
              <a:blipFill>
                <a:blip r:embed="rId20" cstate="print"/>
                <a:stretch>
                  <a:fillRect/>
                </a:stretch>
              </a:blipFill>
            </p:spPr>
            <p:txBody>
              <a:bodyPr wrap="square" lIns="0" tIns="0" rIns="0" bIns="0" rtlCol="0"/>
              <a:lstStyle/>
              <a:p>
                <a:endParaRPr sz="2000"/>
              </a:p>
            </p:txBody>
          </p:sp>
          <p:sp>
            <p:nvSpPr>
              <p:cNvPr id="228" name="object 66">
                <a:extLst>
                  <a:ext uri="{FF2B5EF4-FFF2-40B4-BE49-F238E27FC236}">
                    <a16:creationId xmlns:a16="http://schemas.microsoft.com/office/drawing/2014/main" id="{3C8A8D2F-597B-4748-965E-C902F089ED39}"/>
                  </a:ext>
                </a:extLst>
              </p:cNvPr>
              <p:cNvSpPr/>
              <p:nvPr/>
            </p:nvSpPr>
            <p:spPr>
              <a:xfrm>
                <a:off x="2586228" y="2065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9" name="object 67">
                <a:extLst>
                  <a:ext uri="{FF2B5EF4-FFF2-40B4-BE49-F238E27FC236}">
                    <a16:creationId xmlns:a16="http://schemas.microsoft.com/office/drawing/2014/main" id="{85DB9749-52E8-4FEF-8DAF-053CF43D7012}"/>
                  </a:ext>
                </a:extLst>
              </p:cNvPr>
              <p:cNvSpPr/>
              <p:nvPr/>
            </p:nvSpPr>
            <p:spPr>
              <a:xfrm>
                <a:off x="2586228" y="2150365"/>
                <a:ext cx="91440" cy="85342"/>
              </a:xfrm>
              <a:prstGeom prst="rect">
                <a:avLst/>
              </a:prstGeom>
              <a:blipFill>
                <a:blip r:embed="rId21" cstate="print"/>
                <a:stretch>
                  <a:fillRect/>
                </a:stretch>
              </a:blipFill>
            </p:spPr>
            <p:txBody>
              <a:bodyPr wrap="square" lIns="0" tIns="0" rIns="0" bIns="0" rtlCol="0"/>
              <a:lstStyle/>
              <a:p>
                <a:endParaRPr sz="2000"/>
              </a:p>
            </p:txBody>
          </p:sp>
          <p:sp>
            <p:nvSpPr>
              <p:cNvPr id="230" name="object 68">
                <a:extLst>
                  <a:ext uri="{FF2B5EF4-FFF2-40B4-BE49-F238E27FC236}">
                    <a16:creationId xmlns:a16="http://schemas.microsoft.com/office/drawing/2014/main" id="{F073FAF6-7C94-4185-9A24-CADC590D10F1}"/>
                  </a:ext>
                </a:extLst>
              </p:cNvPr>
              <p:cNvSpPr/>
              <p:nvPr/>
            </p:nvSpPr>
            <p:spPr>
              <a:xfrm>
                <a:off x="2586228" y="2150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1" name="object 69">
                <a:extLst>
                  <a:ext uri="{FF2B5EF4-FFF2-40B4-BE49-F238E27FC236}">
                    <a16:creationId xmlns:a16="http://schemas.microsoft.com/office/drawing/2014/main" id="{F1639633-58B4-44DD-AEDF-D3CB43EA2A2E}"/>
                  </a:ext>
                </a:extLst>
              </p:cNvPr>
              <p:cNvSpPr/>
              <p:nvPr/>
            </p:nvSpPr>
            <p:spPr>
              <a:xfrm>
                <a:off x="2586228" y="2235704"/>
                <a:ext cx="91440" cy="85347"/>
              </a:xfrm>
              <a:prstGeom prst="rect">
                <a:avLst/>
              </a:prstGeom>
              <a:blipFill>
                <a:blip r:embed="rId22" cstate="print"/>
                <a:stretch>
                  <a:fillRect/>
                </a:stretch>
              </a:blipFill>
            </p:spPr>
            <p:txBody>
              <a:bodyPr wrap="square" lIns="0" tIns="0" rIns="0" bIns="0" rtlCol="0"/>
              <a:lstStyle/>
              <a:p>
                <a:endParaRPr sz="2000"/>
              </a:p>
            </p:txBody>
          </p:sp>
          <p:sp>
            <p:nvSpPr>
              <p:cNvPr id="232" name="object 70">
                <a:extLst>
                  <a:ext uri="{FF2B5EF4-FFF2-40B4-BE49-F238E27FC236}">
                    <a16:creationId xmlns:a16="http://schemas.microsoft.com/office/drawing/2014/main" id="{E1F28511-9E08-472E-8070-B2E0E894FE1D}"/>
                  </a:ext>
                </a:extLst>
              </p:cNvPr>
              <p:cNvSpPr/>
              <p:nvPr/>
            </p:nvSpPr>
            <p:spPr>
              <a:xfrm>
                <a:off x="2586228" y="22357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3" name="object 71">
                <a:extLst>
                  <a:ext uri="{FF2B5EF4-FFF2-40B4-BE49-F238E27FC236}">
                    <a16:creationId xmlns:a16="http://schemas.microsoft.com/office/drawing/2014/main" id="{3BB92420-3568-4F40-9E8A-20D6D7F8BA59}"/>
                  </a:ext>
                </a:extLst>
              </p:cNvPr>
              <p:cNvSpPr/>
              <p:nvPr/>
            </p:nvSpPr>
            <p:spPr>
              <a:xfrm>
                <a:off x="2586228" y="2321053"/>
                <a:ext cx="91440" cy="85342"/>
              </a:xfrm>
              <a:prstGeom prst="rect">
                <a:avLst/>
              </a:prstGeom>
              <a:blipFill>
                <a:blip r:embed="rId23" cstate="print"/>
                <a:stretch>
                  <a:fillRect/>
                </a:stretch>
              </a:blipFill>
            </p:spPr>
            <p:txBody>
              <a:bodyPr wrap="square" lIns="0" tIns="0" rIns="0" bIns="0" rtlCol="0"/>
              <a:lstStyle/>
              <a:p>
                <a:endParaRPr sz="2000"/>
              </a:p>
            </p:txBody>
          </p:sp>
          <p:sp>
            <p:nvSpPr>
              <p:cNvPr id="234" name="object 72">
                <a:extLst>
                  <a:ext uri="{FF2B5EF4-FFF2-40B4-BE49-F238E27FC236}">
                    <a16:creationId xmlns:a16="http://schemas.microsoft.com/office/drawing/2014/main" id="{DBB5978C-8815-4A67-A537-BDB6C4E14D7F}"/>
                  </a:ext>
                </a:extLst>
              </p:cNvPr>
              <p:cNvSpPr/>
              <p:nvPr/>
            </p:nvSpPr>
            <p:spPr>
              <a:xfrm>
                <a:off x="2586228" y="2321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5" name="object 73">
                <a:extLst>
                  <a:ext uri="{FF2B5EF4-FFF2-40B4-BE49-F238E27FC236}">
                    <a16:creationId xmlns:a16="http://schemas.microsoft.com/office/drawing/2014/main" id="{6FACCAFC-B32C-4291-93CD-016B87BED2B3}"/>
                  </a:ext>
                </a:extLst>
              </p:cNvPr>
              <p:cNvSpPr/>
              <p:nvPr/>
            </p:nvSpPr>
            <p:spPr>
              <a:xfrm>
                <a:off x="3802380" y="1894333"/>
                <a:ext cx="92962" cy="85342"/>
              </a:xfrm>
              <a:prstGeom prst="rect">
                <a:avLst/>
              </a:prstGeom>
              <a:blipFill>
                <a:blip r:embed="rId24" cstate="print"/>
                <a:stretch>
                  <a:fillRect/>
                </a:stretch>
              </a:blipFill>
            </p:spPr>
            <p:txBody>
              <a:bodyPr wrap="square" lIns="0" tIns="0" rIns="0" bIns="0" rtlCol="0"/>
              <a:lstStyle/>
              <a:p>
                <a:endParaRPr sz="2000"/>
              </a:p>
            </p:txBody>
          </p:sp>
          <p:sp>
            <p:nvSpPr>
              <p:cNvPr id="236" name="object 74">
                <a:extLst>
                  <a:ext uri="{FF2B5EF4-FFF2-40B4-BE49-F238E27FC236}">
                    <a16:creationId xmlns:a16="http://schemas.microsoft.com/office/drawing/2014/main" id="{A9B29809-F765-4BC4-8BDE-5446F4301845}"/>
                  </a:ext>
                </a:extLst>
              </p:cNvPr>
              <p:cNvSpPr/>
              <p:nvPr/>
            </p:nvSpPr>
            <p:spPr>
              <a:xfrm>
                <a:off x="3802380" y="18943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7" name="object 75">
                <a:extLst>
                  <a:ext uri="{FF2B5EF4-FFF2-40B4-BE49-F238E27FC236}">
                    <a16:creationId xmlns:a16="http://schemas.microsoft.com/office/drawing/2014/main" id="{0F79C0E6-EA7E-4CB0-B3E2-E8DB6803A281}"/>
                  </a:ext>
                </a:extLst>
              </p:cNvPr>
              <p:cNvSpPr/>
              <p:nvPr/>
            </p:nvSpPr>
            <p:spPr>
              <a:xfrm>
                <a:off x="3802380" y="1979677"/>
                <a:ext cx="92962" cy="85342"/>
              </a:xfrm>
              <a:prstGeom prst="rect">
                <a:avLst/>
              </a:prstGeom>
              <a:blipFill>
                <a:blip r:embed="rId25" cstate="print"/>
                <a:stretch>
                  <a:fillRect/>
                </a:stretch>
              </a:blipFill>
            </p:spPr>
            <p:txBody>
              <a:bodyPr wrap="square" lIns="0" tIns="0" rIns="0" bIns="0" rtlCol="0"/>
              <a:lstStyle/>
              <a:p>
                <a:endParaRPr sz="2000"/>
              </a:p>
            </p:txBody>
          </p:sp>
          <p:sp>
            <p:nvSpPr>
              <p:cNvPr id="238" name="object 76">
                <a:extLst>
                  <a:ext uri="{FF2B5EF4-FFF2-40B4-BE49-F238E27FC236}">
                    <a16:creationId xmlns:a16="http://schemas.microsoft.com/office/drawing/2014/main" id="{DC31F936-F908-426E-A07D-F9E4063AE99C}"/>
                  </a:ext>
                </a:extLst>
              </p:cNvPr>
              <p:cNvSpPr/>
              <p:nvPr/>
            </p:nvSpPr>
            <p:spPr>
              <a:xfrm>
                <a:off x="3802380" y="1979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9" name="object 77">
                <a:extLst>
                  <a:ext uri="{FF2B5EF4-FFF2-40B4-BE49-F238E27FC236}">
                    <a16:creationId xmlns:a16="http://schemas.microsoft.com/office/drawing/2014/main" id="{CA893D25-60BF-4635-BA10-475D33E40FDC}"/>
                  </a:ext>
                </a:extLst>
              </p:cNvPr>
              <p:cNvSpPr/>
              <p:nvPr/>
            </p:nvSpPr>
            <p:spPr>
              <a:xfrm>
                <a:off x="3802380" y="2065021"/>
                <a:ext cx="92962" cy="85342"/>
              </a:xfrm>
              <a:prstGeom prst="rect">
                <a:avLst/>
              </a:prstGeom>
              <a:blipFill>
                <a:blip r:embed="rId26" cstate="print"/>
                <a:stretch>
                  <a:fillRect/>
                </a:stretch>
              </a:blipFill>
            </p:spPr>
            <p:txBody>
              <a:bodyPr wrap="square" lIns="0" tIns="0" rIns="0" bIns="0" rtlCol="0"/>
              <a:lstStyle/>
              <a:p>
                <a:endParaRPr sz="2000"/>
              </a:p>
            </p:txBody>
          </p:sp>
          <p:sp>
            <p:nvSpPr>
              <p:cNvPr id="240" name="object 78">
                <a:extLst>
                  <a:ext uri="{FF2B5EF4-FFF2-40B4-BE49-F238E27FC236}">
                    <a16:creationId xmlns:a16="http://schemas.microsoft.com/office/drawing/2014/main" id="{D6F12933-8A3A-4493-ADC9-EBA7118BB7C4}"/>
                  </a:ext>
                </a:extLst>
              </p:cNvPr>
              <p:cNvSpPr/>
              <p:nvPr/>
            </p:nvSpPr>
            <p:spPr>
              <a:xfrm>
                <a:off x="3802380" y="2065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1" name="object 79">
                <a:extLst>
                  <a:ext uri="{FF2B5EF4-FFF2-40B4-BE49-F238E27FC236}">
                    <a16:creationId xmlns:a16="http://schemas.microsoft.com/office/drawing/2014/main" id="{7BB3D19F-9B14-4981-9024-3FB92E48F6A4}"/>
                  </a:ext>
                </a:extLst>
              </p:cNvPr>
              <p:cNvSpPr/>
              <p:nvPr/>
            </p:nvSpPr>
            <p:spPr>
              <a:xfrm>
                <a:off x="3802380" y="2150365"/>
                <a:ext cx="92962" cy="85342"/>
              </a:xfrm>
              <a:prstGeom prst="rect">
                <a:avLst/>
              </a:prstGeom>
              <a:blipFill>
                <a:blip r:embed="rId27" cstate="print"/>
                <a:stretch>
                  <a:fillRect/>
                </a:stretch>
              </a:blipFill>
            </p:spPr>
            <p:txBody>
              <a:bodyPr wrap="square" lIns="0" tIns="0" rIns="0" bIns="0" rtlCol="0"/>
              <a:lstStyle/>
              <a:p>
                <a:endParaRPr sz="2000"/>
              </a:p>
            </p:txBody>
          </p:sp>
          <p:sp>
            <p:nvSpPr>
              <p:cNvPr id="242" name="object 80">
                <a:extLst>
                  <a:ext uri="{FF2B5EF4-FFF2-40B4-BE49-F238E27FC236}">
                    <a16:creationId xmlns:a16="http://schemas.microsoft.com/office/drawing/2014/main" id="{3FBB1298-67B7-4460-AAE1-043C004CCC32}"/>
                  </a:ext>
                </a:extLst>
              </p:cNvPr>
              <p:cNvSpPr/>
              <p:nvPr/>
            </p:nvSpPr>
            <p:spPr>
              <a:xfrm>
                <a:off x="3802380" y="2150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3" name="object 81">
                <a:extLst>
                  <a:ext uri="{FF2B5EF4-FFF2-40B4-BE49-F238E27FC236}">
                    <a16:creationId xmlns:a16="http://schemas.microsoft.com/office/drawing/2014/main" id="{EFC322B0-3C9C-44F3-90DD-189653AE59B6}"/>
                  </a:ext>
                </a:extLst>
              </p:cNvPr>
              <p:cNvSpPr/>
              <p:nvPr/>
            </p:nvSpPr>
            <p:spPr>
              <a:xfrm>
                <a:off x="5205984" y="2013205"/>
                <a:ext cx="91440" cy="85342"/>
              </a:xfrm>
              <a:prstGeom prst="rect">
                <a:avLst/>
              </a:prstGeom>
              <a:blipFill>
                <a:blip r:embed="rId28" cstate="print"/>
                <a:stretch>
                  <a:fillRect/>
                </a:stretch>
              </a:blipFill>
            </p:spPr>
            <p:txBody>
              <a:bodyPr wrap="square" lIns="0" tIns="0" rIns="0" bIns="0" rtlCol="0"/>
              <a:lstStyle/>
              <a:p>
                <a:endParaRPr sz="2000"/>
              </a:p>
            </p:txBody>
          </p:sp>
          <p:sp>
            <p:nvSpPr>
              <p:cNvPr id="244" name="object 82">
                <a:extLst>
                  <a:ext uri="{FF2B5EF4-FFF2-40B4-BE49-F238E27FC236}">
                    <a16:creationId xmlns:a16="http://schemas.microsoft.com/office/drawing/2014/main" id="{DD5B1B7F-7AA1-4D65-9267-5F9866082C20}"/>
                  </a:ext>
                </a:extLst>
              </p:cNvPr>
              <p:cNvSpPr/>
              <p:nvPr/>
            </p:nvSpPr>
            <p:spPr>
              <a:xfrm>
                <a:off x="5205984" y="201320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5" name="object 83">
                <a:extLst>
                  <a:ext uri="{FF2B5EF4-FFF2-40B4-BE49-F238E27FC236}">
                    <a16:creationId xmlns:a16="http://schemas.microsoft.com/office/drawing/2014/main" id="{EAFA767B-BF5A-4997-AE5A-6CE21A86AA78}"/>
                  </a:ext>
                </a:extLst>
              </p:cNvPr>
              <p:cNvSpPr/>
              <p:nvPr/>
            </p:nvSpPr>
            <p:spPr>
              <a:xfrm>
                <a:off x="2991612" y="49880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46" name="object 84">
                <a:extLst>
                  <a:ext uri="{FF2B5EF4-FFF2-40B4-BE49-F238E27FC236}">
                    <a16:creationId xmlns:a16="http://schemas.microsoft.com/office/drawing/2014/main" id="{EE4ABA58-E4B8-4905-9493-92BB9D64A2E8}"/>
                  </a:ext>
                </a:extLst>
              </p:cNvPr>
              <p:cNvSpPr/>
              <p:nvPr/>
            </p:nvSpPr>
            <p:spPr>
              <a:xfrm>
                <a:off x="2991612" y="49880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47" name="object 85">
                <a:extLst>
                  <a:ext uri="{FF2B5EF4-FFF2-40B4-BE49-F238E27FC236}">
                    <a16:creationId xmlns:a16="http://schemas.microsoft.com/office/drawing/2014/main" id="{6FCB4106-A44D-4467-B1E8-6A09C11C6F2C}"/>
                  </a:ext>
                </a:extLst>
              </p:cNvPr>
              <p:cNvSpPr/>
              <p:nvPr/>
            </p:nvSpPr>
            <p:spPr>
              <a:xfrm>
                <a:off x="2906268" y="4988054"/>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E3C2F5"/>
              </a:solidFill>
            </p:spPr>
            <p:txBody>
              <a:bodyPr wrap="square" lIns="0" tIns="0" rIns="0" bIns="0" rtlCol="0"/>
              <a:lstStyle/>
              <a:p>
                <a:endParaRPr sz="2000"/>
              </a:p>
            </p:txBody>
          </p:sp>
          <p:sp>
            <p:nvSpPr>
              <p:cNvPr id="248" name="object 86">
                <a:extLst>
                  <a:ext uri="{FF2B5EF4-FFF2-40B4-BE49-F238E27FC236}">
                    <a16:creationId xmlns:a16="http://schemas.microsoft.com/office/drawing/2014/main" id="{9A9DA980-D935-47E2-BECF-4738F24A7D5C}"/>
                  </a:ext>
                </a:extLst>
              </p:cNvPr>
              <p:cNvSpPr/>
              <p:nvPr/>
            </p:nvSpPr>
            <p:spPr>
              <a:xfrm>
                <a:off x="2906268" y="4988054"/>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49" name="object 87">
                <a:extLst>
                  <a:ext uri="{FF2B5EF4-FFF2-40B4-BE49-F238E27FC236}">
                    <a16:creationId xmlns:a16="http://schemas.microsoft.com/office/drawing/2014/main" id="{0E79272C-F34F-4AA4-8800-E11816981775}"/>
                  </a:ext>
                </a:extLst>
              </p:cNvPr>
              <p:cNvSpPr/>
              <p:nvPr/>
            </p:nvSpPr>
            <p:spPr>
              <a:xfrm>
                <a:off x="2820924" y="49880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50" name="object 88">
                <a:extLst>
                  <a:ext uri="{FF2B5EF4-FFF2-40B4-BE49-F238E27FC236}">
                    <a16:creationId xmlns:a16="http://schemas.microsoft.com/office/drawing/2014/main" id="{FC5C909E-F514-4BAA-ABBB-9B88C14E7A20}"/>
                  </a:ext>
                </a:extLst>
              </p:cNvPr>
              <p:cNvSpPr/>
              <p:nvPr/>
            </p:nvSpPr>
            <p:spPr>
              <a:xfrm>
                <a:off x="2820924" y="49880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51" name="object 89">
                <a:extLst>
                  <a:ext uri="{FF2B5EF4-FFF2-40B4-BE49-F238E27FC236}">
                    <a16:creationId xmlns:a16="http://schemas.microsoft.com/office/drawing/2014/main" id="{C4CF8880-E76F-4244-9B5D-BDC6B90FB99B}"/>
                  </a:ext>
                </a:extLst>
              </p:cNvPr>
              <p:cNvSpPr/>
              <p:nvPr/>
            </p:nvSpPr>
            <p:spPr>
              <a:xfrm>
                <a:off x="2735580" y="49880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52" name="object 90">
                <a:extLst>
                  <a:ext uri="{FF2B5EF4-FFF2-40B4-BE49-F238E27FC236}">
                    <a16:creationId xmlns:a16="http://schemas.microsoft.com/office/drawing/2014/main" id="{FD920AFD-A477-4FF6-B4E4-3E4B3E53E14B}"/>
                  </a:ext>
                </a:extLst>
              </p:cNvPr>
              <p:cNvSpPr/>
              <p:nvPr/>
            </p:nvSpPr>
            <p:spPr>
              <a:xfrm>
                <a:off x="2735580" y="49880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53" name="object 91">
                <a:extLst>
                  <a:ext uri="{FF2B5EF4-FFF2-40B4-BE49-F238E27FC236}">
                    <a16:creationId xmlns:a16="http://schemas.microsoft.com/office/drawing/2014/main" id="{5DE471F0-FC96-42EC-94F2-BA1372135DCA}"/>
                  </a:ext>
                </a:extLst>
              </p:cNvPr>
              <p:cNvSpPr/>
              <p:nvPr/>
            </p:nvSpPr>
            <p:spPr>
              <a:xfrm>
                <a:off x="2991612" y="4622293"/>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54" name="object 92">
                <a:extLst>
                  <a:ext uri="{FF2B5EF4-FFF2-40B4-BE49-F238E27FC236}">
                    <a16:creationId xmlns:a16="http://schemas.microsoft.com/office/drawing/2014/main" id="{F946037F-D452-4D1E-A889-905E97D8F976}"/>
                  </a:ext>
                </a:extLst>
              </p:cNvPr>
              <p:cNvSpPr/>
              <p:nvPr/>
            </p:nvSpPr>
            <p:spPr>
              <a:xfrm>
                <a:off x="2991612" y="4622293"/>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55" name="object 93">
                <a:extLst>
                  <a:ext uri="{FF2B5EF4-FFF2-40B4-BE49-F238E27FC236}">
                    <a16:creationId xmlns:a16="http://schemas.microsoft.com/office/drawing/2014/main" id="{A47AC7D1-1F5A-49E6-8EB0-FC0DC53D5F3F}"/>
                  </a:ext>
                </a:extLst>
              </p:cNvPr>
              <p:cNvSpPr/>
              <p:nvPr/>
            </p:nvSpPr>
            <p:spPr>
              <a:xfrm>
                <a:off x="2991612" y="4715255"/>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56" name="object 94">
                <a:extLst>
                  <a:ext uri="{FF2B5EF4-FFF2-40B4-BE49-F238E27FC236}">
                    <a16:creationId xmlns:a16="http://schemas.microsoft.com/office/drawing/2014/main" id="{FD19FDF1-107D-4D89-9981-35AFBE1AC3BB}"/>
                  </a:ext>
                </a:extLst>
              </p:cNvPr>
              <p:cNvSpPr/>
              <p:nvPr/>
            </p:nvSpPr>
            <p:spPr>
              <a:xfrm>
                <a:off x="2991612" y="4715255"/>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57" name="object 95">
                <a:extLst>
                  <a:ext uri="{FF2B5EF4-FFF2-40B4-BE49-F238E27FC236}">
                    <a16:creationId xmlns:a16="http://schemas.microsoft.com/office/drawing/2014/main" id="{44E4634D-B096-415E-A8B2-AA48E5F568E7}"/>
                  </a:ext>
                </a:extLst>
              </p:cNvPr>
              <p:cNvSpPr/>
              <p:nvPr/>
            </p:nvSpPr>
            <p:spPr>
              <a:xfrm>
                <a:off x="2991612" y="48066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58" name="object 96">
                <a:extLst>
                  <a:ext uri="{FF2B5EF4-FFF2-40B4-BE49-F238E27FC236}">
                    <a16:creationId xmlns:a16="http://schemas.microsoft.com/office/drawing/2014/main" id="{60B615BE-5560-4FA1-AF93-1CCCB48A733F}"/>
                  </a:ext>
                </a:extLst>
              </p:cNvPr>
              <p:cNvSpPr/>
              <p:nvPr/>
            </p:nvSpPr>
            <p:spPr>
              <a:xfrm>
                <a:off x="2991612" y="48066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59" name="object 97">
                <a:extLst>
                  <a:ext uri="{FF2B5EF4-FFF2-40B4-BE49-F238E27FC236}">
                    <a16:creationId xmlns:a16="http://schemas.microsoft.com/office/drawing/2014/main" id="{9137E1A5-4A0C-453D-BCD2-B479E500C9F9}"/>
                  </a:ext>
                </a:extLst>
              </p:cNvPr>
              <p:cNvSpPr/>
              <p:nvPr/>
            </p:nvSpPr>
            <p:spPr>
              <a:xfrm>
                <a:off x="2906268" y="4622293"/>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E3C2F5"/>
              </a:solidFill>
            </p:spPr>
            <p:txBody>
              <a:bodyPr wrap="square" lIns="0" tIns="0" rIns="0" bIns="0" rtlCol="0"/>
              <a:lstStyle/>
              <a:p>
                <a:endParaRPr sz="2000"/>
              </a:p>
            </p:txBody>
          </p:sp>
          <p:sp>
            <p:nvSpPr>
              <p:cNvPr id="260" name="object 98">
                <a:extLst>
                  <a:ext uri="{FF2B5EF4-FFF2-40B4-BE49-F238E27FC236}">
                    <a16:creationId xmlns:a16="http://schemas.microsoft.com/office/drawing/2014/main" id="{C6A3A3B8-6044-4108-BD99-D5FB98289894}"/>
                  </a:ext>
                </a:extLst>
              </p:cNvPr>
              <p:cNvSpPr/>
              <p:nvPr/>
            </p:nvSpPr>
            <p:spPr>
              <a:xfrm>
                <a:off x="2906268" y="4622293"/>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61" name="object 99">
                <a:extLst>
                  <a:ext uri="{FF2B5EF4-FFF2-40B4-BE49-F238E27FC236}">
                    <a16:creationId xmlns:a16="http://schemas.microsoft.com/office/drawing/2014/main" id="{6AEAF8BF-0407-4B14-B9DA-FA7E8525184B}"/>
                  </a:ext>
                </a:extLst>
              </p:cNvPr>
              <p:cNvSpPr/>
              <p:nvPr/>
            </p:nvSpPr>
            <p:spPr>
              <a:xfrm>
                <a:off x="2906268" y="4715255"/>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262" name="object 100">
                <a:extLst>
                  <a:ext uri="{FF2B5EF4-FFF2-40B4-BE49-F238E27FC236}">
                    <a16:creationId xmlns:a16="http://schemas.microsoft.com/office/drawing/2014/main" id="{660615A9-B133-437E-95CE-E6817AE70A0C}"/>
                  </a:ext>
                </a:extLst>
              </p:cNvPr>
              <p:cNvSpPr/>
              <p:nvPr/>
            </p:nvSpPr>
            <p:spPr>
              <a:xfrm>
                <a:off x="2906268" y="4715255"/>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63" name="object 101">
                <a:extLst>
                  <a:ext uri="{FF2B5EF4-FFF2-40B4-BE49-F238E27FC236}">
                    <a16:creationId xmlns:a16="http://schemas.microsoft.com/office/drawing/2014/main" id="{CF6B7C75-263C-46B7-96B5-A19D97F18B71}"/>
                  </a:ext>
                </a:extLst>
              </p:cNvPr>
              <p:cNvSpPr/>
              <p:nvPr/>
            </p:nvSpPr>
            <p:spPr>
              <a:xfrm>
                <a:off x="2906268" y="4806696"/>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264" name="object 102">
                <a:extLst>
                  <a:ext uri="{FF2B5EF4-FFF2-40B4-BE49-F238E27FC236}">
                    <a16:creationId xmlns:a16="http://schemas.microsoft.com/office/drawing/2014/main" id="{ED99A44E-11EC-42CA-B0F2-DFEEFCB7CF54}"/>
                  </a:ext>
                </a:extLst>
              </p:cNvPr>
              <p:cNvSpPr/>
              <p:nvPr/>
            </p:nvSpPr>
            <p:spPr>
              <a:xfrm>
                <a:off x="2906268" y="4806696"/>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65" name="object 103">
                <a:extLst>
                  <a:ext uri="{FF2B5EF4-FFF2-40B4-BE49-F238E27FC236}">
                    <a16:creationId xmlns:a16="http://schemas.microsoft.com/office/drawing/2014/main" id="{DF32F015-64F5-49AF-A569-254B93872731}"/>
                  </a:ext>
                </a:extLst>
              </p:cNvPr>
              <p:cNvSpPr/>
              <p:nvPr/>
            </p:nvSpPr>
            <p:spPr>
              <a:xfrm>
                <a:off x="2820924" y="4622293"/>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66" name="object 104">
                <a:extLst>
                  <a:ext uri="{FF2B5EF4-FFF2-40B4-BE49-F238E27FC236}">
                    <a16:creationId xmlns:a16="http://schemas.microsoft.com/office/drawing/2014/main" id="{9BCCC99F-C233-4FE6-AB2E-C2CF4C88379D}"/>
                  </a:ext>
                </a:extLst>
              </p:cNvPr>
              <p:cNvSpPr/>
              <p:nvPr/>
            </p:nvSpPr>
            <p:spPr>
              <a:xfrm>
                <a:off x="2820924" y="4622293"/>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67" name="object 105">
                <a:extLst>
                  <a:ext uri="{FF2B5EF4-FFF2-40B4-BE49-F238E27FC236}">
                    <a16:creationId xmlns:a16="http://schemas.microsoft.com/office/drawing/2014/main" id="{E7C58F50-7689-4BFD-B827-A9AA2BF8037A}"/>
                  </a:ext>
                </a:extLst>
              </p:cNvPr>
              <p:cNvSpPr/>
              <p:nvPr/>
            </p:nvSpPr>
            <p:spPr>
              <a:xfrm>
                <a:off x="2820924" y="4715255"/>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68" name="object 106">
                <a:extLst>
                  <a:ext uri="{FF2B5EF4-FFF2-40B4-BE49-F238E27FC236}">
                    <a16:creationId xmlns:a16="http://schemas.microsoft.com/office/drawing/2014/main" id="{F1F0EFE1-AE6D-495F-9F99-53A56A5009E9}"/>
                  </a:ext>
                </a:extLst>
              </p:cNvPr>
              <p:cNvSpPr/>
              <p:nvPr/>
            </p:nvSpPr>
            <p:spPr>
              <a:xfrm>
                <a:off x="2820924" y="4715255"/>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69" name="object 107">
                <a:extLst>
                  <a:ext uri="{FF2B5EF4-FFF2-40B4-BE49-F238E27FC236}">
                    <a16:creationId xmlns:a16="http://schemas.microsoft.com/office/drawing/2014/main" id="{437F681E-CEE4-45EF-9297-E7E9E686EB2F}"/>
                  </a:ext>
                </a:extLst>
              </p:cNvPr>
              <p:cNvSpPr/>
              <p:nvPr/>
            </p:nvSpPr>
            <p:spPr>
              <a:xfrm>
                <a:off x="2820924" y="48066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70" name="object 108">
                <a:extLst>
                  <a:ext uri="{FF2B5EF4-FFF2-40B4-BE49-F238E27FC236}">
                    <a16:creationId xmlns:a16="http://schemas.microsoft.com/office/drawing/2014/main" id="{A6ACE9B3-CB4C-47F6-A95C-1DB0FE119218}"/>
                  </a:ext>
                </a:extLst>
              </p:cNvPr>
              <p:cNvSpPr/>
              <p:nvPr/>
            </p:nvSpPr>
            <p:spPr>
              <a:xfrm>
                <a:off x="2820924" y="48066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71" name="object 109">
                <a:extLst>
                  <a:ext uri="{FF2B5EF4-FFF2-40B4-BE49-F238E27FC236}">
                    <a16:creationId xmlns:a16="http://schemas.microsoft.com/office/drawing/2014/main" id="{17D853ED-712B-4844-9AAC-4F495586191A}"/>
                  </a:ext>
                </a:extLst>
              </p:cNvPr>
              <p:cNvSpPr/>
              <p:nvPr/>
            </p:nvSpPr>
            <p:spPr>
              <a:xfrm>
                <a:off x="2735580" y="4622293"/>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72" name="object 110">
                <a:extLst>
                  <a:ext uri="{FF2B5EF4-FFF2-40B4-BE49-F238E27FC236}">
                    <a16:creationId xmlns:a16="http://schemas.microsoft.com/office/drawing/2014/main" id="{7FE8663D-9DD7-47B9-9F91-CE20F123AB2C}"/>
                  </a:ext>
                </a:extLst>
              </p:cNvPr>
              <p:cNvSpPr/>
              <p:nvPr/>
            </p:nvSpPr>
            <p:spPr>
              <a:xfrm>
                <a:off x="2735580" y="4622293"/>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73" name="object 111">
                <a:extLst>
                  <a:ext uri="{FF2B5EF4-FFF2-40B4-BE49-F238E27FC236}">
                    <a16:creationId xmlns:a16="http://schemas.microsoft.com/office/drawing/2014/main" id="{C71ED69F-85FF-4864-97EC-6105C50A4C95}"/>
                  </a:ext>
                </a:extLst>
              </p:cNvPr>
              <p:cNvSpPr/>
              <p:nvPr/>
            </p:nvSpPr>
            <p:spPr>
              <a:xfrm>
                <a:off x="2735580" y="4715255"/>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74" name="object 112">
                <a:extLst>
                  <a:ext uri="{FF2B5EF4-FFF2-40B4-BE49-F238E27FC236}">
                    <a16:creationId xmlns:a16="http://schemas.microsoft.com/office/drawing/2014/main" id="{E6DC85C5-F930-41A6-B0C3-37BDBA9BE2E3}"/>
                  </a:ext>
                </a:extLst>
              </p:cNvPr>
              <p:cNvSpPr/>
              <p:nvPr/>
            </p:nvSpPr>
            <p:spPr>
              <a:xfrm>
                <a:off x="2735580" y="4715255"/>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75" name="object 113">
                <a:extLst>
                  <a:ext uri="{FF2B5EF4-FFF2-40B4-BE49-F238E27FC236}">
                    <a16:creationId xmlns:a16="http://schemas.microsoft.com/office/drawing/2014/main" id="{EC0133CA-A73B-489A-8D88-BFAAA221E060}"/>
                  </a:ext>
                </a:extLst>
              </p:cNvPr>
              <p:cNvSpPr/>
              <p:nvPr/>
            </p:nvSpPr>
            <p:spPr>
              <a:xfrm>
                <a:off x="2735580" y="48066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76" name="object 114">
                <a:extLst>
                  <a:ext uri="{FF2B5EF4-FFF2-40B4-BE49-F238E27FC236}">
                    <a16:creationId xmlns:a16="http://schemas.microsoft.com/office/drawing/2014/main" id="{3CE7EF27-1194-433A-A028-05A460366CE9}"/>
                  </a:ext>
                </a:extLst>
              </p:cNvPr>
              <p:cNvSpPr/>
              <p:nvPr/>
            </p:nvSpPr>
            <p:spPr>
              <a:xfrm>
                <a:off x="2735580" y="48066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77" name="object 115">
                <a:extLst>
                  <a:ext uri="{FF2B5EF4-FFF2-40B4-BE49-F238E27FC236}">
                    <a16:creationId xmlns:a16="http://schemas.microsoft.com/office/drawing/2014/main" id="{4E23AEF3-65D6-458A-9C8E-B8FAA207D943}"/>
                  </a:ext>
                </a:extLst>
              </p:cNvPr>
              <p:cNvSpPr/>
              <p:nvPr/>
            </p:nvSpPr>
            <p:spPr>
              <a:xfrm>
                <a:off x="2991612" y="48981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78" name="object 116">
                <a:extLst>
                  <a:ext uri="{FF2B5EF4-FFF2-40B4-BE49-F238E27FC236}">
                    <a16:creationId xmlns:a16="http://schemas.microsoft.com/office/drawing/2014/main" id="{6B159356-4BF1-427C-96E8-1C289C900274}"/>
                  </a:ext>
                </a:extLst>
              </p:cNvPr>
              <p:cNvSpPr/>
              <p:nvPr/>
            </p:nvSpPr>
            <p:spPr>
              <a:xfrm>
                <a:off x="2991612" y="48981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79" name="object 117">
                <a:extLst>
                  <a:ext uri="{FF2B5EF4-FFF2-40B4-BE49-F238E27FC236}">
                    <a16:creationId xmlns:a16="http://schemas.microsoft.com/office/drawing/2014/main" id="{2E51E480-5035-4958-A575-A5AB3C3A6BF1}"/>
                  </a:ext>
                </a:extLst>
              </p:cNvPr>
              <p:cNvSpPr/>
              <p:nvPr/>
            </p:nvSpPr>
            <p:spPr>
              <a:xfrm>
                <a:off x="2906268" y="4898137"/>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E3C2F5"/>
              </a:solidFill>
            </p:spPr>
            <p:txBody>
              <a:bodyPr wrap="square" lIns="0" tIns="0" rIns="0" bIns="0" rtlCol="0"/>
              <a:lstStyle/>
              <a:p>
                <a:endParaRPr sz="2000"/>
              </a:p>
            </p:txBody>
          </p:sp>
          <p:sp>
            <p:nvSpPr>
              <p:cNvPr id="280" name="object 118">
                <a:extLst>
                  <a:ext uri="{FF2B5EF4-FFF2-40B4-BE49-F238E27FC236}">
                    <a16:creationId xmlns:a16="http://schemas.microsoft.com/office/drawing/2014/main" id="{D610CA43-3BDC-4E33-B169-02DB0AEE5CDF}"/>
                  </a:ext>
                </a:extLst>
              </p:cNvPr>
              <p:cNvSpPr/>
              <p:nvPr/>
            </p:nvSpPr>
            <p:spPr>
              <a:xfrm>
                <a:off x="2906268" y="4898137"/>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81" name="object 119">
                <a:extLst>
                  <a:ext uri="{FF2B5EF4-FFF2-40B4-BE49-F238E27FC236}">
                    <a16:creationId xmlns:a16="http://schemas.microsoft.com/office/drawing/2014/main" id="{20BF17BA-B14B-48D3-904C-1917ED49EB84}"/>
                  </a:ext>
                </a:extLst>
              </p:cNvPr>
              <p:cNvSpPr/>
              <p:nvPr/>
            </p:nvSpPr>
            <p:spPr>
              <a:xfrm>
                <a:off x="2820924" y="48981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82" name="object 120">
                <a:extLst>
                  <a:ext uri="{FF2B5EF4-FFF2-40B4-BE49-F238E27FC236}">
                    <a16:creationId xmlns:a16="http://schemas.microsoft.com/office/drawing/2014/main" id="{FDB59E46-C559-4FE3-866A-FFE6BD5D6C6A}"/>
                  </a:ext>
                </a:extLst>
              </p:cNvPr>
              <p:cNvSpPr/>
              <p:nvPr/>
            </p:nvSpPr>
            <p:spPr>
              <a:xfrm>
                <a:off x="2820924" y="48981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83" name="object 121">
                <a:extLst>
                  <a:ext uri="{FF2B5EF4-FFF2-40B4-BE49-F238E27FC236}">
                    <a16:creationId xmlns:a16="http://schemas.microsoft.com/office/drawing/2014/main" id="{8FA2F23A-8CB6-4D18-A555-A45EBD99442E}"/>
                  </a:ext>
                </a:extLst>
              </p:cNvPr>
              <p:cNvSpPr/>
              <p:nvPr/>
            </p:nvSpPr>
            <p:spPr>
              <a:xfrm>
                <a:off x="2735580" y="48981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284" name="object 122">
                <a:extLst>
                  <a:ext uri="{FF2B5EF4-FFF2-40B4-BE49-F238E27FC236}">
                    <a16:creationId xmlns:a16="http://schemas.microsoft.com/office/drawing/2014/main" id="{0B233C60-ED1C-4154-87E5-C895C17519BA}"/>
                  </a:ext>
                </a:extLst>
              </p:cNvPr>
              <p:cNvSpPr/>
              <p:nvPr/>
            </p:nvSpPr>
            <p:spPr>
              <a:xfrm>
                <a:off x="2735580" y="48981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285" name="object 123">
                <a:extLst>
                  <a:ext uri="{FF2B5EF4-FFF2-40B4-BE49-F238E27FC236}">
                    <a16:creationId xmlns:a16="http://schemas.microsoft.com/office/drawing/2014/main" id="{B6DFA1BE-94F6-4D47-AC38-BC75BBE6DBE6}"/>
                  </a:ext>
                </a:extLst>
              </p:cNvPr>
              <p:cNvSpPr/>
              <p:nvPr/>
            </p:nvSpPr>
            <p:spPr>
              <a:xfrm>
                <a:off x="2991612" y="526237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86" name="object 124">
                <a:extLst>
                  <a:ext uri="{FF2B5EF4-FFF2-40B4-BE49-F238E27FC236}">
                    <a16:creationId xmlns:a16="http://schemas.microsoft.com/office/drawing/2014/main" id="{F30438F3-DE99-4CCB-A60C-2515A4233C79}"/>
                  </a:ext>
                </a:extLst>
              </p:cNvPr>
              <p:cNvSpPr/>
              <p:nvPr/>
            </p:nvSpPr>
            <p:spPr>
              <a:xfrm>
                <a:off x="2991612" y="526237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87" name="object 125">
                <a:extLst>
                  <a:ext uri="{FF2B5EF4-FFF2-40B4-BE49-F238E27FC236}">
                    <a16:creationId xmlns:a16="http://schemas.microsoft.com/office/drawing/2014/main" id="{DA59086F-8508-4E1F-95F0-6652BE43A115}"/>
                  </a:ext>
                </a:extLst>
              </p:cNvPr>
              <p:cNvSpPr/>
              <p:nvPr/>
            </p:nvSpPr>
            <p:spPr>
              <a:xfrm>
                <a:off x="2906268" y="5262374"/>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288" name="object 126">
                <a:extLst>
                  <a:ext uri="{FF2B5EF4-FFF2-40B4-BE49-F238E27FC236}">
                    <a16:creationId xmlns:a16="http://schemas.microsoft.com/office/drawing/2014/main" id="{97360FDB-F50A-4F3A-B0F1-1CD26EE4CA53}"/>
                  </a:ext>
                </a:extLst>
              </p:cNvPr>
              <p:cNvSpPr/>
              <p:nvPr/>
            </p:nvSpPr>
            <p:spPr>
              <a:xfrm>
                <a:off x="2906268" y="5262374"/>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89" name="object 127">
                <a:extLst>
                  <a:ext uri="{FF2B5EF4-FFF2-40B4-BE49-F238E27FC236}">
                    <a16:creationId xmlns:a16="http://schemas.microsoft.com/office/drawing/2014/main" id="{2352BFAC-4927-406B-858C-BBB881D9C743}"/>
                  </a:ext>
                </a:extLst>
              </p:cNvPr>
              <p:cNvSpPr/>
              <p:nvPr/>
            </p:nvSpPr>
            <p:spPr>
              <a:xfrm>
                <a:off x="2820924" y="526237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90" name="object 128">
                <a:extLst>
                  <a:ext uri="{FF2B5EF4-FFF2-40B4-BE49-F238E27FC236}">
                    <a16:creationId xmlns:a16="http://schemas.microsoft.com/office/drawing/2014/main" id="{04BAF0F8-31D7-40F3-8594-6491305877AF}"/>
                  </a:ext>
                </a:extLst>
              </p:cNvPr>
              <p:cNvSpPr/>
              <p:nvPr/>
            </p:nvSpPr>
            <p:spPr>
              <a:xfrm>
                <a:off x="2820924" y="526237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91" name="object 129">
                <a:extLst>
                  <a:ext uri="{FF2B5EF4-FFF2-40B4-BE49-F238E27FC236}">
                    <a16:creationId xmlns:a16="http://schemas.microsoft.com/office/drawing/2014/main" id="{F02A7C9F-E9C2-4403-BBC4-41DFE3A30952}"/>
                  </a:ext>
                </a:extLst>
              </p:cNvPr>
              <p:cNvSpPr/>
              <p:nvPr/>
            </p:nvSpPr>
            <p:spPr>
              <a:xfrm>
                <a:off x="2735580" y="526237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92" name="object 130">
                <a:extLst>
                  <a:ext uri="{FF2B5EF4-FFF2-40B4-BE49-F238E27FC236}">
                    <a16:creationId xmlns:a16="http://schemas.microsoft.com/office/drawing/2014/main" id="{8EF33230-C6B0-4036-88E2-A1A169DBFD06}"/>
                  </a:ext>
                </a:extLst>
              </p:cNvPr>
              <p:cNvSpPr/>
              <p:nvPr/>
            </p:nvSpPr>
            <p:spPr>
              <a:xfrm>
                <a:off x="2735580" y="526237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93" name="object 131">
                <a:extLst>
                  <a:ext uri="{FF2B5EF4-FFF2-40B4-BE49-F238E27FC236}">
                    <a16:creationId xmlns:a16="http://schemas.microsoft.com/office/drawing/2014/main" id="{488341AD-D67A-4BDC-B304-D1D0053139C5}"/>
                  </a:ext>
                </a:extLst>
              </p:cNvPr>
              <p:cNvSpPr/>
              <p:nvPr/>
            </p:nvSpPr>
            <p:spPr>
              <a:xfrm>
                <a:off x="2991612" y="5081017"/>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94" name="object 132">
                <a:extLst>
                  <a:ext uri="{FF2B5EF4-FFF2-40B4-BE49-F238E27FC236}">
                    <a16:creationId xmlns:a16="http://schemas.microsoft.com/office/drawing/2014/main" id="{789BBBA7-26ED-48AC-B54A-D2FECFB82C08}"/>
                  </a:ext>
                </a:extLst>
              </p:cNvPr>
              <p:cNvSpPr/>
              <p:nvPr/>
            </p:nvSpPr>
            <p:spPr>
              <a:xfrm>
                <a:off x="2991612" y="5081017"/>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95" name="object 133">
                <a:extLst>
                  <a:ext uri="{FF2B5EF4-FFF2-40B4-BE49-F238E27FC236}">
                    <a16:creationId xmlns:a16="http://schemas.microsoft.com/office/drawing/2014/main" id="{D7A9BA07-341E-4A64-86A6-A77267E6F7EC}"/>
                  </a:ext>
                </a:extLst>
              </p:cNvPr>
              <p:cNvSpPr/>
              <p:nvPr/>
            </p:nvSpPr>
            <p:spPr>
              <a:xfrm>
                <a:off x="2906268" y="5081017"/>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296" name="object 134">
                <a:extLst>
                  <a:ext uri="{FF2B5EF4-FFF2-40B4-BE49-F238E27FC236}">
                    <a16:creationId xmlns:a16="http://schemas.microsoft.com/office/drawing/2014/main" id="{2B87C0AC-10C4-446F-A810-834FEF998058}"/>
                  </a:ext>
                </a:extLst>
              </p:cNvPr>
              <p:cNvSpPr/>
              <p:nvPr/>
            </p:nvSpPr>
            <p:spPr>
              <a:xfrm>
                <a:off x="2906268" y="5081017"/>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97" name="object 135">
                <a:extLst>
                  <a:ext uri="{FF2B5EF4-FFF2-40B4-BE49-F238E27FC236}">
                    <a16:creationId xmlns:a16="http://schemas.microsoft.com/office/drawing/2014/main" id="{5C9A6FA6-05B4-4431-A1F6-EDE702AF8395}"/>
                  </a:ext>
                </a:extLst>
              </p:cNvPr>
              <p:cNvSpPr/>
              <p:nvPr/>
            </p:nvSpPr>
            <p:spPr>
              <a:xfrm>
                <a:off x="2820924" y="5081017"/>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298" name="object 136">
                <a:extLst>
                  <a:ext uri="{FF2B5EF4-FFF2-40B4-BE49-F238E27FC236}">
                    <a16:creationId xmlns:a16="http://schemas.microsoft.com/office/drawing/2014/main" id="{E2B0EDBF-0687-4C12-AD48-180F606C107E}"/>
                  </a:ext>
                </a:extLst>
              </p:cNvPr>
              <p:cNvSpPr/>
              <p:nvPr/>
            </p:nvSpPr>
            <p:spPr>
              <a:xfrm>
                <a:off x="2820924" y="5081017"/>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299" name="object 137">
                <a:extLst>
                  <a:ext uri="{FF2B5EF4-FFF2-40B4-BE49-F238E27FC236}">
                    <a16:creationId xmlns:a16="http://schemas.microsoft.com/office/drawing/2014/main" id="{163EF5D0-5A2A-4744-8BF4-2FC0F07AE4DD}"/>
                  </a:ext>
                </a:extLst>
              </p:cNvPr>
              <p:cNvSpPr/>
              <p:nvPr/>
            </p:nvSpPr>
            <p:spPr>
              <a:xfrm>
                <a:off x="2735580" y="5081017"/>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300" name="object 138">
                <a:extLst>
                  <a:ext uri="{FF2B5EF4-FFF2-40B4-BE49-F238E27FC236}">
                    <a16:creationId xmlns:a16="http://schemas.microsoft.com/office/drawing/2014/main" id="{D1567806-E0F3-4C2F-AB6C-5DA5DDF19301}"/>
                  </a:ext>
                </a:extLst>
              </p:cNvPr>
              <p:cNvSpPr/>
              <p:nvPr/>
            </p:nvSpPr>
            <p:spPr>
              <a:xfrm>
                <a:off x="2735580" y="5081017"/>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301" name="object 139">
                <a:extLst>
                  <a:ext uri="{FF2B5EF4-FFF2-40B4-BE49-F238E27FC236}">
                    <a16:creationId xmlns:a16="http://schemas.microsoft.com/office/drawing/2014/main" id="{F3884970-5F3A-483A-91AC-6ECCEAC99684}"/>
                  </a:ext>
                </a:extLst>
              </p:cNvPr>
              <p:cNvSpPr/>
              <p:nvPr/>
            </p:nvSpPr>
            <p:spPr>
              <a:xfrm>
                <a:off x="2991612" y="5172457"/>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302" name="object 140">
                <a:extLst>
                  <a:ext uri="{FF2B5EF4-FFF2-40B4-BE49-F238E27FC236}">
                    <a16:creationId xmlns:a16="http://schemas.microsoft.com/office/drawing/2014/main" id="{358B3F3D-9E20-453B-A46E-68CBC04BEC4F}"/>
                  </a:ext>
                </a:extLst>
              </p:cNvPr>
              <p:cNvSpPr/>
              <p:nvPr/>
            </p:nvSpPr>
            <p:spPr>
              <a:xfrm>
                <a:off x="2991612" y="5172457"/>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303" name="object 141">
                <a:extLst>
                  <a:ext uri="{FF2B5EF4-FFF2-40B4-BE49-F238E27FC236}">
                    <a16:creationId xmlns:a16="http://schemas.microsoft.com/office/drawing/2014/main" id="{F1A1F5F7-472E-4B0F-8029-007F955A5C72}"/>
                  </a:ext>
                </a:extLst>
              </p:cNvPr>
              <p:cNvSpPr/>
              <p:nvPr/>
            </p:nvSpPr>
            <p:spPr>
              <a:xfrm>
                <a:off x="2906268" y="5172457"/>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304" name="object 142">
                <a:extLst>
                  <a:ext uri="{FF2B5EF4-FFF2-40B4-BE49-F238E27FC236}">
                    <a16:creationId xmlns:a16="http://schemas.microsoft.com/office/drawing/2014/main" id="{A7D18E8F-B173-4125-A62F-3E80752016F8}"/>
                  </a:ext>
                </a:extLst>
              </p:cNvPr>
              <p:cNvSpPr/>
              <p:nvPr/>
            </p:nvSpPr>
            <p:spPr>
              <a:xfrm>
                <a:off x="2906268" y="5172457"/>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305" name="object 143">
                <a:extLst>
                  <a:ext uri="{FF2B5EF4-FFF2-40B4-BE49-F238E27FC236}">
                    <a16:creationId xmlns:a16="http://schemas.microsoft.com/office/drawing/2014/main" id="{6ABE8266-77D8-4B5F-A2D5-5D7736BFED2C}"/>
                  </a:ext>
                </a:extLst>
              </p:cNvPr>
              <p:cNvSpPr/>
              <p:nvPr/>
            </p:nvSpPr>
            <p:spPr>
              <a:xfrm>
                <a:off x="2820924" y="5172457"/>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306" name="object 144">
                <a:extLst>
                  <a:ext uri="{FF2B5EF4-FFF2-40B4-BE49-F238E27FC236}">
                    <a16:creationId xmlns:a16="http://schemas.microsoft.com/office/drawing/2014/main" id="{63902EB0-EB1B-46B8-AC14-35F6CF6FD281}"/>
                  </a:ext>
                </a:extLst>
              </p:cNvPr>
              <p:cNvSpPr/>
              <p:nvPr/>
            </p:nvSpPr>
            <p:spPr>
              <a:xfrm>
                <a:off x="2820924" y="5172457"/>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307" name="object 145">
                <a:extLst>
                  <a:ext uri="{FF2B5EF4-FFF2-40B4-BE49-F238E27FC236}">
                    <a16:creationId xmlns:a16="http://schemas.microsoft.com/office/drawing/2014/main" id="{C17E8A85-5EE2-4E4E-AEBF-937DE252C62A}"/>
                  </a:ext>
                </a:extLst>
              </p:cNvPr>
              <p:cNvSpPr/>
              <p:nvPr/>
            </p:nvSpPr>
            <p:spPr>
              <a:xfrm>
                <a:off x="2735580" y="5172457"/>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308" name="object 146">
                <a:extLst>
                  <a:ext uri="{FF2B5EF4-FFF2-40B4-BE49-F238E27FC236}">
                    <a16:creationId xmlns:a16="http://schemas.microsoft.com/office/drawing/2014/main" id="{9301B930-E519-4918-9124-F179043C8F53}"/>
                  </a:ext>
                </a:extLst>
              </p:cNvPr>
              <p:cNvSpPr/>
              <p:nvPr/>
            </p:nvSpPr>
            <p:spPr>
              <a:xfrm>
                <a:off x="2735580" y="5172457"/>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309" name="object 147">
                <a:extLst>
                  <a:ext uri="{FF2B5EF4-FFF2-40B4-BE49-F238E27FC236}">
                    <a16:creationId xmlns:a16="http://schemas.microsoft.com/office/drawing/2014/main" id="{36990936-6B13-441C-89B2-2C44FC12831E}"/>
                  </a:ext>
                </a:extLst>
              </p:cNvPr>
              <p:cNvSpPr/>
              <p:nvPr/>
            </p:nvSpPr>
            <p:spPr>
              <a:xfrm>
                <a:off x="3994404" y="4607053"/>
                <a:ext cx="91440" cy="85342"/>
              </a:xfrm>
              <a:prstGeom prst="rect">
                <a:avLst/>
              </a:prstGeom>
              <a:blipFill>
                <a:blip r:embed="rId29" cstate="print"/>
                <a:stretch>
                  <a:fillRect/>
                </a:stretch>
              </a:blipFill>
            </p:spPr>
            <p:txBody>
              <a:bodyPr wrap="square" lIns="0" tIns="0" rIns="0" bIns="0" rtlCol="0"/>
              <a:lstStyle/>
              <a:p>
                <a:endParaRPr sz="2000"/>
              </a:p>
            </p:txBody>
          </p:sp>
          <p:sp>
            <p:nvSpPr>
              <p:cNvPr id="310" name="object 148">
                <a:extLst>
                  <a:ext uri="{FF2B5EF4-FFF2-40B4-BE49-F238E27FC236}">
                    <a16:creationId xmlns:a16="http://schemas.microsoft.com/office/drawing/2014/main" id="{715C107B-E227-4103-9FC9-D27F841F17E9}"/>
                  </a:ext>
                </a:extLst>
              </p:cNvPr>
              <p:cNvSpPr/>
              <p:nvPr/>
            </p:nvSpPr>
            <p:spPr>
              <a:xfrm>
                <a:off x="3994404" y="460705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1" name="object 149">
                <a:extLst>
                  <a:ext uri="{FF2B5EF4-FFF2-40B4-BE49-F238E27FC236}">
                    <a16:creationId xmlns:a16="http://schemas.microsoft.com/office/drawing/2014/main" id="{1F5059F2-1B26-4E92-8DF6-154D23A57EFE}"/>
                  </a:ext>
                </a:extLst>
              </p:cNvPr>
              <p:cNvSpPr/>
              <p:nvPr/>
            </p:nvSpPr>
            <p:spPr>
              <a:xfrm>
                <a:off x="3994404" y="4692397"/>
                <a:ext cx="91440" cy="85342"/>
              </a:xfrm>
              <a:prstGeom prst="rect">
                <a:avLst/>
              </a:prstGeom>
              <a:blipFill>
                <a:blip r:embed="rId30" cstate="print"/>
                <a:stretch>
                  <a:fillRect/>
                </a:stretch>
              </a:blipFill>
            </p:spPr>
            <p:txBody>
              <a:bodyPr wrap="square" lIns="0" tIns="0" rIns="0" bIns="0" rtlCol="0"/>
              <a:lstStyle/>
              <a:p>
                <a:endParaRPr sz="2000"/>
              </a:p>
            </p:txBody>
          </p:sp>
          <p:sp>
            <p:nvSpPr>
              <p:cNvPr id="312" name="object 150">
                <a:extLst>
                  <a:ext uri="{FF2B5EF4-FFF2-40B4-BE49-F238E27FC236}">
                    <a16:creationId xmlns:a16="http://schemas.microsoft.com/office/drawing/2014/main" id="{6877F159-81EB-40D8-B3DB-16FE6EC49675}"/>
                  </a:ext>
                </a:extLst>
              </p:cNvPr>
              <p:cNvSpPr/>
              <p:nvPr/>
            </p:nvSpPr>
            <p:spPr>
              <a:xfrm>
                <a:off x="3994404" y="46923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3" name="object 151">
                <a:extLst>
                  <a:ext uri="{FF2B5EF4-FFF2-40B4-BE49-F238E27FC236}">
                    <a16:creationId xmlns:a16="http://schemas.microsoft.com/office/drawing/2014/main" id="{E8758EB5-8E52-4025-A267-9A4ADF3ABB81}"/>
                  </a:ext>
                </a:extLst>
              </p:cNvPr>
              <p:cNvSpPr/>
              <p:nvPr/>
            </p:nvSpPr>
            <p:spPr>
              <a:xfrm>
                <a:off x="3994404" y="4777741"/>
                <a:ext cx="91440" cy="85342"/>
              </a:xfrm>
              <a:prstGeom prst="rect">
                <a:avLst/>
              </a:prstGeom>
              <a:blipFill>
                <a:blip r:embed="rId31" cstate="print"/>
                <a:stretch>
                  <a:fillRect/>
                </a:stretch>
              </a:blipFill>
            </p:spPr>
            <p:txBody>
              <a:bodyPr wrap="square" lIns="0" tIns="0" rIns="0" bIns="0" rtlCol="0"/>
              <a:lstStyle/>
              <a:p>
                <a:endParaRPr sz="2000"/>
              </a:p>
            </p:txBody>
          </p:sp>
          <p:sp>
            <p:nvSpPr>
              <p:cNvPr id="314" name="object 152">
                <a:extLst>
                  <a:ext uri="{FF2B5EF4-FFF2-40B4-BE49-F238E27FC236}">
                    <a16:creationId xmlns:a16="http://schemas.microsoft.com/office/drawing/2014/main" id="{D036E2DF-3859-4365-8870-B50D2F3852C7}"/>
                  </a:ext>
                </a:extLst>
              </p:cNvPr>
              <p:cNvSpPr/>
              <p:nvPr/>
            </p:nvSpPr>
            <p:spPr>
              <a:xfrm>
                <a:off x="3994404" y="477774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5" name="object 153">
                <a:extLst>
                  <a:ext uri="{FF2B5EF4-FFF2-40B4-BE49-F238E27FC236}">
                    <a16:creationId xmlns:a16="http://schemas.microsoft.com/office/drawing/2014/main" id="{DF0604CF-8970-4B30-9602-74559A647373}"/>
                  </a:ext>
                </a:extLst>
              </p:cNvPr>
              <p:cNvSpPr/>
              <p:nvPr/>
            </p:nvSpPr>
            <p:spPr>
              <a:xfrm>
                <a:off x="3994404" y="4863083"/>
                <a:ext cx="91440" cy="86870"/>
              </a:xfrm>
              <a:prstGeom prst="rect">
                <a:avLst/>
              </a:prstGeom>
              <a:blipFill>
                <a:blip r:embed="rId32" cstate="print"/>
                <a:stretch>
                  <a:fillRect/>
                </a:stretch>
              </a:blipFill>
            </p:spPr>
            <p:txBody>
              <a:bodyPr wrap="square" lIns="0" tIns="0" rIns="0" bIns="0" rtlCol="0"/>
              <a:lstStyle/>
              <a:p>
                <a:endParaRPr sz="2000"/>
              </a:p>
            </p:txBody>
          </p:sp>
          <p:sp>
            <p:nvSpPr>
              <p:cNvPr id="316" name="object 154">
                <a:extLst>
                  <a:ext uri="{FF2B5EF4-FFF2-40B4-BE49-F238E27FC236}">
                    <a16:creationId xmlns:a16="http://schemas.microsoft.com/office/drawing/2014/main" id="{4D332518-3E71-4A0A-862C-E9C6B03C4453}"/>
                  </a:ext>
                </a:extLst>
              </p:cNvPr>
              <p:cNvSpPr/>
              <p:nvPr/>
            </p:nvSpPr>
            <p:spPr>
              <a:xfrm>
                <a:off x="3994404" y="4863083"/>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17" name="object 155">
                <a:extLst>
                  <a:ext uri="{FF2B5EF4-FFF2-40B4-BE49-F238E27FC236}">
                    <a16:creationId xmlns:a16="http://schemas.microsoft.com/office/drawing/2014/main" id="{F6F6B377-4F1A-4D9E-85CC-A7A8B24034EC}"/>
                  </a:ext>
                </a:extLst>
              </p:cNvPr>
              <p:cNvSpPr/>
              <p:nvPr/>
            </p:nvSpPr>
            <p:spPr>
              <a:xfrm>
                <a:off x="3994404" y="4949954"/>
                <a:ext cx="91440" cy="85342"/>
              </a:xfrm>
              <a:prstGeom prst="rect">
                <a:avLst/>
              </a:prstGeom>
              <a:blipFill>
                <a:blip r:embed="rId33" cstate="print"/>
                <a:stretch>
                  <a:fillRect/>
                </a:stretch>
              </a:blipFill>
            </p:spPr>
            <p:txBody>
              <a:bodyPr wrap="square" lIns="0" tIns="0" rIns="0" bIns="0" rtlCol="0"/>
              <a:lstStyle/>
              <a:p>
                <a:endParaRPr sz="2000"/>
              </a:p>
            </p:txBody>
          </p:sp>
          <p:sp>
            <p:nvSpPr>
              <p:cNvPr id="318" name="object 156">
                <a:extLst>
                  <a:ext uri="{FF2B5EF4-FFF2-40B4-BE49-F238E27FC236}">
                    <a16:creationId xmlns:a16="http://schemas.microsoft.com/office/drawing/2014/main" id="{B894900E-B1D7-4A7B-B7B7-80B4047C67F2}"/>
                  </a:ext>
                </a:extLst>
              </p:cNvPr>
              <p:cNvSpPr/>
              <p:nvPr/>
            </p:nvSpPr>
            <p:spPr>
              <a:xfrm>
                <a:off x="3994404" y="494995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9" name="object 157">
                <a:extLst>
                  <a:ext uri="{FF2B5EF4-FFF2-40B4-BE49-F238E27FC236}">
                    <a16:creationId xmlns:a16="http://schemas.microsoft.com/office/drawing/2014/main" id="{D1886772-A662-47F6-8E35-91B19C4DD1C5}"/>
                  </a:ext>
                </a:extLst>
              </p:cNvPr>
              <p:cNvSpPr/>
              <p:nvPr/>
            </p:nvSpPr>
            <p:spPr>
              <a:xfrm>
                <a:off x="3994404" y="5035297"/>
                <a:ext cx="91440" cy="85342"/>
              </a:xfrm>
              <a:prstGeom prst="rect">
                <a:avLst/>
              </a:prstGeom>
              <a:blipFill>
                <a:blip r:embed="rId34" cstate="print"/>
                <a:stretch>
                  <a:fillRect/>
                </a:stretch>
              </a:blipFill>
            </p:spPr>
            <p:txBody>
              <a:bodyPr wrap="square" lIns="0" tIns="0" rIns="0" bIns="0" rtlCol="0"/>
              <a:lstStyle/>
              <a:p>
                <a:endParaRPr sz="2000"/>
              </a:p>
            </p:txBody>
          </p:sp>
          <p:sp>
            <p:nvSpPr>
              <p:cNvPr id="320" name="object 158">
                <a:extLst>
                  <a:ext uri="{FF2B5EF4-FFF2-40B4-BE49-F238E27FC236}">
                    <a16:creationId xmlns:a16="http://schemas.microsoft.com/office/drawing/2014/main" id="{59DEA2B5-3D48-4889-85E8-B84226E247E7}"/>
                  </a:ext>
                </a:extLst>
              </p:cNvPr>
              <p:cNvSpPr/>
              <p:nvPr/>
            </p:nvSpPr>
            <p:spPr>
              <a:xfrm>
                <a:off x="3994404" y="50352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1" name="object 159">
                <a:extLst>
                  <a:ext uri="{FF2B5EF4-FFF2-40B4-BE49-F238E27FC236}">
                    <a16:creationId xmlns:a16="http://schemas.microsoft.com/office/drawing/2014/main" id="{7B2C9046-0355-4B10-958B-B925ADED9D4A}"/>
                  </a:ext>
                </a:extLst>
              </p:cNvPr>
              <p:cNvSpPr/>
              <p:nvPr/>
            </p:nvSpPr>
            <p:spPr>
              <a:xfrm>
                <a:off x="3994404" y="5120639"/>
                <a:ext cx="91440" cy="85342"/>
              </a:xfrm>
              <a:prstGeom prst="rect">
                <a:avLst/>
              </a:prstGeom>
              <a:blipFill>
                <a:blip r:embed="rId35" cstate="print"/>
                <a:stretch>
                  <a:fillRect/>
                </a:stretch>
              </a:blipFill>
            </p:spPr>
            <p:txBody>
              <a:bodyPr wrap="square" lIns="0" tIns="0" rIns="0" bIns="0" rtlCol="0"/>
              <a:lstStyle/>
              <a:p>
                <a:endParaRPr sz="2000"/>
              </a:p>
            </p:txBody>
          </p:sp>
          <p:sp>
            <p:nvSpPr>
              <p:cNvPr id="322" name="object 160">
                <a:extLst>
                  <a:ext uri="{FF2B5EF4-FFF2-40B4-BE49-F238E27FC236}">
                    <a16:creationId xmlns:a16="http://schemas.microsoft.com/office/drawing/2014/main" id="{EA0582BB-03F5-4137-B84A-EDA85DA36382}"/>
                  </a:ext>
                </a:extLst>
              </p:cNvPr>
              <p:cNvSpPr/>
              <p:nvPr/>
            </p:nvSpPr>
            <p:spPr>
              <a:xfrm>
                <a:off x="3994404" y="51206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3" name="object 161">
                <a:extLst>
                  <a:ext uri="{FF2B5EF4-FFF2-40B4-BE49-F238E27FC236}">
                    <a16:creationId xmlns:a16="http://schemas.microsoft.com/office/drawing/2014/main" id="{6B63949B-BBEC-4A3E-8BF1-D0031F489D71}"/>
                  </a:ext>
                </a:extLst>
              </p:cNvPr>
              <p:cNvSpPr/>
              <p:nvPr/>
            </p:nvSpPr>
            <p:spPr>
              <a:xfrm>
                <a:off x="3994404" y="5205982"/>
                <a:ext cx="91440" cy="85342"/>
              </a:xfrm>
              <a:prstGeom prst="rect">
                <a:avLst/>
              </a:prstGeom>
              <a:blipFill>
                <a:blip r:embed="rId36" cstate="print"/>
                <a:stretch>
                  <a:fillRect/>
                </a:stretch>
              </a:blipFill>
            </p:spPr>
            <p:txBody>
              <a:bodyPr wrap="square" lIns="0" tIns="0" rIns="0" bIns="0" rtlCol="0"/>
              <a:lstStyle/>
              <a:p>
                <a:endParaRPr sz="2000"/>
              </a:p>
            </p:txBody>
          </p:sp>
          <p:sp>
            <p:nvSpPr>
              <p:cNvPr id="324" name="object 162">
                <a:extLst>
                  <a:ext uri="{FF2B5EF4-FFF2-40B4-BE49-F238E27FC236}">
                    <a16:creationId xmlns:a16="http://schemas.microsoft.com/office/drawing/2014/main" id="{5EAAB167-D50F-4B43-B70C-7A994AC84669}"/>
                  </a:ext>
                </a:extLst>
              </p:cNvPr>
              <p:cNvSpPr/>
              <p:nvPr/>
            </p:nvSpPr>
            <p:spPr>
              <a:xfrm>
                <a:off x="3994404" y="52059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5" name="object 163">
                <a:extLst>
                  <a:ext uri="{FF2B5EF4-FFF2-40B4-BE49-F238E27FC236}">
                    <a16:creationId xmlns:a16="http://schemas.microsoft.com/office/drawing/2014/main" id="{CB585CAC-604A-4E1C-BCAF-6BCA5BE70D4B}"/>
                  </a:ext>
                </a:extLst>
              </p:cNvPr>
              <p:cNvSpPr/>
              <p:nvPr/>
            </p:nvSpPr>
            <p:spPr>
              <a:xfrm>
                <a:off x="4085844" y="4607053"/>
                <a:ext cx="92962" cy="85342"/>
              </a:xfrm>
              <a:prstGeom prst="rect">
                <a:avLst/>
              </a:prstGeom>
              <a:blipFill>
                <a:blip r:embed="rId37" cstate="print"/>
                <a:stretch>
                  <a:fillRect/>
                </a:stretch>
              </a:blipFill>
            </p:spPr>
            <p:txBody>
              <a:bodyPr wrap="square" lIns="0" tIns="0" rIns="0" bIns="0" rtlCol="0"/>
              <a:lstStyle/>
              <a:p>
                <a:endParaRPr sz="2000"/>
              </a:p>
            </p:txBody>
          </p:sp>
          <p:sp>
            <p:nvSpPr>
              <p:cNvPr id="326" name="object 164">
                <a:extLst>
                  <a:ext uri="{FF2B5EF4-FFF2-40B4-BE49-F238E27FC236}">
                    <a16:creationId xmlns:a16="http://schemas.microsoft.com/office/drawing/2014/main" id="{DBE9D209-064C-44F1-A656-4796F7E6B4F0}"/>
                  </a:ext>
                </a:extLst>
              </p:cNvPr>
              <p:cNvSpPr/>
              <p:nvPr/>
            </p:nvSpPr>
            <p:spPr>
              <a:xfrm>
                <a:off x="4085844" y="460705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7" name="object 165">
                <a:extLst>
                  <a:ext uri="{FF2B5EF4-FFF2-40B4-BE49-F238E27FC236}">
                    <a16:creationId xmlns:a16="http://schemas.microsoft.com/office/drawing/2014/main" id="{59231205-0E29-4B0E-AF6D-C9ADF333A15B}"/>
                  </a:ext>
                </a:extLst>
              </p:cNvPr>
              <p:cNvSpPr/>
              <p:nvPr/>
            </p:nvSpPr>
            <p:spPr>
              <a:xfrm>
                <a:off x="4085844" y="4692397"/>
                <a:ext cx="92962" cy="85342"/>
              </a:xfrm>
              <a:prstGeom prst="rect">
                <a:avLst/>
              </a:prstGeom>
              <a:blipFill>
                <a:blip r:embed="rId38" cstate="print"/>
                <a:stretch>
                  <a:fillRect/>
                </a:stretch>
              </a:blipFill>
            </p:spPr>
            <p:txBody>
              <a:bodyPr wrap="square" lIns="0" tIns="0" rIns="0" bIns="0" rtlCol="0"/>
              <a:lstStyle/>
              <a:p>
                <a:endParaRPr sz="2000"/>
              </a:p>
            </p:txBody>
          </p:sp>
          <p:sp>
            <p:nvSpPr>
              <p:cNvPr id="328" name="object 166">
                <a:extLst>
                  <a:ext uri="{FF2B5EF4-FFF2-40B4-BE49-F238E27FC236}">
                    <a16:creationId xmlns:a16="http://schemas.microsoft.com/office/drawing/2014/main" id="{4D6B58A8-E008-4155-9711-C8A4AEC7ADC1}"/>
                  </a:ext>
                </a:extLst>
              </p:cNvPr>
              <p:cNvSpPr/>
              <p:nvPr/>
            </p:nvSpPr>
            <p:spPr>
              <a:xfrm>
                <a:off x="4085844" y="469239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9" name="object 167">
                <a:extLst>
                  <a:ext uri="{FF2B5EF4-FFF2-40B4-BE49-F238E27FC236}">
                    <a16:creationId xmlns:a16="http://schemas.microsoft.com/office/drawing/2014/main" id="{193E1747-DC26-4129-9273-051F01FBA0C8}"/>
                  </a:ext>
                </a:extLst>
              </p:cNvPr>
              <p:cNvSpPr/>
              <p:nvPr/>
            </p:nvSpPr>
            <p:spPr>
              <a:xfrm>
                <a:off x="4085844" y="4777741"/>
                <a:ext cx="92962" cy="85342"/>
              </a:xfrm>
              <a:prstGeom prst="rect">
                <a:avLst/>
              </a:prstGeom>
              <a:blipFill>
                <a:blip r:embed="rId39" cstate="print"/>
                <a:stretch>
                  <a:fillRect/>
                </a:stretch>
              </a:blipFill>
            </p:spPr>
            <p:txBody>
              <a:bodyPr wrap="square" lIns="0" tIns="0" rIns="0" bIns="0" rtlCol="0"/>
              <a:lstStyle/>
              <a:p>
                <a:endParaRPr sz="2000"/>
              </a:p>
            </p:txBody>
          </p:sp>
          <p:sp>
            <p:nvSpPr>
              <p:cNvPr id="330" name="object 168">
                <a:extLst>
                  <a:ext uri="{FF2B5EF4-FFF2-40B4-BE49-F238E27FC236}">
                    <a16:creationId xmlns:a16="http://schemas.microsoft.com/office/drawing/2014/main" id="{44C6E5FD-F85D-497A-BC46-083AB1FD0B57}"/>
                  </a:ext>
                </a:extLst>
              </p:cNvPr>
              <p:cNvSpPr/>
              <p:nvPr/>
            </p:nvSpPr>
            <p:spPr>
              <a:xfrm>
                <a:off x="4085844" y="477774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1" name="object 169">
                <a:extLst>
                  <a:ext uri="{FF2B5EF4-FFF2-40B4-BE49-F238E27FC236}">
                    <a16:creationId xmlns:a16="http://schemas.microsoft.com/office/drawing/2014/main" id="{EB917CF9-69AC-4415-B30F-AE98986A25DE}"/>
                  </a:ext>
                </a:extLst>
              </p:cNvPr>
              <p:cNvSpPr/>
              <p:nvPr/>
            </p:nvSpPr>
            <p:spPr>
              <a:xfrm>
                <a:off x="4085844" y="4863083"/>
                <a:ext cx="92962" cy="86870"/>
              </a:xfrm>
              <a:prstGeom prst="rect">
                <a:avLst/>
              </a:prstGeom>
              <a:blipFill>
                <a:blip r:embed="rId40" cstate="print"/>
                <a:stretch>
                  <a:fillRect/>
                </a:stretch>
              </a:blipFill>
            </p:spPr>
            <p:txBody>
              <a:bodyPr wrap="square" lIns="0" tIns="0" rIns="0" bIns="0" rtlCol="0"/>
              <a:lstStyle/>
              <a:p>
                <a:endParaRPr sz="2000"/>
              </a:p>
            </p:txBody>
          </p:sp>
          <p:sp>
            <p:nvSpPr>
              <p:cNvPr id="332" name="object 170">
                <a:extLst>
                  <a:ext uri="{FF2B5EF4-FFF2-40B4-BE49-F238E27FC236}">
                    <a16:creationId xmlns:a16="http://schemas.microsoft.com/office/drawing/2014/main" id="{B0B95B6A-2124-4423-83F4-02FE7DB6F5DB}"/>
                  </a:ext>
                </a:extLst>
              </p:cNvPr>
              <p:cNvSpPr/>
              <p:nvPr/>
            </p:nvSpPr>
            <p:spPr>
              <a:xfrm>
                <a:off x="4085844" y="4863083"/>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33" name="object 171">
                <a:extLst>
                  <a:ext uri="{FF2B5EF4-FFF2-40B4-BE49-F238E27FC236}">
                    <a16:creationId xmlns:a16="http://schemas.microsoft.com/office/drawing/2014/main" id="{1C54B3C0-3D78-4AE4-80F5-A8A728E308EE}"/>
                  </a:ext>
                </a:extLst>
              </p:cNvPr>
              <p:cNvSpPr/>
              <p:nvPr/>
            </p:nvSpPr>
            <p:spPr>
              <a:xfrm>
                <a:off x="4085844" y="4949954"/>
                <a:ext cx="92962" cy="85342"/>
              </a:xfrm>
              <a:prstGeom prst="rect">
                <a:avLst/>
              </a:prstGeom>
              <a:blipFill>
                <a:blip r:embed="rId41" cstate="print"/>
                <a:stretch>
                  <a:fillRect/>
                </a:stretch>
              </a:blipFill>
            </p:spPr>
            <p:txBody>
              <a:bodyPr wrap="square" lIns="0" tIns="0" rIns="0" bIns="0" rtlCol="0"/>
              <a:lstStyle/>
              <a:p>
                <a:endParaRPr sz="2000"/>
              </a:p>
            </p:txBody>
          </p:sp>
          <p:sp>
            <p:nvSpPr>
              <p:cNvPr id="334" name="object 172">
                <a:extLst>
                  <a:ext uri="{FF2B5EF4-FFF2-40B4-BE49-F238E27FC236}">
                    <a16:creationId xmlns:a16="http://schemas.microsoft.com/office/drawing/2014/main" id="{4C71F6A3-625A-4CD1-81EA-06ADAEFA21BC}"/>
                  </a:ext>
                </a:extLst>
              </p:cNvPr>
              <p:cNvSpPr/>
              <p:nvPr/>
            </p:nvSpPr>
            <p:spPr>
              <a:xfrm>
                <a:off x="4085844" y="49499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5" name="object 173">
                <a:extLst>
                  <a:ext uri="{FF2B5EF4-FFF2-40B4-BE49-F238E27FC236}">
                    <a16:creationId xmlns:a16="http://schemas.microsoft.com/office/drawing/2014/main" id="{5842E116-5A05-4762-B55F-6A1CAAF0772B}"/>
                  </a:ext>
                </a:extLst>
              </p:cNvPr>
              <p:cNvSpPr/>
              <p:nvPr/>
            </p:nvSpPr>
            <p:spPr>
              <a:xfrm>
                <a:off x="4085844" y="5035297"/>
                <a:ext cx="92962" cy="85342"/>
              </a:xfrm>
              <a:prstGeom prst="rect">
                <a:avLst/>
              </a:prstGeom>
              <a:blipFill>
                <a:blip r:embed="rId42" cstate="print"/>
                <a:stretch>
                  <a:fillRect/>
                </a:stretch>
              </a:blipFill>
            </p:spPr>
            <p:txBody>
              <a:bodyPr wrap="square" lIns="0" tIns="0" rIns="0" bIns="0" rtlCol="0"/>
              <a:lstStyle/>
              <a:p>
                <a:endParaRPr sz="2000"/>
              </a:p>
            </p:txBody>
          </p:sp>
          <p:sp>
            <p:nvSpPr>
              <p:cNvPr id="336" name="object 174">
                <a:extLst>
                  <a:ext uri="{FF2B5EF4-FFF2-40B4-BE49-F238E27FC236}">
                    <a16:creationId xmlns:a16="http://schemas.microsoft.com/office/drawing/2014/main" id="{FDA8007F-90A9-4089-9DD8-7B0035A2A2C2}"/>
                  </a:ext>
                </a:extLst>
              </p:cNvPr>
              <p:cNvSpPr/>
              <p:nvPr/>
            </p:nvSpPr>
            <p:spPr>
              <a:xfrm>
                <a:off x="4085844" y="503529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7" name="object 175">
                <a:extLst>
                  <a:ext uri="{FF2B5EF4-FFF2-40B4-BE49-F238E27FC236}">
                    <a16:creationId xmlns:a16="http://schemas.microsoft.com/office/drawing/2014/main" id="{9E57D074-FF2F-4DAA-A667-2C239D0CC45D}"/>
                  </a:ext>
                </a:extLst>
              </p:cNvPr>
              <p:cNvSpPr/>
              <p:nvPr/>
            </p:nvSpPr>
            <p:spPr>
              <a:xfrm>
                <a:off x="4085844" y="5120639"/>
                <a:ext cx="92962" cy="85342"/>
              </a:xfrm>
              <a:prstGeom prst="rect">
                <a:avLst/>
              </a:prstGeom>
              <a:blipFill>
                <a:blip r:embed="rId43" cstate="print"/>
                <a:stretch>
                  <a:fillRect/>
                </a:stretch>
              </a:blipFill>
            </p:spPr>
            <p:txBody>
              <a:bodyPr wrap="square" lIns="0" tIns="0" rIns="0" bIns="0" rtlCol="0"/>
              <a:lstStyle/>
              <a:p>
                <a:endParaRPr sz="2000"/>
              </a:p>
            </p:txBody>
          </p:sp>
          <p:sp>
            <p:nvSpPr>
              <p:cNvPr id="338" name="object 176">
                <a:extLst>
                  <a:ext uri="{FF2B5EF4-FFF2-40B4-BE49-F238E27FC236}">
                    <a16:creationId xmlns:a16="http://schemas.microsoft.com/office/drawing/2014/main" id="{7EB0642B-4692-4A0E-9AF1-B7C0881CEDD0}"/>
                  </a:ext>
                </a:extLst>
              </p:cNvPr>
              <p:cNvSpPr/>
              <p:nvPr/>
            </p:nvSpPr>
            <p:spPr>
              <a:xfrm>
                <a:off x="4085844" y="512063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9" name="object 177">
                <a:extLst>
                  <a:ext uri="{FF2B5EF4-FFF2-40B4-BE49-F238E27FC236}">
                    <a16:creationId xmlns:a16="http://schemas.microsoft.com/office/drawing/2014/main" id="{DDA36213-70EC-4D54-B4FC-7BAF489B8FAD}"/>
                  </a:ext>
                </a:extLst>
              </p:cNvPr>
              <p:cNvSpPr/>
              <p:nvPr/>
            </p:nvSpPr>
            <p:spPr>
              <a:xfrm>
                <a:off x="4085844" y="5205982"/>
                <a:ext cx="92962" cy="85342"/>
              </a:xfrm>
              <a:prstGeom prst="rect">
                <a:avLst/>
              </a:prstGeom>
              <a:blipFill>
                <a:blip r:embed="rId44" cstate="print"/>
                <a:stretch>
                  <a:fillRect/>
                </a:stretch>
              </a:blipFill>
            </p:spPr>
            <p:txBody>
              <a:bodyPr wrap="square" lIns="0" tIns="0" rIns="0" bIns="0" rtlCol="0"/>
              <a:lstStyle/>
              <a:p>
                <a:endParaRPr sz="2000"/>
              </a:p>
            </p:txBody>
          </p:sp>
          <p:sp>
            <p:nvSpPr>
              <p:cNvPr id="340" name="object 178">
                <a:extLst>
                  <a:ext uri="{FF2B5EF4-FFF2-40B4-BE49-F238E27FC236}">
                    <a16:creationId xmlns:a16="http://schemas.microsoft.com/office/drawing/2014/main" id="{7FC84A24-A29F-4B74-A94C-6124CA9757B9}"/>
                  </a:ext>
                </a:extLst>
              </p:cNvPr>
              <p:cNvSpPr/>
              <p:nvPr/>
            </p:nvSpPr>
            <p:spPr>
              <a:xfrm>
                <a:off x="4085844" y="520598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341" name="object 179">
              <a:extLst>
                <a:ext uri="{FF2B5EF4-FFF2-40B4-BE49-F238E27FC236}">
                  <a16:creationId xmlns:a16="http://schemas.microsoft.com/office/drawing/2014/main" id="{E8A0E505-AD31-4976-A3B6-4F8ACAE8CE82}"/>
                </a:ext>
              </a:extLst>
            </p:cNvPr>
            <p:cNvSpPr txBox="1"/>
            <p:nvPr/>
          </p:nvSpPr>
          <p:spPr>
            <a:xfrm>
              <a:off x="6388102" y="2273582"/>
              <a:ext cx="679450" cy="424489"/>
            </a:xfrm>
            <a:prstGeom prst="rect">
              <a:avLst/>
            </a:prstGeom>
          </p:spPr>
          <p:txBody>
            <a:bodyPr vert="horz" wrap="square" lIns="0" tIns="14111" rIns="0" bIns="0" rtlCol="0">
              <a:spAutoFit/>
            </a:bodyPr>
            <a:lstStyle/>
            <a:p>
              <a:pPr marL="14111" marR="5644" indent="145343">
                <a:spcBef>
                  <a:spcPts val="111"/>
                </a:spcBef>
              </a:pPr>
              <a:r>
                <a:rPr sz="1333" spc="-6" dirty="0">
                  <a:latin typeface="Arial"/>
                  <a:cs typeface="Arial"/>
                </a:rPr>
                <a:t>Loss  </a:t>
              </a:r>
              <a:r>
                <a:rPr sz="1333" dirty="0">
                  <a:latin typeface="Arial"/>
                  <a:cs typeface="Arial"/>
                </a:rPr>
                <a:t>Fu</a:t>
              </a:r>
              <a:r>
                <a:rPr sz="1333" spc="-6" dirty="0">
                  <a:latin typeface="Arial"/>
                  <a:cs typeface="Arial"/>
                </a:rPr>
                <a:t>n</a:t>
              </a:r>
              <a:r>
                <a:rPr sz="1333" dirty="0">
                  <a:latin typeface="Arial"/>
                  <a:cs typeface="Arial"/>
                </a:rPr>
                <a:t>ctio</a:t>
              </a:r>
              <a:r>
                <a:rPr sz="1333" spc="-6" dirty="0">
                  <a:latin typeface="Arial"/>
                  <a:cs typeface="Arial"/>
                </a:rPr>
                <a:t>n</a:t>
              </a:r>
              <a:endParaRPr sz="1333">
                <a:latin typeface="Arial"/>
                <a:cs typeface="Arial"/>
              </a:endParaRPr>
            </a:p>
          </p:txBody>
        </p:sp>
        <p:grpSp>
          <p:nvGrpSpPr>
            <p:cNvPr id="342" name="object 180">
              <a:extLst>
                <a:ext uri="{FF2B5EF4-FFF2-40B4-BE49-F238E27FC236}">
                  <a16:creationId xmlns:a16="http://schemas.microsoft.com/office/drawing/2014/main" id="{C90B975D-7002-49AE-BA53-090DEB703DF2}"/>
                </a:ext>
              </a:extLst>
            </p:cNvPr>
            <p:cNvGrpSpPr/>
            <p:nvPr/>
          </p:nvGrpSpPr>
          <p:grpSpPr>
            <a:xfrm>
              <a:off x="7178323" y="2423442"/>
              <a:ext cx="607483" cy="218017"/>
              <a:chOff x="6460490" y="2181097"/>
              <a:chExt cx="546735" cy="196215"/>
            </a:xfrm>
          </p:grpSpPr>
          <p:sp>
            <p:nvSpPr>
              <p:cNvPr id="343" name="object 181">
                <a:extLst>
                  <a:ext uri="{FF2B5EF4-FFF2-40B4-BE49-F238E27FC236}">
                    <a16:creationId xmlns:a16="http://schemas.microsoft.com/office/drawing/2014/main" id="{BF0D5E47-4AF7-46A4-99D0-C8DF00FF4FB1}"/>
                  </a:ext>
                </a:extLst>
              </p:cNvPr>
              <p:cNvSpPr/>
              <p:nvPr/>
            </p:nvSpPr>
            <p:spPr>
              <a:xfrm>
                <a:off x="6473190" y="2237993"/>
                <a:ext cx="295910" cy="85725"/>
              </a:xfrm>
              <a:custGeom>
                <a:avLst/>
                <a:gdLst/>
                <a:ahLst/>
                <a:cxnLst/>
                <a:rect l="l" t="t" r="r" b="b"/>
                <a:pathLst>
                  <a:path w="295909" h="85725">
                    <a:moveTo>
                      <a:pt x="42672" y="0"/>
                    </a:moveTo>
                    <a:lnTo>
                      <a:pt x="0" y="42672"/>
                    </a:lnTo>
                    <a:lnTo>
                      <a:pt x="42672" y="85344"/>
                    </a:lnTo>
                    <a:lnTo>
                      <a:pt x="42672" y="64008"/>
                    </a:lnTo>
                    <a:lnTo>
                      <a:pt x="295656" y="64008"/>
                    </a:lnTo>
                    <a:lnTo>
                      <a:pt x="295656" y="21336"/>
                    </a:lnTo>
                    <a:lnTo>
                      <a:pt x="42672" y="21336"/>
                    </a:lnTo>
                    <a:lnTo>
                      <a:pt x="42672" y="0"/>
                    </a:lnTo>
                    <a:close/>
                  </a:path>
                </a:pathLst>
              </a:custGeom>
              <a:solidFill>
                <a:srgbClr val="B2B2B2"/>
              </a:solidFill>
            </p:spPr>
            <p:txBody>
              <a:bodyPr wrap="square" lIns="0" tIns="0" rIns="0" bIns="0" rtlCol="0"/>
              <a:lstStyle/>
              <a:p>
                <a:endParaRPr sz="2000"/>
              </a:p>
            </p:txBody>
          </p:sp>
          <p:sp>
            <p:nvSpPr>
              <p:cNvPr id="344" name="object 182">
                <a:extLst>
                  <a:ext uri="{FF2B5EF4-FFF2-40B4-BE49-F238E27FC236}">
                    <a16:creationId xmlns:a16="http://schemas.microsoft.com/office/drawing/2014/main" id="{2F0BC4C5-D082-45C6-9D97-35313D35AF82}"/>
                  </a:ext>
                </a:extLst>
              </p:cNvPr>
              <p:cNvSpPr/>
              <p:nvPr/>
            </p:nvSpPr>
            <p:spPr>
              <a:xfrm>
                <a:off x="6473190" y="2237993"/>
                <a:ext cx="295910" cy="85725"/>
              </a:xfrm>
              <a:custGeom>
                <a:avLst/>
                <a:gdLst/>
                <a:ahLst/>
                <a:cxnLst/>
                <a:rect l="l" t="t" r="r" b="b"/>
                <a:pathLst>
                  <a:path w="295909" h="85725">
                    <a:moveTo>
                      <a:pt x="295656" y="64008"/>
                    </a:moveTo>
                    <a:lnTo>
                      <a:pt x="42672" y="64008"/>
                    </a:lnTo>
                    <a:lnTo>
                      <a:pt x="42672" y="85344"/>
                    </a:lnTo>
                    <a:lnTo>
                      <a:pt x="0" y="42672"/>
                    </a:lnTo>
                    <a:lnTo>
                      <a:pt x="42672" y="0"/>
                    </a:lnTo>
                    <a:lnTo>
                      <a:pt x="42672" y="21336"/>
                    </a:lnTo>
                    <a:lnTo>
                      <a:pt x="295656" y="21336"/>
                    </a:lnTo>
                    <a:lnTo>
                      <a:pt x="295656" y="64008"/>
                    </a:lnTo>
                    <a:close/>
                  </a:path>
                </a:pathLst>
              </a:custGeom>
              <a:ln w="25400">
                <a:solidFill>
                  <a:srgbClr val="B2B2B2"/>
                </a:solidFill>
              </a:ln>
            </p:spPr>
            <p:txBody>
              <a:bodyPr wrap="square" lIns="0" tIns="0" rIns="0" bIns="0" rtlCol="0"/>
              <a:lstStyle/>
              <a:p>
                <a:endParaRPr sz="2000"/>
              </a:p>
            </p:txBody>
          </p:sp>
          <p:sp>
            <p:nvSpPr>
              <p:cNvPr id="345" name="object 183">
                <a:extLst>
                  <a:ext uri="{FF2B5EF4-FFF2-40B4-BE49-F238E27FC236}">
                    <a16:creationId xmlns:a16="http://schemas.microsoft.com/office/drawing/2014/main" id="{3C1009B0-1B66-4097-932F-32189909644E}"/>
                  </a:ext>
                </a:extLst>
              </p:cNvPr>
              <p:cNvSpPr/>
              <p:nvPr/>
            </p:nvSpPr>
            <p:spPr>
              <a:xfrm>
                <a:off x="6820154" y="2181097"/>
                <a:ext cx="186944" cy="196088"/>
              </a:xfrm>
              <a:prstGeom prst="rect">
                <a:avLst/>
              </a:prstGeom>
              <a:blipFill>
                <a:blip r:embed="rId45" cstate="print"/>
                <a:stretch>
                  <a:fillRect/>
                </a:stretch>
              </a:blipFill>
            </p:spPr>
            <p:txBody>
              <a:bodyPr wrap="square" lIns="0" tIns="0" rIns="0" bIns="0" rtlCol="0"/>
              <a:lstStyle/>
              <a:p>
                <a:endParaRPr sz="2000"/>
              </a:p>
            </p:txBody>
          </p:sp>
        </p:grpSp>
        <p:sp>
          <p:nvSpPr>
            <p:cNvPr id="346" name="object 184">
              <a:extLst>
                <a:ext uri="{FF2B5EF4-FFF2-40B4-BE49-F238E27FC236}">
                  <a16:creationId xmlns:a16="http://schemas.microsoft.com/office/drawing/2014/main" id="{AE470E4C-B1EA-452C-8432-173BC1AABA42}"/>
                </a:ext>
              </a:extLst>
            </p:cNvPr>
            <p:cNvSpPr txBox="1"/>
            <p:nvPr/>
          </p:nvSpPr>
          <p:spPr>
            <a:xfrm>
              <a:off x="7341729" y="2090645"/>
              <a:ext cx="1070327"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Loss</a:t>
              </a:r>
              <a:r>
                <a:rPr sz="1556" b="1" spc="-94" dirty="0">
                  <a:latin typeface="Arial"/>
                  <a:cs typeface="Arial"/>
                </a:rPr>
                <a:t> </a:t>
              </a:r>
              <a:r>
                <a:rPr sz="1556" b="1" dirty="0">
                  <a:latin typeface="Arial"/>
                  <a:cs typeface="Arial"/>
                </a:rPr>
                <a:t>Value</a:t>
              </a:r>
              <a:endParaRPr sz="1556">
                <a:latin typeface="Arial"/>
                <a:cs typeface="Arial"/>
              </a:endParaRPr>
            </a:p>
          </p:txBody>
        </p:sp>
        <p:sp>
          <p:nvSpPr>
            <p:cNvPr id="347" name="object 185">
              <a:extLst>
                <a:ext uri="{FF2B5EF4-FFF2-40B4-BE49-F238E27FC236}">
                  <a16:creationId xmlns:a16="http://schemas.microsoft.com/office/drawing/2014/main" id="{C4700F95-5EF3-41B9-A8CA-F5FEC462A363}"/>
                </a:ext>
              </a:extLst>
            </p:cNvPr>
            <p:cNvSpPr txBox="1"/>
            <p:nvPr/>
          </p:nvSpPr>
          <p:spPr>
            <a:xfrm>
              <a:off x="3501248" y="5148157"/>
              <a:ext cx="822678" cy="356202"/>
            </a:xfrm>
            <a:prstGeom prst="rect">
              <a:avLst/>
            </a:prstGeom>
          </p:spPr>
          <p:txBody>
            <a:bodyPr vert="horz" wrap="square" lIns="0" tIns="14111" rIns="0" bIns="0" rtlCol="0">
              <a:spAutoFit/>
            </a:bodyPr>
            <a:lstStyle/>
            <a:p>
              <a:pPr marL="14111">
                <a:spcBef>
                  <a:spcPts val="111"/>
                </a:spcBef>
                <a:tabLst>
                  <a:tab pos="642755" algn="l"/>
                </a:tabLst>
              </a:pPr>
              <a:r>
                <a:rPr sz="2222" b="1" dirty="0">
                  <a:latin typeface="Arial"/>
                  <a:cs typeface="Arial"/>
                </a:rPr>
                <a:t>×	=</a:t>
              </a:r>
              <a:endParaRPr sz="2222">
                <a:latin typeface="Arial"/>
                <a:cs typeface="Arial"/>
              </a:endParaRPr>
            </a:p>
          </p:txBody>
        </p:sp>
        <p:grpSp>
          <p:nvGrpSpPr>
            <p:cNvPr id="348" name="object 186">
              <a:extLst>
                <a:ext uri="{FF2B5EF4-FFF2-40B4-BE49-F238E27FC236}">
                  <a16:creationId xmlns:a16="http://schemas.microsoft.com/office/drawing/2014/main" id="{0455A038-CFF3-4214-BF9D-2897923745E5}"/>
                </a:ext>
              </a:extLst>
            </p:cNvPr>
            <p:cNvGrpSpPr/>
            <p:nvPr/>
          </p:nvGrpSpPr>
          <p:grpSpPr>
            <a:xfrm>
              <a:off x="2612530" y="3945187"/>
              <a:ext cx="2595033" cy="1586089"/>
              <a:chOff x="2351277" y="3550668"/>
              <a:chExt cx="2335530" cy="1427480"/>
            </a:xfrm>
          </p:grpSpPr>
          <p:sp>
            <p:nvSpPr>
              <p:cNvPr id="349" name="object 187">
                <a:extLst>
                  <a:ext uri="{FF2B5EF4-FFF2-40B4-BE49-F238E27FC236}">
                    <a16:creationId xmlns:a16="http://schemas.microsoft.com/office/drawing/2014/main" id="{42805906-112E-43B8-AAD2-28B88C1013D6}"/>
                  </a:ext>
                </a:extLst>
              </p:cNvPr>
              <p:cNvSpPr/>
              <p:nvPr/>
            </p:nvSpPr>
            <p:spPr>
              <a:xfrm>
                <a:off x="3419855" y="4628384"/>
                <a:ext cx="92962" cy="85347"/>
              </a:xfrm>
              <a:prstGeom prst="rect">
                <a:avLst/>
              </a:prstGeom>
              <a:blipFill>
                <a:blip r:embed="rId46" cstate="print"/>
                <a:stretch>
                  <a:fillRect/>
                </a:stretch>
              </a:blipFill>
            </p:spPr>
            <p:txBody>
              <a:bodyPr wrap="square" lIns="0" tIns="0" rIns="0" bIns="0" rtlCol="0"/>
              <a:lstStyle/>
              <a:p>
                <a:endParaRPr sz="2000"/>
              </a:p>
            </p:txBody>
          </p:sp>
          <p:sp>
            <p:nvSpPr>
              <p:cNvPr id="350" name="object 188">
                <a:extLst>
                  <a:ext uri="{FF2B5EF4-FFF2-40B4-BE49-F238E27FC236}">
                    <a16:creationId xmlns:a16="http://schemas.microsoft.com/office/drawing/2014/main" id="{E019B3AF-52E2-4975-BE0E-5D2D80180622}"/>
                  </a:ext>
                </a:extLst>
              </p:cNvPr>
              <p:cNvSpPr/>
              <p:nvPr/>
            </p:nvSpPr>
            <p:spPr>
              <a:xfrm>
                <a:off x="3419855" y="46283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51" name="object 189">
                <a:extLst>
                  <a:ext uri="{FF2B5EF4-FFF2-40B4-BE49-F238E27FC236}">
                    <a16:creationId xmlns:a16="http://schemas.microsoft.com/office/drawing/2014/main" id="{70212B35-C7F8-4D57-B872-66F065A8FADA}"/>
                  </a:ext>
                </a:extLst>
              </p:cNvPr>
              <p:cNvSpPr/>
              <p:nvPr/>
            </p:nvSpPr>
            <p:spPr>
              <a:xfrm>
                <a:off x="3419855" y="4713734"/>
                <a:ext cx="92962" cy="86865"/>
              </a:xfrm>
              <a:prstGeom prst="rect">
                <a:avLst/>
              </a:prstGeom>
              <a:blipFill>
                <a:blip r:embed="rId47" cstate="print"/>
                <a:stretch>
                  <a:fillRect/>
                </a:stretch>
              </a:blipFill>
            </p:spPr>
            <p:txBody>
              <a:bodyPr wrap="square" lIns="0" tIns="0" rIns="0" bIns="0" rtlCol="0"/>
              <a:lstStyle/>
              <a:p>
                <a:endParaRPr sz="2000"/>
              </a:p>
            </p:txBody>
          </p:sp>
          <p:sp>
            <p:nvSpPr>
              <p:cNvPr id="352" name="object 190">
                <a:extLst>
                  <a:ext uri="{FF2B5EF4-FFF2-40B4-BE49-F238E27FC236}">
                    <a16:creationId xmlns:a16="http://schemas.microsoft.com/office/drawing/2014/main" id="{FDFBA363-2E03-46E9-B020-959049959EED}"/>
                  </a:ext>
                </a:extLst>
              </p:cNvPr>
              <p:cNvSpPr/>
              <p:nvPr/>
            </p:nvSpPr>
            <p:spPr>
              <a:xfrm>
                <a:off x="3419855" y="471373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353" name="object 191">
                <a:extLst>
                  <a:ext uri="{FF2B5EF4-FFF2-40B4-BE49-F238E27FC236}">
                    <a16:creationId xmlns:a16="http://schemas.microsoft.com/office/drawing/2014/main" id="{D8775E95-840A-4AEB-8A6D-7828AFB81261}"/>
                  </a:ext>
                </a:extLst>
              </p:cNvPr>
              <p:cNvSpPr/>
              <p:nvPr/>
            </p:nvSpPr>
            <p:spPr>
              <a:xfrm>
                <a:off x="3419855" y="4800601"/>
                <a:ext cx="92962" cy="85342"/>
              </a:xfrm>
              <a:prstGeom prst="rect">
                <a:avLst/>
              </a:prstGeom>
              <a:blipFill>
                <a:blip r:embed="rId48" cstate="print"/>
                <a:stretch>
                  <a:fillRect/>
                </a:stretch>
              </a:blipFill>
            </p:spPr>
            <p:txBody>
              <a:bodyPr wrap="square" lIns="0" tIns="0" rIns="0" bIns="0" rtlCol="0"/>
              <a:lstStyle/>
              <a:p>
                <a:endParaRPr sz="2000"/>
              </a:p>
            </p:txBody>
          </p:sp>
          <p:sp>
            <p:nvSpPr>
              <p:cNvPr id="354" name="object 192">
                <a:extLst>
                  <a:ext uri="{FF2B5EF4-FFF2-40B4-BE49-F238E27FC236}">
                    <a16:creationId xmlns:a16="http://schemas.microsoft.com/office/drawing/2014/main" id="{3F25CD7B-143B-492F-861F-16AE88D9EDC7}"/>
                  </a:ext>
                </a:extLst>
              </p:cNvPr>
              <p:cNvSpPr/>
              <p:nvPr/>
            </p:nvSpPr>
            <p:spPr>
              <a:xfrm>
                <a:off x="3419855" y="48006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5" name="object 193">
                <a:extLst>
                  <a:ext uri="{FF2B5EF4-FFF2-40B4-BE49-F238E27FC236}">
                    <a16:creationId xmlns:a16="http://schemas.microsoft.com/office/drawing/2014/main" id="{5FE010EA-737C-488A-A017-818F082405C1}"/>
                  </a:ext>
                </a:extLst>
              </p:cNvPr>
              <p:cNvSpPr/>
              <p:nvPr/>
            </p:nvSpPr>
            <p:spPr>
              <a:xfrm>
                <a:off x="3419855" y="4885942"/>
                <a:ext cx="92962" cy="85342"/>
              </a:xfrm>
              <a:prstGeom prst="rect">
                <a:avLst/>
              </a:prstGeom>
              <a:blipFill>
                <a:blip r:embed="rId49" cstate="print"/>
                <a:stretch>
                  <a:fillRect/>
                </a:stretch>
              </a:blipFill>
            </p:spPr>
            <p:txBody>
              <a:bodyPr wrap="square" lIns="0" tIns="0" rIns="0" bIns="0" rtlCol="0"/>
              <a:lstStyle/>
              <a:p>
                <a:endParaRPr sz="2000"/>
              </a:p>
            </p:txBody>
          </p:sp>
          <p:sp>
            <p:nvSpPr>
              <p:cNvPr id="356" name="object 194">
                <a:extLst>
                  <a:ext uri="{FF2B5EF4-FFF2-40B4-BE49-F238E27FC236}">
                    <a16:creationId xmlns:a16="http://schemas.microsoft.com/office/drawing/2014/main" id="{A98F17EE-F222-426D-9843-6CC904014379}"/>
                  </a:ext>
                </a:extLst>
              </p:cNvPr>
              <p:cNvSpPr/>
              <p:nvPr/>
            </p:nvSpPr>
            <p:spPr>
              <a:xfrm>
                <a:off x="3419855" y="48859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7" name="object 195">
                <a:extLst>
                  <a:ext uri="{FF2B5EF4-FFF2-40B4-BE49-F238E27FC236}">
                    <a16:creationId xmlns:a16="http://schemas.microsoft.com/office/drawing/2014/main" id="{CDEFE5EA-3950-40B7-92FB-5B79D91C0A59}"/>
                  </a:ext>
                </a:extLst>
              </p:cNvPr>
              <p:cNvSpPr/>
              <p:nvPr/>
            </p:nvSpPr>
            <p:spPr>
              <a:xfrm>
                <a:off x="3512819" y="4628384"/>
                <a:ext cx="91440" cy="85347"/>
              </a:xfrm>
              <a:prstGeom prst="rect">
                <a:avLst/>
              </a:prstGeom>
              <a:blipFill>
                <a:blip r:embed="rId50" cstate="print"/>
                <a:stretch>
                  <a:fillRect/>
                </a:stretch>
              </a:blipFill>
            </p:spPr>
            <p:txBody>
              <a:bodyPr wrap="square" lIns="0" tIns="0" rIns="0" bIns="0" rtlCol="0"/>
              <a:lstStyle/>
              <a:p>
                <a:endParaRPr sz="2000"/>
              </a:p>
            </p:txBody>
          </p:sp>
          <p:sp>
            <p:nvSpPr>
              <p:cNvPr id="358" name="object 196">
                <a:extLst>
                  <a:ext uri="{FF2B5EF4-FFF2-40B4-BE49-F238E27FC236}">
                    <a16:creationId xmlns:a16="http://schemas.microsoft.com/office/drawing/2014/main" id="{60B828D8-129C-4389-845D-F55F03D1890F}"/>
                  </a:ext>
                </a:extLst>
              </p:cNvPr>
              <p:cNvSpPr/>
              <p:nvPr/>
            </p:nvSpPr>
            <p:spPr>
              <a:xfrm>
                <a:off x="3512819" y="462838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59" name="object 197">
                <a:extLst>
                  <a:ext uri="{FF2B5EF4-FFF2-40B4-BE49-F238E27FC236}">
                    <a16:creationId xmlns:a16="http://schemas.microsoft.com/office/drawing/2014/main" id="{1CCC8CBB-57F5-4D95-B273-6D9773DBEC34}"/>
                  </a:ext>
                </a:extLst>
              </p:cNvPr>
              <p:cNvSpPr/>
              <p:nvPr/>
            </p:nvSpPr>
            <p:spPr>
              <a:xfrm>
                <a:off x="3512819" y="4713734"/>
                <a:ext cx="91440" cy="86865"/>
              </a:xfrm>
              <a:prstGeom prst="rect">
                <a:avLst/>
              </a:prstGeom>
              <a:blipFill>
                <a:blip r:embed="rId51" cstate="print"/>
                <a:stretch>
                  <a:fillRect/>
                </a:stretch>
              </a:blipFill>
            </p:spPr>
            <p:txBody>
              <a:bodyPr wrap="square" lIns="0" tIns="0" rIns="0" bIns="0" rtlCol="0"/>
              <a:lstStyle/>
              <a:p>
                <a:endParaRPr sz="2000"/>
              </a:p>
            </p:txBody>
          </p:sp>
          <p:sp>
            <p:nvSpPr>
              <p:cNvPr id="360" name="object 198">
                <a:extLst>
                  <a:ext uri="{FF2B5EF4-FFF2-40B4-BE49-F238E27FC236}">
                    <a16:creationId xmlns:a16="http://schemas.microsoft.com/office/drawing/2014/main" id="{894A5144-7750-4419-B79F-4DE3403BEB8A}"/>
                  </a:ext>
                </a:extLst>
              </p:cNvPr>
              <p:cNvSpPr/>
              <p:nvPr/>
            </p:nvSpPr>
            <p:spPr>
              <a:xfrm>
                <a:off x="3512819" y="4713734"/>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361" name="object 199">
                <a:extLst>
                  <a:ext uri="{FF2B5EF4-FFF2-40B4-BE49-F238E27FC236}">
                    <a16:creationId xmlns:a16="http://schemas.microsoft.com/office/drawing/2014/main" id="{0466B923-EBD9-4F7B-A93D-FDAC9DF57037}"/>
                  </a:ext>
                </a:extLst>
              </p:cNvPr>
              <p:cNvSpPr/>
              <p:nvPr/>
            </p:nvSpPr>
            <p:spPr>
              <a:xfrm>
                <a:off x="3512819" y="4800601"/>
                <a:ext cx="91440" cy="85342"/>
              </a:xfrm>
              <a:prstGeom prst="rect">
                <a:avLst/>
              </a:prstGeom>
              <a:blipFill>
                <a:blip r:embed="rId52" cstate="print"/>
                <a:stretch>
                  <a:fillRect/>
                </a:stretch>
              </a:blipFill>
            </p:spPr>
            <p:txBody>
              <a:bodyPr wrap="square" lIns="0" tIns="0" rIns="0" bIns="0" rtlCol="0"/>
              <a:lstStyle/>
              <a:p>
                <a:endParaRPr sz="2000"/>
              </a:p>
            </p:txBody>
          </p:sp>
          <p:sp>
            <p:nvSpPr>
              <p:cNvPr id="362" name="object 200">
                <a:extLst>
                  <a:ext uri="{FF2B5EF4-FFF2-40B4-BE49-F238E27FC236}">
                    <a16:creationId xmlns:a16="http://schemas.microsoft.com/office/drawing/2014/main" id="{84C34AA6-F759-4392-A120-969B22F3DB2C}"/>
                  </a:ext>
                </a:extLst>
              </p:cNvPr>
              <p:cNvSpPr/>
              <p:nvPr/>
            </p:nvSpPr>
            <p:spPr>
              <a:xfrm>
                <a:off x="3512819" y="480060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3" name="object 201">
                <a:extLst>
                  <a:ext uri="{FF2B5EF4-FFF2-40B4-BE49-F238E27FC236}">
                    <a16:creationId xmlns:a16="http://schemas.microsoft.com/office/drawing/2014/main" id="{56403A33-C0E4-41B9-86B4-64660D081E9C}"/>
                  </a:ext>
                </a:extLst>
              </p:cNvPr>
              <p:cNvSpPr/>
              <p:nvPr/>
            </p:nvSpPr>
            <p:spPr>
              <a:xfrm>
                <a:off x="3512819" y="4885942"/>
                <a:ext cx="91440" cy="85342"/>
              </a:xfrm>
              <a:prstGeom prst="rect">
                <a:avLst/>
              </a:prstGeom>
              <a:blipFill>
                <a:blip r:embed="rId53" cstate="print"/>
                <a:stretch>
                  <a:fillRect/>
                </a:stretch>
              </a:blipFill>
            </p:spPr>
            <p:txBody>
              <a:bodyPr wrap="square" lIns="0" tIns="0" rIns="0" bIns="0" rtlCol="0"/>
              <a:lstStyle/>
              <a:p>
                <a:endParaRPr sz="2000"/>
              </a:p>
            </p:txBody>
          </p:sp>
          <p:sp>
            <p:nvSpPr>
              <p:cNvPr id="364" name="object 202">
                <a:extLst>
                  <a:ext uri="{FF2B5EF4-FFF2-40B4-BE49-F238E27FC236}">
                    <a16:creationId xmlns:a16="http://schemas.microsoft.com/office/drawing/2014/main" id="{374EF265-9F84-4910-91C2-93073914B8EF}"/>
                  </a:ext>
                </a:extLst>
              </p:cNvPr>
              <p:cNvSpPr/>
              <p:nvPr/>
            </p:nvSpPr>
            <p:spPr>
              <a:xfrm>
                <a:off x="3512819" y="48859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5" name="object 203">
                <a:extLst>
                  <a:ext uri="{FF2B5EF4-FFF2-40B4-BE49-F238E27FC236}">
                    <a16:creationId xmlns:a16="http://schemas.microsoft.com/office/drawing/2014/main" id="{F5E66C47-6BD0-4637-B77B-19AB1F8227FD}"/>
                  </a:ext>
                </a:extLst>
              </p:cNvPr>
              <p:cNvSpPr/>
              <p:nvPr/>
            </p:nvSpPr>
            <p:spPr>
              <a:xfrm>
                <a:off x="4314444" y="3560061"/>
                <a:ext cx="91440" cy="86870"/>
              </a:xfrm>
              <a:prstGeom prst="rect">
                <a:avLst/>
              </a:prstGeom>
              <a:blipFill>
                <a:blip r:embed="rId54" cstate="print"/>
                <a:stretch>
                  <a:fillRect/>
                </a:stretch>
              </a:blipFill>
            </p:spPr>
            <p:txBody>
              <a:bodyPr wrap="square" lIns="0" tIns="0" rIns="0" bIns="0" rtlCol="0"/>
              <a:lstStyle/>
              <a:p>
                <a:endParaRPr sz="2000"/>
              </a:p>
            </p:txBody>
          </p:sp>
          <p:sp>
            <p:nvSpPr>
              <p:cNvPr id="366" name="object 204">
                <a:extLst>
                  <a:ext uri="{FF2B5EF4-FFF2-40B4-BE49-F238E27FC236}">
                    <a16:creationId xmlns:a16="http://schemas.microsoft.com/office/drawing/2014/main" id="{57A13D12-F223-4B1A-A436-30ADCEE50891}"/>
                  </a:ext>
                </a:extLst>
              </p:cNvPr>
              <p:cNvSpPr/>
              <p:nvPr/>
            </p:nvSpPr>
            <p:spPr>
              <a:xfrm>
                <a:off x="4314444" y="35600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67" name="object 205">
                <a:extLst>
                  <a:ext uri="{FF2B5EF4-FFF2-40B4-BE49-F238E27FC236}">
                    <a16:creationId xmlns:a16="http://schemas.microsoft.com/office/drawing/2014/main" id="{C801265A-CC24-46D1-AE35-0D6687E36CE9}"/>
                  </a:ext>
                </a:extLst>
              </p:cNvPr>
              <p:cNvSpPr/>
              <p:nvPr/>
            </p:nvSpPr>
            <p:spPr>
              <a:xfrm>
                <a:off x="4314444" y="3646933"/>
                <a:ext cx="91440" cy="85342"/>
              </a:xfrm>
              <a:prstGeom prst="rect">
                <a:avLst/>
              </a:prstGeom>
              <a:blipFill>
                <a:blip r:embed="rId55" cstate="print"/>
                <a:stretch>
                  <a:fillRect/>
                </a:stretch>
              </a:blipFill>
            </p:spPr>
            <p:txBody>
              <a:bodyPr wrap="square" lIns="0" tIns="0" rIns="0" bIns="0" rtlCol="0"/>
              <a:lstStyle/>
              <a:p>
                <a:endParaRPr sz="2000"/>
              </a:p>
            </p:txBody>
          </p:sp>
          <p:sp>
            <p:nvSpPr>
              <p:cNvPr id="368" name="object 206">
                <a:extLst>
                  <a:ext uri="{FF2B5EF4-FFF2-40B4-BE49-F238E27FC236}">
                    <a16:creationId xmlns:a16="http://schemas.microsoft.com/office/drawing/2014/main" id="{C7A7FA5E-51B9-4346-8A4B-44B02EEB4D76}"/>
                  </a:ext>
                </a:extLst>
              </p:cNvPr>
              <p:cNvSpPr/>
              <p:nvPr/>
            </p:nvSpPr>
            <p:spPr>
              <a:xfrm>
                <a:off x="4314444" y="36469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9" name="object 207">
                <a:extLst>
                  <a:ext uri="{FF2B5EF4-FFF2-40B4-BE49-F238E27FC236}">
                    <a16:creationId xmlns:a16="http://schemas.microsoft.com/office/drawing/2014/main" id="{FD751F66-06B4-4F5A-9C10-3F08215C67CC}"/>
                  </a:ext>
                </a:extLst>
              </p:cNvPr>
              <p:cNvSpPr/>
              <p:nvPr/>
            </p:nvSpPr>
            <p:spPr>
              <a:xfrm>
                <a:off x="4314444" y="3732277"/>
                <a:ext cx="91440" cy="85342"/>
              </a:xfrm>
              <a:prstGeom prst="rect">
                <a:avLst/>
              </a:prstGeom>
              <a:blipFill>
                <a:blip r:embed="rId56" cstate="print"/>
                <a:stretch>
                  <a:fillRect/>
                </a:stretch>
              </a:blipFill>
            </p:spPr>
            <p:txBody>
              <a:bodyPr wrap="square" lIns="0" tIns="0" rIns="0" bIns="0" rtlCol="0"/>
              <a:lstStyle/>
              <a:p>
                <a:endParaRPr sz="2000"/>
              </a:p>
            </p:txBody>
          </p:sp>
          <p:sp>
            <p:nvSpPr>
              <p:cNvPr id="370" name="object 208">
                <a:extLst>
                  <a:ext uri="{FF2B5EF4-FFF2-40B4-BE49-F238E27FC236}">
                    <a16:creationId xmlns:a16="http://schemas.microsoft.com/office/drawing/2014/main" id="{05317DA7-2637-4302-A6F0-E428F1FE1076}"/>
                  </a:ext>
                </a:extLst>
              </p:cNvPr>
              <p:cNvSpPr/>
              <p:nvPr/>
            </p:nvSpPr>
            <p:spPr>
              <a:xfrm>
                <a:off x="4314444" y="37322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1" name="object 209">
                <a:extLst>
                  <a:ext uri="{FF2B5EF4-FFF2-40B4-BE49-F238E27FC236}">
                    <a16:creationId xmlns:a16="http://schemas.microsoft.com/office/drawing/2014/main" id="{557EA01E-6FE6-4314-8267-33B8E0066242}"/>
                  </a:ext>
                </a:extLst>
              </p:cNvPr>
              <p:cNvSpPr/>
              <p:nvPr/>
            </p:nvSpPr>
            <p:spPr>
              <a:xfrm>
                <a:off x="4314444" y="3817621"/>
                <a:ext cx="91440" cy="85342"/>
              </a:xfrm>
              <a:prstGeom prst="rect">
                <a:avLst/>
              </a:prstGeom>
              <a:blipFill>
                <a:blip r:embed="rId57" cstate="print"/>
                <a:stretch>
                  <a:fillRect/>
                </a:stretch>
              </a:blipFill>
            </p:spPr>
            <p:txBody>
              <a:bodyPr wrap="square" lIns="0" tIns="0" rIns="0" bIns="0" rtlCol="0"/>
              <a:lstStyle/>
              <a:p>
                <a:endParaRPr sz="2000"/>
              </a:p>
            </p:txBody>
          </p:sp>
          <p:sp>
            <p:nvSpPr>
              <p:cNvPr id="372" name="object 210">
                <a:extLst>
                  <a:ext uri="{FF2B5EF4-FFF2-40B4-BE49-F238E27FC236}">
                    <a16:creationId xmlns:a16="http://schemas.microsoft.com/office/drawing/2014/main" id="{BA50637E-8A90-4E62-A7C9-60250E40B5E3}"/>
                  </a:ext>
                </a:extLst>
              </p:cNvPr>
              <p:cNvSpPr/>
              <p:nvPr/>
            </p:nvSpPr>
            <p:spPr>
              <a:xfrm>
                <a:off x="4314444" y="38176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3" name="object 211">
                <a:extLst>
                  <a:ext uri="{FF2B5EF4-FFF2-40B4-BE49-F238E27FC236}">
                    <a16:creationId xmlns:a16="http://schemas.microsoft.com/office/drawing/2014/main" id="{0962D581-B2FE-49DC-ABE7-F67822E62786}"/>
                  </a:ext>
                </a:extLst>
              </p:cNvPr>
              <p:cNvSpPr/>
              <p:nvPr/>
            </p:nvSpPr>
            <p:spPr>
              <a:xfrm>
                <a:off x="3948683" y="3560061"/>
                <a:ext cx="91440" cy="86870"/>
              </a:xfrm>
              <a:prstGeom prst="rect">
                <a:avLst/>
              </a:prstGeom>
              <a:blipFill>
                <a:blip r:embed="rId58" cstate="print"/>
                <a:stretch>
                  <a:fillRect/>
                </a:stretch>
              </a:blipFill>
            </p:spPr>
            <p:txBody>
              <a:bodyPr wrap="square" lIns="0" tIns="0" rIns="0" bIns="0" rtlCol="0"/>
              <a:lstStyle/>
              <a:p>
                <a:endParaRPr sz="2000"/>
              </a:p>
            </p:txBody>
          </p:sp>
          <p:sp>
            <p:nvSpPr>
              <p:cNvPr id="374" name="object 212">
                <a:extLst>
                  <a:ext uri="{FF2B5EF4-FFF2-40B4-BE49-F238E27FC236}">
                    <a16:creationId xmlns:a16="http://schemas.microsoft.com/office/drawing/2014/main" id="{6C517874-D0FE-4487-A916-EC61DE16A634}"/>
                  </a:ext>
                </a:extLst>
              </p:cNvPr>
              <p:cNvSpPr/>
              <p:nvPr/>
            </p:nvSpPr>
            <p:spPr>
              <a:xfrm>
                <a:off x="3948683" y="35600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75" name="object 213">
                <a:extLst>
                  <a:ext uri="{FF2B5EF4-FFF2-40B4-BE49-F238E27FC236}">
                    <a16:creationId xmlns:a16="http://schemas.microsoft.com/office/drawing/2014/main" id="{B47AEABC-C956-44BA-B60E-38581A25AB0E}"/>
                  </a:ext>
                </a:extLst>
              </p:cNvPr>
              <p:cNvSpPr/>
              <p:nvPr/>
            </p:nvSpPr>
            <p:spPr>
              <a:xfrm>
                <a:off x="4040123" y="3560061"/>
                <a:ext cx="92962" cy="86870"/>
              </a:xfrm>
              <a:prstGeom prst="rect">
                <a:avLst/>
              </a:prstGeom>
              <a:blipFill>
                <a:blip r:embed="rId59" cstate="print"/>
                <a:stretch>
                  <a:fillRect/>
                </a:stretch>
              </a:blipFill>
            </p:spPr>
            <p:txBody>
              <a:bodyPr wrap="square" lIns="0" tIns="0" rIns="0" bIns="0" rtlCol="0"/>
              <a:lstStyle/>
              <a:p>
                <a:endParaRPr sz="2000"/>
              </a:p>
            </p:txBody>
          </p:sp>
          <p:sp>
            <p:nvSpPr>
              <p:cNvPr id="376" name="object 214">
                <a:extLst>
                  <a:ext uri="{FF2B5EF4-FFF2-40B4-BE49-F238E27FC236}">
                    <a16:creationId xmlns:a16="http://schemas.microsoft.com/office/drawing/2014/main" id="{152BEA2E-B3BE-4F76-A3A7-258D7386D271}"/>
                  </a:ext>
                </a:extLst>
              </p:cNvPr>
              <p:cNvSpPr/>
              <p:nvPr/>
            </p:nvSpPr>
            <p:spPr>
              <a:xfrm>
                <a:off x="4040123" y="3560061"/>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77" name="object 215">
                <a:extLst>
                  <a:ext uri="{FF2B5EF4-FFF2-40B4-BE49-F238E27FC236}">
                    <a16:creationId xmlns:a16="http://schemas.microsoft.com/office/drawing/2014/main" id="{4975DF6A-CDAE-4D80-8738-60BF79D9C540}"/>
                  </a:ext>
                </a:extLst>
              </p:cNvPr>
              <p:cNvSpPr/>
              <p:nvPr/>
            </p:nvSpPr>
            <p:spPr>
              <a:xfrm>
                <a:off x="4133088" y="3560061"/>
                <a:ext cx="91440" cy="86870"/>
              </a:xfrm>
              <a:prstGeom prst="rect">
                <a:avLst/>
              </a:prstGeom>
              <a:blipFill>
                <a:blip r:embed="rId60" cstate="print"/>
                <a:stretch>
                  <a:fillRect/>
                </a:stretch>
              </a:blipFill>
            </p:spPr>
            <p:txBody>
              <a:bodyPr wrap="square" lIns="0" tIns="0" rIns="0" bIns="0" rtlCol="0"/>
              <a:lstStyle/>
              <a:p>
                <a:endParaRPr sz="2000"/>
              </a:p>
            </p:txBody>
          </p:sp>
          <p:sp>
            <p:nvSpPr>
              <p:cNvPr id="378" name="object 216">
                <a:extLst>
                  <a:ext uri="{FF2B5EF4-FFF2-40B4-BE49-F238E27FC236}">
                    <a16:creationId xmlns:a16="http://schemas.microsoft.com/office/drawing/2014/main" id="{F62D56EB-052B-44E2-A650-ADD6F1147DB6}"/>
                  </a:ext>
                </a:extLst>
              </p:cNvPr>
              <p:cNvSpPr/>
              <p:nvPr/>
            </p:nvSpPr>
            <p:spPr>
              <a:xfrm>
                <a:off x="4133088" y="35600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79" name="object 217">
                <a:extLst>
                  <a:ext uri="{FF2B5EF4-FFF2-40B4-BE49-F238E27FC236}">
                    <a16:creationId xmlns:a16="http://schemas.microsoft.com/office/drawing/2014/main" id="{C7F923EA-D6DD-4408-8B62-DC1C607E939F}"/>
                  </a:ext>
                </a:extLst>
              </p:cNvPr>
              <p:cNvSpPr/>
              <p:nvPr/>
            </p:nvSpPr>
            <p:spPr>
              <a:xfrm>
                <a:off x="3948683" y="3646933"/>
                <a:ext cx="91440" cy="85342"/>
              </a:xfrm>
              <a:prstGeom prst="rect">
                <a:avLst/>
              </a:prstGeom>
              <a:blipFill>
                <a:blip r:embed="rId61" cstate="print"/>
                <a:stretch>
                  <a:fillRect/>
                </a:stretch>
              </a:blipFill>
            </p:spPr>
            <p:txBody>
              <a:bodyPr wrap="square" lIns="0" tIns="0" rIns="0" bIns="0" rtlCol="0"/>
              <a:lstStyle/>
              <a:p>
                <a:endParaRPr sz="2000"/>
              </a:p>
            </p:txBody>
          </p:sp>
          <p:sp>
            <p:nvSpPr>
              <p:cNvPr id="380" name="object 218">
                <a:extLst>
                  <a:ext uri="{FF2B5EF4-FFF2-40B4-BE49-F238E27FC236}">
                    <a16:creationId xmlns:a16="http://schemas.microsoft.com/office/drawing/2014/main" id="{38E8EFC7-DD24-4D5A-9AB7-931E92BC6A4D}"/>
                  </a:ext>
                </a:extLst>
              </p:cNvPr>
              <p:cNvSpPr/>
              <p:nvPr/>
            </p:nvSpPr>
            <p:spPr>
              <a:xfrm>
                <a:off x="3948683" y="36469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1" name="object 219">
                <a:extLst>
                  <a:ext uri="{FF2B5EF4-FFF2-40B4-BE49-F238E27FC236}">
                    <a16:creationId xmlns:a16="http://schemas.microsoft.com/office/drawing/2014/main" id="{F8333A85-B6C2-4642-B569-9F3A880C7333}"/>
                  </a:ext>
                </a:extLst>
              </p:cNvPr>
              <p:cNvSpPr/>
              <p:nvPr/>
            </p:nvSpPr>
            <p:spPr>
              <a:xfrm>
                <a:off x="4040123" y="3646933"/>
                <a:ext cx="92962" cy="85342"/>
              </a:xfrm>
              <a:prstGeom prst="rect">
                <a:avLst/>
              </a:prstGeom>
              <a:blipFill>
                <a:blip r:embed="rId62" cstate="print"/>
                <a:stretch>
                  <a:fillRect/>
                </a:stretch>
              </a:blipFill>
            </p:spPr>
            <p:txBody>
              <a:bodyPr wrap="square" lIns="0" tIns="0" rIns="0" bIns="0" rtlCol="0"/>
              <a:lstStyle/>
              <a:p>
                <a:endParaRPr sz="2000"/>
              </a:p>
            </p:txBody>
          </p:sp>
          <p:sp>
            <p:nvSpPr>
              <p:cNvPr id="382" name="object 220">
                <a:extLst>
                  <a:ext uri="{FF2B5EF4-FFF2-40B4-BE49-F238E27FC236}">
                    <a16:creationId xmlns:a16="http://schemas.microsoft.com/office/drawing/2014/main" id="{8C052170-4C03-4B90-AF90-FC5FB93D690B}"/>
                  </a:ext>
                </a:extLst>
              </p:cNvPr>
              <p:cNvSpPr/>
              <p:nvPr/>
            </p:nvSpPr>
            <p:spPr>
              <a:xfrm>
                <a:off x="4040123" y="36469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3" name="object 221">
                <a:extLst>
                  <a:ext uri="{FF2B5EF4-FFF2-40B4-BE49-F238E27FC236}">
                    <a16:creationId xmlns:a16="http://schemas.microsoft.com/office/drawing/2014/main" id="{A2F79058-C421-408B-B6D8-983C97662BAD}"/>
                  </a:ext>
                </a:extLst>
              </p:cNvPr>
              <p:cNvSpPr/>
              <p:nvPr/>
            </p:nvSpPr>
            <p:spPr>
              <a:xfrm>
                <a:off x="4133088" y="3646933"/>
                <a:ext cx="91440" cy="85342"/>
              </a:xfrm>
              <a:prstGeom prst="rect">
                <a:avLst/>
              </a:prstGeom>
              <a:blipFill>
                <a:blip r:embed="rId63" cstate="print"/>
                <a:stretch>
                  <a:fillRect/>
                </a:stretch>
              </a:blipFill>
            </p:spPr>
            <p:txBody>
              <a:bodyPr wrap="square" lIns="0" tIns="0" rIns="0" bIns="0" rtlCol="0"/>
              <a:lstStyle/>
              <a:p>
                <a:endParaRPr sz="2000"/>
              </a:p>
            </p:txBody>
          </p:sp>
          <p:sp>
            <p:nvSpPr>
              <p:cNvPr id="384" name="object 222">
                <a:extLst>
                  <a:ext uri="{FF2B5EF4-FFF2-40B4-BE49-F238E27FC236}">
                    <a16:creationId xmlns:a16="http://schemas.microsoft.com/office/drawing/2014/main" id="{66CB05AB-FD18-418F-8866-871793910DF1}"/>
                  </a:ext>
                </a:extLst>
              </p:cNvPr>
              <p:cNvSpPr/>
              <p:nvPr/>
            </p:nvSpPr>
            <p:spPr>
              <a:xfrm>
                <a:off x="4133088" y="36469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5" name="object 223">
                <a:extLst>
                  <a:ext uri="{FF2B5EF4-FFF2-40B4-BE49-F238E27FC236}">
                    <a16:creationId xmlns:a16="http://schemas.microsoft.com/office/drawing/2014/main" id="{08A6C38B-D027-416A-9C1A-6B2E59B49ECD}"/>
                  </a:ext>
                </a:extLst>
              </p:cNvPr>
              <p:cNvSpPr/>
              <p:nvPr/>
            </p:nvSpPr>
            <p:spPr>
              <a:xfrm>
                <a:off x="3948683" y="3732277"/>
                <a:ext cx="91440" cy="85342"/>
              </a:xfrm>
              <a:prstGeom prst="rect">
                <a:avLst/>
              </a:prstGeom>
              <a:blipFill>
                <a:blip r:embed="rId64" cstate="print"/>
                <a:stretch>
                  <a:fillRect/>
                </a:stretch>
              </a:blipFill>
            </p:spPr>
            <p:txBody>
              <a:bodyPr wrap="square" lIns="0" tIns="0" rIns="0" bIns="0" rtlCol="0"/>
              <a:lstStyle/>
              <a:p>
                <a:endParaRPr sz="2000"/>
              </a:p>
            </p:txBody>
          </p:sp>
          <p:sp>
            <p:nvSpPr>
              <p:cNvPr id="386" name="object 224">
                <a:extLst>
                  <a:ext uri="{FF2B5EF4-FFF2-40B4-BE49-F238E27FC236}">
                    <a16:creationId xmlns:a16="http://schemas.microsoft.com/office/drawing/2014/main" id="{AEDE7892-118E-438F-B504-B9FCC9A91D11}"/>
                  </a:ext>
                </a:extLst>
              </p:cNvPr>
              <p:cNvSpPr/>
              <p:nvPr/>
            </p:nvSpPr>
            <p:spPr>
              <a:xfrm>
                <a:off x="3948683" y="37322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7" name="object 225">
                <a:extLst>
                  <a:ext uri="{FF2B5EF4-FFF2-40B4-BE49-F238E27FC236}">
                    <a16:creationId xmlns:a16="http://schemas.microsoft.com/office/drawing/2014/main" id="{1323ACA4-4A5F-44CD-90C2-83BE8A6F1760}"/>
                  </a:ext>
                </a:extLst>
              </p:cNvPr>
              <p:cNvSpPr/>
              <p:nvPr/>
            </p:nvSpPr>
            <p:spPr>
              <a:xfrm>
                <a:off x="4040123" y="3732277"/>
                <a:ext cx="92962" cy="85342"/>
              </a:xfrm>
              <a:prstGeom prst="rect">
                <a:avLst/>
              </a:prstGeom>
              <a:blipFill>
                <a:blip r:embed="rId65" cstate="print"/>
                <a:stretch>
                  <a:fillRect/>
                </a:stretch>
              </a:blipFill>
            </p:spPr>
            <p:txBody>
              <a:bodyPr wrap="square" lIns="0" tIns="0" rIns="0" bIns="0" rtlCol="0"/>
              <a:lstStyle/>
              <a:p>
                <a:endParaRPr sz="2000"/>
              </a:p>
            </p:txBody>
          </p:sp>
          <p:sp>
            <p:nvSpPr>
              <p:cNvPr id="388" name="object 226">
                <a:extLst>
                  <a:ext uri="{FF2B5EF4-FFF2-40B4-BE49-F238E27FC236}">
                    <a16:creationId xmlns:a16="http://schemas.microsoft.com/office/drawing/2014/main" id="{58D3A611-3CD9-4E8E-828F-6D07002C0F3B}"/>
                  </a:ext>
                </a:extLst>
              </p:cNvPr>
              <p:cNvSpPr/>
              <p:nvPr/>
            </p:nvSpPr>
            <p:spPr>
              <a:xfrm>
                <a:off x="4040123" y="37322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9" name="object 227">
                <a:extLst>
                  <a:ext uri="{FF2B5EF4-FFF2-40B4-BE49-F238E27FC236}">
                    <a16:creationId xmlns:a16="http://schemas.microsoft.com/office/drawing/2014/main" id="{2E9B47FB-EE5F-4EA3-9CA0-802091C55469}"/>
                  </a:ext>
                </a:extLst>
              </p:cNvPr>
              <p:cNvSpPr/>
              <p:nvPr/>
            </p:nvSpPr>
            <p:spPr>
              <a:xfrm>
                <a:off x="4133088" y="3732277"/>
                <a:ext cx="91440" cy="85342"/>
              </a:xfrm>
              <a:prstGeom prst="rect">
                <a:avLst/>
              </a:prstGeom>
              <a:blipFill>
                <a:blip r:embed="rId66" cstate="print"/>
                <a:stretch>
                  <a:fillRect/>
                </a:stretch>
              </a:blipFill>
            </p:spPr>
            <p:txBody>
              <a:bodyPr wrap="square" lIns="0" tIns="0" rIns="0" bIns="0" rtlCol="0"/>
              <a:lstStyle/>
              <a:p>
                <a:endParaRPr sz="2000"/>
              </a:p>
            </p:txBody>
          </p:sp>
          <p:sp>
            <p:nvSpPr>
              <p:cNvPr id="390" name="object 228">
                <a:extLst>
                  <a:ext uri="{FF2B5EF4-FFF2-40B4-BE49-F238E27FC236}">
                    <a16:creationId xmlns:a16="http://schemas.microsoft.com/office/drawing/2014/main" id="{706B6B71-8BC0-4D5E-8FA9-22CF55009C2B}"/>
                  </a:ext>
                </a:extLst>
              </p:cNvPr>
              <p:cNvSpPr/>
              <p:nvPr/>
            </p:nvSpPr>
            <p:spPr>
              <a:xfrm>
                <a:off x="4133088" y="37322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1" name="object 229">
                <a:extLst>
                  <a:ext uri="{FF2B5EF4-FFF2-40B4-BE49-F238E27FC236}">
                    <a16:creationId xmlns:a16="http://schemas.microsoft.com/office/drawing/2014/main" id="{E096ACCF-CDBA-44F4-BDCE-44571BCFD211}"/>
                  </a:ext>
                </a:extLst>
              </p:cNvPr>
              <p:cNvSpPr/>
              <p:nvPr/>
            </p:nvSpPr>
            <p:spPr>
              <a:xfrm>
                <a:off x="3948683" y="3817621"/>
                <a:ext cx="91440" cy="85342"/>
              </a:xfrm>
              <a:prstGeom prst="rect">
                <a:avLst/>
              </a:prstGeom>
              <a:blipFill>
                <a:blip r:embed="rId67" cstate="print"/>
                <a:stretch>
                  <a:fillRect/>
                </a:stretch>
              </a:blipFill>
            </p:spPr>
            <p:txBody>
              <a:bodyPr wrap="square" lIns="0" tIns="0" rIns="0" bIns="0" rtlCol="0"/>
              <a:lstStyle/>
              <a:p>
                <a:endParaRPr sz="2000"/>
              </a:p>
            </p:txBody>
          </p:sp>
          <p:sp>
            <p:nvSpPr>
              <p:cNvPr id="392" name="object 230">
                <a:extLst>
                  <a:ext uri="{FF2B5EF4-FFF2-40B4-BE49-F238E27FC236}">
                    <a16:creationId xmlns:a16="http://schemas.microsoft.com/office/drawing/2014/main" id="{CFD1E223-43BE-4AC1-A15C-540DC5CE8115}"/>
                  </a:ext>
                </a:extLst>
              </p:cNvPr>
              <p:cNvSpPr/>
              <p:nvPr/>
            </p:nvSpPr>
            <p:spPr>
              <a:xfrm>
                <a:off x="3948683" y="38176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3" name="object 231">
                <a:extLst>
                  <a:ext uri="{FF2B5EF4-FFF2-40B4-BE49-F238E27FC236}">
                    <a16:creationId xmlns:a16="http://schemas.microsoft.com/office/drawing/2014/main" id="{46EEF368-A689-42B4-973C-82D71C861029}"/>
                  </a:ext>
                </a:extLst>
              </p:cNvPr>
              <p:cNvSpPr/>
              <p:nvPr/>
            </p:nvSpPr>
            <p:spPr>
              <a:xfrm>
                <a:off x="4040123" y="3817621"/>
                <a:ext cx="92962" cy="85342"/>
              </a:xfrm>
              <a:prstGeom prst="rect">
                <a:avLst/>
              </a:prstGeom>
              <a:blipFill>
                <a:blip r:embed="rId68" cstate="print"/>
                <a:stretch>
                  <a:fillRect/>
                </a:stretch>
              </a:blipFill>
            </p:spPr>
            <p:txBody>
              <a:bodyPr wrap="square" lIns="0" tIns="0" rIns="0" bIns="0" rtlCol="0"/>
              <a:lstStyle/>
              <a:p>
                <a:endParaRPr sz="2000"/>
              </a:p>
            </p:txBody>
          </p:sp>
          <p:sp>
            <p:nvSpPr>
              <p:cNvPr id="394" name="object 232">
                <a:extLst>
                  <a:ext uri="{FF2B5EF4-FFF2-40B4-BE49-F238E27FC236}">
                    <a16:creationId xmlns:a16="http://schemas.microsoft.com/office/drawing/2014/main" id="{3AE9D608-00C6-4E53-A3E9-A0187C6DFCE4}"/>
                  </a:ext>
                </a:extLst>
              </p:cNvPr>
              <p:cNvSpPr/>
              <p:nvPr/>
            </p:nvSpPr>
            <p:spPr>
              <a:xfrm>
                <a:off x="4040123" y="38176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5" name="object 233">
                <a:extLst>
                  <a:ext uri="{FF2B5EF4-FFF2-40B4-BE49-F238E27FC236}">
                    <a16:creationId xmlns:a16="http://schemas.microsoft.com/office/drawing/2014/main" id="{EAFC77CB-C74F-46DA-AC6C-C1345610A213}"/>
                  </a:ext>
                </a:extLst>
              </p:cNvPr>
              <p:cNvSpPr/>
              <p:nvPr/>
            </p:nvSpPr>
            <p:spPr>
              <a:xfrm>
                <a:off x="4133088" y="3817621"/>
                <a:ext cx="91440" cy="85342"/>
              </a:xfrm>
              <a:prstGeom prst="rect">
                <a:avLst/>
              </a:prstGeom>
              <a:blipFill>
                <a:blip r:embed="rId69" cstate="print"/>
                <a:stretch>
                  <a:fillRect/>
                </a:stretch>
              </a:blipFill>
            </p:spPr>
            <p:txBody>
              <a:bodyPr wrap="square" lIns="0" tIns="0" rIns="0" bIns="0" rtlCol="0"/>
              <a:lstStyle/>
              <a:p>
                <a:endParaRPr sz="2000"/>
              </a:p>
            </p:txBody>
          </p:sp>
          <p:sp>
            <p:nvSpPr>
              <p:cNvPr id="396" name="object 234">
                <a:extLst>
                  <a:ext uri="{FF2B5EF4-FFF2-40B4-BE49-F238E27FC236}">
                    <a16:creationId xmlns:a16="http://schemas.microsoft.com/office/drawing/2014/main" id="{6853F766-3E9F-47DE-931E-5CA9CF18B08A}"/>
                  </a:ext>
                </a:extLst>
              </p:cNvPr>
              <p:cNvSpPr/>
              <p:nvPr/>
            </p:nvSpPr>
            <p:spPr>
              <a:xfrm>
                <a:off x="4133088" y="38176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7" name="object 235">
                <a:extLst>
                  <a:ext uri="{FF2B5EF4-FFF2-40B4-BE49-F238E27FC236}">
                    <a16:creationId xmlns:a16="http://schemas.microsoft.com/office/drawing/2014/main" id="{7E6BAEF6-BE28-4D85-AD66-F7F243FA80C8}"/>
                  </a:ext>
                </a:extLst>
              </p:cNvPr>
              <p:cNvSpPr/>
              <p:nvPr/>
            </p:nvSpPr>
            <p:spPr>
              <a:xfrm>
                <a:off x="4224527" y="3560061"/>
                <a:ext cx="91440" cy="86870"/>
              </a:xfrm>
              <a:prstGeom prst="rect">
                <a:avLst/>
              </a:prstGeom>
              <a:blipFill>
                <a:blip r:embed="rId70" cstate="print"/>
                <a:stretch>
                  <a:fillRect/>
                </a:stretch>
              </a:blipFill>
            </p:spPr>
            <p:txBody>
              <a:bodyPr wrap="square" lIns="0" tIns="0" rIns="0" bIns="0" rtlCol="0"/>
              <a:lstStyle/>
              <a:p>
                <a:endParaRPr sz="2000"/>
              </a:p>
            </p:txBody>
          </p:sp>
          <p:sp>
            <p:nvSpPr>
              <p:cNvPr id="398" name="object 236">
                <a:extLst>
                  <a:ext uri="{FF2B5EF4-FFF2-40B4-BE49-F238E27FC236}">
                    <a16:creationId xmlns:a16="http://schemas.microsoft.com/office/drawing/2014/main" id="{8146BADE-24AA-46F8-960F-248C4C68AEF3}"/>
                  </a:ext>
                </a:extLst>
              </p:cNvPr>
              <p:cNvSpPr/>
              <p:nvPr/>
            </p:nvSpPr>
            <p:spPr>
              <a:xfrm>
                <a:off x="4224527" y="35600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99" name="object 237">
                <a:extLst>
                  <a:ext uri="{FF2B5EF4-FFF2-40B4-BE49-F238E27FC236}">
                    <a16:creationId xmlns:a16="http://schemas.microsoft.com/office/drawing/2014/main" id="{BBBC5DB7-508F-4E1C-AFFF-36CF30A958CF}"/>
                  </a:ext>
                </a:extLst>
              </p:cNvPr>
              <p:cNvSpPr/>
              <p:nvPr/>
            </p:nvSpPr>
            <p:spPr>
              <a:xfrm>
                <a:off x="4224527" y="3646933"/>
                <a:ext cx="91440" cy="85342"/>
              </a:xfrm>
              <a:prstGeom prst="rect">
                <a:avLst/>
              </a:prstGeom>
              <a:blipFill>
                <a:blip r:embed="rId71" cstate="print"/>
                <a:stretch>
                  <a:fillRect/>
                </a:stretch>
              </a:blipFill>
            </p:spPr>
            <p:txBody>
              <a:bodyPr wrap="square" lIns="0" tIns="0" rIns="0" bIns="0" rtlCol="0"/>
              <a:lstStyle/>
              <a:p>
                <a:endParaRPr sz="2000"/>
              </a:p>
            </p:txBody>
          </p:sp>
          <p:sp>
            <p:nvSpPr>
              <p:cNvPr id="400" name="object 238">
                <a:extLst>
                  <a:ext uri="{FF2B5EF4-FFF2-40B4-BE49-F238E27FC236}">
                    <a16:creationId xmlns:a16="http://schemas.microsoft.com/office/drawing/2014/main" id="{BCC8750F-38FE-4008-8C92-4344B695E524}"/>
                  </a:ext>
                </a:extLst>
              </p:cNvPr>
              <p:cNvSpPr/>
              <p:nvPr/>
            </p:nvSpPr>
            <p:spPr>
              <a:xfrm>
                <a:off x="4224527" y="36469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1" name="object 239">
                <a:extLst>
                  <a:ext uri="{FF2B5EF4-FFF2-40B4-BE49-F238E27FC236}">
                    <a16:creationId xmlns:a16="http://schemas.microsoft.com/office/drawing/2014/main" id="{F127AE3A-AD98-4C59-B160-74C83F0C49B9}"/>
                  </a:ext>
                </a:extLst>
              </p:cNvPr>
              <p:cNvSpPr/>
              <p:nvPr/>
            </p:nvSpPr>
            <p:spPr>
              <a:xfrm>
                <a:off x="4224527" y="3732277"/>
                <a:ext cx="91440" cy="85342"/>
              </a:xfrm>
              <a:prstGeom prst="rect">
                <a:avLst/>
              </a:prstGeom>
              <a:blipFill>
                <a:blip r:embed="rId72" cstate="print"/>
                <a:stretch>
                  <a:fillRect/>
                </a:stretch>
              </a:blipFill>
            </p:spPr>
            <p:txBody>
              <a:bodyPr wrap="square" lIns="0" tIns="0" rIns="0" bIns="0" rtlCol="0"/>
              <a:lstStyle/>
              <a:p>
                <a:endParaRPr sz="2000"/>
              </a:p>
            </p:txBody>
          </p:sp>
          <p:sp>
            <p:nvSpPr>
              <p:cNvPr id="402" name="object 240">
                <a:extLst>
                  <a:ext uri="{FF2B5EF4-FFF2-40B4-BE49-F238E27FC236}">
                    <a16:creationId xmlns:a16="http://schemas.microsoft.com/office/drawing/2014/main" id="{64DB0BEC-2A0B-4873-857C-FBEE7D807B0D}"/>
                  </a:ext>
                </a:extLst>
              </p:cNvPr>
              <p:cNvSpPr/>
              <p:nvPr/>
            </p:nvSpPr>
            <p:spPr>
              <a:xfrm>
                <a:off x="4224527" y="37322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3" name="object 241">
                <a:extLst>
                  <a:ext uri="{FF2B5EF4-FFF2-40B4-BE49-F238E27FC236}">
                    <a16:creationId xmlns:a16="http://schemas.microsoft.com/office/drawing/2014/main" id="{CAF41A6E-0A0A-475F-986F-20F7DA681B81}"/>
                  </a:ext>
                </a:extLst>
              </p:cNvPr>
              <p:cNvSpPr/>
              <p:nvPr/>
            </p:nvSpPr>
            <p:spPr>
              <a:xfrm>
                <a:off x="4224527" y="3817621"/>
                <a:ext cx="91440" cy="85342"/>
              </a:xfrm>
              <a:prstGeom prst="rect">
                <a:avLst/>
              </a:prstGeom>
              <a:blipFill>
                <a:blip r:embed="rId73" cstate="print"/>
                <a:stretch>
                  <a:fillRect/>
                </a:stretch>
              </a:blipFill>
            </p:spPr>
            <p:txBody>
              <a:bodyPr wrap="square" lIns="0" tIns="0" rIns="0" bIns="0" rtlCol="0"/>
              <a:lstStyle/>
              <a:p>
                <a:endParaRPr sz="2000"/>
              </a:p>
            </p:txBody>
          </p:sp>
          <p:sp>
            <p:nvSpPr>
              <p:cNvPr id="404" name="object 242">
                <a:extLst>
                  <a:ext uri="{FF2B5EF4-FFF2-40B4-BE49-F238E27FC236}">
                    <a16:creationId xmlns:a16="http://schemas.microsoft.com/office/drawing/2014/main" id="{63640BFA-37D1-4A72-B6EA-DEC0385B57EA}"/>
                  </a:ext>
                </a:extLst>
              </p:cNvPr>
              <p:cNvSpPr/>
              <p:nvPr/>
            </p:nvSpPr>
            <p:spPr>
              <a:xfrm>
                <a:off x="4224527" y="38176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5" name="object 243">
                <a:extLst>
                  <a:ext uri="{FF2B5EF4-FFF2-40B4-BE49-F238E27FC236}">
                    <a16:creationId xmlns:a16="http://schemas.microsoft.com/office/drawing/2014/main" id="{A60CD252-0AF3-4D42-9BC3-2C12723177B3}"/>
                  </a:ext>
                </a:extLst>
              </p:cNvPr>
              <p:cNvSpPr/>
              <p:nvPr/>
            </p:nvSpPr>
            <p:spPr>
              <a:xfrm>
                <a:off x="4588764" y="3560061"/>
                <a:ext cx="91440" cy="86870"/>
              </a:xfrm>
              <a:prstGeom prst="rect">
                <a:avLst/>
              </a:prstGeom>
              <a:blipFill>
                <a:blip r:embed="rId74" cstate="print"/>
                <a:stretch>
                  <a:fillRect/>
                </a:stretch>
              </a:blipFill>
            </p:spPr>
            <p:txBody>
              <a:bodyPr wrap="square" lIns="0" tIns="0" rIns="0" bIns="0" rtlCol="0"/>
              <a:lstStyle/>
              <a:p>
                <a:endParaRPr sz="2000"/>
              </a:p>
            </p:txBody>
          </p:sp>
          <p:sp>
            <p:nvSpPr>
              <p:cNvPr id="406" name="object 244">
                <a:extLst>
                  <a:ext uri="{FF2B5EF4-FFF2-40B4-BE49-F238E27FC236}">
                    <a16:creationId xmlns:a16="http://schemas.microsoft.com/office/drawing/2014/main" id="{84E4AABF-B36A-4347-A5FA-EC1C56CAE031}"/>
                  </a:ext>
                </a:extLst>
              </p:cNvPr>
              <p:cNvSpPr/>
              <p:nvPr/>
            </p:nvSpPr>
            <p:spPr>
              <a:xfrm>
                <a:off x="4588764" y="35600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407" name="object 245">
                <a:extLst>
                  <a:ext uri="{FF2B5EF4-FFF2-40B4-BE49-F238E27FC236}">
                    <a16:creationId xmlns:a16="http://schemas.microsoft.com/office/drawing/2014/main" id="{3870846D-7247-4908-B488-D21FE93BC868}"/>
                  </a:ext>
                </a:extLst>
              </p:cNvPr>
              <p:cNvSpPr/>
              <p:nvPr/>
            </p:nvSpPr>
            <p:spPr>
              <a:xfrm>
                <a:off x="4588764" y="3646933"/>
                <a:ext cx="91440" cy="85342"/>
              </a:xfrm>
              <a:prstGeom prst="rect">
                <a:avLst/>
              </a:prstGeom>
              <a:blipFill>
                <a:blip r:embed="rId75" cstate="print"/>
                <a:stretch>
                  <a:fillRect/>
                </a:stretch>
              </a:blipFill>
            </p:spPr>
            <p:txBody>
              <a:bodyPr wrap="square" lIns="0" tIns="0" rIns="0" bIns="0" rtlCol="0"/>
              <a:lstStyle/>
              <a:p>
                <a:endParaRPr sz="2000"/>
              </a:p>
            </p:txBody>
          </p:sp>
          <p:sp>
            <p:nvSpPr>
              <p:cNvPr id="408" name="object 246">
                <a:extLst>
                  <a:ext uri="{FF2B5EF4-FFF2-40B4-BE49-F238E27FC236}">
                    <a16:creationId xmlns:a16="http://schemas.microsoft.com/office/drawing/2014/main" id="{DED96109-EB40-4731-9205-D296023D0E7A}"/>
                  </a:ext>
                </a:extLst>
              </p:cNvPr>
              <p:cNvSpPr/>
              <p:nvPr/>
            </p:nvSpPr>
            <p:spPr>
              <a:xfrm>
                <a:off x="4588764" y="36469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9" name="object 247">
                <a:extLst>
                  <a:ext uri="{FF2B5EF4-FFF2-40B4-BE49-F238E27FC236}">
                    <a16:creationId xmlns:a16="http://schemas.microsoft.com/office/drawing/2014/main" id="{3CA41B68-C96D-45DB-AAF5-C374423F7530}"/>
                  </a:ext>
                </a:extLst>
              </p:cNvPr>
              <p:cNvSpPr/>
              <p:nvPr/>
            </p:nvSpPr>
            <p:spPr>
              <a:xfrm>
                <a:off x="4588764" y="3732277"/>
                <a:ext cx="91440" cy="85342"/>
              </a:xfrm>
              <a:prstGeom prst="rect">
                <a:avLst/>
              </a:prstGeom>
              <a:blipFill>
                <a:blip r:embed="rId76" cstate="print"/>
                <a:stretch>
                  <a:fillRect/>
                </a:stretch>
              </a:blipFill>
            </p:spPr>
            <p:txBody>
              <a:bodyPr wrap="square" lIns="0" tIns="0" rIns="0" bIns="0" rtlCol="0"/>
              <a:lstStyle/>
              <a:p>
                <a:endParaRPr sz="2000"/>
              </a:p>
            </p:txBody>
          </p:sp>
          <p:sp>
            <p:nvSpPr>
              <p:cNvPr id="410" name="object 248">
                <a:extLst>
                  <a:ext uri="{FF2B5EF4-FFF2-40B4-BE49-F238E27FC236}">
                    <a16:creationId xmlns:a16="http://schemas.microsoft.com/office/drawing/2014/main" id="{9BDE3464-9A40-4CA4-99F4-4039998F30C4}"/>
                  </a:ext>
                </a:extLst>
              </p:cNvPr>
              <p:cNvSpPr/>
              <p:nvPr/>
            </p:nvSpPr>
            <p:spPr>
              <a:xfrm>
                <a:off x="4588764" y="37322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1" name="object 249">
                <a:extLst>
                  <a:ext uri="{FF2B5EF4-FFF2-40B4-BE49-F238E27FC236}">
                    <a16:creationId xmlns:a16="http://schemas.microsoft.com/office/drawing/2014/main" id="{ED29AC29-3F7E-4A0B-B981-EFF3F1B37EBB}"/>
                  </a:ext>
                </a:extLst>
              </p:cNvPr>
              <p:cNvSpPr/>
              <p:nvPr/>
            </p:nvSpPr>
            <p:spPr>
              <a:xfrm>
                <a:off x="4588764" y="3817621"/>
                <a:ext cx="91440" cy="85342"/>
              </a:xfrm>
              <a:prstGeom prst="rect">
                <a:avLst/>
              </a:prstGeom>
              <a:blipFill>
                <a:blip r:embed="rId77" cstate="print"/>
                <a:stretch>
                  <a:fillRect/>
                </a:stretch>
              </a:blipFill>
            </p:spPr>
            <p:txBody>
              <a:bodyPr wrap="square" lIns="0" tIns="0" rIns="0" bIns="0" rtlCol="0"/>
              <a:lstStyle/>
              <a:p>
                <a:endParaRPr sz="2000"/>
              </a:p>
            </p:txBody>
          </p:sp>
          <p:sp>
            <p:nvSpPr>
              <p:cNvPr id="412" name="object 250">
                <a:extLst>
                  <a:ext uri="{FF2B5EF4-FFF2-40B4-BE49-F238E27FC236}">
                    <a16:creationId xmlns:a16="http://schemas.microsoft.com/office/drawing/2014/main" id="{C958F0F4-9EBF-464D-9CC6-3BC38F3AE0A7}"/>
                  </a:ext>
                </a:extLst>
              </p:cNvPr>
              <p:cNvSpPr/>
              <p:nvPr/>
            </p:nvSpPr>
            <p:spPr>
              <a:xfrm>
                <a:off x="4588764" y="38176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3" name="object 251">
                <a:extLst>
                  <a:ext uri="{FF2B5EF4-FFF2-40B4-BE49-F238E27FC236}">
                    <a16:creationId xmlns:a16="http://schemas.microsoft.com/office/drawing/2014/main" id="{1AAEE12B-E4F4-4809-B3D5-E4F00D93DAFD}"/>
                  </a:ext>
                </a:extLst>
              </p:cNvPr>
              <p:cNvSpPr/>
              <p:nvPr/>
            </p:nvSpPr>
            <p:spPr>
              <a:xfrm>
                <a:off x="4405883" y="3560061"/>
                <a:ext cx="92962" cy="86870"/>
              </a:xfrm>
              <a:prstGeom prst="rect">
                <a:avLst/>
              </a:prstGeom>
              <a:blipFill>
                <a:blip r:embed="rId78" cstate="print"/>
                <a:stretch>
                  <a:fillRect/>
                </a:stretch>
              </a:blipFill>
            </p:spPr>
            <p:txBody>
              <a:bodyPr wrap="square" lIns="0" tIns="0" rIns="0" bIns="0" rtlCol="0"/>
              <a:lstStyle/>
              <a:p>
                <a:endParaRPr sz="2000"/>
              </a:p>
            </p:txBody>
          </p:sp>
          <p:sp>
            <p:nvSpPr>
              <p:cNvPr id="414" name="object 252">
                <a:extLst>
                  <a:ext uri="{FF2B5EF4-FFF2-40B4-BE49-F238E27FC236}">
                    <a16:creationId xmlns:a16="http://schemas.microsoft.com/office/drawing/2014/main" id="{3D94B72D-CFCB-4FAE-A7E6-BB00578BD54C}"/>
                  </a:ext>
                </a:extLst>
              </p:cNvPr>
              <p:cNvSpPr/>
              <p:nvPr/>
            </p:nvSpPr>
            <p:spPr>
              <a:xfrm>
                <a:off x="4405883" y="3560061"/>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415" name="object 253">
                <a:extLst>
                  <a:ext uri="{FF2B5EF4-FFF2-40B4-BE49-F238E27FC236}">
                    <a16:creationId xmlns:a16="http://schemas.microsoft.com/office/drawing/2014/main" id="{DFFE4366-C325-4992-9F3B-408FF5580857}"/>
                  </a:ext>
                </a:extLst>
              </p:cNvPr>
              <p:cNvSpPr/>
              <p:nvPr/>
            </p:nvSpPr>
            <p:spPr>
              <a:xfrm>
                <a:off x="4405883" y="3646933"/>
                <a:ext cx="92962" cy="85342"/>
              </a:xfrm>
              <a:prstGeom prst="rect">
                <a:avLst/>
              </a:prstGeom>
              <a:blipFill>
                <a:blip r:embed="rId79" cstate="print"/>
                <a:stretch>
                  <a:fillRect/>
                </a:stretch>
              </a:blipFill>
            </p:spPr>
            <p:txBody>
              <a:bodyPr wrap="square" lIns="0" tIns="0" rIns="0" bIns="0" rtlCol="0"/>
              <a:lstStyle/>
              <a:p>
                <a:endParaRPr sz="2000"/>
              </a:p>
            </p:txBody>
          </p:sp>
          <p:sp>
            <p:nvSpPr>
              <p:cNvPr id="416" name="object 254">
                <a:extLst>
                  <a:ext uri="{FF2B5EF4-FFF2-40B4-BE49-F238E27FC236}">
                    <a16:creationId xmlns:a16="http://schemas.microsoft.com/office/drawing/2014/main" id="{EF5E900E-167B-4211-A06B-D4FA7D5318B5}"/>
                  </a:ext>
                </a:extLst>
              </p:cNvPr>
              <p:cNvSpPr/>
              <p:nvPr/>
            </p:nvSpPr>
            <p:spPr>
              <a:xfrm>
                <a:off x="4405883" y="36469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7" name="object 255">
                <a:extLst>
                  <a:ext uri="{FF2B5EF4-FFF2-40B4-BE49-F238E27FC236}">
                    <a16:creationId xmlns:a16="http://schemas.microsoft.com/office/drawing/2014/main" id="{36C2FC2D-83A6-4BEB-A211-AB3C3A371206}"/>
                  </a:ext>
                </a:extLst>
              </p:cNvPr>
              <p:cNvSpPr/>
              <p:nvPr/>
            </p:nvSpPr>
            <p:spPr>
              <a:xfrm>
                <a:off x="4405883" y="3732277"/>
                <a:ext cx="92962" cy="85342"/>
              </a:xfrm>
              <a:prstGeom prst="rect">
                <a:avLst/>
              </a:prstGeom>
              <a:blipFill>
                <a:blip r:embed="rId80" cstate="print"/>
                <a:stretch>
                  <a:fillRect/>
                </a:stretch>
              </a:blipFill>
            </p:spPr>
            <p:txBody>
              <a:bodyPr wrap="square" lIns="0" tIns="0" rIns="0" bIns="0" rtlCol="0"/>
              <a:lstStyle/>
              <a:p>
                <a:endParaRPr sz="2000"/>
              </a:p>
            </p:txBody>
          </p:sp>
          <p:sp>
            <p:nvSpPr>
              <p:cNvPr id="418" name="object 256">
                <a:extLst>
                  <a:ext uri="{FF2B5EF4-FFF2-40B4-BE49-F238E27FC236}">
                    <a16:creationId xmlns:a16="http://schemas.microsoft.com/office/drawing/2014/main" id="{F97FBBDE-12FE-457F-8B05-C270498684C7}"/>
                  </a:ext>
                </a:extLst>
              </p:cNvPr>
              <p:cNvSpPr/>
              <p:nvPr/>
            </p:nvSpPr>
            <p:spPr>
              <a:xfrm>
                <a:off x="4405883" y="37322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9" name="object 257">
                <a:extLst>
                  <a:ext uri="{FF2B5EF4-FFF2-40B4-BE49-F238E27FC236}">
                    <a16:creationId xmlns:a16="http://schemas.microsoft.com/office/drawing/2014/main" id="{9E3F6EB4-B3CF-42C8-AD3E-69BF841BF7EC}"/>
                  </a:ext>
                </a:extLst>
              </p:cNvPr>
              <p:cNvSpPr/>
              <p:nvPr/>
            </p:nvSpPr>
            <p:spPr>
              <a:xfrm>
                <a:off x="4405883" y="3817621"/>
                <a:ext cx="92962" cy="85342"/>
              </a:xfrm>
              <a:prstGeom prst="rect">
                <a:avLst/>
              </a:prstGeom>
              <a:blipFill>
                <a:blip r:embed="rId81" cstate="print"/>
                <a:stretch>
                  <a:fillRect/>
                </a:stretch>
              </a:blipFill>
            </p:spPr>
            <p:txBody>
              <a:bodyPr wrap="square" lIns="0" tIns="0" rIns="0" bIns="0" rtlCol="0"/>
              <a:lstStyle/>
              <a:p>
                <a:endParaRPr sz="2000"/>
              </a:p>
            </p:txBody>
          </p:sp>
          <p:sp>
            <p:nvSpPr>
              <p:cNvPr id="420" name="object 258">
                <a:extLst>
                  <a:ext uri="{FF2B5EF4-FFF2-40B4-BE49-F238E27FC236}">
                    <a16:creationId xmlns:a16="http://schemas.microsoft.com/office/drawing/2014/main" id="{5D4439CF-96DF-41CE-8F4E-CB79E730D2D4}"/>
                  </a:ext>
                </a:extLst>
              </p:cNvPr>
              <p:cNvSpPr/>
              <p:nvPr/>
            </p:nvSpPr>
            <p:spPr>
              <a:xfrm>
                <a:off x="4405883" y="38176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1" name="object 259">
                <a:extLst>
                  <a:ext uri="{FF2B5EF4-FFF2-40B4-BE49-F238E27FC236}">
                    <a16:creationId xmlns:a16="http://schemas.microsoft.com/office/drawing/2014/main" id="{F508A890-29D7-4BBE-80B0-4DA6A10DAEDE}"/>
                  </a:ext>
                </a:extLst>
              </p:cNvPr>
              <p:cNvSpPr/>
              <p:nvPr/>
            </p:nvSpPr>
            <p:spPr>
              <a:xfrm>
                <a:off x="4498848" y="3560061"/>
                <a:ext cx="91440" cy="86870"/>
              </a:xfrm>
              <a:prstGeom prst="rect">
                <a:avLst/>
              </a:prstGeom>
              <a:blipFill>
                <a:blip r:embed="rId82" cstate="print"/>
                <a:stretch>
                  <a:fillRect/>
                </a:stretch>
              </a:blipFill>
            </p:spPr>
            <p:txBody>
              <a:bodyPr wrap="square" lIns="0" tIns="0" rIns="0" bIns="0" rtlCol="0"/>
              <a:lstStyle/>
              <a:p>
                <a:endParaRPr sz="2000"/>
              </a:p>
            </p:txBody>
          </p:sp>
          <p:sp>
            <p:nvSpPr>
              <p:cNvPr id="422" name="object 260">
                <a:extLst>
                  <a:ext uri="{FF2B5EF4-FFF2-40B4-BE49-F238E27FC236}">
                    <a16:creationId xmlns:a16="http://schemas.microsoft.com/office/drawing/2014/main" id="{8CF95A6D-9E1F-4966-AB16-54C2251171BB}"/>
                  </a:ext>
                </a:extLst>
              </p:cNvPr>
              <p:cNvSpPr/>
              <p:nvPr/>
            </p:nvSpPr>
            <p:spPr>
              <a:xfrm>
                <a:off x="4498848" y="35600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423" name="object 261">
                <a:extLst>
                  <a:ext uri="{FF2B5EF4-FFF2-40B4-BE49-F238E27FC236}">
                    <a16:creationId xmlns:a16="http://schemas.microsoft.com/office/drawing/2014/main" id="{C6827E71-5B19-4010-BA82-745B6A48D335}"/>
                  </a:ext>
                </a:extLst>
              </p:cNvPr>
              <p:cNvSpPr/>
              <p:nvPr/>
            </p:nvSpPr>
            <p:spPr>
              <a:xfrm>
                <a:off x="4498848" y="3646933"/>
                <a:ext cx="91440" cy="85342"/>
              </a:xfrm>
              <a:prstGeom prst="rect">
                <a:avLst/>
              </a:prstGeom>
              <a:blipFill>
                <a:blip r:embed="rId83" cstate="print"/>
                <a:stretch>
                  <a:fillRect/>
                </a:stretch>
              </a:blipFill>
            </p:spPr>
            <p:txBody>
              <a:bodyPr wrap="square" lIns="0" tIns="0" rIns="0" bIns="0" rtlCol="0"/>
              <a:lstStyle/>
              <a:p>
                <a:endParaRPr sz="2000"/>
              </a:p>
            </p:txBody>
          </p:sp>
          <p:sp>
            <p:nvSpPr>
              <p:cNvPr id="424" name="object 262">
                <a:extLst>
                  <a:ext uri="{FF2B5EF4-FFF2-40B4-BE49-F238E27FC236}">
                    <a16:creationId xmlns:a16="http://schemas.microsoft.com/office/drawing/2014/main" id="{872483EA-CE4E-47EC-8C6E-CB03B0953C6F}"/>
                  </a:ext>
                </a:extLst>
              </p:cNvPr>
              <p:cNvSpPr/>
              <p:nvPr/>
            </p:nvSpPr>
            <p:spPr>
              <a:xfrm>
                <a:off x="4498848" y="36469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5" name="object 263">
                <a:extLst>
                  <a:ext uri="{FF2B5EF4-FFF2-40B4-BE49-F238E27FC236}">
                    <a16:creationId xmlns:a16="http://schemas.microsoft.com/office/drawing/2014/main" id="{EA19D3AB-47F5-4B43-B784-0272296F90B0}"/>
                  </a:ext>
                </a:extLst>
              </p:cNvPr>
              <p:cNvSpPr/>
              <p:nvPr/>
            </p:nvSpPr>
            <p:spPr>
              <a:xfrm>
                <a:off x="4498848" y="3732277"/>
                <a:ext cx="91440" cy="85342"/>
              </a:xfrm>
              <a:prstGeom prst="rect">
                <a:avLst/>
              </a:prstGeom>
              <a:blipFill>
                <a:blip r:embed="rId84" cstate="print"/>
                <a:stretch>
                  <a:fillRect/>
                </a:stretch>
              </a:blipFill>
            </p:spPr>
            <p:txBody>
              <a:bodyPr wrap="square" lIns="0" tIns="0" rIns="0" bIns="0" rtlCol="0"/>
              <a:lstStyle/>
              <a:p>
                <a:endParaRPr sz="2000"/>
              </a:p>
            </p:txBody>
          </p:sp>
          <p:sp>
            <p:nvSpPr>
              <p:cNvPr id="426" name="object 264">
                <a:extLst>
                  <a:ext uri="{FF2B5EF4-FFF2-40B4-BE49-F238E27FC236}">
                    <a16:creationId xmlns:a16="http://schemas.microsoft.com/office/drawing/2014/main" id="{C3A6A803-5266-4865-8D5D-2F8B173C73B3}"/>
                  </a:ext>
                </a:extLst>
              </p:cNvPr>
              <p:cNvSpPr/>
              <p:nvPr/>
            </p:nvSpPr>
            <p:spPr>
              <a:xfrm>
                <a:off x="4498848" y="37322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7" name="object 265">
                <a:extLst>
                  <a:ext uri="{FF2B5EF4-FFF2-40B4-BE49-F238E27FC236}">
                    <a16:creationId xmlns:a16="http://schemas.microsoft.com/office/drawing/2014/main" id="{48095442-0B80-46D8-B301-B13BCA85B219}"/>
                  </a:ext>
                </a:extLst>
              </p:cNvPr>
              <p:cNvSpPr/>
              <p:nvPr/>
            </p:nvSpPr>
            <p:spPr>
              <a:xfrm>
                <a:off x="4498848" y="3817621"/>
                <a:ext cx="91440" cy="85342"/>
              </a:xfrm>
              <a:prstGeom prst="rect">
                <a:avLst/>
              </a:prstGeom>
              <a:blipFill>
                <a:blip r:embed="rId85" cstate="print"/>
                <a:stretch>
                  <a:fillRect/>
                </a:stretch>
              </a:blipFill>
            </p:spPr>
            <p:txBody>
              <a:bodyPr wrap="square" lIns="0" tIns="0" rIns="0" bIns="0" rtlCol="0"/>
              <a:lstStyle/>
              <a:p>
                <a:endParaRPr sz="2000"/>
              </a:p>
            </p:txBody>
          </p:sp>
          <p:sp>
            <p:nvSpPr>
              <p:cNvPr id="428" name="object 266">
                <a:extLst>
                  <a:ext uri="{FF2B5EF4-FFF2-40B4-BE49-F238E27FC236}">
                    <a16:creationId xmlns:a16="http://schemas.microsoft.com/office/drawing/2014/main" id="{C065B861-1CA7-4AA2-874D-DD14BC32A7BD}"/>
                  </a:ext>
                </a:extLst>
              </p:cNvPr>
              <p:cNvSpPr/>
              <p:nvPr/>
            </p:nvSpPr>
            <p:spPr>
              <a:xfrm>
                <a:off x="4498848" y="38176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9" name="object 267">
                <a:extLst>
                  <a:ext uri="{FF2B5EF4-FFF2-40B4-BE49-F238E27FC236}">
                    <a16:creationId xmlns:a16="http://schemas.microsoft.com/office/drawing/2014/main" id="{CCB1E1E7-D789-4BF5-B6E2-D42C2F08F24A}"/>
                  </a:ext>
                </a:extLst>
              </p:cNvPr>
              <p:cNvSpPr/>
              <p:nvPr/>
            </p:nvSpPr>
            <p:spPr>
              <a:xfrm>
                <a:off x="2357627" y="3557018"/>
                <a:ext cx="92967" cy="86865"/>
              </a:xfrm>
              <a:prstGeom prst="rect">
                <a:avLst/>
              </a:prstGeom>
              <a:blipFill>
                <a:blip r:embed="rId86" cstate="print"/>
                <a:stretch>
                  <a:fillRect/>
                </a:stretch>
              </a:blipFill>
            </p:spPr>
            <p:txBody>
              <a:bodyPr wrap="square" lIns="0" tIns="0" rIns="0" bIns="0" rtlCol="0"/>
              <a:lstStyle/>
              <a:p>
                <a:endParaRPr sz="2000"/>
              </a:p>
            </p:txBody>
          </p:sp>
          <p:sp>
            <p:nvSpPr>
              <p:cNvPr id="430" name="object 268">
                <a:extLst>
                  <a:ext uri="{FF2B5EF4-FFF2-40B4-BE49-F238E27FC236}">
                    <a16:creationId xmlns:a16="http://schemas.microsoft.com/office/drawing/2014/main" id="{02489F49-5997-4F30-BD2D-F3F792F63167}"/>
                  </a:ext>
                </a:extLst>
              </p:cNvPr>
              <p:cNvSpPr/>
              <p:nvPr/>
            </p:nvSpPr>
            <p:spPr>
              <a:xfrm>
                <a:off x="2357627" y="3557018"/>
                <a:ext cx="93345" cy="86995"/>
              </a:xfrm>
              <a:custGeom>
                <a:avLst/>
                <a:gdLst/>
                <a:ahLst/>
                <a:cxnLst/>
                <a:rect l="l" t="t" r="r" b="b"/>
                <a:pathLst>
                  <a:path w="93344"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sz="2000"/>
              </a:p>
            </p:txBody>
          </p:sp>
          <p:sp>
            <p:nvSpPr>
              <p:cNvPr id="431" name="object 269">
                <a:extLst>
                  <a:ext uri="{FF2B5EF4-FFF2-40B4-BE49-F238E27FC236}">
                    <a16:creationId xmlns:a16="http://schemas.microsoft.com/office/drawing/2014/main" id="{47A17B58-536B-44E2-AD64-5D6048FD0CBA}"/>
                  </a:ext>
                </a:extLst>
              </p:cNvPr>
              <p:cNvSpPr/>
              <p:nvPr/>
            </p:nvSpPr>
            <p:spPr>
              <a:xfrm>
                <a:off x="2357627" y="3643885"/>
                <a:ext cx="92967" cy="85342"/>
              </a:xfrm>
              <a:prstGeom prst="rect">
                <a:avLst/>
              </a:prstGeom>
              <a:blipFill>
                <a:blip r:embed="rId87" cstate="print"/>
                <a:stretch>
                  <a:fillRect/>
                </a:stretch>
              </a:blipFill>
            </p:spPr>
            <p:txBody>
              <a:bodyPr wrap="square" lIns="0" tIns="0" rIns="0" bIns="0" rtlCol="0"/>
              <a:lstStyle/>
              <a:p>
                <a:endParaRPr sz="2000"/>
              </a:p>
            </p:txBody>
          </p:sp>
          <p:sp>
            <p:nvSpPr>
              <p:cNvPr id="432" name="object 270">
                <a:extLst>
                  <a:ext uri="{FF2B5EF4-FFF2-40B4-BE49-F238E27FC236}">
                    <a16:creationId xmlns:a16="http://schemas.microsoft.com/office/drawing/2014/main" id="{AAAEA8F7-6A1B-4C62-B588-EECB548ADF07}"/>
                  </a:ext>
                </a:extLst>
              </p:cNvPr>
              <p:cNvSpPr/>
              <p:nvPr/>
            </p:nvSpPr>
            <p:spPr>
              <a:xfrm>
                <a:off x="2357627" y="3643885"/>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3" name="object 271">
                <a:extLst>
                  <a:ext uri="{FF2B5EF4-FFF2-40B4-BE49-F238E27FC236}">
                    <a16:creationId xmlns:a16="http://schemas.microsoft.com/office/drawing/2014/main" id="{81B005BB-A471-4ED3-9D4C-787627922D82}"/>
                  </a:ext>
                </a:extLst>
              </p:cNvPr>
              <p:cNvSpPr/>
              <p:nvPr/>
            </p:nvSpPr>
            <p:spPr>
              <a:xfrm>
                <a:off x="2357627" y="3729224"/>
                <a:ext cx="92967" cy="85347"/>
              </a:xfrm>
              <a:prstGeom prst="rect">
                <a:avLst/>
              </a:prstGeom>
              <a:blipFill>
                <a:blip r:embed="rId88" cstate="print"/>
                <a:stretch>
                  <a:fillRect/>
                </a:stretch>
              </a:blipFill>
            </p:spPr>
            <p:txBody>
              <a:bodyPr wrap="square" lIns="0" tIns="0" rIns="0" bIns="0" rtlCol="0"/>
              <a:lstStyle/>
              <a:p>
                <a:endParaRPr sz="2000"/>
              </a:p>
            </p:txBody>
          </p:sp>
          <p:sp>
            <p:nvSpPr>
              <p:cNvPr id="434" name="object 272">
                <a:extLst>
                  <a:ext uri="{FF2B5EF4-FFF2-40B4-BE49-F238E27FC236}">
                    <a16:creationId xmlns:a16="http://schemas.microsoft.com/office/drawing/2014/main" id="{5064ACF6-39B4-45A3-A418-5BE4CD639342}"/>
                  </a:ext>
                </a:extLst>
              </p:cNvPr>
              <p:cNvSpPr/>
              <p:nvPr/>
            </p:nvSpPr>
            <p:spPr>
              <a:xfrm>
                <a:off x="2357627" y="3729224"/>
                <a:ext cx="93345" cy="85725"/>
              </a:xfrm>
              <a:custGeom>
                <a:avLst/>
                <a:gdLst/>
                <a:ahLst/>
                <a:cxnLst/>
                <a:rect l="l" t="t" r="r" b="b"/>
                <a:pathLst>
                  <a:path w="93344"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35" name="object 273">
                <a:extLst>
                  <a:ext uri="{FF2B5EF4-FFF2-40B4-BE49-F238E27FC236}">
                    <a16:creationId xmlns:a16="http://schemas.microsoft.com/office/drawing/2014/main" id="{2AA43E2C-EC98-4182-86C7-A342EBC9F961}"/>
                  </a:ext>
                </a:extLst>
              </p:cNvPr>
              <p:cNvSpPr/>
              <p:nvPr/>
            </p:nvSpPr>
            <p:spPr>
              <a:xfrm>
                <a:off x="2357627" y="3814573"/>
                <a:ext cx="92967" cy="85342"/>
              </a:xfrm>
              <a:prstGeom prst="rect">
                <a:avLst/>
              </a:prstGeom>
              <a:blipFill>
                <a:blip r:embed="rId89" cstate="print"/>
                <a:stretch>
                  <a:fillRect/>
                </a:stretch>
              </a:blipFill>
            </p:spPr>
            <p:txBody>
              <a:bodyPr wrap="square" lIns="0" tIns="0" rIns="0" bIns="0" rtlCol="0"/>
              <a:lstStyle/>
              <a:p>
                <a:endParaRPr sz="2000"/>
              </a:p>
            </p:txBody>
          </p:sp>
          <p:sp>
            <p:nvSpPr>
              <p:cNvPr id="436" name="object 274">
                <a:extLst>
                  <a:ext uri="{FF2B5EF4-FFF2-40B4-BE49-F238E27FC236}">
                    <a16:creationId xmlns:a16="http://schemas.microsoft.com/office/drawing/2014/main" id="{0AC10926-735F-42B9-9F12-A3E3D3C28EBA}"/>
                  </a:ext>
                </a:extLst>
              </p:cNvPr>
              <p:cNvSpPr/>
              <p:nvPr/>
            </p:nvSpPr>
            <p:spPr>
              <a:xfrm>
                <a:off x="2357627" y="3814573"/>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7" name="object 275">
                <a:extLst>
                  <a:ext uri="{FF2B5EF4-FFF2-40B4-BE49-F238E27FC236}">
                    <a16:creationId xmlns:a16="http://schemas.microsoft.com/office/drawing/2014/main" id="{F79654CC-0C44-407B-8F13-D32D7BDAF443}"/>
                  </a:ext>
                </a:extLst>
              </p:cNvPr>
              <p:cNvSpPr/>
              <p:nvPr/>
            </p:nvSpPr>
            <p:spPr>
              <a:xfrm>
                <a:off x="2450591" y="3557018"/>
                <a:ext cx="91440" cy="86865"/>
              </a:xfrm>
              <a:prstGeom prst="rect">
                <a:avLst/>
              </a:prstGeom>
              <a:blipFill>
                <a:blip r:embed="rId90" cstate="print"/>
                <a:stretch>
                  <a:fillRect/>
                </a:stretch>
              </a:blipFill>
            </p:spPr>
            <p:txBody>
              <a:bodyPr wrap="square" lIns="0" tIns="0" rIns="0" bIns="0" rtlCol="0"/>
              <a:lstStyle/>
              <a:p>
                <a:endParaRPr sz="2000"/>
              </a:p>
            </p:txBody>
          </p:sp>
          <p:sp>
            <p:nvSpPr>
              <p:cNvPr id="438" name="object 276">
                <a:extLst>
                  <a:ext uri="{FF2B5EF4-FFF2-40B4-BE49-F238E27FC236}">
                    <a16:creationId xmlns:a16="http://schemas.microsoft.com/office/drawing/2014/main" id="{0B21EC57-4D69-40C7-AF0A-49F08DA00C94}"/>
                  </a:ext>
                </a:extLst>
              </p:cNvPr>
              <p:cNvSpPr/>
              <p:nvPr/>
            </p:nvSpPr>
            <p:spPr>
              <a:xfrm>
                <a:off x="2450591" y="3557018"/>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439" name="object 277">
                <a:extLst>
                  <a:ext uri="{FF2B5EF4-FFF2-40B4-BE49-F238E27FC236}">
                    <a16:creationId xmlns:a16="http://schemas.microsoft.com/office/drawing/2014/main" id="{DD106939-74E6-4094-BADA-7301824FAB8B}"/>
                  </a:ext>
                </a:extLst>
              </p:cNvPr>
              <p:cNvSpPr/>
              <p:nvPr/>
            </p:nvSpPr>
            <p:spPr>
              <a:xfrm>
                <a:off x="2450591" y="3643885"/>
                <a:ext cx="91440" cy="85342"/>
              </a:xfrm>
              <a:prstGeom prst="rect">
                <a:avLst/>
              </a:prstGeom>
              <a:blipFill>
                <a:blip r:embed="rId91" cstate="print"/>
                <a:stretch>
                  <a:fillRect/>
                </a:stretch>
              </a:blipFill>
            </p:spPr>
            <p:txBody>
              <a:bodyPr wrap="square" lIns="0" tIns="0" rIns="0" bIns="0" rtlCol="0"/>
              <a:lstStyle/>
              <a:p>
                <a:endParaRPr sz="2000"/>
              </a:p>
            </p:txBody>
          </p:sp>
          <p:sp>
            <p:nvSpPr>
              <p:cNvPr id="440" name="object 278">
                <a:extLst>
                  <a:ext uri="{FF2B5EF4-FFF2-40B4-BE49-F238E27FC236}">
                    <a16:creationId xmlns:a16="http://schemas.microsoft.com/office/drawing/2014/main" id="{58F803EF-F679-480B-8173-4F889748156D}"/>
                  </a:ext>
                </a:extLst>
              </p:cNvPr>
              <p:cNvSpPr/>
              <p:nvPr/>
            </p:nvSpPr>
            <p:spPr>
              <a:xfrm>
                <a:off x="2450591" y="364388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1" name="object 279">
                <a:extLst>
                  <a:ext uri="{FF2B5EF4-FFF2-40B4-BE49-F238E27FC236}">
                    <a16:creationId xmlns:a16="http://schemas.microsoft.com/office/drawing/2014/main" id="{D9EB4C4A-1D6E-4E86-938C-4E422D7D7DCE}"/>
                  </a:ext>
                </a:extLst>
              </p:cNvPr>
              <p:cNvSpPr/>
              <p:nvPr/>
            </p:nvSpPr>
            <p:spPr>
              <a:xfrm>
                <a:off x="2450591" y="3729224"/>
                <a:ext cx="91440" cy="85347"/>
              </a:xfrm>
              <a:prstGeom prst="rect">
                <a:avLst/>
              </a:prstGeom>
              <a:blipFill>
                <a:blip r:embed="rId92" cstate="print"/>
                <a:stretch>
                  <a:fillRect/>
                </a:stretch>
              </a:blipFill>
            </p:spPr>
            <p:txBody>
              <a:bodyPr wrap="square" lIns="0" tIns="0" rIns="0" bIns="0" rtlCol="0"/>
              <a:lstStyle/>
              <a:p>
                <a:endParaRPr sz="2000"/>
              </a:p>
            </p:txBody>
          </p:sp>
          <p:sp>
            <p:nvSpPr>
              <p:cNvPr id="442" name="object 280">
                <a:extLst>
                  <a:ext uri="{FF2B5EF4-FFF2-40B4-BE49-F238E27FC236}">
                    <a16:creationId xmlns:a16="http://schemas.microsoft.com/office/drawing/2014/main" id="{63C38A04-E341-4BAD-BAFE-82504275A42B}"/>
                  </a:ext>
                </a:extLst>
              </p:cNvPr>
              <p:cNvSpPr/>
              <p:nvPr/>
            </p:nvSpPr>
            <p:spPr>
              <a:xfrm>
                <a:off x="2450591" y="37292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43" name="object 281">
                <a:extLst>
                  <a:ext uri="{FF2B5EF4-FFF2-40B4-BE49-F238E27FC236}">
                    <a16:creationId xmlns:a16="http://schemas.microsoft.com/office/drawing/2014/main" id="{2ADE0C64-D111-4E89-B2A2-B189A8D8ED4F}"/>
                  </a:ext>
                </a:extLst>
              </p:cNvPr>
              <p:cNvSpPr/>
              <p:nvPr/>
            </p:nvSpPr>
            <p:spPr>
              <a:xfrm>
                <a:off x="2450591" y="3814573"/>
                <a:ext cx="91440" cy="85342"/>
              </a:xfrm>
              <a:prstGeom prst="rect">
                <a:avLst/>
              </a:prstGeom>
              <a:blipFill>
                <a:blip r:embed="rId93" cstate="print"/>
                <a:stretch>
                  <a:fillRect/>
                </a:stretch>
              </a:blipFill>
            </p:spPr>
            <p:txBody>
              <a:bodyPr wrap="square" lIns="0" tIns="0" rIns="0" bIns="0" rtlCol="0"/>
              <a:lstStyle/>
              <a:p>
                <a:endParaRPr sz="2000"/>
              </a:p>
            </p:txBody>
          </p:sp>
          <p:sp>
            <p:nvSpPr>
              <p:cNvPr id="444" name="object 282">
                <a:extLst>
                  <a:ext uri="{FF2B5EF4-FFF2-40B4-BE49-F238E27FC236}">
                    <a16:creationId xmlns:a16="http://schemas.microsoft.com/office/drawing/2014/main" id="{308E65DD-E6FD-4BC5-8922-C9F8A3F1EE37}"/>
                  </a:ext>
                </a:extLst>
              </p:cNvPr>
              <p:cNvSpPr/>
              <p:nvPr/>
            </p:nvSpPr>
            <p:spPr>
              <a:xfrm>
                <a:off x="2450591" y="381457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5" name="object 283">
                <a:extLst>
                  <a:ext uri="{FF2B5EF4-FFF2-40B4-BE49-F238E27FC236}">
                    <a16:creationId xmlns:a16="http://schemas.microsoft.com/office/drawing/2014/main" id="{9817ED8A-D939-4A82-86C4-81DED9F9FED1}"/>
                  </a:ext>
                </a:extLst>
              </p:cNvPr>
              <p:cNvSpPr/>
              <p:nvPr/>
            </p:nvSpPr>
            <p:spPr>
              <a:xfrm>
                <a:off x="2866644" y="3651505"/>
                <a:ext cx="86995" cy="93345"/>
              </a:xfrm>
              <a:custGeom>
                <a:avLst/>
                <a:gdLst/>
                <a:ahLst/>
                <a:cxnLst/>
                <a:rect l="l" t="t" r="r" b="b"/>
                <a:pathLst>
                  <a:path w="86994" h="93345">
                    <a:moveTo>
                      <a:pt x="86870" y="0"/>
                    </a:moveTo>
                    <a:lnTo>
                      <a:pt x="0" y="0"/>
                    </a:lnTo>
                    <a:lnTo>
                      <a:pt x="0" y="92962"/>
                    </a:lnTo>
                    <a:lnTo>
                      <a:pt x="86870" y="92962"/>
                    </a:lnTo>
                    <a:lnTo>
                      <a:pt x="86870" y="0"/>
                    </a:lnTo>
                    <a:close/>
                  </a:path>
                </a:pathLst>
              </a:custGeom>
              <a:solidFill>
                <a:srgbClr val="FFFD96"/>
              </a:solidFill>
            </p:spPr>
            <p:txBody>
              <a:bodyPr wrap="square" lIns="0" tIns="0" rIns="0" bIns="0" rtlCol="0"/>
              <a:lstStyle/>
              <a:p>
                <a:endParaRPr sz="2000"/>
              </a:p>
            </p:txBody>
          </p:sp>
          <p:sp>
            <p:nvSpPr>
              <p:cNvPr id="446" name="object 284">
                <a:extLst>
                  <a:ext uri="{FF2B5EF4-FFF2-40B4-BE49-F238E27FC236}">
                    <a16:creationId xmlns:a16="http://schemas.microsoft.com/office/drawing/2014/main" id="{8A0553CF-5FEB-48D0-8D12-27B80946DA41}"/>
                  </a:ext>
                </a:extLst>
              </p:cNvPr>
              <p:cNvSpPr/>
              <p:nvPr/>
            </p:nvSpPr>
            <p:spPr>
              <a:xfrm>
                <a:off x="2866644" y="3651505"/>
                <a:ext cx="86995" cy="93345"/>
              </a:xfrm>
              <a:custGeom>
                <a:avLst/>
                <a:gdLst/>
                <a:ahLst/>
                <a:cxnLst/>
                <a:rect l="l" t="t" r="r" b="b"/>
                <a:pathLst>
                  <a:path w="86994" h="93345">
                    <a:moveTo>
                      <a:pt x="0" y="92962"/>
                    </a:moveTo>
                    <a:lnTo>
                      <a:pt x="86870" y="92962"/>
                    </a:lnTo>
                    <a:lnTo>
                      <a:pt x="86870"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47" name="object 285">
                <a:extLst>
                  <a:ext uri="{FF2B5EF4-FFF2-40B4-BE49-F238E27FC236}">
                    <a16:creationId xmlns:a16="http://schemas.microsoft.com/office/drawing/2014/main" id="{5638C3FB-A98E-43D4-90AA-965C47656B31}"/>
                  </a:ext>
                </a:extLst>
              </p:cNvPr>
              <p:cNvSpPr/>
              <p:nvPr/>
            </p:nvSpPr>
            <p:spPr>
              <a:xfrm>
                <a:off x="2953512" y="36515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448" name="object 286">
                <a:extLst>
                  <a:ext uri="{FF2B5EF4-FFF2-40B4-BE49-F238E27FC236}">
                    <a16:creationId xmlns:a16="http://schemas.microsoft.com/office/drawing/2014/main" id="{6FE00D5A-0EA8-4631-A1BE-1A6C3A56DC3E}"/>
                  </a:ext>
                </a:extLst>
              </p:cNvPr>
              <p:cNvSpPr/>
              <p:nvPr/>
            </p:nvSpPr>
            <p:spPr>
              <a:xfrm>
                <a:off x="2953512" y="36515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49" name="object 287">
                <a:extLst>
                  <a:ext uri="{FF2B5EF4-FFF2-40B4-BE49-F238E27FC236}">
                    <a16:creationId xmlns:a16="http://schemas.microsoft.com/office/drawing/2014/main" id="{7AC05D7E-2AC2-4482-A18E-9E95BACB9E8E}"/>
                  </a:ext>
                </a:extLst>
              </p:cNvPr>
              <p:cNvSpPr/>
              <p:nvPr/>
            </p:nvSpPr>
            <p:spPr>
              <a:xfrm>
                <a:off x="3038855" y="36515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450" name="object 288">
                <a:extLst>
                  <a:ext uri="{FF2B5EF4-FFF2-40B4-BE49-F238E27FC236}">
                    <a16:creationId xmlns:a16="http://schemas.microsoft.com/office/drawing/2014/main" id="{2D5A52F5-C52B-418F-A71A-EDAC3E34499B}"/>
                  </a:ext>
                </a:extLst>
              </p:cNvPr>
              <p:cNvSpPr/>
              <p:nvPr/>
            </p:nvSpPr>
            <p:spPr>
              <a:xfrm>
                <a:off x="3038855" y="36515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51" name="object 289">
                <a:extLst>
                  <a:ext uri="{FF2B5EF4-FFF2-40B4-BE49-F238E27FC236}">
                    <a16:creationId xmlns:a16="http://schemas.microsoft.com/office/drawing/2014/main" id="{2EA6976F-4C6F-461A-A530-3F0A15A94C5E}"/>
                  </a:ext>
                </a:extLst>
              </p:cNvPr>
              <p:cNvSpPr/>
              <p:nvPr/>
            </p:nvSpPr>
            <p:spPr>
              <a:xfrm>
                <a:off x="3124200" y="36515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452" name="object 290">
                <a:extLst>
                  <a:ext uri="{FF2B5EF4-FFF2-40B4-BE49-F238E27FC236}">
                    <a16:creationId xmlns:a16="http://schemas.microsoft.com/office/drawing/2014/main" id="{94FFEA05-1AC3-47FF-B4FC-961A7AAA3093}"/>
                  </a:ext>
                </a:extLst>
              </p:cNvPr>
              <p:cNvSpPr/>
              <p:nvPr/>
            </p:nvSpPr>
            <p:spPr>
              <a:xfrm>
                <a:off x="3124200" y="36515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53" name="object 291">
                <a:extLst>
                  <a:ext uri="{FF2B5EF4-FFF2-40B4-BE49-F238E27FC236}">
                    <a16:creationId xmlns:a16="http://schemas.microsoft.com/office/drawing/2014/main" id="{5E500CF1-487B-4A51-A8A8-24880ACF2273}"/>
                  </a:ext>
                </a:extLst>
              </p:cNvPr>
              <p:cNvSpPr/>
              <p:nvPr/>
            </p:nvSpPr>
            <p:spPr>
              <a:xfrm>
                <a:off x="3209544" y="36515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454" name="object 292">
                <a:extLst>
                  <a:ext uri="{FF2B5EF4-FFF2-40B4-BE49-F238E27FC236}">
                    <a16:creationId xmlns:a16="http://schemas.microsoft.com/office/drawing/2014/main" id="{A54A794B-3E10-485F-8FBE-21C24051A8D0}"/>
                  </a:ext>
                </a:extLst>
              </p:cNvPr>
              <p:cNvSpPr/>
              <p:nvPr/>
            </p:nvSpPr>
            <p:spPr>
              <a:xfrm>
                <a:off x="3209544" y="36515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55" name="object 293">
                <a:extLst>
                  <a:ext uri="{FF2B5EF4-FFF2-40B4-BE49-F238E27FC236}">
                    <a16:creationId xmlns:a16="http://schemas.microsoft.com/office/drawing/2014/main" id="{111878DE-1596-4F4C-A5F0-DAB4435F2D95}"/>
                  </a:ext>
                </a:extLst>
              </p:cNvPr>
              <p:cNvSpPr/>
              <p:nvPr/>
            </p:nvSpPr>
            <p:spPr>
              <a:xfrm>
                <a:off x="3294888" y="3651505"/>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FFFD96"/>
              </a:solidFill>
            </p:spPr>
            <p:txBody>
              <a:bodyPr wrap="square" lIns="0" tIns="0" rIns="0" bIns="0" rtlCol="0"/>
              <a:lstStyle/>
              <a:p>
                <a:endParaRPr sz="2000"/>
              </a:p>
            </p:txBody>
          </p:sp>
          <p:sp>
            <p:nvSpPr>
              <p:cNvPr id="456" name="object 294">
                <a:extLst>
                  <a:ext uri="{FF2B5EF4-FFF2-40B4-BE49-F238E27FC236}">
                    <a16:creationId xmlns:a16="http://schemas.microsoft.com/office/drawing/2014/main" id="{B33B4BCD-9E7F-4CD6-91D3-BD0E8092639F}"/>
                  </a:ext>
                </a:extLst>
              </p:cNvPr>
              <p:cNvSpPr/>
              <p:nvPr/>
            </p:nvSpPr>
            <p:spPr>
              <a:xfrm>
                <a:off x="3294888" y="3651505"/>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57" name="object 295">
                <a:extLst>
                  <a:ext uri="{FF2B5EF4-FFF2-40B4-BE49-F238E27FC236}">
                    <a16:creationId xmlns:a16="http://schemas.microsoft.com/office/drawing/2014/main" id="{E5D647CA-4D8D-4071-8789-2240081CC95F}"/>
                  </a:ext>
                </a:extLst>
              </p:cNvPr>
              <p:cNvSpPr/>
              <p:nvPr/>
            </p:nvSpPr>
            <p:spPr>
              <a:xfrm>
                <a:off x="3380232" y="36515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458" name="object 296">
                <a:extLst>
                  <a:ext uri="{FF2B5EF4-FFF2-40B4-BE49-F238E27FC236}">
                    <a16:creationId xmlns:a16="http://schemas.microsoft.com/office/drawing/2014/main" id="{26C743C7-464E-43D8-BBD6-EB75354B6590}"/>
                  </a:ext>
                </a:extLst>
              </p:cNvPr>
              <p:cNvSpPr/>
              <p:nvPr/>
            </p:nvSpPr>
            <p:spPr>
              <a:xfrm>
                <a:off x="3380232" y="36515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59" name="object 297">
                <a:extLst>
                  <a:ext uri="{FF2B5EF4-FFF2-40B4-BE49-F238E27FC236}">
                    <a16:creationId xmlns:a16="http://schemas.microsoft.com/office/drawing/2014/main" id="{0CD8F445-99B2-4A8A-9F9A-B3B994C34BAC}"/>
                  </a:ext>
                </a:extLst>
              </p:cNvPr>
              <p:cNvSpPr/>
              <p:nvPr/>
            </p:nvSpPr>
            <p:spPr>
              <a:xfrm>
                <a:off x="3465575" y="36515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460" name="object 298">
                <a:extLst>
                  <a:ext uri="{FF2B5EF4-FFF2-40B4-BE49-F238E27FC236}">
                    <a16:creationId xmlns:a16="http://schemas.microsoft.com/office/drawing/2014/main" id="{53FE87E6-F7D7-4A4D-A780-8BA03F7A908A}"/>
                  </a:ext>
                </a:extLst>
              </p:cNvPr>
              <p:cNvSpPr/>
              <p:nvPr/>
            </p:nvSpPr>
            <p:spPr>
              <a:xfrm>
                <a:off x="3465575" y="36515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461" name="object 299">
                <a:extLst>
                  <a:ext uri="{FF2B5EF4-FFF2-40B4-BE49-F238E27FC236}">
                    <a16:creationId xmlns:a16="http://schemas.microsoft.com/office/drawing/2014/main" id="{A882E85B-F85C-4808-AFE0-4A53E6BD643D}"/>
                  </a:ext>
                </a:extLst>
              </p:cNvPr>
              <p:cNvSpPr/>
              <p:nvPr/>
            </p:nvSpPr>
            <p:spPr>
              <a:xfrm>
                <a:off x="2866644" y="3560064"/>
                <a:ext cx="86995" cy="91440"/>
              </a:xfrm>
              <a:custGeom>
                <a:avLst/>
                <a:gdLst/>
                <a:ahLst/>
                <a:cxnLst/>
                <a:rect l="l" t="t" r="r" b="b"/>
                <a:pathLst>
                  <a:path w="86994" h="91439">
                    <a:moveTo>
                      <a:pt x="86870" y="0"/>
                    </a:moveTo>
                    <a:lnTo>
                      <a:pt x="0" y="0"/>
                    </a:lnTo>
                    <a:lnTo>
                      <a:pt x="0" y="91440"/>
                    </a:lnTo>
                    <a:lnTo>
                      <a:pt x="86870" y="91440"/>
                    </a:lnTo>
                    <a:lnTo>
                      <a:pt x="86870" y="0"/>
                    </a:lnTo>
                    <a:close/>
                  </a:path>
                </a:pathLst>
              </a:custGeom>
              <a:solidFill>
                <a:srgbClr val="BBB800"/>
              </a:solidFill>
            </p:spPr>
            <p:txBody>
              <a:bodyPr wrap="square" lIns="0" tIns="0" rIns="0" bIns="0" rtlCol="0"/>
              <a:lstStyle/>
              <a:p>
                <a:endParaRPr sz="2000"/>
              </a:p>
            </p:txBody>
          </p:sp>
          <p:sp>
            <p:nvSpPr>
              <p:cNvPr id="462" name="object 300">
                <a:extLst>
                  <a:ext uri="{FF2B5EF4-FFF2-40B4-BE49-F238E27FC236}">
                    <a16:creationId xmlns:a16="http://schemas.microsoft.com/office/drawing/2014/main" id="{A5E64221-CC9E-4D7C-8B3C-318D118683D2}"/>
                  </a:ext>
                </a:extLst>
              </p:cNvPr>
              <p:cNvSpPr/>
              <p:nvPr/>
            </p:nvSpPr>
            <p:spPr>
              <a:xfrm>
                <a:off x="2866644" y="3560064"/>
                <a:ext cx="86995" cy="91440"/>
              </a:xfrm>
              <a:custGeom>
                <a:avLst/>
                <a:gdLst/>
                <a:ahLst/>
                <a:cxnLst/>
                <a:rect l="l" t="t" r="r" b="b"/>
                <a:pathLst>
                  <a:path w="86994" h="91439">
                    <a:moveTo>
                      <a:pt x="0" y="91440"/>
                    </a:moveTo>
                    <a:lnTo>
                      <a:pt x="86870" y="91440"/>
                    </a:lnTo>
                    <a:lnTo>
                      <a:pt x="86870" y="0"/>
                    </a:lnTo>
                    <a:lnTo>
                      <a:pt x="0" y="0"/>
                    </a:lnTo>
                    <a:lnTo>
                      <a:pt x="0" y="91440"/>
                    </a:lnTo>
                    <a:close/>
                  </a:path>
                </a:pathLst>
              </a:custGeom>
              <a:ln w="12700">
                <a:solidFill>
                  <a:srgbClr val="000000"/>
                </a:solidFill>
              </a:ln>
            </p:spPr>
            <p:txBody>
              <a:bodyPr wrap="square" lIns="0" tIns="0" rIns="0" bIns="0" rtlCol="0"/>
              <a:lstStyle/>
              <a:p>
                <a:endParaRPr sz="2000"/>
              </a:p>
            </p:txBody>
          </p:sp>
          <p:sp>
            <p:nvSpPr>
              <p:cNvPr id="463" name="object 301">
                <a:extLst>
                  <a:ext uri="{FF2B5EF4-FFF2-40B4-BE49-F238E27FC236}">
                    <a16:creationId xmlns:a16="http://schemas.microsoft.com/office/drawing/2014/main" id="{0AED331B-A76E-4332-8953-6622C210E648}"/>
                  </a:ext>
                </a:extLst>
              </p:cNvPr>
              <p:cNvSpPr/>
              <p:nvPr/>
            </p:nvSpPr>
            <p:spPr>
              <a:xfrm>
                <a:off x="2953512" y="356006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464" name="object 302">
                <a:extLst>
                  <a:ext uri="{FF2B5EF4-FFF2-40B4-BE49-F238E27FC236}">
                    <a16:creationId xmlns:a16="http://schemas.microsoft.com/office/drawing/2014/main" id="{EF893218-EA0D-41BC-9046-86FD3447F48B}"/>
                  </a:ext>
                </a:extLst>
              </p:cNvPr>
              <p:cNvSpPr/>
              <p:nvPr/>
            </p:nvSpPr>
            <p:spPr>
              <a:xfrm>
                <a:off x="2953512" y="356006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465" name="object 303">
                <a:extLst>
                  <a:ext uri="{FF2B5EF4-FFF2-40B4-BE49-F238E27FC236}">
                    <a16:creationId xmlns:a16="http://schemas.microsoft.com/office/drawing/2014/main" id="{B86776D4-B924-4C87-AE67-8F9371421EB7}"/>
                  </a:ext>
                </a:extLst>
              </p:cNvPr>
              <p:cNvSpPr/>
              <p:nvPr/>
            </p:nvSpPr>
            <p:spPr>
              <a:xfrm>
                <a:off x="3038855" y="356006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466" name="object 304">
                <a:extLst>
                  <a:ext uri="{FF2B5EF4-FFF2-40B4-BE49-F238E27FC236}">
                    <a16:creationId xmlns:a16="http://schemas.microsoft.com/office/drawing/2014/main" id="{2E31DBFD-CF34-45E7-B3C9-5EA9055B505E}"/>
                  </a:ext>
                </a:extLst>
              </p:cNvPr>
              <p:cNvSpPr/>
              <p:nvPr/>
            </p:nvSpPr>
            <p:spPr>
              <a:xfrm>
                <a:off x="3038855" y="356006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467" name="object 305">
                <a:extLst>
                  <a:ext uri="{FF2B5EF4-FFF2-40B4-BE49-F238E27FC236}">
                    <a16:creationId xmlns:a16="http://schemas.microsoft.com/office/drawing/2014/main" id="{801D948D-E3E5-49FC-B0B2-6704D059024F}"/>
                  </a:ext>
                </a:extLst>
              </p:cNvPr>
              <p:cNvSpPr/>
              <p:nvPr/>
            </p:nvSpPr>
            <p:spPr>
              <a:xfrm>
                <a:off x="3124200" y="356006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468" name="object 306">
                <a:extLst>
                  <a:ext uri="{FF2B5EF4-FFF2-40B4-BE49-F238E27FC236}">
                    <a16:creationId xmlns:a16="http://schemas.microsoft.com/office/drawing/2014/main" id="{DBD704F5-32EE-4AFA-8590-0297BB806B31}"/>
                  </a:ext>
                </a:extLst>
              </p:cNvPr>
              <p:cNvSpPr/>
              <p:nvPr/>
            </p:nvSpPr>
            <p:spPr>
              <a:xfrm>
                <a:off x="3124200" y="356006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469" name="object 307">
                <a:extLst>
                  <a:ext uri="{FF2B5EF4-FFF2-40B4-BE49-F238E27FC236}">
                    <a16:creationId xmlns:a16="http://schemas.microsoft.com/office/drawing/2014/main" id="{A6607A15-9097-43A5-AA01-E266AA6A11D8}"/>
                  </a:ext>
                </a:extLst>
              </p:cNvPr>
              <p:cNvSpPr/>
              <p:nvPr/>
            </p:nvSpPr>
            <p:spPr>
              <a:xfrm>
                <a:off x="3209544" y="356006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470" name="object 308">
                <a:extLst>
                  <a:ext uri="{FF2B5EF4-FFF2-40B4-BE49-F238E27FC236}">
                    <a16:creationId xmlns:a16="http://schemas.microsoft.com/office/drawing/2014/main" id="{0EF7173A-7881-449E-8C82-CDCDBDA3324F}"/>
                  </a:ext>
                </a:extLst>
              </p:cNvPr>
              <p:cNvSpPr/>
              <p:nvPr/>
            </p:nvSpPr>
            <p:spPr>
              <a:xfrm>
                <a:off x="3209544" y="356006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471" name="object 309">
                <a:extLst>
                  <a:ext uri="{FF2B5EF4-FFF2-40B4-BE49-F238E27FC236}">
                    <a16:creationId xmlns:a16="http://schemas.microsoft.com/office/drawing/2014/main" id="{FB902470-67EF-4F5A-BF7F-820568D3F522}"/>
                  </a:ext>
                </a:extLst>
              </p:cNvPr>
              <p:cNvSpPr/>
              <p:nvPr/>
            </p:nvSpPr>
            <p:spPr>
              <a:xfrm>
                <a:off x="3294888" y="3560064"/>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BBB800"/>
              </a:solidFill>
            </p:spPr>
            <p:txBody>
              <a:bodyPr wrap="square" lIns="0" tIns="0" rIns="0" bIns="0" rtlCol="0"/>
              <a:lstStyle/>
              <a:p>
                <a:endParaRPr sz="2000"/>
              </a:p>
            </p:txBody>
          </p:sp>
          <p:sp>
            <p:nvSpPr>
              <p:cNvPr id="472" name="object 310">
                <a:extLst>
                  <a:ext uri="{FF2B5EF4-FFF2-40B4-BE49-F238E27FC236}">
                    <a16:creationId xmlns:a16="http://schemas.microsoft.com/office/drawing/2014/main" id="{A75879E0-B727-402D-9F8C-FF120A134BE5}"/>
                  </a:ext>
                </a:extLst>
              </p:cNvPr>
              <p:cNvSpPr/>
              <p:nvPr/>
            </p:nvSpPr>
            <p:spPr>
              <a:xfrm>
                <a:off x="3294888" y="3560064"/>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473" name="object 311">
                <a:extLst>
                  <a:ext uri="{FF2B5EF4-FFF2-40B4-BE49-F238E27FC236}">
                    <a16:creationId xmlns:a16="http://schemas.microsoft.com/office/drawing/2014/main" id="{B45BFB5D-99C2-49D9-9F90-FBD0ADFACBD3}"/>
                  </a:ext>
                </a:extLst>
              </p:cNvPr>
              <p:cNvSpPr/>
              <p:nvPr/>
            </p:nvSpPr>
            <p:spPr>
              <a:xfrm>
                <a:off x="3380232" y="356006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474" name="object 312">
                <a:extLst>
                  <a:ext uri="{FF2B5EF4-FFF2-40B4-BE49-F238E27FC236}">
                    <a16:creationId xmlns:a16="http://schemas.microsoft.com/office/drawing/2014/main" id="{66786B28-1CC3-4B01-95F0-168D83EE4FFA}"/>
                  </a:ext>
                </a:extLst>
              </p:cNvPr>
              <p:cNvSpPr/>
              <p:nvPr/>
            </p:nvSpPr>
            <p:spPr>
              <a:xfrm>
                <a:off x="3380232" y="356006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475" name="object 313">
                <a:extLst>
                  <a:ext uri="{FF2B5EF4-FFF2-40B4-BE49-F238E27FC236}">
                    <a16:creationId xmlns:a16="http://schemas.microsoft.com/office/drawing/2014/main" id="{05744167-06A5-45BE-A2B8-B0C9FDAB2D4B}"/>
                  </a:ext>
                </a:extLst>
              </p:cNvPr>
              <p:cNvSpPr/>
              <p:nvPr/>
            </p:nvSpPr>
            <p:spPr>
              <a:xfrm>
                <a:off x="3465575" y="356006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476" name="object 314">
                <a:extLst>
                  <a:ext uri="{FF2B5EF4-FFF2-40B4-BE49-F238E27FC236}">
                    <a16:creationId xmlns:a16="http://schemas.microsoft.com/office/drawing/2014/main" id="{1288B093-3CD7-477A-AA29-4304A7114F12}"/>
                  </a:ext>
                </a:extLst>
              </p:cNvPr>
              <p:cNvSpPr/>
              <p:nvPr/>
            </p:nvSpPr>
            <p:spPr>
              <a:xfrm>
                <a:off x="3465575" y="356006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grpSp>
        <p:sp>
          <p:nvSpPr>
            <p:cNvPr id="477" name="object 315">
              <a:extLst>
                <a:ext uri="{FF2B5EF4-FFF2-40B4-BE49-F238E27FC236}">
                  <a16:creationId xmlns:a16="http://schemas.microsoft.com/office/drawing/2014/main" id="{BE7F7C39-E8F1-4B0A-9AB1-8A9282B4295A}"/>
                </a:ext>
              </a:extLst>
            </p:cNvPr>
            <p:cNvSpPr txBox="1"/>
            <p:nvPr/>
          </p:nvSpPr>
          <p:spPr>
            <a:xfrm>
              <a:off x="4429196" y="4805822"/>
              <a:ext cx="270933"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dX</a:t>
              </a:r>
              <a:endParaRPr sz="1556">
                <a:latin typeface="Arial"/>
                <a:cs typeface="Arial"/>
              </a:endParaRPr>
            </a:p>
          </p:txBody>
        </p:sp>
        <p:sp>
          <p:nvSpPr>
            <p:cNvPr id="478" name="object 316">
              <a:extLst>
                <a:ext uri="{FF2B5EF4-FFF2-40B4-BE49-F238E27FC236}">
                  <a16:creationId xmlns:a16="http://schemas.microsoft.com/office/drawing/2014/main" id="{DFABD0A8-9666-4972-84EB-9FE4F8B274C7}"/>
                </a:ext>
              </a:extLst>
            </p:cNvPr>
            <p:cNvSpPr txBox="1"/>
            <p:nvPr/>
          </p:nvSpPr>
          <p:spPr>
            <a:xfrm>
              <a:off x="3777261" y="4813524"/>
              <a:ext cx="270933"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dY</a:t>
              </a:r>
              <a:endParaRPr sz="1556">
                <a:latin typeface="Arial"/>
                <a:cs typeface="Arial"/>
              </a:endParaRPr>
            </a:p>
          </p:txBody>
        </p:sp>
        <p:sp>
          <p:nvSpPr>
            <p:cNvPr id="479" name="object 317">
              <a:extLst>
                <a:ext uri="{FF2B5EF4-FFF2-40B4-BE49-F238E27FC236}">
                  <a16:creationId xmlns:a16="http://schemas.microsoft.com/office/drawing/2014/main" id="{694F297F-A096-4C8B-83A0-CE833CAA1383}"/>
                </a:ext>
              </a:extLst>
            </p:cNvPr>
            <p:cNvSpPr txBox="1"/>
            <p:nvPr/>
          </p:nvSpPr>
          <p:spPr>
            <a:xfrm>
              <a:off x="3071706" y="4779658"/>
              <a:ext cx="383822" cy="254323"/>
            </a:xfrm>
            <a:prstGeom prst="rect">
              <a:avLst/>
            </a:prstGeom>
          </p:spPr>
          <p:txBody>
            <a:bodyPr vert="horz" wrap="square" lIns="0" tIns="14817" rIns="0" bIns="0" rtlCol="0">
              <a:spAutoFit/>
            </a:bodyPr>
            <a:lstStyle/>
            <a:p>
              <a:pPr marL="42333">
                <a:spcBef>
                  <a:spcPts val="117"/>
                </a:spcBef>
              </a:pPr>
              <a:r>
                <a:rPr sz="2333" i="1" spc="8" baseline="-15873" dirty="0">
                  <a:latin typeface="Arial"/>
                  <a:cs typeface="Arial"/>
                </a:rPr>
                <a:t>W</a:t>
              </a:r>
              <a:r>
                <a:rPr sz="2333" i="1" spc="-358" baseline="-15873" dirty="0">
                  <a:latin typeface="Arial"/>
                  <a:cs typeface="Arial"/>
                </a:rPr>
                <a:t> </a:t>
              </a:r>
              <a:r>
                <a:rPr sz="1000" spc="22" dirty="0">
                  <a:latin typeface="Arial"/>
                  <a:cs typeface="Arial"/>
                </a:rPr>
                <a:t>T</a:t>
              </a:r>
              <a:endParaRPr sz="1000">
                <a:latin typeface="Arial"/>
                <a:cs typeface="Arial"/>
              </a:endParaRPr>
            </a:p>
          </p:txBody>
        </p:sp>
        <p:sp>
          <p:nvSpPr>
            <p:cNvPr id="480" name="object 318">
              <a:extLst>
                <a:ext uri="{FF2B5EF4-FFF2-40B4-BE49-F238E27FC236}">
                  <a16:creationId xmlns:a16="http://schemas.microsoft.com/office/drawing/2014/main" id="{87EEEF0B-99E1-466D-BC33-125310581008}"/>
                </a:ext>
              </a:extLst>
            </p:cNvPr>
            <p:cNvSpPr txBox="1"/>
            <p:nvPr/>
          </p:nvSpPr>
          <p:spPr>
            <a:xfrm>
              <a:off x="2911263" y="3872032"/>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481" name="object 319">
              <a:extLst>
                <a:ext uri="{FF2B5EF4-FFF2-40B4-BE49-F238E27FC236}">
                  <a16:creationId xmlns:a16="http://schemas.microsoft.com/office/drawing/2014/main" id="{3F6D534A-49AF-486B-996A-B51FAED6B87F}"/>
                </a:ext>
              </a:extLst>
            </p:cNvPr>
            <p:cNvSpPr txBox="1"/>
            <p:nvPr/>
          </p:nvSpPr>
          <p:spPr>
            <a:xfrm>
              <a:off x="4089540" y="3878154"/>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sp>
          <p:nvSpPr>
            <p:cNvPr id="482" name="object 320">
              <a:extLst>
                <a:ext uri="{FF2B5EF4-FFF2-40B4-BE49-F238E27FC236}">
                  <a16:creationId xmlns:a16="http://schemas.microsoft.com/office/drawing/2014/main" id="{C30ACDBC-6F66-4947-8C80-B833A355E1F0}"/>
                </a:ext>
              </a:extLst>
            </p:cNvPr>
            <p:cNvSpPr txBox="1"/>
            <p:nvPr/>
          </p:nvSpPr>
          <p:spPr>
            <a:xfrm>
              <a:off x="4627598" y="3657036"/>
              <a:ext cx="325261"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dW</a:t>
              </a:r>
              <a:endParaRPr sz="1556">
                <a:latin typeface="Arial"/>
                <a:cs typeface="Arial"/>
              </a:endParaRPr>
            </a:p>
          </p:txBody>
        </p:sp>
        <p:sp>
          <p:nvSpPr>
            <p:cNvPr id="483" name="object 321">
              <a:extLst>
                <a:ext uri="{FF2B5EF4-FFF2-40B4-BE49-F238E27FC236}">
                  <a16:creationId xmlns:a16="http://schemas.microsoft.com/office/drawing/2014/main" id="{B8C65560-FCCF-484B-998C-1143215E99FD}"/>
                </a:ext>
              </a:extLst>
            </p:cNvPr>
            <p:cNvSpPr txBox="1"/>
            <p:nvPr/>
          </p:nvSpPr>
          <p:spPr>
            <a:xfrm>
              <a:off x="2591928" y="3659715"/>
              <a:ext cx="270933"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dY</a:t>
              </a:r>
              <a:endParaRPr sz="1556">
                <a:latin typeface="Arial"/>
                <a:cs typeface="Arial"/>
              </a:endParaRPr>
            </a:p>
          </p:txBody>
        </p:sp>
        <p:sp>
          <p:nvSpPr>
            <p:cNvPr id="484" name="object 322">
              <a:extLst>
                <a:ext uri="{FF2B5EF4-FFF2-40B4-BE49-F238E27FC236}">
                  <a16:creationId xmlns:a16="http://schemas.microsoft.com/office/drawing/2014/main" id="{4D5DDF78-9BBB-48C4-BCB2-E4F16ECBE2AB}"/>
                </a:ext>
              </a:extLst>
            </p:cNvPr>
            <p:cNvSpPr txBox="1"/>
            <p:nvPr/>
          </p:nvSpPr>
          <p:spPr>
            <a:xfrm>
              <a:off x="3431678" y="3600873"/>
              <a:ext cx="330200" cy="253610"/>
            </a:xfrm>
            <a:prstGeom prst="rect">
              <a:avLst/>
            </a:prstGeom>
          </p:spPr>
          <p:txBody>
            <a:bodyPr vert="horz" wrap="square" lIns="0" tIns="14111" rIns="0" bIns="0" rtlCol="0">
              <a:spAutoFit/>
            </a:bodyPr>
            <a:lstStyle/>
            <a:p>
              <a:pPr marL="42333">
                <a:spcBef>
                  <a:spcPts val="111"/>
                </a:spcBef>
              </a:pPr>
              <a:r>
                <a:rPr sz="2333" i="1" baseline="-15873" dirty="0">
                  <a:latin typeface="Arial"/>
                  <a:cs typeface="Arial"/>
                </a:rPr>
                <a:t>X</a:t>
              </a:r>
              <a:r>
                <a:rPr sz="2333" i="1" spc="-350" baseline="-15873" dirty="0">
                  <a:latin typeface="Arial"/>
                  <a:cs typeface="Arial"/>
                </a:rPr>
                <a:t> </a:t>
              </a:r>
              <a:r>
                <a:rPr sz="1000" spc="22" dirty="0">
                  <a:latin typeface="Arial"/>
                  <a:cs typeface="Arial"/>
                </a:rPr>
                <a:t>T</a:t>
              </a:r>
              <a:endParaRPr sz="1000">
                <a:latin typeface="Arial"/>
                <a:cs typeface="Arial"/>
              </a:endParaRPr>
            </a:p>
          </p:txBody>
        </p:sp>
        <p:sp>
          <p:nvSpPr>
            <p:cNvPr id="485" name="object 323">
              <a:extLst>
                <a:ext uri="{FF2B5EF4-FFF2-40B4-BE49-F238E27FC236}">
                  <a16:creationId xmlns:a16="http://schemas.microsoft.com/office/drawing/2014/main" id="{00BEA3DD-F05E-466C-9247-E08BA2C865D8}"/>
                </a:ext>
              </a:extLst>
            </p:cNvPr>
            <p:cNvSpPr/>
            <p:nvPr/>
          </p:nvSpPr>
          <p:spPr>
            <a:xfrm>
              <a:off x="1691640" y="1185333"/>
              <a:ext cx="846667" cy="1898650"/>
            </a:xfrm>
            <a:custGeom>
              <a:avLst/>
              <a:gdLst/>
              <a:ahLst/>
              <a:cxnLst/>
              <a:rect l="l" t="t" r="r" b="b"/>
              <a:pathLst>
                <a:path w="762000" h="1708785">
                  <a:moveTo>
                    <a:pt x="762000" y="0"/>
                  </a:moveTo>
                  <a:lnTo>
                    <a:pt x="0" y="0"/>
                  </a:lnTo>
                  <a:lnTo>
                    <a:pt x="0" y="1708404"/>
                  </a:lnTo>
                  <a:lnTo>
                    <a:pt x="762000" y="1708404"/>
                  </a:lnTo>
                  <a:lnTo>
                    <a:pt x="762000" y="0"/>
                  </a:lnTo>
                  <a:close/>
                </a:path>
              </a:pathLst>
            </a:custGeom>
            <a:solidFill>
              <a:srgbClr val="FFFFFF">
                <a:alpha val="79998"/>
              </a:srgbClr>
            </a:solidFill>
          </p:spPr>
          <p:txBody>
            <a:bodyPr wrap="square" lIns="0" tIns="0" rIns="0" bIns="0" rtlCol="0"/>
            <a:lstStyle/>
            <a:p>
              <a:endParaRPr sz="2000"/>
            </a:p>
          </p:txBody>
        </p:sp>
        <p:sp>
          <p:nvSpPr>
            <p:cNvPr id="486" name="object 324">
              <a:extLst>
                <a:ext uri="{FF2B5EF4-FFF2-40B4-BE49-F238E27FC236}">
                  <a16:creationId xmlns:a16="http://schemas.microsoft.com/office/drawing/2014/main" id="{044BF4B3-3D18-496E-9D04-AC28374FEE17}"/>
                </a:ext>
              </a:extLst>
            </p:cNvPr>
            <p:cNvSpPr/>
            <p:nvPr/>
          </p:nvSpPr>
          <p:spPr>
            <a:xfrm>
              <a:off x="4480561" y="1168399"/>
              <a:ext cx="4152194" cy="1898650"/>
            </a:xfrm>
            <a:custGeom>
              <a:avLst/>
              <a:gdLst/>
              <a:ahLst/>
              <a:cxnLst/>
              <a:rect l="l" t="t" r="r" b="b"/>
              <a:pathLst>
                <a:path w="3736975" h="1708785">
                  <a:moveTo>
                    <a:pt x="3736848" y="0"/>
                  </a:moveTo>
                  <a:lnTo>
                    <a:pt x="0" y="0"/>
                  </a:lnTo>
                  <a:lnTo>
                    <a:pt x="0" y="1708404"/>
                  </a:lnTo>
                  <a:lnTo>
                    <a:pt x="3736848" y="1708404"/>
                  </a:lnTo>
                  <a:lnTo>
                    <a:pt x="3736848" y="0"/>
                  </a:lnTo>
                  <a:close/>
                </a:path>
              </a:pathLst>
            </a:custGeom>
            <a:solidFill>
              <a:srgbClr val="FFFFFF">
                <a:alpha val="79998"/>
              </a:srgbClr>
            </a:solidFill>
          </p:spPr>
          <p:txBody>
            <a:bodyPr wrap="square" lIns="0" tIns="0" rIns="0" bIns="0" rtlCol="0"/>
            <a:lstStyle/>
            <a:p>
              <a:endParaRPr sz="2000"/>
            </a:p>
          </p:txBody>
        </p:sp>
        <p:sp>
          <p:nvSpPr>
            <p:cNvPr id="487" name="Rectangle 325">
              <a:extLst>
                <a:ext uri="{FF2B5EF4-FFF2-40B4-BE49-F238E27FC236}">
                  <a16:creationId xmlns:a16="http://schemas.microsoft.com/office/drawing/2014/main" id="{4081AF49-898B-4537-8862-7E0245117DEB}"/>
                </a:ext>
              </a:extLst>
            </p:cNvPr>
            <p:cNvSpPr/>
            <p:nvPr/>
          </p:nvSpPr>
          <p:spPr>
            <a:xfrm>
              <a:off x="3418131" y="1319219"/>
              <a:ext cx="381836" cy="369332"/>
            </a:xfrm>
            <a:prstGeom prst="rect">
              <a:avLst/>
            </a:prstGeom>
          </p:spPr>
          <p:txBody>
            <a:bodyPr wrap="none">
              <a:spAutoFit/>
            </a:bodyPr>
            <a:lstStyle/>
            <a:p>
              <a:r>
                <a:rPr lang="en-US" i="1" dirty="0">
                  <a:latin typeface="Trebuchet MS"/>
                  <a:cs typeface="Trebuchet MS"/>
                </a:rPr>
                <a:t>W</a:t>
              </a:r>
              <a:endParaRPr lang="en-CN" dirty="0"/>
            </a:p>
          </p:txBody>
        </p:sp>
        <p:sp>
          <p:nvSpPr>
            <p:cNvPr id="488" name="Rectangle 326">
              <a:extLst>
                <a:ext uri="{FF2B5EF4-FFF2-40B4-BE49-F238E27FC236}">
                  <a16:creationId xmlns:a16="http://schemas.microsoft.com/office/drawing/2014/main" id="{A92405DE-9A86-4665-BA10-2A4910064E38}"/>
                </a:ext>
              </a:extLst>
            </p:cNvPr>
            <p:cNvSpPr/>
            <p:nvPr/>
          </p:nvSpPr>
          <p:spPr>
            <a:xfrm>
              <a:off x="2671943" y="1319219"/>
              <a:ext cx="312906" cy="369332"/>
            </a:xfrm>
            <a:prstGeom prst="rect">
              <a:avLst/>
            </a:prstGeom>
          </p:spPr>
          <p:txBody>
            <a:bodyPr wrap="none">
              <a:spAutoFit/>
            </a:bodyPr>
            <a:lstStyle/>
            <a:p>
              <a:r>
                <a:rPr lang="en-US" i="1" dirty="0">
                  <a:latin typeface="Trebuchet MS"/>
                  <a:cs typeface="Trebuchet MS"/>
                </a:rPr>
                <a:t>X</a:t>
              </a:r>
              <a:endParaRPr lang="en-CN" dirty="0"/>
            </a:p>
          </p:txBody>
        </p:sp>
        <p:sp>
          <p:nvSpPr>
            <p:cNvPr id="489" name="Rectangle 327">
              <a:extLst>
                <a:ext uri="{FF2B5EF4-FFF2-40B4-BE49-F238E27FC236}">
                  <a16:creationId xmlns:a16="http://schemas.microsoft.com/office/drawing/2014/main" id="{CE3B511B-9F6D-48A6-A0A5-F6DFC36B9972}"/>
                </a:ext>
              </a:extLst>
            </p:cNvPr>
            <p:cNvSpPr/>
            <p:nvPr/>
          </p:nvSpPr>
          <p:spPr>
            <a:xfrm>
              <a:off x="4034019" y="1319219"/>
              <a:ext cx="316112" cy="369332"/>
            </a:xfrm>
            <a:prstGeom prst="rect">
              <a:avLst/>
            </a:prstGeom>
          </p:spPr>
          <p:txBody>
            <a:bodyPr wrap="none">
              <a:spAutoFit/>
            </a:bodyPr>
            <a:lstStyle/>
            <a:p>
              <a:r>
                <a:rPr lang="en-US" i="1" dirty="0">
                  <a:latin typeface="Trebuchet MS"/>
                  <a:cs typeface="Trebuchet MS"/>
                </a:rPr>
                <a:t>Y</a:t>
              </a:r>
              <a:endParaRPr lang="en-CN" dirty="0"/>
            </a:p>
          </p:txBody>
        </p:sp>
      </p:grpSp>
      <p:sp>
        <p:nvSpPr>
          <p:cNvPr id="490" name="object 8">
            <a:extLst>
              <a:ext uri="{FF2B5EF4-FFF2-40B4-BE49-F238E27FC236}">
                <a16:creationId xmlns:a16="http://schemas.microsoft.com/office/drawing/2014/main" id="{84B9BA4F-BBD5-4636-9C03-C8790E6C4AE4}"/>
              </a:ext>
            </a:extLst>
          </p:cNvPr>
          <p:cNvSpPr txBox="1"/>
          <p:nvPr/>
        </p:nvSpPr>
        <p:spPr>
          <a:xfrm>
            <a:off x="4623645" y="3178575"/>
            <a:ext cx="4288404" cy="2707549"/>
          </a:xfrm>
          <a:prstGeom prst="rect">
            <a:avLst/>
          </a:prstGeom>
        </p:spPr>
        <p:txBody>
          <a:bodyPr vert="horz" wrap="square" lIns="0" tIns="115710" rIns="0" bIns="0" rtlCol="0">
            <a:spAutoFit/>
          </a:bodyPr>
          <a:lstStyle/>
          <a:p>
            <a:pPr marL="14111">
              <a:spcBef>
                <a:spcPts val="910"/>
              </a:spcBef>
            </a:pPr>
            <a:r>
              <a:rPr sz="2000" b="1" spc="-6" dirty="0">
                <a:latin typeface="Trebuchet MS"/>
                <a:cs typeface="Trebuchet MS"/>
              </a:rPr>
              <a:t>Compute the </a:t>
            </a:r>
            <a:r>
              <a:rPr sz="2000" b="1" dirty="0">
                <a:latin typeface="Trebuchet MS"/>
                <a:cs typeface="Trebuchet MS"/>
              </a:rPr>
              <a:t>weight</a:t>
            </a:r>
            <a:r>
              <a:rPr sz="2000" b="1" spc="-39" dirty="0">
                <a:latin typeface="Trebuchet MS"/>
                <a:cs typeface="Trebuchet MS"/>
              </a:rPr>
              <a:t> </a:t>
            </a:r>
            <a:r>
              <a:rPr sz="2000" b="1" dirty="0">
                <a:latin typeface="Trebuchet MS"/>
                <a:cs typeface="Trebuchet MS"/>
              </a:rPr>
              <a:t>gradient</a:t>
            </a:r>
            <a:r>
              <a:rPr lang="en-US" altLang="zh-CN" sz="2000" b="1" dirty="0">
                <a:latin typeface="Trebuchet MS"/>
                <a:cs typeface="Trebuchet MS"/>
              </a:rPr>
              <a:t> </a:t>
            </a:r>
            <a:r>
              <a:rPr lang="en-US" altLang="zh-CN" sz="2000" b="1" dirty="0" err="1">
                <a:latin typeface="Trebuchet MS"/>
                <a:cs typeface="Trebuchet MS"/>
              </a:rPr>
              <a:t>dw</a:t>
            </a:r>
            <a:endParaRPr sz="2000" dirty="0">
              <a:latin typeface="Trebuchet MS"/>
              <a:cs typeface="Trebuchet MS"/>
            </a:endParaRPr>
          </a:p>
          <a:p>
            <a:pPr marL="141110">
              <a:spcBef>
                <a:spcPts val="633"/>
              </a:spcBef>
            </a:pPr>
            <a:r>
              <a:rPr sz="1556" i="1" dirty="0">
                <a:latin typeface="Trebuchet MS"/>
                <a:cs typeface="Trebuchet MS"/>
              </a:rPr>
              <a:t>dW</a:t>
            </a:r>
            <a:r>
              <a:rPr sz="1556" dirty="0">
                <a:latin typeface="Trebuchet MS"/>
                <a:cs typeface="Trebuchet MS"/>
              </a:rPr>
              <a:t>: </a:t>
            </a:r>
            <a:r>
              <a:rPr sz="1556" spc="-6" dirty="0">
                <a:latin typeface="Trebuchet MS"/>
                <a:cs typeface="Trebuchet MS"/>
              </a:rPr>
              <a:t>weight gradient (to update</a:t>
            </a:r>
            <a:r>
              <a:rPr sz="1556" spc="-294" dirty="0">
                <a:latin typeface="Trebuchet MS"/>
                <a:cs typeface="Trebuchet MS"/>
              </a:rPr>
              <a:t> </a:t>
            </a:r>
            <a:r>
              <a:rPr sz="1556" spc="-6" dirty="0">
                <a:latin typeface="Trebuchet MS"/>
                <a:cs typeface="Trebuchet MS"/>
              </a:rPr>
              <a:t>weights)</a:t>
            </a:r>
            <a:endParaRPr sz="1556" dirty="0">
              <a:latin typeface="Trebuchet MS"/>
              <a:cs typeface="Trebuchet MS"/>
            </a:endParaRPr>
          </a:p>
          <a:p>
            <a:pPr marL="141110">
              <a:spcBef>
                <a:spcPts val="628"/>
              </a:spcBef>
              <a:tabLst>
                <a:tab pos="582783" algn="l"/>
              </a:tabLst>
            </a:pPr>
            <a:r>
              <a:rPr sz="1556" i="1" dirty="0">
                <a:latin typeface="Trebuchet MS"/>
                <a:cs typeface="Trebuchet MS"/>
              </a:rPr>
              <a:t>dY</a:t>
            </a:r>
            <a:r>
              <a:rPr sz="1556" dirty="0">
                <a:latin typeface="Trebuchet MS"/>
                <a:cs typeface="Trebuchet MS"/>
              </a:rPr>
              <a:t>:</a:t>
            </a:r>
            <a:r>
              <a:rPr sz="1556" dirty="0">
                <a:latin typeface="Times New Roman"/>
                <a:cs typeface="Times New Roman"/>
              </a:rPr>
              <a:t>	</a:t>
            </a:r>
            <a:r>
              <a:rPr sz="1556" spc="-6" dirty="0">
                <a:latin typeface="Trebuchet MS"/>
                <a:cs typeface="Trebuchet MS"/>
              </a:rPr>
              <a:t>incoming activation</a:t>
            </a:r>
            <a:r>
              <a:rPr sz="1556" spc="-33" dirty="0">
                <a:latin typeface="Trebuchet MS"/>
                <a:cs typeface="Trebuchet MS"/>
              </a:rPr>
              <a:t> </a:t>
            </a:r>
            <a:r>
              <a:rPr sz="1556" spc="-6" dirty="0">
                <a:latin typeface="Trebuchet MS"/>
                <a:cs typeface="Trebuchet MS"/>
              </a:rPr>
              <a:t>gradient</a:t>
            </a:r>
            <a:endParaRPr sz="1556" dirty="0">
              <a:latin typeface="Trebuchet MS"/>
              <a:cs typeface="Trebuchet MS"/>
            </a:endParaRPr>
          </a:p>
          <a:p>
            <a:pPr marL="141110">
              <a:spcBef>
                <a:spcPts val="628"/>
              </a:spcBef>
              <a:tabLst>
                <a:tab pos="582783" algn="l"/>
              </a:tabLst>
            </a:pPr>
            <a:r>
              <a:rPr sz="1556" i="1" dirty="0">
                <a:latin typeface="Trebuchet MS"/>
                <a:cs typeface="Trebuchet MS"/>
              </a:rPr>
              <a:t>X</a:t>
            </a:r>
            <a:r>
              <a:rPr sz="1556" dirty="0">
                <a:latin typeface="Trebuchet MS"/>
                <a:cs typeface="Trebuchet MS"/>
              </a:rPr>
              <a:t>:</a:t>
            </a:r>
            <a:r>
              <a:rPr sz="1556" dirty="0">
                <a:latin typeface="Times New Roman"/>
                <a:cs typeface="Times New Roman"/>
              </a:rPr>
              <a:t>	</a:t>
            </a:r>
            <a:r>
              <a:rPr sz="1556" spc="-6" dirty="0">
                <a:latin typeface="Trebuchet MS"/>
                <a:cs typeface="Trebuchet MS"/>
              </a:rPr>
              <a:t>input activations (from </a:t>
            </a:r>
            <a:r>
              <a:rPr sz="1556" dirty="0">
                <a:latin typeface="Trebuchet MS"/>
                <a:cs typeface="Trebuchet MS"/>
              </a:rPr>
              <a:t>fwd</a:t>
            </a:r>
            <a:r>
              <a:rPr sz="1556" spc="-50" dirty="0">
                <a:latin typeface="Trebuchet MS"/>
                <a:cs typeface="Trebuchet MS"/>
              </a:rPr>
              <a:t> </a:t>
            </a:r>
            <a:r>
              <a:rPr sz="1556" spc="-6" dirty="0">
                <a:latin typeface="Trebuchet MS"/>
                <a:cs typeface="Trebuchet MS"/>
              </a:rPr>
              <a:t>pass)</a:t>
            </a:r>
            <a:endParaRPr sz="1556" dirty="0">
              <a:latin typeface="Trebuchet MS"/>
              <a:cs typeface="Trebuchet MS"/>
            </a:endParaRPr>
          </a:p>
          <a:p>
            <a:pPr>
              <a:spcBef>
                <a:spcPts val="39"/>
              </a:spcBef>
            </a:pPr>
            <a:endParaRPr sz="2556" dirty="0">
              <a:latin typeface="Trebuchet MS"/>
              <a:cs typeface="Trebuchet MS"/>
            </a:endParaRPr>
          </a:p>
          <a:p>
            <a:pPr marL="14111">
              <a:spcBef>
                <a:spcPts val="6"/>
              </a:spcBef>
            </a:pPr>
            <a:r>
              <a:rPr sz="2000" b="1" spc="-6" dirty="0">
                <a:latin typeface="Trebuchet MS"/>
                <a:cs typeface="Trebuchet MS"/>
              </a:rPr>
              <a:t>Compute the </a:t>
            </a:r>
            <a:r>
              <a:rPr sz="2000" b="1" dirty="0">
                <a:latin typeface="Trebuchet MS"/>
                <a:cs typeface="Trebuchet MS"/>
              </a:rPr>
              <a:t>activation</a:t>
            </a:r>
            <a:r>
              <a:rPr sz="2000" b="1" spc="-22" dirty="0">
                <a:latin typeface="Trebuchet MS"/>
                <a:cs typeface="Trebuchet MS"/>
              </a:rPr>
              <a:t> </a:t>
            </a:r>
            <a:r>
              <a:rPr sz="2000" b="1" spc="-6" dirty="0">
                <a:latin typeface="Trebuchet MS"/>
                <a:cs typeface="Trebuchet MS"/>
              </a:rPr>
              <a:t>gradient</a:t>
            </a:r>
            <a:r>
              <a:rPr lang="en-US" altLang="zh-CN" sz="2000" b="1" spc="-6" dirty="0">
                <a:latin typeface="Trebuchet MS"/>
                <a:cs typeface="Trebuchet MS"/>
              </a:rPr>
              <a:t> dx</a:t>
            </a:r>
            <a:endParaRPr sz="2000" dirty="0">
              <a:latin typeface="Trebuchet MS"/>
              <a:cs typeface="Trebuchet MS"/>
            </a:endParaRPr>
          </a:p>
          <a:p>
            <a:pPr marL="141110">
              <a:spcBef>
                <a:spcPts val="628"/>
              </a:spcBef>
              <a:tabLst>
                <a:tab pos="582783" algn="l"/>
              </a:tabLst>
            </a:pPr>
            <a:r>
              <a:rPr sz="1556" i="1" spc="-6" dirty="0" err="1">
                <a:latin typeface="Trebuchet MS"/>
                <a:cs typeface="Trebuchet MS"/>
              </a:rPr>
              <a:t>dX</a:t>
            </a:r>
            <a:r>
              <a:rPr sz="1556" spc="-6" dirty="0">
                <a:latin typeface="Trebuchet MS"/>
                <a:cs typeface="Trebuchet MS"/>
              </a:rPr>
              <a:t>:</a:t>
            </a:r>
            <a:r>
              <a:rPr lang="en-US" altLang="zh-CN" sz="1556" spc="-6" dirty="0">
                <a:latin typeface="Times New Roman"/>
                <a:cs typeface="Times New Roman"/>
              </a:rPr>
              <a:t> </a:t>
            </a:r>
            <a:r>
              <a:rPr sz="1556" dirty="0">
                <a:latin typeface="Trebuchet MS"/>
                <a:cs typeface="Trebuchet MS"/>
              </a:rPr>
              <a:t>output </a:t>
            </a:r>
            <a:r>
              <a:rPr sz="1556" spc="-6" dirty="0">
                <a:latin typeface="Trebuchet MS"/>
                <a:cs typeface="Trebuchet MS"/>
              </a:rPr>
              <a:t>activation</a:t>
            </a:r>
            <a:r>
              <a:rPr sz="1556" spc="-33" dirty="0">
                <a:latin typeface="Trebuchet MS"/>
                <a:cs typeface="Trebuchet MS"/>
              </a:rPr>
              <a:t> </a:t>
            </a:r>
            <a:r>
              <a:rPr sz="1556" spc="-6" dirty="0">
                <a:latin typeface="Trebuchet MS"/>
                <a:cs typeface="Trebuchet MS"/>
              </a:rPr>
              <a:t>gradient</a:t>
            </a:r>
            <a:endParaRPr sz="1556" dirty="0">
              <a:latin typeface="Trebuchet MS"/>
              <a:cs typeface="Trebuchet MS"/>
            </a:endParaRPr>
          </a:p>
          <a:p>
            <a:pPr marL="583489">
              <a:spcBef>
                <a:spcPts val="628"/>
              </a:spcBef>
            </a:pPr>
            <a:r>
              <a:rPr sz="1556" spc="-6" dirty="0">
                <a:latin typeface="Trebuchet MS"/>
                <a:cs typeface="Trebuchet MS"/>
              </a:rPr>
              <a:t>to backpropagate to the preceding</a:t>
            </a:r>
            <a:r>
              <a:rPr sz="1556" spc="-67" dirty="0">
                <a:latin typeface="Trebuchet MS"/>
                <a:cs typeface="Trebuchet MS"/>
              </a:rPr>
              <a:t> </a:t>
            </a:r>
            <a:r>
              <a:rPr sz="1556" spc="-6" dirty="0">
                <a:latin typeface="Trebuchet MS"/>
                <a:cs typeface="Trebuchet MS"/>
              </a:rPr>
              <a:t>layer</a:t>
            </a:r>
            <a:endParaRPr sz="1556" dirty="0">
              <a:latin typeface="Trebuchet MS"/>
              <a:cs typeface="Trebuchet MS"/>
            </a:endParaRPr>
          </a:p>
        </p:txBody>
      </p:sp>
    </p:spTree>
    <p:extLst>
      <p:ext uri="{BB962C8B-B14F-4D97-AF65-F5344CB8AC3E}">
        <p14:creationId xmlns:p14="http://schemas.microsoft.com/office/powerpoint/2010/main" val="247984676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Weight Update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20</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4" name="组合 3">
            <a:extLst>
              <a:ext uri="{FF2B5EF4-FFF2-40B4-BE49-F238E27FC236}">
                <a16:creationId xmlns:a16="http://schemas.microsoft.com/office/drawing/2014/main" id="{99B80440-B477-4681-90E7-C07190144EDC}"/>
              </a:ext>
            </a:extLst>
          </p:cNvPr>
          <p:cNvGrpSpPr/>
          <p:nvPr/>
        </p:nvGrpSpPr>
        <p:grpSpPr>
          <a:xfrm>
            <a:off x="5196684" y="1120443"/>
            <a:ext cx="3888104" cy="1289685"/>
            <a:chOff x="5243196" y="1524000"/>
            <a:chExt cx="3888104" cy="1289685"/>
          </a:xfrm>
        </p:grpSpPr>
        <p:sp>
          <p:nvSpPr>
            <p:cNvPr id="492" name="object 2">
              <a:extLst>
                <a:ext uri="{FF2B5EF4-FFF2-40B4-BE49-F238E27FC236}">
                  <a16:creationId xmlns:a16="http://schemas.microsoft.com/office/drawing/2014/main" id="{ADE5A2C0-60CD-47DD-9F49-61B34E4D1366}"/>
                </a:ext>
              </a:extLst>
            </p:cNvPr>
            <p:cNvSpPr/>
            <p:nvPr/>
          </p:nvSpPr>
          <p:spPr>
            <a:xfrm>
              <a:off x="5243196" y="1524000"/>
              <a:ext cx="3888104" cy="1289685"/>
            </a:xfrm>
            <a:custGeom>
              <a:avLst/>
              <a:gdLst/>
              <a:ahLst/>
              <a:cxnLst/>
              <a:rect l="l" t="t" r="r" b="b"/>
              <a:pathLst>
                <a:path w="3888104" h="1289685">
                  <a:moveTo>
                    <a:pt x="3672840" y="0"/>
                  </a:moveTo>
                  <a:lnTo>
                    <a:pt x="214884" y="0"/>
                  </a:lnTo>
                  <a:lnTo>
                    <a:pt x="165631" y="5678"/>
                  </a:lnTo>
                  <a:lnTo>
                    <a:pt x="120409" y="21851"/>
                  </a:lnTo>
                  <a:lnTo>
                    <a:pt x="80509" y="47226"/>
                  </a:lnTo>
                  <a:lnTo>
                    <a:pt x="47226" y="80509"/>
                  </a:lnTo>
                  <a:lnTo>
                    <a:pt x="21851" y="120409"/>
                  </a:lnTo>
                  <a:lnTo>
                    <a:pt x="5678" y="165631"/>
                  </a:lnTo>
                  <a:lnTo>
                    <a:pt x="0" y="214884"/>
                  </a:lnTo>
                  <a:lnTo>
                    <a:pt x="0" y="1074420"/>
                  </a:lnTo>
                  <a:lnTo>
                    <a:pt x="5678" y="1123672"/>
                  </a:lnTo>
                  <a:lnTo>
                    <a:pt x="21851" y="1168894"/>
                  </a:lnTo>
                  <a:lnTo>
                    <a:pt x="47226" y="1208794"/>
                  </a:lnTo>
                  <a:lnTo>
                    <a:pt x="80509" y="1242077"/>
                  </a:lnTo>
                  <a:lnTo>
                    <a:pt x="120409" y="1267452"/>
                  </a:lnTo>
                  <a:lnTo>
                    <a:pt x="165631" y="1283625"/>
                  </a:lnTo>
                  <a:lnTo>
                    <a:pt x="214884" y="1289304"/>
                  </a:lnTo>
                  <a:lnTo>
                    <a:pt x="3672840" y="1289304"/>
                  </a:lnTo>
                  <a:lnTo>
                    <a:pt x="3722092" y="1283625"/>
                  </a:lnTo>
                  <a:lnTo>
                    <a:pt x="3767314" y="1267452"/>
                  </a:lnTo>
                  <a:lnTo>
                    <a:pt x="3807214" y="1242077"/>
                  </a:lnTo>
                  <a:lnTo>
                    <a:pt x="3840497" y="1208794"/>
                  </a:lnTo>
                  <a:lnTo>
                    <a:pt x="3865872" y="1168894"/>
                  </a:lnTo>
                  <a:lnTo>
                    <a:pt x="3882045" y="1123672"/>
                  </a:lnTo>
                  <a:lnTo>
                    <a:pt x="3887724" y="1074420"/>
                  </a:lnTo>
                  <a:lnTo>
                    <a:pt x="3887724" y="214884"/>
                  </a:lnTo>
                  <a:lnTo>
                    <a:pt x="3882045" y="165631"/>
                  </a:lnTo>
                  <a:lnTo>
                    <a:pt x="3865872" y="120409"/>
                  </a:lnTo>
                  <a:lnTo>
                    <a:pt x="3840497" y="80509"/>
                  </a:lnTo>
                  <a:lnTo>
                    <a:pt x="3807214" y="47226"/>
                  </a:lnTo>
                  <a:lnTo>
                    <a:pt x="3767314" y="21851"/>
                  </a:lnTo>
                  <a:lnTo>
                    <a:pt x="3722092" y="5678"/>
                  </a:lnTo>
                  <a:lnTo>
                    <a:pt x="3672840" y="0"/>
                  </a:lnTo>
                  <a:close/>
                </a:path>
              </a:pathLst>
            </a:custGeom>
            <a:solidFill>
              <a:srgbClr val="F2F2F2"/>
            </a:solidFill>
          </p:spPr>
          <p:txBody>
            <a:bodyPr wrap="square" lIns="0" tIns="0" rIns="0" bIns="0" rtlCol="0"/>
            <a:lstStyle/>
            <a:p>
              <a:endParaRPr/>
            </a:p>
          </p:txBody>
        </p:sp>
        <p:sp>
          <p:nvSpPr>
            <p:cNvPr id="493" name="object 9">
              <a:extLst>
                <a:ext uri="{FF2B5EF4-FFF2-40B4-BE49-F238E27FC236}">
                  <a16:creationId xmlns:a16="http://schemas.microsoft.com/office/drawing/2014/main" id="{1CF0239B-BB23-48AE-B4AC-1D5DF8D5509E}"/>
                </a:ext>
              </a:extLst>
            </p:cNvPr>
            <p:cNvSpPr/>
            <p:nvPr/>
          </p:nvSpPr>
          <p:spPr>
            <a:xfrm>
              <a:off x="5880229" y="2273806"/>
              <a:ext cx="90170" cy="86995"/>
            </a:xfrm>
            <a:custGeom>
              <a:avLst/>
              <a:gdLst/>
              <a:ahLst/>
              <a:cxnLst/>
              <a:rect l="l" t="t" r="r" b="b"/>
              <a:pathLst>
                <a:path w="90170" h="86994">
                  <a:moveTo>
                    <a:pt x="0" y="86870"/>
                  </a:moveTo>
                  <a:lnTo>
                    <a:pt x="89916" y="86870"/>
                  </a:lnTo>
                  <a:lnTo>
                    <a:pt x="89916" y="0"/>
                  </a:lnTo>
                  <a:lnTo>
                    <a:pt x="0" y="0"/>
                  </a:lnTo>
                  <a:lnTo>
                    <a:pt x="0" y="86870"/>
                  </a:lnTo>
                  <a:close/>
                </a:path>
              </a:pathLst>
            </a:custGeom>
            <a:solidFill>
              <a:srgbClr val="E3C2F5"/>
            </a:solidFill>
          </p:spPr>
          <p:txBody>
            <a:bodyPr wrap="square" lIns="0" tIns="0" rIns="0" bIns="0" rtlCol="0"/>
            <a:lstStyle/>
            <a:p>
              <a:endParaRPr/>
            </a:p>
          </p:txBody>
        </p:sp>
        <p:sp>
          <p:nvSpPr>
            <p:cNvPr id="494" name="object 10">
              <a:extLst>
                <a:ext uri="{FF2B5EF4-FFF2-40B4-BE49-F238E27FC236}">
                  <a16:creationId xmlns:a16="http://schemas.microsoft.com/office/drawing/2014/main" id="{47D80F5B-49DD-4BC0-B769-FFA991B4140A}"/>
                </a:ext>
              </a:extLst>
            </p:cNvPr>
            <p:cNvSpPr/>
            <p:nvPr/>
          </p:nvSpPr>
          <p:spPr>
            <a:xfrm>
              <a:off x="5878705"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495" name="object 11">
              <a:extLst>
                <a:ext uri="{FF2B5EF4-FFF2-40B4-BE49-F238E27FC236}">
                  <a16:creationId xmlns:a16="http://schemas.microsoft.com/office/drawing/2014/main" id="{DF42DE15-CA90-48DD-AE5B-79A8ED443A71}"/>
                </a:ext>
              </a:extLst>
            </p:cNvPr>
            <p:cNvSpPr/>
            <p:nvPr/>
          </p:nvSpPr>
          <p:spPr>
            <a:xfrm>
              <a:off x="5880229" y="2360677"/>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496" name="object 12">
              <a:extLst>
                <a:ext uri="{FF2B5EF4-FFF2-40B4-BE49-F238E27FC236}">
                  <a16:creationId xmlns:a16="http://schemas.microsoft.com/office/drawing/2014/main" id="{0C6047BC-C959-4324-A974-F6A094E01A00}"/>
                </a:ext>
              </a:extLst>
            </p:cNvPr>
            <p:cNvSpPr/>
            <p:nvPr/>
          </p:nvSpPr>
          <p:spPr>
            <a:xfrm>
              <a:off x="5878705"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497" name="object 13">
              <a:extLst>
                <a:ext uri="{FF2B5EF4-FFF2-40B4-BE49-F238E27FC236}">
                  <a16:creationId xmlns:a16="http://schemas.microsoft.com/office/drawing/2014/main" id="{1AA15781-009F-48C8-B06E-9BF974686551}"/>
                </a:ext>
              </a:extLst>
            </p:cNvPr>
            <p:cNvSpPr/>
            <p:nvPr/>
          </p:nvSpPr>
          <p:spPr>
            <a:xfrm>
              <a:off x="5880229" y="2446021"/>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498" name="object 14">
              <a:extLst>
                <a:ext uri="{FF2B5EF4-FFF2-40B4-BE49-F238E27FC236}">
                  <a16:creationId xmlns:a16="http://schemas.microsoft.com/office/drawing/2014/main" id="{0AFCC5B2-8362-44A9-A7F5-4E5603B3FB21}"/>
                </a:ext>
              </a:extLst>
            </p:cNvPr>
            <p:cNvSpPr/>
            <p:nvPr/>
          </p:nvSpPr>
          <p:spPr>
            <a:xfrm>
              <a:off x="5878705"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499" name="object 15">
              <a:extLst>
                <a:ext uri="{FF2B5EF4-FFF2-40B4-BE49-F238E27FC236}">
                  <a16:creationId xmlns:a16="http://schemas.microsoft.com/office/drawing/2014/main" id="{D75F45AF-881F-44E4-884F-5F757089CDD3}"/>
                </a:ext>
              </a:extLst>
            </p:cNvPr>
            <p:cNvSpPr/>
            <p:nvPr/>
          </p:nvSpPr>
          <p:spPr>
            <a:xfrm>
              <a:off x="5880229" y="2531365"/>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500" name="object 16">
              <a:extLst>
                <a:ext uri="{FF2B5EF4-FFF2-40B4-BE49-F238E27FC236}">
                  <a16:creationId xmlns:a16="http://schemas.microsoft.com/office/drawing/2014/main" id="{4BDEC7E9-75FF-446D-94BD-29473128C4A8}"/>
                </a:ext>
              </a:extLst>
            </p:cNvPr>
            <p:cNvSpPr/>
            <p:nvPr/>
          </p:nvSpPr>
          <p:spPr>
            <a:xfrm>
              <a:off x="5878705"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01" name="object 17">
              <a:extLst>
                <a:ext uri="{FF2B5EF4-FFF2-40B4-BE49-F238E27FC236}">
                  <a16:creationId xmlns:a16="http://schemas.microsoft.com/office/drawing/2014/main" id="{34FA95CA-6034-407E-9F7A-09AAD8A0FF0B}"/>
                </a:ext>
              </a:extLst>
            </p:cNvPr>
            <p:cNvSpPr/>
            <p:nvPr/>
          </p:nvSpPr>
          <p:spPr>
            <a:xfrm>
              <a:off x="5512944"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solidFill>
              <a:srgbClr val="E3C2F5"/>
            </a:solidFill>
          </p:spPr>
          <p:txBody>
            <a:bodyPr wrap="square" lIns="0" tIns="0" rIns="0" bIns="0" rtlCol="0"/>
            <a:lstStyle/>
            <a:p>
              <a:endParaRPr/>
            </a:p>
          </p:txBody>
        </p:sp>
        <p:sp>
          <p:nvSpPr>
            <p:cNvPr id="502" name="object 18">
              <a:extLst>
                <a:ext uri="{FF2B5EF4-FFF2-40B4-BE49-F238E27FC236}">
                  <a16:creationId xmlns:a16="http://schemas.microsoft.com/office/drawing/2014/main" id="{A58781EF-855E-41F9-AFA9-B5A0CB4BCD19}"/>
                </a:ext>
              </a:extLst>
            </p:cNvPr>
            <p:cNvSpPr/>
            <p:nvPr/>
          </p:nvSpPr>
          <p:spPr>
            <a:xfrm>
              <a:off x="5512944"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503" name="object 19">
              <a:extLst>
                <a:ext uri="{FF2B5EF4-FFF2-40B4-BE49-F238E27FC236}">
                  <a16:creationId xmlns:a16="http://schemas.microsoft.com/office/drawing/2014/main" id="{726E55FB-5480-4B37-B571-F0FDF27FE660}"/>
                </a:ext>
              </a:extLst>
            </p:cNvPr>
            <p:cNvSpPr/>
            <p:nvPr/>
          </p:nvSpPr>
          <p:spPr>
            <a:xfrm>
              <a:off x="5604385" y="2273806"/>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solidFill>
              <a:srgbClr val="E3C2F5"/>
            </a:solidFill>
          </p:spPr>
          <p:txBody>
            <a:bodyPr wrap="square" lIns="0" tIns="0" rIns="0" bIns="0" rtlCol="0"/>
            <a:lstStyle/>
            <a:p>
              <a:endParaRPr/>
            </a:p>
          </p:txBody>
        </p:sp>
        <p:sp>
          <p:nvSpPr>
            <p:cNvPr id="504" name="object 20">
              <a:extLst>
                <a:ext uri="{FF2B5EF4-FFF2-40B4-BE49-F238E27FC236}">
                  <a16:creationId xmlns:a16="http://schemas.microsoft.com/office/drawing/2014/main" id="{83CC01C9-C6EA-4469-A2D9-B6F9AFBD01E9}"/>
                </a:ext>
              </a:extLst>
            </p:cNvPr>
            <p:cNvSpPr/>
            <p:nvPr/>
          </p:nvSpPr>
          <p:spPr>
            <a:xfrm>
              <a:off x="5604385" y="2273806"/>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a:p>
          </p:txBody>
        </p:sp>
        <p:sp>
          <p:nvSpPr>
            <p:cNvPr id="505" name="object 21">
              <a:extLst>
                <a:ext uri="{FF2B5EF4-FFF2-40B4-BE49-F238E27FC236}">
                  <a16:creationId xmlns:a16="http://schemas.microsoft.com/office/drawing/2014/main" id="{0168D88D-A665-43AB-91BF-E2D7AF0CA273}"/>
                </a:ext>
              </a:extLst>
            </p:cNvPr>
            <p:cNvSpPr/>
            <p:nvPr/>
          </p:nvSpPr>
          <p:spPr>
            <a:xfrm>
              <a:off x="5697349"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solidFill>
              <a:srgbClr val="E3C2F5"/>
            </a:solidFill>
          </p:spPr>
          <p:txBody>
            <a:bodyPr wrap="square" lIns="0" tIns="0" rIns="0" bIns="0" rtlCol="0"/>
            <a:lstStyle/>
            <a:p>
              <a:endParaRPr/>
            </a:p>
          </p:txBody>
        </p:sp>
        <p:sp>
          <p:nvSpPr>
            <p:cNvPr id="506" name="object 22">
              <a:extLst>
                <a:ext uri="{FF2B5EF4-FFF2-40B4-BE49-F238E27FC236}">
                  <a16:creationId xmlns:a16="http://schemas.microsoft.com/office/drawing/2014/main" id="{4780BB7B-27D7-4F03-8245-03D6ED1C49F8}"/>
                </a:ext>
              </a:extLst>
            </p:cNvPr>
            <p:cNvSpPr/>
            <p:nvPr/>
          </p:nvSpPr>
          <p:spPr>
            <a:xfrm>
              <a:off x="5697349"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507" name="object 23">
              <a:extLst>
                <a:ext uri="{FF2B5EF4-FFF2-40B4-BE49-F238E27FC236}">
                  <a16:creationId xmlns:a16="http://schemas.microsoft.com/office/drawing/2014/main" id="{FE50F9B8-F173-406D-8A12-9706C3320A3F}"/>
                </a:ext>
              </a:extLst>
            </p:cNvPr>
            <p:cNvSpPr/>
            <p:nvPr/>
          </p:nvSpPr>
          <p:spPr>
            <a:xfrm>
              <a:off x="5512944"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08" name="object 24">
              <a:extLst>
                <a:ext uri="{FF2B5EF4-FFF2-40B4-BE49-F238E27FC236}">
                  <a16:creationId xmlns:a16="http://schemas.microsoft.com/office/drawing/2014/main" id="{A7CF8795-DB34-41BC-8AB3-0186A95B8070}"/>
                </a:ext>
              </a:extLst>
            </p:cNvPr>
            <p:cNvSpPr/>
            <p:nvPr/>
          </p:nvSpPr>
          <p:spPr>
            <a:xfrm>
              <a:off x="5512944"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09" name="object 25">
              <a:extLst>
                <a:ext uri="{FF2B5EF4-FFF2-40B4-BE49-F238E27FC236}">
                  <a16:creationId xmlns:a16="http://schemas.microsoft.com/office/drawing/2014/main" id="{0B402BCC-C70F-4257-BFD3-4CA6FA8F692E}"/>
                </a:ext>
              </a:extLst>
            </p:cNvPr>
            <p:cNvSpPr/>
            <p:nvPr/>
          </p:nvSpPr>
          <p:spPr>
            <a:xfrm>
              <a:off x="5604385" y="2360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10" name="object 26">
              <a:extLst>
                <a:ext uri="{FF2B5EF4-FFF2-40B4-BE49-F238E27FC236}">
                  <a16:creationId xmlns:a16="http://schemas.microsoft.com/office/drawing/2014/main" id="{072D4A52-7C8F-4F33-B02B-20478FED712A}"/>
                </a:ext>
              </a:extLst>
            </p:cNvPr>
            <p:cNvSpPr/>
            <p:nvPr/>
          </p:nvSpPr>
          <p:spPr>
            <a:xfrm>
              <a:off x="5604385" y="2360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11" name="object 27">
              <a:extLst>
                <a:ext uri="{FF2B5EF4-FFF2-40B4-BE49-F238E27FC236}">
                  <a16:creationId xmlns:a16="http://schemas.microsoft.com/office/drawing/2014/main" id="{A88E2122-F6E7-4694-84A5-5CC8B27336EB}"/>
                </a:ext>
              </a:extLst>
            </p:cNvPr>
            <p:cNvSpPr/>
            <p:nvPr/>
          </p:nvSpPr>
          <p:spPr>
            <a:xfrm>
              <a:off x="5697349"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12" name="object 28">
              <a:extLst>
                <a:ext uri="{FF2B5EF4-FFF2-40B4-BE49-F238E27FC236}">
                  <a16:creationId xmlns:a16="http://schemas.microsoft.com/office/drawing/2014/main" id="{DF451C89-2221-4E58-BAA4-60EA8182FD00}"/>
                </a:ext>
              </a:extLst>
            </p:cNvPr>
            <p:cNvSpPr/>
            <p:nvPr/>
          </p:nvSpPr>
          <p:spPr>
            <a:xfrm>
              <a:off x="5697349"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13" name="object 29">
              <a:extLst>
                <a:ext uri="{FF2B5EF4-FFF2-40B4-BE49-F238E27FC236}">
                  <a16:creationId xmlns:a16="http://schemas.microsoft.com/office/drawing/2014/main" id="{515B2882-99CA-432A-9900-EA80A7643E5F}"/>
                </a:ext>
              </a:extLst>
            </p:cNvPr>
            <p:cNvSpPr/>
            <p:nvPr/>
          </p:nvSpPr>
          <p:spPr>
            <a:xfrm>
              <a:off x="5512944"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14" name="object 30">
              <a:extLst>
                <a:ext uri="{FF2B5EF4-FFF2-40B4-BE49-F238E27FC236}">
                  <a16:creationId xmlns:a16="http://schemas.microsoft.com/office/drawing/2014/main" id="{A770C266-CF22-4F46-811E-8068BCE44257}"/>
                </a:ext>
              </a:extLst>
            </p:cNvPr>
            <p:cNvSpPr/>
            <p:nvPr/>
          </p:nvSpPr>
          <p:spPr>
            <a:xfrm>
              <a:off x="5512944"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15" name="object 31">
              <a:extLst>
                <a:ext uri="{FF2B5EF4-FFF2-40B4-BE49-F238E27FC236}">
                  <a16:creationId xmlns:a16="http://schemas.microsoft.com/office/drawing/2014/main" id="{D4B60AFA-E3D5-48E0-A502-4F85476E1CA1}"/>
                </a:ext>
              </a:extLst>
            </p:cNvPr>
            <p:cNvSpPr/>
            <p:nvPr/>
          </p:nvSpPr>
          <p:spPr>
            <a:xfrm>
              <a:off x="5604385" y="2446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16" name="object 32">
              <a:extLst>
                <a:ext uri="{FF2B5EF4-FFF2-40B4-BE49-F238E27FC236}">
                  <a16:creationId xmlns:a16="http://schemas.microsoft.com/office/drawing/2014/main" id="{7B6E1311-A8C8-4B35-BA30-76FEBD205D99}"/>
                </a:ext>
              </a:extLst>
            </p:cNvPr>
            <p:cNvSpPr/>
            <p:nvPr/>
          </p:nvSpPr>
          <p:spPr>
            <a:xfrm>
              <a:off x="5604385" y="2446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17" name="object 33">
              <a:extLst>
                <a:ext uri="{FF2B5EF4-FFF2-40B4-BE49-F238E27FC236}">
                  <a16:creationId xmlns:a16="http://schemas.microsoft.com/office/drawing/2014/main" id="{C58B0D5F-72A6-428B-8C78-5672A04B7228}"/>
                </a:ext>
              </a:extLst>
            </p:cNvPr>
            <p:cNvSpPr/>
            <p:nvPr/>
          </p:nvSpPr>
          <p:spPr>
            <a:xfrm>
              <a:off x="5697349"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18" name="object 34">
              <a:extLst>
                <a:ext uri="{FF2B5EF4-FFF2-40B4-BE49-F238E27FC236}">
                  <a16:creationId xmlns:a16="http://schemas.microsoft.com/office/drawing/2014/main" id="{41475B37-5763-465E-B5FC-07F4CA0838DF}"/>
                </a:ext>
              </a:extLst>
            </p:cNvPr>
            <p:cNvSpPr/>
            <p:nvPr/>
          </p:nvSpPr>
          <p:spPr>
            <a:xfrm>
              <a:off x="5697349"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19" name="object 35">
              <a:extLst>
                <a:ext uri="{FF2B5EF4-FFF2-40B4-BE49-F238E27FC236}">
                  <a16:creationId xmlns:a16="http://schemas.microsoft.com/office/drawing/2014/main" id="{0B2A8F74-934E-425E-BE36-32724772D7E4}"/>
                </a:ext>
              </a:extLst>
            </p:cNvPr>
            <p:cNvSpPr/>
            <p:nvPr/>
          </p:nvSpPr>
          <p:spPr>
            <a:xfrm>
              <a:off x="5512944"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20" name="object 36">
              <a:extLst>
                <a:ext uri="{FF2B5EF4-FFF2-40B4-BE49-F238E27FC236}">
                  <a16:creationId xmlns:a16="http://schemas.microsoft.com/office/drawing/2014/main" id="{CBDA7620-332B-4CAF-95C8-7BC2BA05DE9D}"/>
                </a:ext>
              </a:extLst>
            </p:cNvPr>
            <p:cNvSpPr/>
            <p:nvPr/>
          </p:nvSpPr>
          <p:spPr>
            <a:xfrm>
              <a:off x="5512944"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21" name="object 37">
              <a:extLst>
                <a:ext uri="{FF2B5EF4-FFF2-40B4-BE49-F238E27FC236}">
                  <a16:creationId xmlns:a16="http://schemas.microsoft.com/office/drawing/2014/main" id="{828371A8-D25C-4FDF-B312-02A34AA92E24}"/>
                </a:ext>
              </a:extLst>
            </p:cNvPr>
            <p:cNvSpPr/>
            <p:nvPr/>
          </p:nvSpPr>
          <p:spPr>
            <a:xfrm>
              <a:off x="5604385" y="2531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22" name="object 38">
              <a:extLst>
                <a:ext uri="{FF2B5EF4-FFF2-40B4-BE49-F238E27FC236}">
                  <a16:creationId xmlns:a16="http://schemas.microsoft.com/office/drawing/2014/main" id="{2D464384-E53C-4CF7-B7FD-BE8DFA2EE282}"/>
                </a:ext>
              </a:extLst>
            </p:cNvPr>
            <p:cNvSpPr/>
            <p:nvPr/>
          </p:nvSpPr>
          <p:spPr>
            <a:xfrm>
              <a:off x="5604385" y="2531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23" name="object 39">
              <a:extLst>
                <a:ext uri="{FF2B5EF4-FFF2-40B4-BE49-F238E27FC236}">
                  <a16:creationId xmlns:a16="http://schemas.microsoft.com/office/drawing/2014/main" id="{46BA4E71-E410-4032-B8C2-3E3222389A17}"/>
                </a:ext>
              </a:extLst>
            </p:cNvPr>
            <p:cNvSpPr/>
            <p:nvPr/>
          </p:nvSpPr>
          <p:spPr>
            <a:xfrm>
              <a:off x="5697349"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24" name="object 40">
              <a:extLst>
                <a:ext uri="{FF2B5EF4-FFF2-40B4-BE49-F238E27FC236}">
                  <a16:creationId xmlns:a16="http://schemas.microsoft.com/office/drawing/2014/main" id="{B3F03598-B7C1-46CF-AF00-7F5B6C6D5B2E}"/>
                </a:ext>
              </a:extLst>
            </p:cNvPr>
            <p:cNvSpPr/>
            <p:nvPr/>
          </p:nvSpPr>
          <p:spPr>
            <a:xfrm>
              <a:off x="5697349"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25" name="object 41">
              <a:extLst>
                <a:ext uri="{FF2B5EF4-FFF2-40B4-BE49-F238E27FC236}">
                  <a16:creationId xmlns:a16="http://schemas.microsoft.com/office/drawing/2014/main" id="{F722BE9B-DC09-4AFD-A7E6-967CBBAF7D94}"/>
                </a:ext>
              </a:extLst>
            </p:cNvPr>
            <p:cNvSpPr/>
            <p:nvPr/>
          </p:nvSpPr>
          <p:spPr>
            <a:xfrm>
              <a:off x="5788789"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solidFill>
              <a:srgbClr val="E3C2F5"/>
            </a:solidFill>
          </p:spPr>
          <p:txBody>
            <a:bodyPr wrap="square" lIns="0" tIns="0" rIns="0" bIns="0" rtlCol="0"/>
            <a:lstStyle/>
            <a:p>
              <a:endParaRPr/>
            </a:p>
          </p:txBody>
        </p:sp>
        <p:sp>
          <p:nvSpPr>
            <p:cNvPr id="526" name="object 42">
              <a:extLst>
                <a:ext uri="{FF2B5EF4-FFF2-40B4-BE49-F238E27FC236}">
                  <a16:creationId xmlns:a16="http://schemas.microsoft.com/office/drawing/2014/main" id="{B34A5CD5-DFAD-4CFA-8E01-C0D7A23BF514}"/>
                </a:ext>
              </a:extLst>
            </p:cNvPr>
            <p:cNvSpPr/>
            <p:nvPr/>
          </p:nvSpPr>
          <p:spPr>
            <a:xfrm>
              <a:off x="5788789"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527" name="object 43">
              <a:extLst>
                <a:ext uri="{FF2B5EF4-FFF2-40B4-BE49-F238E27FC236}">
                  <a16:creationId xmlns:a16="http://schemas.microsoft.com/office/drawing/2014/main" id="{8B96FA18-A99C-42FF-843A-CCBED55E2B01}"/>
                </a:ext>
              </a:extLst>
            </p:cNvPr>
            <p:cNvSpPr/>
            <p:nvPr/>
          </p:nvSpPr>
          <p:spPr>
            <a:xfrm>
              <a:off x="5788789"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28" name="object 44">
              <a:extLst>
                <a:ext uri="{FF2B5EF4-FFF2-40B4-BE49-F238E27FC236}">
                  <a16:creationId xmlns:a16="http://schemas.microsoft.com/office/drawing/2014/main" id="{DFF0D3EE-9029-441C-A005-930E13F1707F}"/>
                </a:ext>
              </a:extLst>
            </p:cNvPr>
            <p:cNvSpPr/>
            <p:nvPr/>
          </p:nvSpPr>
          <p:spPr>
            <a:xfrm>
              <a:off x="5788789"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29" name="object 45">
              <a:extLst>
                <a:ext uri="{FF2B5EF4-FFF2-40B4-BE49-F238E27FC236}">
                  <a16:creationId xmlns:a16="http://schemas.microsoft.com/office/drawing/2014/main" id="{BDACD660-B521-49FE-ADCD-714D6227655D}"/>
                </a:ext>
              </a:extLst>
            </p:cNvPr>
            <p:cNvSpPr/>
            <p:nvPr/>
          </p:nvSpPr>
          <p:spPr>
            <a:xfrm>
              <a:off x="5788789"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30" name="object 46">
              <a:extLst>
                <a:ext uri="{FF2B5EF4-FFF2-40B4-BE49-F238E27FC236}">
                  <a16:creationId xmlns:a16="http://schemas.microsoft.com/office/drawing/2014/main" id="{35D02C35-C952-4645-ADF2-95E9A8BC5AAA}"/>
                </a:ext>
              </a:extLst>
            </p:cNvPr>
            <p:cNvSpPr/>
            <p:nvPr/>
          </p:nvSpPr>
          <p:spPr>
            <a:xfrm>
              <a:off x="5788789"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31" name="object 47">
              <a:extLst>
                <a:ext uri="{FF2B5EF4-FFF2-40B4-BE49-F238E27FC236}">
                  <a16:creationId xmlns:a16="http://schemas.microsoft.com/office/drawing/2014/main" id="{621466F0-4810-474A-9601-B6D2AB583AD0}"/>
                </a:ext>
              </a:extLst>
            </p:cNvPr>
            <p:cNvSpPr/>
            <p:nvPr/>
          </p:nvSpPr>
          <p:spPr>
            <a:xfrm>
              <a:off x="5788789"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32" name="object 48">
              <a:extLst>
                <a:ext uri="{FF2B5EF4-FFF2-40B4-BE49-F238E27FC236}">
                  <a16:creationId xmlns:a16="http://schemas.microsoft.com/office/drawing/2014/main" id="{179B431B-DF01-4F73-8A9D-8F5221B53CB1}"/>
                </a:ext>
              </a:extLst>
            </p:cNvPr>
            <p:cNvSpPr/>
            <p:nvPr/>
          </p:nvSpPr>
          <p:spPr>
            <a:xfrm>
              <a:off x="5788789"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33" name="object 49">
              <a:extLst>
                <a:ext uri="{FF2B5EF4-FFF2-40B4-BE49-F238E27FC236}">
                  <a16:creationId xmlns:a16="http://schemas.microsoft.com/office/drawing/2014/main" id="{E0AC1EF2-5B9D-4243-957D-7B57FB153BF1}"/>
                </a:ext>
              </a:extLst>
            </p:cNvPr>
            <p:cNvSpPr/>
            <p:nvPr/>
          </p:nvSpPr>
          <p:spPr>
            <a:xfrm>
              <a:off x="6154549" y="2273806"/>
              <a:ext cx="90170" cy="86995"/>
            </a:xfrm>
            <a:custGeom>
              <a:avLst/>
              <a:gdLst/>
              <a:ahLst/>
              <a:cxnLst/>
              <a:rect l="l" t="t" r="r" b="b"/>
              <a:pathLst>
                <a:path w="90170" h="86994">
                  <a:moveTo>
                    <a:pt x="0" y="86870"/>
                  </a:moveTo>
                  <a:lnTo>
                    <a:pt x="89916" y="86870"/>
                  </a:lnTo>
                  <a:lnTo>
                    <a:pt x="89916" y="0"/>
                  </a:lnTo>
                  <a:lnTo>
                    <a:pt x="0" y="0"/>
                  </a:lnTo>
                  <a:lnTo>
                    <a:pt x="0" y="86870"/>
                  </a:lnTo>
                  <a:close/>
                </a:path>
              </a:pathLst>
            </a:custGeom>
            <a:solidFill>
              <a:srgbClr val="E3C2F5"/>
            </a:solidFill>
          </p:spPr>
          <p:txBody>
            <a:bodyPr wrap="square" lIns="0" tIns="0" rIns="0" bIns="0" rtlCol="0"/>
            <a:lstStyle/>
            <a:p>
              <a:endParaRPr/>
            </a:p>
          </p:txBody>
        </p:sp>
        <p:sp>
          <p:nvSpPr>
            <p:cNvPr id="534" name="object 50">
              <a:extLst>
                <a:ext uri="{FF2B5EF4-FFF2-40B4-BE49-F238E27FC236}">
                  <a16:creationId xmlns:a16="http://schemas.microsoft.com/office/drawing/2014/main" id="{B523E181-2CB1-4F90-AF50-91AFBF799B26}"/>
                </a:ext>
              </a:extLst>
            </p:cNvPr>
            <p:cNvSpPr/>
            <p:nvPr/>
          </p:nvSpPr>
          <p:spPr>
            <a:xfrm>
              <a:off x="6153025"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535" name="object 51">
              <a:extLst>
                <a:ext uri="{FF2B5EF4-FFF2-40B4-BE49-F238E27FC236}">
                  <a16:creationId xmlns:a16="http://schemas.microsoft.com/office/drawing/2014/main" id="{C9B40B82-E135-4DD6-A619-763BCBB598BF}"/>
                </a:ext>
              </a:extLst>
            </p:cNvPr>
            <p:cNvSpPr/>
            <p:nvPr/>
          </p:nvSpPr>
          <p:spPr>
            <a:xfrm>
              <a:off x="6154549" y="2360677"/>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536" name="object 52">
              <a:extLst>
                <a:ext uri="{FF2B5EF4-FFF2-40B4-BE49-F238E27FC236}">
                  <a16:creationId xmlns:a16="http://schemas.microsoft.com/office/drawing/2014/main" id="{CFC7256D-B1BC-4169-AE52-02D87C9A2F34}"/>
                </a:ext>
              </a:extLst>
            </p:cNvPr>
            <p:cNvSpPr/>
            <p:nvPr/>
          </p:nvSpPr>
          <p:spPr>
            <a:xfrm>
              <a:off x="6153025"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37" name="object 53">
              <a:extLst>
                <a:ext uri="{FF2B5EF4-FFF2-40B4-BE49-F238E27FC236}">
                  <a16:creationId xmlns:a16="http://schemas.microsoft.com/office/drawing/2014/main" id="{CD352FCE-8B28-4818-A422-A0B25D17A4F4}"/>
                </a:ext>
              </a:extLst>
            </p:cNvPr>
            <p:cNvSpPr/>
            <p:nvPr/>
          </p:nvSpPr>
          <p:spPr>
            <a:xfrm>
              <a:off x="6154549" y="2446021"/>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538" name="object 54">
              <a:extLst>
                <a:ext uri="{FF2B5EF4-FFF2-40B4-BE49-F238E27FC236}">
                  <a16:creationId xmlns:a16="http://schemas.microsoft.com/office/drawing/2014/main" id="{3DDCAAD3-8503-42A6-AF8A-B805D9F09886}"/>
                </a:ext>
              </a:extLst>
            </p:cNvPr>
            <p:cNvSpPr/>
            <p:nvPr/>
          </p:nvSpPr>
          <p:spPr>
            <a:xfrm>
              <a:off x="6153025"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39" name="object 55">
              <a:extLst>
                <a:ext uri="{FF2B5EF4-FFF2-40B4-BE49-F238E27FC236}">
                  <a16:creationId xmlns:a16="http://schemas.microsoft.com/office/drawing/2014/main" id="{3D429AFD-6895-4C15-9FBC-23A89BF9FF4F}"/>
                </a:ext>
              </a:extLst>
            </p:cNvPr>
            <p:cNvSpPr/>
            <p:nvPr/>
          </p:nvSpPr>
          <p:spPr>
            <a:xfrm>
              <a:off x="6154549" y="2531365"/>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540" name="object 56">
              <a:extLst>
                <a:ext uri="{FF2B5EF4-FFF2-40B4-BE49-F238E27FC236}">
                  <a16:creationId xmlns:a16="http://schemas.microsoft.com/office/drawing/2014/main" id="{5B4A4B1E-3CBA-4A4B-9BDF-17E29A7B6DA9}"/>
                </a:ext>
              </a:extLst>
            </p:cNvPr>
            <p:cNvSpPr/>
            <p:nvPr/>
          </p:nvSpPr>
          <p:spPr>
            <a:xfrm>
              <a:off x="6153025"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41" name="object 57">
              <a:extLst>
                <a:ext uri="{FF2B5EF4-FFF2-40B4-BE49-F238E27FC236}">
                  <a16:creationId xmlns:a16="http://schemas.microsoft.com/office/drawing/2014/main" id="{D59AC6DD-4F1F-4B63-B71A-7298547238DC}"/>
                </a:ext>
              </a:extLst>
            </p:cNvPr>
            <p:cNvSpPr/>
            <p:nvPr/>
          </p:nvSpPr>
          <p:spPr>
            <a:xfrm>
              <a:off x="5970144" y="2273806"/>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solidFill>
              <a:srgbClr val="E3C2F5"/>
            </a:solidFill>
          </p:spPr>
          <p:txBody>
            <a:bodyPr wrap="square" lIns="0" tIns="0" rIns="0" bIns="0" rtlCol="0"/>
            <a:lstStyle/>
            <a:p>
              <a:endParaRPr/>
            </a:p>
          </p:txBody>
        </p:sp>
        <p:sp>
          <p:nvSpPr>
            <p:cNvPr id="542" name="object 58">
              <a:extLst>
                <a:ext uri="{FF2B5EF4-FFF2-40B4-BE49-F238E27FC236}">
                  <a16:creationId xmlns:a16="http://schemas.microsoft.com/office/drawing/2014/main" id="{68F0173E-6AAB-4FC8-B779-4335C4EFD5BB}"/>
                </a:ext>
              </a:extLst>
            </p:cNvPr>
            <p:cNvSpPr/>
            <p:nvPr/>
          </p:nvSpPr>
          <p:spPr>
            <a:xfrm>
              <a:off x="5970144" y="2273806"/>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a:p>
          </p:txBody>
        </p:sp>
        <p:sp>
          <p:nvSpPr>
            <p:cNvPr id="543" name="object 59">
              <a:extLst>
                <a:ext uri="{FF2B5EF4-FFF2-40B4-BE49-F238E27FC236}">
                  <a16:creationId xmlns:a16="http://schemas.microsoft.com/office/drawing/2014/main" id="{A5B5245A-83B7-4876-9883-C502C6F8E3DB}"/>
                </a:ext>
              </a:extLst>
            </p:cNvPr>
            <p:cNvSpPr/>
            <p:nvPr/>
          </p:nvSpPr>
          <p:spPr>
            <a:xfrm>
              <a:off x="5970144" y="2360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44" name="object 60">
              <a:extLst>
                <a:ext uri="{FF2B5EF4-FFF2-40B4-BE49-F238E27FC236}">
                  <a16:creationId xmlns:a16="http://schemas.microsoft.com/office/drawing/2014/main" id="{010097C9-2EE6-4F7D-95C5-F5A6724A618E}"/>
                </a:ext>
              </a:extLst>
            </p:cNvPr>
            <p:cNvSpPr/>
            <p:nvPr/>
          </p:nvSpPr>
          <p:spPr>
            <a:xfrm>
              <a:off x="5970144" y="23606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45" name="object 61">
              <a:extLst>
                <a:ext uri="{FF2B5EF4-FFF2-40B4-BE49-F238E27FC236}">
                  <a16:creationId xmlns:a16="http://schemas.microsoft.com/office/drawing/2014/main" id="{4729365F-9DDE-4325-BEEB-28F61F75E15A}"/>
                </a:ext>
              </a:extLst>
            </p:cNvPr>
            <p:cNvSpPr/>
            <p:nvPr/>
          </p:nvSpPr>
          <p:spPr>
            <a:xfrm>
              <a:off x="5970144" y="2446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46" name="object 62">
              <a:extLst>
                <a:ext uri="{FF2B5EF4-FFF2-40B4-BE49-F238E27FC236}">
                  <a16:creationId xmlns:a16="http://schemas.microsoft.com/office/drawing/2014/main" id="{1ADF4D5B-47FC-41F6-9085-E04C20641655}"/>
                </a:ext>
              </a:extLst>
            </p:cNvPr>
            <p:cNvSpPr/>
            <p:nvPr/>
          </p:nvSpPr>
          <p:spPr>
            <a:xfrm>
              <a:off x="5970144" y="2446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47" name="object 63">
              <a:extLst>
                <a:ext uri="{FF2B5EF4-FFF2-40B4-BE49-F238E27FC236}">
                  <a16:creationId xmlns:a16="http://schemas.microsoft.com/office/drawing/2014/main" id="{8AA5F931-542D-4783-BD0A-CCC54D4231FB}"/>
                </a:ext>
              </a:extLst>
            </p:cNvPr>
            <p:cNvSpPr/>
            <p:nvPr/>
          </p:nvSpPr>
          <p:spPr>
            <a:xfrm>
              <a:off x="5970144" y="2531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48" name="object 64">
              <a:extLst>
                <a:ext uri="{FF2B5EF4-FFF2-40B4-BE49-F238E27FC236}">
                  <a16:creationId xmlns:a16="http://schemas.microsoft.com/office/drawing/2014/main" id="{0C5B42DF-6261-49FD-A1C9-DFA8722D9062}"/>
                </a:ext>
              </a:extLst>
            </p:cNvPr>
            <p:cNvSpPr/>
            <p:nvPr/>
          </p:nvSpPr>
          <p:spPr>
            <a:xfrm>
              <a:off x="5970144" y="2531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49" name="object 65">
              <a:extLst>
                <a:ext uri="{FF2B5EF4-FFF2-40B4-BE49-F238E27FC236}">
                  <a16:creationId xmlns:a16="http://schemas.microsoft.com/office/drawing/2014/main" id="{88FE74AA-E727-4772-9338-3188FF14248F}"/>
                </a:ext>
              </a:extLst>
            </p:cNvPr>
            <p:cNvSpPr/>
            <p:nvPr/>
          </p:nvSpPr>
          <p:spPr>
            <a:xfrm>
              <a:off x="6063108"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solidFill>
              <a:srgbClr val="E3C2F5"/>
            </a:solidFill>
          </p:spPr>
          <p:txBody>
            <a:bodyPr wrap="square" lIns="0" tIns="0" rIns="0" bIns="0" rtlCol="0"/>
            <a:lstStyle/>
            <a:p>
              <a:endParaRPr/>
            </a:p>
          </p:txBody>
        </p:sp>
        <p:sp>
          <p:nvSpPr>
            <p:cNvPr id="550" name="object 66">
              <a:extLst>
                <a:ext uri="{FF2B5EF4-FFF2-40B4-BE49-F238E27FC236}">
                  <a16:creationId xmlns:a16="http://schemas.microsoft.com/office/drawing/2014/main" id="{D44DA3EC-5B2A-4A74-8E23-E1AE5FB5C53A}"/>
                </a:ext>
              </a:extLst>
            </p:cNvPr>
            <p:cNvSpPr/>
            <p:nvPr/>
          </p:nvSpPr>
          <p:spPr>
            <a:xfrm>
              <a:off x="6063108" y="2273806"/>
              <a:ext cx="91440" cy="86995"/>
            </a:xfrm>
            <a:custGeom>
              <a:avLst/>
              <a:gdLst/>
              <a:ahLst/>
              <a:cxnLst/>
              <a:rect l="l" t="t" r="r" b="b"/>
              <a:pathLst>
                <a:path w="91440"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551" name="object 67">
              <a:extLst>
                <a:ext uri="{FF2B5EF4-FFF2-40B4-BE49-F238E27FC236}">
                  <a16:creationId xmlns:a16="http://schemas.microsoft.com/office/drawing/2014/main" id="{C2C6B690-E855-4A75-AF5B-FD86FE1B3368}"/>
                </a:ext>
              </a:extLst>
            </p:cNvPr>
            <p:cNvSpPr/>
            <p:nvPr/>
          </p:nvSpPr>
          <p:spPr>
            <a:xfrm>
              <a:off x="6063108"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52" name="object 68">
              <a:extLst>
                <a:ext uri="{FF2B5EF4-FFF2-40B4-BE49-F238E27FC236}">
                  <a16:creationId xmlns:a16="http://schemas.microsoft.com/office/drawing/2014/main" id="{BEB6BE42-A2CD-4FBF-A416-C84F00D76DA8}"/>
                </a:ext>
              </a:extLst>
            </p:cNvPr>
            <p:cNvSpPr/>
            <p:nvPr/>
          </p:nvSpPr>
          <p:spPr>
            <a:xfrm>
              <a:off x="6063108" y="23606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53" name="object 69">
              <a:extLst>
                <a:ext uri="{FF2B5EF4-FFF2-40B4-BE49-F238E27FC236}">
                  <a16:creationId xmlns:a16="http://schemas.microsoft.com/office/drawing/2014/main" id="{0B2BD1F9-A1D9-405D-8A47-B3040D1EEBF2}"/>
                </a:ext>
              </a:extLst>
            </p:cNvPr>
            <p:cNvSpPr/>
            <p:nvPr/>
          </p:nvSpPr>
          <p:spPr>
            <a:xfrm>
              <a:off x="6063108"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54" name="object 70">
              <a:extLst>
                <a:ext uri="{FF2B5EF4-FFF2-40B4-BE49-F238E27FC236}">
                  <a16:creationId xmlns:a16="http://schemas.microsoft.com/office/drawing/2014/main" id="{25565B36-A5B4-4047-B4E1-3DA4E60DDF20}"/>
                </a:ext>
              </a:extLst>
            </p:cNvPr>
            <p:cNvSpPr/>
            <p:nvPr/>
          </p:nvSpPr>
          <p:spPr>
            <a:xfrm>
              <a:off x="6063108" y="244602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55" name="object 71">
              <a:extLst>
                <a:ext uri="{FF2B5EF4-FFF2-40B4-BE49-F238E27FC236}">
                  <a16:creationId xmlns:a16="http://schemas.microsoft.com/office/drawing/2014/main" id="{8BF5B9CB-782F-44C9-9FF8-4E74EAFC6888}"/>
                </a:ext>
              </a:extLst>
            </p:cNvPr>
            <p:cNvSpPr/>
            <p:nvPr/>
          </p:nvSpPr>
          <p:spPr>
            <a:xfrm>
              <a:off x="6063108"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56" name="object 72">
              <a:extLst>
                <a:ext uri="{FF2B5EF4-FFF2-40B4-BE49-F238E27FC236}">
                  <a16:creationId xmlns:a16="http://schemas.microsoft.com/office/drawing/2014/main" id="{9237E72F-6EAF-45A3-B983-9DDA4AF87646}"/>
                </a:ext>
              </a:extLst>
            </p:cNvPr>
            <p:cNvSpPr/>
            <p:nvPr/>
          </p:nvSpPr>
          <p:spPr>
            <a:xfrm>
              <a:off x="6063108" y="253136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57" name="object 73">
              <a:extLst>
                <a:ext uri="{FF2B5EF4-FFF2-40B4-BE49-F238E27FC236}">
                  <a16:creationId xmlns:a16="http://schemas.microsoft.com/office/drawing/2014/main" id="{33B9551D-7CC9-4508-8C27-71B22CE2F017}"/>
                </a:ext>
              </a:extLst>
            </p:cNvPr>
            <p:cNvSpPr txBox="1"/>
            <p:nvPr/>
          </p:nvSpPr>
          <p:spPr>
            <a:xfrm>
              <a:off x="7906387" y="2277822"/>
              <a:ext cx="174625" cy="331470"/>
            </a:xfrm>
            <a:prstGeom prst="rect">
              <a:avLst/>
            </a:prstGeom>
          </p:spPr>
          <p:txBody>
            <a:bodyPr vert="horz" wrap="square" lIns="0" tIns="13335" rIns="0" bIns="0" rtlCol="0">
              <a:spAutoFit/>
            </a:bodyPr>
            <a:lstStyle/>
            <a:p>
              <a:pPr marL="12700">
                <a:lnSpc>
                  <a:spcPct val="100000"/>
                </a:lnSpc>
                <a:spcBef>
                  <a:spcPts val="105"/>
                </a:spcBef>
              </a:pPr>
              <a:r>
                <a:rPr sz="2000" b="1" dirty="0">
                  <a:latin typeface="Arial"/>
                  <a:cs typeface="Arial"/>
                </a:rPr>
                <a:t>=</a:t>
              </a:r>
              <a:endParaRPr sz="2000">
                <a:latin typeface="Arial"/>
                <a:cs typeface="Arial"/>
              </a:endParaRPr>
            </a:p>
          </p:txBody>
        </p:sp>
        <p:sp>
          <p:nvSpPr>
            <p:cNvPr id="558" name="object 74">
              <a:extLst>
                <a:ext uri="{FF2B5EF4-FFF2-40B4-BE49-F238E27FC236}">
                  <a16:creationId xmlns:a16="http://schemas.microsoft.com/office/drawing/2014/main" id="{82557E92-C25E-4E93-B148-0A2AF0E8A85C}"/>
                </a:ext>
              </a:extLst>
            </p:cNvPr>
            <p:cNvSpPr txBox="1"/>
            <p:nvPr/>
          </p:nvSpPr>
          <p:spPr>
            <a:xfrm>
              <a:off x="5803266" y="1951484"/>
              <a:ext cx="194310" cy="239395"/>
            </a:xfrm>
            <a:prstGeom prst="rect">
              <a:avLst/>
            </a:prstGeom>
          </p:spPr>
          <p:txBody>
            <a:bodyPr vert="horz" wrap="square" lIns="0" tIns="13335" rIns="0" bIns="0" rtlCol="0">
              <a:spAutoFit/>
            </a:bodyPr>
            <a:lstStyle/>
            <a:p>
              <a:pPr marL="12700">
                <a:lnSpc>
                  <a:spcPct val="100000"/>
                </a:lnSpc>
                <a:spcBef>
                  <a:spcPts val="105"/>
                </a:spcBef>
              </a:pPr>
              <a:r>
                <a:rPr sz="1400" i="1" dirty="0">
                  <a:latin typeface="Arial"/>
                  <a:cs typeface="Arial"/>
                </a:rPr>
                <a:t>W</a:t>
              </a:r>
              <a:endParaRPr sz="1400">
                <a:latin typeface="Arial"/>
                <a:cs typeface="Arial"/>
              </a:endParaRPr>
            </a:p>
          </p:txBody>
        </p:sp>
        <p:sp>
          <p:nvSpPr>
            <p:cNvPr id="559" name="object 75">
              <a:extLst>
                <a:ext uri="{FF2B5EF4-FFF2-40B4-BE49-F238E27FC236}">
                  <a16:creationId xmlns:a16="http://schemas.microsoft.com/office/drawing/2014/main" id="{3654B9A0-17F4-42A2-9A81-4C998337FBEF}"/>
                </a:ext>
              </a:extLst>
            </p:cNvPr>
            <p:cNvSpPr/>
            <p:nvPr/>
          </p:nvSpPr>
          <p:spPr>
            <a:xfrm>
              <a:off x="8510648" y="2272285"/>
              <a:ext cx="90170" cy="85725"/>
            </a:xfrm>
            <a:custGeom>
              <a:avLst/>
              <a:gdLst/>
              <a:ahLst/>
              <a:cxnLst/>
              <a:rect l="l" t="t" r="r" b="b"/>
              <a:pathLst>
                <a:path w="90170" h="85725">
                  <a:moveTo>
                    <a:pt x="0" y="85342"/>
                  </a:moveTo>
                  <a:lnTo>
                    <a:pt x="89920" y="85342"/>
                  </a:lnTo>
                  <a:lnTo>
                    <a:pt x="89920" y="0"/>
                  </a:lnTo>
                  <a:lnTo>
                    <a:pt x="0" y="0"/>
                  </a:lnTo>
                  <a:lnTo>
                    <a:pt x="0" y="85342"/>
                  </a:lnTo>
                  <a:close/>
                </a:path>
              </a:pathLst>
            </a:custGeom>
            <a:solidFill>
              <a:srgbClr val="E3C2F5"/>
            </a:solidFill>
          </p:spPr>
          <p:txBody>
            <a:bodyPr wrap="square" lIns="0" tIns="0" rIns="0" bIns="0" rtlCol="0"/>
            <a:lstStyle/>
            <a:p>
              <a:endParaRPr/>
            </a:p>
          </p:txBody>
        </p:sp>
        <p:sp>
          <p:nvSpPr>
            <p:cNvPr id="560" name="object 76">
              <a:extLst>
                <a:ext uri="{FF2B5EF4-FFF2-40B4-BE49-F238E27FC236}">
                  <a16:creationId xmlns:a16="http://schemas.microsoft.com/office/drawing/2014/main" id="{A4CA62F2-24D8-4909-B676-94A2BD783E03}"/>
                </a:ext>
              </a:extLst>
            </p:cNvPr>
            <p:cNvSpPr/>
            <p:nvPr/>
          </p:nvSpPr>
          <p:spPr>
            <a:xfrm>
              <a:off x="8509129"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61" name="object 77">
              <a:extLst>
                <a:ext uri="{FF2B5EF4-FFF2-40B4-BE49-F238E27FC236}">
                  <a16:creationId xmlns:a16="http://schemas.microsoft.com/office/drawing/2014/main" id="{1709F6AE-6897-478C-9710-6EC1620D1172}"/>
                </a:ext>
              </a:extLst>
            </p:cNvPr>
            <p:cNvSpPr/>
            <p:nvPr/>
          </p:nvSpPr>
          <p:spPr>
            <a:xfrm>
              <a:off x="8510648" y="2357624"/>
              <a:ext cx="90170" cy="85725"/>
            </a:xfrm>
            <a:custGeom>
              <a:avLst/>
              <a:gdLst/>
              <a:ahLst/>
              <a:cxnLst/>
              <a:rect l="l" t="t" r="r" b="b"/>
              <a:pathLst>
                <a:path w="90170" h="85725">
                  <a:moveTo>
                    <a:pt x="0" y="85347"/>
                  </a:moveTo>
                  <a:lnTo>
                    <a:pt x="89920" y="85347"/>
                  </a:lnTo>
                  <a:lnTo>
                    <a:pt x="89920" y="0"/>
                  </a:lnTo>
                  <a:lnTo>
                    <a:pt x="0" y="0"/>
                  </a:lnTo>
                  <a:lnTo>
                    <a:pt x="0" y="85347"/>
                  </a:lnTo>
                  <a:close/>
                </a:path>
              </a:pathLst>
            </a:custGeom>
            <a:solidFill>
              <a:srgbClr val="E3C2F5"/>
            </a:solidFill>
          </p:spPr>
          <p:txBody>
            <a:bodyPr wrap="square" lIns="0" tIns="0" rIns="0" bIns="0" rtlCol="0"/>
            <a:lstStyle/>
            <a:p>
              <a:endParaRPr/>
            </a:p>
          </p:txBody>
        </p:sp>
        <p:sp>
          <p:nvSpPr>
            <p:cNvPr id="562" name="object 78">
              <a:extLst>
                <a:ext uri="{FF2B5EF4-FFF2-40B4-BE49-F238E27FC236}">
                  <a16:creationId xmlns:a16="http://schemas.microsoft.com/office/drawing/2014/main" id="{631C28DC-85C8-4114-95F7-13F74B9D31F2}"/>
                </a:ext>
              </a:extLst>
            </p:cNvPr>
            <p:cNvSpPr/>
            <p:nvPr/>
          </p:nvSpPr>
          <p:spPr>
            <a:xfrm>
              <a:off x="8509129"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563" name="object 79">
              <a:extLst>
                <a:ext uri="{FF2B5EF4-FFF2-40B4-BE49-F238E27FC236}">
                  <a16:creationId xmlns:a16="http://schemas.microsoft.com/office/drawing/2014/main" id="{3997E41D-6A15-4FA5-9559-3949B14E40F3}"/>
                </a:ext>
              </a:extLst>
            </p:cNvPr>
            <p:cNvSpPr/>
            <p:nvPr/>
          </p:nvSpPr>
          <p:spPr>
            <a:xfrm>
              <a:off x="8510648" y="2442973"/>
              <a:ext cx="90170" cy="85725"/>
            </a:xfrm>
            <a:custGeom>
              <a:avLst/>
              <a:gdLst/>
              <a:ahLst/>
              <a:cxnLst/>
              <a:rect l="l" t="t" r="r" b="b"/>
              <a:pathLst>
                <a:path w="90170" h="85725">
                  <a:moveTo>
                    <a:pt x="0" y="85342"/>
                  </a:moveTo>
                  <a:lnTo>
                    <a:pt x="89920" y="85342"/>
                  </a:lnTo>
                  <a:lnTo>
                    <a:pt x="89920" y="0"/>
                  </a:lnTo>
                  <a:lnTo>
                    <a:pt x="0" y="0"/>
                  </a:lnTo>
                  <a:lnTo>
                    <a:pt x="0" y="85342"/>
                  </a:lnTo>
                  <a:close/>
                </a:path>
              </a:pathLst>
            </a:custGeom>
            <a:solidFill>
              <a:srgbClr val="E3C2F5"/>
            </a:solidFill>
          </p:spPr>
          <p:txBody>
            <a:bodyPr wrap="square" lIns="0" tIns="0" rIns="0" bIns="0" rtlCol="0"/>
            <a:lstStyle/>
            <a:p>
              <a:endParaRPr/>
            </a:p>
          </p:txBody>
        </p:sp>
        <p:sp>
          <p:nvSpPr>
            <p:cNvPr id="564" name="object 80">
              <a:extLst>
                <a:ext uri="{FF2B5EF4-FFF2-40B4-BE49-F238E27FC236}">
                  <a16:creationId xmlns:a16="http://schemas.microsoft.com/office/drawing/2014/main" id="{6747B78E-F531-495B-B6DD-BA30828624AF}"/>
                </a:ext>
              </a:extLst>
            </p:cNvPr>
            <p:cNvSpPr/>
            <p:nvPr/>
          </p:nvSpPr>
          <p:spPr>
            <a:xfrm>
              <a:off x="8509129"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65" name="object 81">
              <a:extLst>
                <a:ext uri="{FF2B5EF4-FFF2-40B4-BE49-F238E27FC236}">
                  <a16:creationId xmlns:a16="http://schemas.microsoft.com/office/drawing/2014/main" id="{D67CA9A3-1BB4-4F41-9D6B-41356A1DF068}"/>
                </a:ext>
              </a:extLst>
            </p:cNvPr>
            <p:cNvSpPr/>
            <p:nvPr/>
          </p:nvSpPr>
          <p:spPr>
            <a:xfrm>
              <a:off x="8510648" y="2528317"/>
              <a:ext cx="90170" cy="85725"/>
            </a:xfrm>
            <a:custGeom>
              <a:avLst/>
              <a:gdLst/>
              <a:ahLst/>
              <a:cxnLst/>
              <a:rect l="l" t="t" r="r" b="b"/>
              <a:pathLst>
                <a:path w="90170" h="85725">
                  <a:moveTo>
                    <a:pt x="0" y="85342"/>
                  </a:moveTo>
                  <a:lnTo>
                    <a:pt x="89920" y="85342"/>
                  </a:lnTo>
                  <a:lnTo>
                    <a:pt x="89920" y="0"/>
                  </a:lnTo>
                  <a:lnTo>
                    <a:pt x="0" y="0"/>
                  </a:lnTo>
                  <a:lnTo>
                    <a:pt x="0" y="85342"/>
                  </a:lnTo>
                  <a:close/>
                </a:path>
              </a:pathLst>
            </a:custGeom>
            <a:solidFill>
              <a:srgbClr val="E3C2F5"/>
            </a:solidFill>
          </p:spPr>
          <p:txBody>
            <a:bodyPr wrap="square" lIns="0" tIns="0" rIns="0" bIns="0" rtlCol="0"/>
            <a:lstStyle/>
            <a:p>
              <a:endParaRPr/>
            </a:p>
          </p:txBody>
        </p:sp>
        <p:sp>
          <p:nvSpPr>
            <p:cNvPr id="566" name="object 82">
              <a:extLst>
                <a:ext uri="{FF2B5EF4-FFF2-40B4-BE49-F238E27FC236}">
                  <a16:creationId xmlns:a16="http://schemas.microsoft.com/office/drawing/2014/main" id="{BC021E63-27ED-4D59-8495-1C8D6D8FB068}"/>
                </a:ext>
              </a:extLst>
            </p:cNvPr>
            <p:cNvSpPr/>
            <p:nvPr/>
          </p:nvSpPr>
          <p:spPr>
            <a:xfrm>
              <a:off x="8509129"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67" name="object 83">
              <a:extLst>
                <a:ext uri="{FF2B5EF4-FFF2-40B4-BE49-F238E27FC236}">
                  <a16:creationId xmlns:a16="http://schemas.microsoft.com/office/drawing/2014/main" id="{C3E418F5-6157-49DE-AC2B-2245DB394EC6}"/>
                </a:ext>
              </a:extLst>
            </p:cNvPr>
            <p:cNvSpPr/>
            <p:nvPr/>
          </p:nvSpPr>
          <p:spPr>
            <a:xfrm>
              <a:off x="8143369"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68" name="object 84">
              <a:extLst>
                <a:ext uri="{FF2B5EF4-FFF2-40B4-BE49-F238E27FC236}">
                  <a16:creationId xmlns:a16="http://schemas.microsoft.com/office/drawing/2014/main" id="{190011EE-4FBF-40D8-8B94-D9B96D99B524}"/>
                </a:ext>
              </a:extLst>
            </p:cNvPr>
            <p:cNvSpPr/>
            <p:nvPr/>
          </p:nvSpPr>
          <p:spPr>
            <a:xfrm>
              <a:off x="8143368"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69" name="object 85">
              <a:extLst>
                <a:ext uri="{FF2B5EF4-FFF2-40B4-BE49-F238E27FC236}">
                  <a16:creationId xmlns:a16="http://schemas.microsoft.com/office/drawing/2014/main" id="{24FE8F27-7BD2-4B26-9BB6-A9A232BB9073}"/>
                </a:ext>
              </a:extLst>
            </p:cNvPr>
            <p:cNvSpPr/>
            <p:nvPr/>
          </p:nvSpPr>
          <p:spPr>
            <a:xfrm>
              <a:off x="8234808"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70" name="object 86">
              <a:extLst>
                <a:ext uri="{FF2B5EF4-FFF2-40B4-BE49-F238E27FC236}">
                  <a16:creationId xmlns:a16="http://schemas.microsoft.com/office/drawing/2014/main" id="{19CE75A0-3E61-49CE-BE03-1BA793644F4F}"/>
                </a:ext>
              </a:extLst>
            </p:cNvPr>
            <p:cNvSpPr/>
            <p:nvPr/>
          </p:nvSpPr>
          <p:spPr>
            <a:xfrm>
              <a:off x="8234808"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71" name="object 87">
              <a:extLst>
                <a:ext uri="{FF2B5EF4-FFF2-40B4-BE49-F238E27FC236}">
                  <a16:creationId xmlns:a16="http://schemas.microsoft.com/office/drawing/2014/main" id="{2870ABF4-4D87-4DF4-B03F-2799EBA4D62F}"/>
                </a:ext>
              </a:extLst>
            </p:cNvPr>
            <p:cNvSpPr/>
            <p:nvPr/>
          </p:nvSpPr>
          <p:spPr>
            <a:xfrm>
              <a:off x="8326249" y="227228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72" name="object 88">
              <a:extLst>
                <a:ext uri="{FF2B5EF4-FFF2-40B4-BE49-F238E27FC236}">
                  <a16:creationId xmlns:a16="http://schemas.microsoft.com/office/drawing/2014/main" id="{6FB12150-7CA7-446A-A152-562CE8C52BBC}"/>
                </a:ext>
              </a:extLst>
            </p:cNvPr>
            <p:cNvSpPr/>
            <p:nvPr/>
          </p:nvSpPr>
          <p:spPr>
            <a:xfrm>
              <a:off x="8326249" y="227228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73" name="object 89">
              <a:extLst>
                <a:ext uri="{FF2B5EF4-FFF2-40B4-BE49-F238E27FC236}">
                  <a16:creationId xmlns:a16="http://schemas.microsoft.com/office/drawing/2014/main" id="{E66BDA5F-FDF0-487F-9B84-D3B6EFACFC16}"/>
                </a:ext>
              </a:extLst>
            </p:cNvPr>
            <p:cNvSpPr/>
            <p:nvPr/>
          </p:nvSpPr>
          <p:spPr>
            <a:xfrm>
              <a:off x="8143369"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3C2F5"/>
            </a:solidFill>
          </p:spPr>
          <p:txBody>
            <a:bodyPr wrap="square" lIns="0" tIns="0" rIns="0" bIns="0" rtlCol="0"/>
            <a:lstStyle/>
            <a:p>
              <a:endParaRPr/>
            </a:p>
          </p:txBody>
        </p:sp>
        <p:sp>
          <p:nvSpPr>
            <p:cNvPr id="574" name="object 90">
              <a:extLst>
                <a:ext uri="{FF2B5EF4-FFF2-40B4-BE49-F238E27FC236}">
                  <a16:creationId xmlns:a16="http://schemas.microsoft.com/office/drawing/2014/main" id="{7E5FEAF4-C037-4E60-970E-8BBED8A0389E}"/>
                </a:ext>
              </a:extLst>
            </p:cNvPr>
            <p:cNvSpPr/>
            <p:nvPr/>
          </p:nvSpPr>
          <p:spPr>
            <a:xfrm>
              <a:off x="8143368"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575" name="object 91">
              <a:extLst>
                <a:ext uri="{FF2B5EF4-FFF2-40B4-BE49-F238E27FC236}">
                  <a16:creationId xmlns:a16="http://schemas.microsoft.com/office/drawing/2014/main" id="{9758CB5A-C3AA-4CA4-A808-B605DE68EF1A}"/>
                </a:ext>
              </a:extLst>
            </p:cNvPr>
            <p:cNvSpPr/>
            <p:nvPr/>
          </p:nvSpPr>
          <p:spPr>
            <a:xfrm>
              <a:off x="8234808"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3C2F5"/>
            </a:solidFill>
          </p:spPr>
          <p:txBody>
            <a:bodyPr wrap="square" lIns="0" tIns="0" rIns="0" bIns="0" rtlCol="0"/>
            <a:lstStyle/>
            <a:p>
              <a:endParaRPr/>
            </a:p>
          </p:txBody>
        </p:sp>
        <p:sp>
          <p:nvSpPr>
            <p:cNvPr id="576" name="object 92">
              <a:extLst>
                <a:ext uri="{FF2B5EF4-FFF2-40B4-BE49-F238E27FC236}">
                  <a16:creationId xmlns:a16="http://schemas.microsoft.com/office/drawing/2014/main" id="{AAC3F67E-82BE-45E8-8127-4398046D0A4D}"/>
                </a:ext>
              </a:extLst>
            </p:cNvPr>
            <p:cNvSpPr/>
            <p:nvPr/>
          </p:nvSpPr>
          <p:spPr>
            <a:xfrm>
              <a:off x="8234808"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577" name="object 93">
              <a:extLst>
                <a:ext uri="{FF2B5EF4-FFF2-40B4-BE49-F238E27FC236}">
                  <a16:creationId xmlns:a16="http://schemas.microsoft.com/office/drawing/2014/main" id="{374D73B7-AC3C-4DE7-9A22-1F0142E46FDF}"/>
                </a:ext>
              </a:extLst>
            </p:cNvPr>
            <p:cNvSpPr/>
            <p:nvPr/>
          </p:nvSpPr>
          <p:spPr>
            <a:xfrm>
              <a:off x="8326249" y="235762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solidFill>
              <a:srgbClr val="E3C2F5"/>
            </a:solidFill>
          </p:spPr>
          <p:txBody>
            <a:bodyPr wrap="square" lIns="0" tIns="0" rIns="0" bIns="0" rtlCol="0"/>
            <a:lstStyle/>
            <a:p>
              <a:endParaRPr/>
            </a:p>
          </p:txBody>
        </p:sp>
        <p:sp>
          <p:nvSpPr>
            <p:cNvPr id="578" name="object 94">
              <a:extLst>
                <a:ext uri="{FF2B5EF4-FFF2-40B4-BE49-F238E27FC236}">
                  <a16:creationId xmlns:a16="http://schemas.microsoft.com/office/drawing/2014/main" id="{E0A9230C-17F2-4B0A-8B0F-64CC16ECC61B}"/>
                </a:ext>
              </a:extLst>
            </p:cNvPr>
            <p:cNvSpPr/>
            <p:nvPr/>
          </p:nvSpPr>
          <p:spPr>
            <a:xfrm>
              <a:off x="8326249" y="235762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579" name="object 95">
              <a:extLst>
                <a:ext uri="{FF2B5EF4-FFF2-40B4-BE49-F238E27FC236}">
                  <a16:creationId xmlns:a16="http://schemas.microsoft.com/office/drawing/2014/main" id="{CB901F86-1F68-473A-8571-47AB1A641F09}"/>
                </a:ext>
              </a:extLst>
            </p:cNvPr>
            <p:cNvSpPr/>
            <p:nvPr/>
          </p:nvSpPr>
          <p:spPr>
            <a:xfrm>
              <a:off x="8143369" y="244297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80" name="object 96">
              <a:extLst>
                <a:ext uri="{FF2B5EF4-FFF2-40B4-BE49-F238E27FC236}">
                  <a16:creationId xmlns:a16="http://schemas.microsoft.com/office/drawing/2014/main" id="{ED2B36F0-1538-4810-9C27-ED672156F50F}"/>
                </a:ext>
              </a:extLst>
            </p:cNvPr>
            <p:cNvSpPr/>
            <p:nvPr/>
          </p:nvSpPr>
          <p:spPr>
            <a:xfrm>
              <a:off x="8143368"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81" name="object 97">
              <a:extLst>
                <a:ext uri="{FF2B5EF4-FFF2-40B4-BE49-F238E27FC236}">
                  <a16:creationId xmlns:a16="http://schemas.microsoft.com/office/drawing/2014/main" id="{1F5721BC-14C9-416F-BB35-E30E807175F1}"/>
                </a:ext>
              </a:extLst>
            </p:cNvPr>
            <p:cNvSpPr/>
            <p:nvPr/>
          </p:nvSpPr>
          <p:spPr>
            <a:xfrm>
              <a:off x="8234808" y="244297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82" name="object 98">
              <a:extLst>
                <a:ext uri="{FF2B5EF4-FFF2-40B4-BE49-F238E27FC236}">
                  <a16:creationId xmlns:a16="http://schemas.microsoft.com/office/drawing/2014/main" id="{5D1F64EC-2EE4-4999-ADEE-EDF78552B0F1}"/>
                </a:ext>
              </a:extLst>
            </p:cNvPr>
            <p:cNvSpPr/>
            <p:nvPr/>
          </p:nvSpPr>
          <p:spPr>
            <a:xfrm>
              <a:off x="8234808"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83" name="object 99">
              <a:extLst>
                <a:ext uri="{FF2B5EF4-FFF2-40B4-BE49-F238E27FC236}">
                  <a16:creationId xmlns:a16="http://schemas.microsoft.com/office/drawing/2014/main" id="{F538DD72-5F88-47FC-96B0-6D109E892DA1}"/>
                </a:ext>
              </a:extLst>
            </p:cNvPr>
            <p:cNvSpPr/>
            <p:nvPr/>
          </p:nvSpPr>
          <p:spPr>
            <a:xfrm>
              <a:off x="8326249" y="244297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84" name="object 100">
              <a:extLst>
                <a:ext uri="{FF2B5EF4-FFF2-40B4-BE49-F238E27FC236}">
                  <a16:creationId xmlns:a16="http://schemas.microsoft.com/office/drawing/2014/main" id="{7CFC49A3-B7F1-4338-A203-4CC158B01592}"/>
                </a:ext>
              </a:extLst>
            </p:cNvPr>
            <p:cNvSpPr/>
            <p:nvPr/>
          </p:nvSpPr>
          <p:spPr>
            <a:xfrm>
              <a:off x="8326249" y="244297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85" name="object 101">
              <a:extLst>
                <a:ext uri="{FF2B5EF4-FFF2-40B4-BE49-F238E27FC236}">
                  <a16:creationId xmlns:a16="http://schemas.microsoft.com/office/drawing/2014/main" id="{92E54E71-D9C7-47E2-84D6-2C110321B79A}"/>
                </a:ext>
              </a:extLst>
            </p:cNvPr>
            <p:cNvSpPr/>
            <p:nvPr/>
          </p:nvSpPr>
          <p:spPr>
            <a:xfrm>
              <a:off x="8143369" y="252831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86" name="object 102">
              <a:extLst>
                <a:ext uri="{FF2B5EF4-FFF2-40B4-BE49-F238E27FC236}">
                  <a16:creationId xmlns:a16="http://schemas.microsoft.com/office/drawing/2014/main" id="{26F06266-AD44-441C-ADE6-81712366CD74}"/>
                </a:ext>
              </a:extLst>
            </p:cNvPr>
            <p:cNvSpPr/>
            <p:nvPr/>
          </p:nvSpPr>
          <p:spPr>
            <a:xfrm>
              <a:off x="8143368"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87" name="object 103">
              <a:extLst>
                <a:ext uri="{FF2B5EF4-FFF2-40B4-BE49-F238E27FC236}">
                  <a16:creationId xmlns:a16="http://schemas.microsoft.com/office/drawing/2014/main" id="{ED69507F-1A76-4F96-8BF0-083195E5672D}"/>
                </a:ext>
              </a:extLst>
            </p:cNvPr>
            <p:cNvSpPr/>
            <p:nvPr/>
          </p:nvSpPr>
          <p:spPr>
            <a:xfrm>
              <a:off x="8234808" y="252831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588" name="object 104">
              <a:extLst>
                <a:ext uri="{FF2B5EF4-FFF2-40B4-BE49-F238E27FC236}">
                  <a16:creationId xmlns:a16="http://schemas.microsoft.com/office/drawing/2014/main" id="{56938C3D-A063-44EF-B082-A7A34DBC6147}"/>
                </a:ext>
              </a:extLst>
            </p:cNvPr>
            <p:cNvSpPr/>
            <p:nvPr/>
          </p:nvSpPr>
          <p:spPr>
            <a:xfrm>
              <a:off x="8234808"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589" name="object 105">
              <a:extLst>
                <a:ext uri="{FF2B5EF4-FFF2-40B4-BE49-F238E27FC236}">
                  <a16:creationId xmlns:a16="http://schemas.microsoft.com/office/drawing/2014/main" id="{ADA1FADF-ED5D-478A-9115-B2A81375966E}"/>
                </a:ext>
              </a:extLst>
            </p:cNvPr>
            <p:cNvSpPr/>
            <p:nvPr/>
          </p:nvSpPr>
          <p:spPr>
            <a:xfrm>
              <a:off x="8326249" y="252831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590" name="object 106">
              <a:extLst>
                <a:ext uri="{FF2B5EF4-FFF2-40B4-BE49-F238E27FC236}">
                  <a16:creationId xmlns:a16="http://schemas.microsoft.com/office/drawing/2014/main" id="{92BECAAD-1E59-41D9-BC09-CE756FE47655}"/>
                </a:ext>
              </a:extLst>
            </p:cNvPr>
            <p:cNvSpPr/>
            <p:nvPr/>
          </p:nvSpPr>
          <p:spPr>
            <a:xfrm>
              <a:off x="8326249" y="2528318"/>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591" name="object 107">
              <a:extLst>
                <a:ext uri="{FF2B5EF4-FFF2-40B4-BE49-F238E27FC236}">
                  <a16:creationId xmlns:a16="http://schemas.microsoft.com/office/drawing/2014/main" id="{79FF820D-289C-43C0-AB74-F84F2D8897DD}"/>
                </a:ext>
              </a:extLst>
            </p:cNvPr>
            <p:cNvSpPr/>
            <p:nvPr/>
          </p:nvSpPr>
          <p:spPr>
            <a:xfrm>
              <a:off x="8419213" y="2272285"/>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solidFill>
              <a:srgbClr val="E3C2F5"/>
            </a:solidFill>
          </p:spPr>
          <p:txBody>
            <a:bodyPr wrap="square" lIns="0" tIns="0" rIns="0" bIns="0" rtlCol="0"/>
            <a:lstStyle/>
            <a:p>
              <a:endParaRPr/>
            </a:p>
          </p:txBody>
        </p:sp>
        <p:sp>
          <p:nvSpPr>
            <p:cNvPr id="592" name="object 108">
              <a:extLst>
                <a:ext uri="{FF2B5EF4-FFF2-40B4-BE49-F238E27FC236}">
                  <a16:creationId xmlns:a16="http://schemas.microsoft.com/office/drawing/2014/main" id="{EB121B10-1B89-4670-AEAB-38C0D651CC1B}"/>
                </a:ext>
              </a:extLst>
            </p:cNvPr>
            <p:cNvSpPr/>
            <p:nvPr/>
          </p:nvSpPr>
          <p:spPr>
            <a:xfrm>
              <a:off x="8419213" y="2272285"/>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593" name="object 109">
              <a:extLst>
                <a:ext uri="{FF2B5EF4-FFF2-40B4-BE49-F238E27FC236}">
                  <a16:creationId xmlns:a16="http://schemas.microsoft.com/office/drawing/2014/main" id="{8B3F87D3-8FB2-405E-B864-A493A7CE8149}"/>
                </a:ext>
              </a:extLst>
            </p:cNvPr>
            <p:cNvSpPr/>
            <p:nvPr/>
          </p:nvSpPr>
          <p:spPr>
            <a:xfrm>
              <a:off x="8419213" y="2357624"/>
              <a:ext cx="91440" cy="85725"/>
            </a:xfrm>
            <a:custGeom>
              <a:avLst/>
              <a:gdLst/>
              <a:ahLst/>
              <a:cxnLst/>
              <a:rect l="l" t="t" r="r" b="b"/>
              <a:pathLst>
                <a:path w="91440" h="85725">
                  <a:moveTo>
                    <a:pt x="0" y="85347"/>
                  </a:moveTo>
                  <a:lnTo>
                    <a:pt x="91435" y="85347"/>
                  </a:lnTo>
                  <a:lnTo>
                    <a:pt x="91435" y="0"/>
                  </a:lnTo>
                  <a:lnTo>
                    <a:pt x="0" y="0"/>
                  </a:lnTo>
                  <a:lnTo>
                    <a:pt x="0" y="85347"/>
                  </a:lnTo>
                  <a:close/>
                </a:path>
              </a:pathLst>
            </a:custGeom>
            <a:solidFill>
              <a:srgbClr val="E3C2F5"/>
            </a:solidFill>
          </p:spPr>
          <p:txBody>
            <a:bodyPr wrap="square" lIns="0" tIns="0" rIns="0" bIns="0" rtlCol="0"/>
            <a:lstStyle/>
            <a:p>
              <a:endParaRPr/>
            </a:p>
          </p:txBody>
        </p:sp>
        <p:sp>
          <p:nvSpPr>
            <p:cNvPr id="594" name="object 110">
              <a:extLst>
                <a:ext uri="{FF2B5EF4-FFF2-40B4-BE49-F238E27FC236}">
                  <a16:creationId xmlns:a16="http://schemas.microsoft.com/office/drawing/2014/main" id="{DE35D3F9-A770-471F-BCFF-22E5A15B458C}"/>
                </a:ext>
              </a:extLst>
            </p:cNvPr>
            <p:cNvSpPr/>
            <p:nvPr/>
          </p:nvSpPr>
          <p:spPr>
            <a:xfrm>
              <a:off x="8419213" y="2357624"/>
              <a:ext cx="91440" cy="85725"/>
            </a:xfrm>
            <a:custGeom>
              <a:avLst/>
              <a:gdLst/>
              <a:ahLst/>
              <a:cxnLst/>
              <a:rect l="l" t="t" r="r" b="b"/>
              <a:pathLst>
                <a:path w="91440" h="85725">
                  <a:moveTo>
                    <a:pt x="0" y="85347"/>
                  </a:moveTo>
                  <a:lnTo>
                    <a:pt x="91435" y="85347"/>
                  </a:lnTo>
                  <a:lnTo>
                    <a:pt x="91435" y="0"/>
                  </a:lnTo>
                  <a:lnTo>
                    <a:pt x="0" y="0"/>
                  </a:lnTo>
                  <a:lnTo>
                    <a:pt x="0" y="85347"/>
                  </a:lnTo>
                  <a:close/>
                </a:path>
              </a:pathLst>
            </a:custGeom>
            <a:ln w="12700">
              <a:solidFill>
                <a:srgbClr val="000000"/>
              </a:solidFill>
            </a:ln>
          </p:spPr>
          <p:txBody>
            <a:bodyPr wrap="square" lIns="0" tIns="0" rIns="0" bIns="0" rtlCol="0"/>
            <a:lstStyle/>
            <a:p>
              <a:endParaRPr/>
            </a:p>
          </p:txBody>
        </p:sp>
        <p:sp>
          <p:nvSpPr>
            <p:cNvPr id="595" name="object 111">
              <a:extLst>
                <a:ext uri="{FF2B5EF4-FFF2-40B4-BE49-F238E27FC236}">
                  <a16:creationId xmlns:a16="http://schemas.microsoft.com/office/drawing/2014/main" id="{43CA53C8-2216-40EA-9642-8E99C4DBC6A3}"/>
                </a:ext>
              </a:extLst>
            </p:cNvPr>
            <p:cNvSpPr/>
            <p:nvPr/>
          </p:nvSpPr>
          <p:spPr>
            <a:xfrm>
              <a:off x="8419213" y="2442973"/>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solidFill>
              <a:srgbClr val="E3C2F5"/>
            </a:solidFill>
          </p:spPr>
          <p:txBody>
            <a:bodyPr wrap="square" lIns="0" tIns="0" rIns="0" bIns="0" rtlCol="0"/>
            <a:lstStyle/>
            <a:p>
              <a:endParaRPr/>
            </a:p>
          </p:txBody>
        </p:sp>
        <p:sp>
          <p:nvSpPr>
            <p:cNvPr id="596" name="object 112">
              <a:extLst>
                <a:ext uri="{FF2B5EF4-FFF2-40B4-BE49-F238E27FC236}">
                  <a16:creationId xmlns:a16="http://schemas.microsoft.com/office/drawing/2014/main" id="{E72BA401-0A72-4EA9-BE7F-B3504288F26A}"/>
                </a:ext>
              </a:extLst>
            </p:cNvPr>
            <p:cNvSpPr/>
            <p:nvPr/>
          </p:nvSpPr>
          <p:spPr>
            <a:xfrm>
              <a:off x="8419213" y="2442974"/>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597" name="object 113">
              <a:extLst>
                <a:ext uri="{FF2B5EF4-FFF2-40B4-BE49-F238E27FC236}">
                  <a16:creationId xmlns:a16="http://schemas.microsoft.com/office/drawing/2014/main" id="{897A3C03-3B74-4C2F-B28A-4D9AA39A0FB7}"/>
                </a:ext>
              </a:extLst>
            </p:cNvPr>
            <p:cNvSpPr/>
            <p:nvPr/>
          </p:nvSpPr>
          <p:spPr>
            <a:xfrm>
              <a:off x="8419213" y="2528317"/>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solidFill>
              <a:srgbClr val="E3C2F5"/>
            </a:solidFill>
          </p:spPr>
          <p:txBody>
            <a:bodyPr wrap="square" lIns="0" tIns="0" rIns="0" bIns="0" rtlCol="0"/>
            <a:lstStyle/>
            <a:p>
              <a:endParaRPr/>
            </a:p>
          </p:txBody>
        </p:sp>
        <p:sp>
          <p:nvSpPr>
            <p:cNvPr id="598" name="object 114">
              <a:extLst>
                <a:ext uri="{FF2B5EF4-FFF2-40B4-BE49-F238E27FC236}">
                  <a16:creationId xmlns:a16="http://schemas.microsoft.com/office/drawing/2014/main" id="{9FAC7407-77B0-4C9E-B271-AE75F60319F1}"/>
                </a:ext>
              </a:extLst>
            </p:cNvPr>
            <p:cNvSpPr/>
            <p:nvPr/>
          </p:nvSpPr>
          <p:spPr>
            <a:xfrm>
              <a:off x="8419213" y="2528318"/>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599" name="object 115">
              <a:extLst>
                <a:ext uri="{FF2B5EF4-FFF2-40B4-BE49-F238E27FC236}">
                  <a16:creationId xmlns:a16="http://schemas.microsoft.com/office/drawing/2014/main" id="{A5F02FE4-26CC-40A0-92D0-F5492A3A2348}"/>
                </a:ext>
              </a:extLst>
            </p:cNvPr>
            <p:cNvSpPr/>
            <p:nvPr/>
          </p:nvSpPr>
          <p:spPr>
            <a:xfrm>
              <a:off x="8784973" y="2272285"/>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600" name="object 116">
              <a:extLst>
                <a:ext uri="{FF2B5EF4-FFF2-40B4-BE49-F238E27FC236}">
                  <a16:creationId xmlns:a16="http://schemas.microsoft.com/office/drawing/2014/main" id="{EDB3B34D-1434-4C09-A5FA-4A8241EB6CD9}"/>
                </a:ext>
              </a:extLst>
            </p:cNvPr>
            <p:cNvSpPr/>
            <p:nvPr/>
          </p:nvSpPr>
          <p:spPr>
            <a:xfrm>
              <a:off x="8783449"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01" name="object 117">
              <a:extLst>
                <a:ext uri="{FF2B5EF4-FFF2-40B4-BE49-F238E27FC236}">
                  <a16:creationId xmlns:a16="http://schemas.microsoft.com/office/drawing/2014/main" id="{A41F5036-6125-4E28-BDC7-1B1D7369E4AB}"/>
                </a:ext>
              </a:extLst>
            </p:cNvPr>
            <p:cNvSpPr/>
            <p:nvPr/>
          </p:nvSpPr>
          <p:spPr>
            <a:xfrm>
              <a:off x="8784973" y="2357624"/>
              <a:ext cx="90170" cy="85725"/>
            </a:xfrm>
            <a:custGeom>
              <a:avLst/>
              <a:gdLst/>
              <a:ahLst/>
              <a:cxnLst/>
              <a:rect l="l" t="t" r="r" b="b"/>
              <a:pathLst>
                <a:path w="90170" h="85725">
                  <a:moveTo>
                    <a:pt x="0" y="85347"/>
                  </a:moveTo>
                  <a:lnTo>
                    <a:pt x="89916" y="85347"/>
                  </a:lnTo>
                  <a:lnTo>
                    <a:pt x="89916" y="0"/>
                  </a:lnTo>
                  <a:lnTo>
                    <a:pt x="0" y="0"/>
                  </a:lnTo>
                  <a:lnTo>
                    <a:pt x="0" y="85347"/>
                  </a:lnTo>
                  <a:close/>
                </a:path>
              </a:pathLst>
            </a:custGeom>
            <a:solidFill>
              <a:srgbClr val="E3C2F5"/>
            </a:solidFill>
          </p:spPr>
          <p:txBody>
            <a:bodyPr wrap="square" lIns="0" tIns="0" rIns="0" bIns="0" rtlCol="0"/>
            <a:lstStyle/>
            <a:p>
              <a:endParaRPr/>
            </a:p>
          </p:txBody>
        </p:sp>
        <p:sp>
          <p:nvSpPr>
            <p:cNvPr id="602" name="object 118">
              <a:extLst>
                <a:ext uri="{FF2B5EF4-FFF2-40B4-BE49-F238E27FC236}">
                  <a16:creationId xmlns:a16="http://schemas.microsoft.com/office/drawing/2014/main" id="{0F07A110-8165-4DEF-8CF7-36C2100EC770}"/>
                </a:ext>
              </a:extLst>
            </p:cNvPr>
            <p:cNvSpPr/>
            <p:nvPr/>
          </p:nvSpPr>
          <p:spPr>
            <a:xfrm>
              <a:off x="8783449"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603" name="object 119">
              <a:extLst>
                <a:ext uri="{FF2B5EF4-FFF2-40B4-BE49-F238E27FC236}">
                  <a16:creationId xmlns:a16="http://schemas.microsoft.com/office/drawing/2014/main" id="{2D66F481-27DC-4EE4-968F-AAFEB3DD5D61}"/>
                </a:ext>
              </a:extLst>
            </p:cNvPr>
            <p:cNvSpPr/>
            <p:nvPr/>
          </p:nvSpPr>
          <p:spPr>
            <a:xfrm>
              <a:off x="8784973" y="2442973"/>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604" name="object 120">
              <a:extLst>
                <a:ext uri="{FF2B5EF4-FFF2-40B4-BE49-F238E27FC236}">
                  <a16:creationId xmlns:a16="http://schemas.microsoft.com/office/drawing/2014/main" id="{E1049C84-05BA-4DCB-AFAF-3D44249F1FCD}"/>
                </a:ext>
              </a:extLst>
            </p:cNvPr>
            <p:cNvSpPr/>
            <p:nvPr/>
          </p:nvSpPr>
          <p:spPr>
            <a:xfrm>
              <a:off x="8783449"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05" name="object 121">
              <a:extLst>
                <a:ext uri="{FF2B5EF4-FFF2-40B4-BE49-F238E27FC236}">
                  <a16:creationId xmlns:a16="http://schemas.microsoft.com/office/drawing/2014/main" id="{83B9EE94-DE0A-4BA2-94F1-903C98927F45}"/>
                </a:ext>
              </a:extLst>
            </p:cNvPr>
            <p:cNvSpPr/>
            <p:nvPr/>
          </p:nvSpPr>
          <p:spPr>
            <a:xfrm>
              <a:off x="8784973" y="2528317"/>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606" name="object 122">
              <a:extLst>
                <a:ext uri="{FF2B5EF4-FFF2-40B4-BE49-F238E27FC236}">
                  <a16:creationId xmlns:a16="http://schemas.microsoft.com/office/drawing/2014/main" id="{92A0994A-AD50-4685-8EDD-67E8B2274C13}"/>
                </a:ext>
              </a:extLst>
            </p:cNvPr>
            <p:cNvSpPr/>
            <p:nvPr/>
          </p:nvSpPr>
          <p:spPr>
            <a:xfrm>
              <a:off x="8783449"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07" name="object 123">
              <a:extLst>
                <a:ext uri="{FF2B5EF4-FFF2-40B4-BE49-F238E27FC236}">
                  <a16:creationId xmlns:a16="http://schemas.microsoft.com/office/drawing/2014/main" id="{BBB8C64A-7509-4594-B0D5-EF13B5B74DC4}"/>
                </a:ext>
              </a:extLst>
            </p:cNvPr>
            <p:cNvSpPr/>
            <p:nvPr/>
          </p:nvSpPr>
          <p:spPr>
            <a:xfrm>
              <a:off x="8600569" y="227228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608" name="object 124">
              <a:extLst>
                <a:ext uri="{FF2B5EF4-FFF2-40B4-BE49-F238E27FC236}">
                  <a16:creationId xmlns:a16="http://schemas.microsoft.com/office/drawing/2014/main" id="{8CBF0DCA-947E-403A-A55F-E5E8F417AE85}"/>
                </a:ext>
              </a:extLst>
            </p:cNvPr>
            <p:cNvSpPr/>
            <p:nvPr/>
          </p:nvSpPr>
          <p:spPr>
            <a:xfrm>
              <a:off x="8600568" y="227228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09" name="object 125">
              <a:extLst>
                <a:ext uri="{FF2B5EF4-FFF2-40B4-BE49-F238E27FC236}">
                  <a16:creationId xmlns:a16="http://schemas.microsoft.com/office/drawing/2014/main" id="{49FD38EB-7A50-4DB0-9CD6-27F947C36C9B}"/>
                </a:ext>
              </a:extLst>
            </p:cNvPr>
            <p:cNvSpPr/>
            <p:nvPr/>
          </p:nvSpPr>
          <p:spPr>
            <a:xfrm>
              <a:off x="8600569" y="235762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solidFill>
              <a:srgbClr val="E3C2F5"/>
            </a:solidFill>
          </p:spPr>
          <p:txBody>
            <a:bodyPr wrap="square" lIns="0" tIns="0" rIns="0" bIns="0" rtlCol="0"/>
            <a:lstStyle/>
            <a:p>
              <a:endParaRPr/>
            </a:p>
          </p:txBody>
        </p:sp>
        <p:sp>
          <p:nvSpPr>
            <p:cNvPr id="610" name="object 126">
              <a:extLst>
                <a:ext uri="{FF2B5EF4-FFF2-40B4-BE49-F238E27FC236}">
                  <a16:creationId xmlns:a16="http://schemas.microsoft.com/office/drawing/2014/main" id="{7571479E-829A-41BC-A2E6-4CF54903C799}"/>
                </a:ext>
              </a:extLst>
            </p:cNvPr>
            <p:cNvSpPr/>
            <p:nvPr/>
          </p:nvSpPr>
          <p:spPr>
            <a:xfrm>
              <a:off x="8600568" y="235762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611" name="object 127">
              <a:extLst>
                <a:ext uri="{FF2B5EF4-FFF2-40B4-BE49-F238E27FC236}">
                  <a16:creationId xmlns:a16="http://schemas.microsoft.com/office/drawing/2014/main" id="{7E8BD4B2-69F9-4757-8BD8-0CD485B4B113}"/>
                </a:ext>
              </a:extLst>
            </p:cNvPr>
            <p:cNvSpPr/>
            <p:nvPr/>
          </p:nvSpPr>
          <p:spPr>
            <a:xfrm>
              <a:off x="8600569" y="244297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612" name="object 128">
              <a:extLst>
                <a:ext uri="{FF2B5EF4-FFF2-40B4-BE49-F238E27FC236}">
                  <a16:creationId xmlns:a16="http://schemas.microsoft.com/office/drawing/2014/main" id="{E0D1A649-AD19-4AC9-9111-9EA3436D142B}"/>
                </a:ext>
              </a:extLst>
            </p:cNvPr>
            <p:cNvSpPr/>
            <p:nvPr/>
          </p:nvSpPr>
          <p:spPr>
            <a:xfrm>
              <a:off x="8600568" y="244297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13" name="object 129">
              <a:extLst>
                <a:ext uri="{FF2B5EF4-FFF2-40B4-BE49-F238E27FC236}">
                  <a16:creationId xmlns:a16="http://schemas.microsoft.com/office/drawing/2014/main" id="{8093449E-CBA4-4EED-A76B-38FFDA0B4B3B}"/>
                </a:ext>
              </a:extLst>
            </p:cNvPr>
            <p:cNvSpPr/>
            <p:nvPr/>
          </p:nvSpPr>
          <p:spPr>
            <a:xfrm>
              <a:off x="8600569" y="252831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614" name="object 130">
              <a:extLst>
                <a:ext uri="{FF2B5EF4-FFF2-40B4-BE49-F238E27FC236}">
                  <a16:creationId xmlns:a16="http://schemas.microsoft.com/office/drawing/2014/main" id="{321872EE-0EE0-40F3-8CEF-A155FB967F8E}"/>
                </a:ext>
              </a:extLst>
            </p:cNvPr>
            <p:cNvSpPr/>
            <p:nvPr/>
          </p:nvSpPr>
          <p:spPr>
            <a:xfrm>
              <a:off x="8600568" y="2528318"/>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15" name="object 131">
              <a:extLst>
                <a:ext uri="{FF2B5EF4-FFF2-40B4-BE49-F238E27FC236}">
                  <a16:creationId xmlns:a16="http://schemas.microsoft.com/office/drawing/2014/main" id="{7649D892-0CAD-4324-8F53-1E1915844124}"/>
                </a:ext>
              </a:extLst>
            </p:cNvPr>
            <p:cNvSpPr/>
            <p:nvPr/>
          </p:nvSpPr>
          <p:spPr>
            <a:xfrm>
              <a:off x="8693533"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616" name="object 132">
              <a:extLst>
                <a:ext uri="{FF2B5EF4-FFF2-40B4-BE49-F238E27FC236}">
                  <a16:creationId xmlns:a16="http://schemas.microsoft.com/office/drawing/2014/main" id="{059565D1-E89B-401F-B355-2875F4BE065E}"/>
                </a:ext>
              </a:extLst>
            </p:cNvPr>
            <p:cNvSpPr/>
            <p:nvPr/>
          </p:nvSpPr>
          <p:spPr>
            <a:xfrm>
              <a:off x="8693532"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17" name="object 133">
              <a:extLst>
                <a:ext uri="{FF2B5EF4-FFF2-40B4-BE49-F238E27FC236}">
                  <a16:creationId xmlns:a16="http://schemas.microsoft.com/office/drawing/2014/main" id="{0933A748-926D-4A38-9248-CD314518BD9C}"/>
                </a:ext>
              </a:extLst>
            </p:cNvPr>
            <p:cNvSpPr/>
            <p:nvPr/>
          </p:nvSpPr>
          <p:spPr>
            <a:xfrm>
              <a:off x="8693533"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3C2F5"/>
            </a:solidFill>
          </p:spPr>
          <p:txBody>
            <a:bodyPr wrap="square" lIns="0" tIns="0" rIns="0" bIns="0" rtlCol="0"/>
            <a:lstStyle/>
            <a:p>
              <a:endParaRPr/>
            </a:p>
          </p:txBody>
        </p:sp>
        <p:sp>
          <p:nvSpPr>
            <p:cNvPr id="618" name="object 134">
              <a:extLst>
                <a:ext uri="{FF2B5EF4-FFF2-40B4-BE49-F238E27FC236}">
                  <a16:creationId xmlns:a16="http://schemas.microsoft.com/office/drawing/2014/main" id="{0CF043D8-D8B4-4AC1-9119-9A484021A2C1}"/>
                </a:ext>
              </a:extLst>
            </p:cNvPr>
            <p:cNvSpPr/>
            <p:nvPr/>
          </p:nvSpPr>
          <p:spPr>
            <a:xfrm>
              <a:off x="8693532"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619" name="object 135">
              <a:extLst>
                <a:ext uri="{FF2B5EF4-FFF2-40B4-BE49-F238E27FC236}">
                  <a16:creationId xmlns:a16="http://schemas.microsoft.com/office/drawing/2014/main" id="{A6DD6EE7-8FD9-4829-89A1-E3CC3245566E}"/>
                </a:ext>
              </a:extLst>
            </p:cNvPr>
            <p:cNvSpPr/>
            <p:nvPr/>
          </p:nvSpPr>
          <p:spPr>
            <a:xfrm>
              <a:off x="8693533" y="244297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620" name="object 136">
              <a:extLst>
                <a:ext uri="{FF2B5EF4-FFF2-40B4-BE49-F238E27FC236}">
                  <a16:creationId xmlns:a16="http://schemas.microsoft.com/office/drawing/2014/main" id="{4B0B7E91-9127-4127-B4EF-3C0F139E34C9}"/>
                </a:ext>
              </a:extLst>
            </p:cNvPr>
            <p:cNvSpPr/>
            <p:nvPr/>
          </p:nvSpPr>
          <p:spPr>
            <a:xfrm>
              <a:off x="8693532"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21" name="object 137">
              <a:extLst>
                <a:ext uri="{FF2B5EF4-FFF2-40B4-BE49-F238E27FC236}">
                  <a16:creationId xmlns:a16="http://schemas.microsoft.com/office/drawing/2014/main" id="{BBB65AED-8530-4922-B9F9-57D388500750}"/>
                </a:ext>
              </a:extLst>
            </p:cNvPr>
            <p:cNvSpPr/>
            <p:nvPr/>
          </p:nvSpPr>
          <p:spPr>
            <a:xfrm>
              <a:off x="8693533" y="252831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622" name="object 138">
              <a:extLst>
                <a:ext uri="{FF2B5EF4-FFF2-40B4-BE49-F238E27FC236}">
                  <a16:creationId xmlns:a16="http://schemas.microsoft.com/office/drawing/2014/main" id="{6FEB3608-610C-4A7C-8793-E17C03BDA396}"/>
                </a:ext>
              </a:extLst>
            </p:cNvPr>
            <p:cNvSpPr/>
            <p:nvPr/>
          </p:nvSpPr>
          <p:spPr>
            <a:xfrm>
              <a:off x="8693532"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23" name="object 139">
              <a:extLst>
                <a:ext uri="{FF2B5EF4-FFF2-40B4-BE49-F238E27FC236}">
                  <a16:creationId xmlns:a16="http://schemas.microsoft.com/office/drawing/2014/main" id="{BE890C21-AC8D-4A14-8A64-AB0459F204AD}"/>
                </a:ext>
              </a:extLst>
            </p:cNvPr>
            <p:cNvSpPr txBox="1"/>
            <p:nvPr/>
          </p:nvSpPr>
          <p:spPr>
            <a:xfrm>
              <a:off x="8367524" y="1957833"/>
              <a:ext cx="194310" cy="239395"/>
            </a:xfrm>
            <a:prstGeom prst="rect">
              <a:avLst/>
            </a:prstGeom>
          </p:spPr>
          <p:txBody>
            <a:bodyPr vert="horz" wrap="square" lIns="0" tIns="13335" rIns="0" bIns="0" rtlCol="0">
              <a:spAutoFit/>
            </a:bodyPr>
            <a:lstStyle/>
            <a:p>
              <a:pPr marL="12700">
                <a:lnSpc>
                  <a:spcPct val="100000"/>
                </a:lnSpc>
                <a:spcBef>
                  <a:spcPts val="105"/>
                </a:spcBef>
              </a:pPr>
              <a:r>
                <a:rPr sz="1400" i="1" dirty="0">
                  <a:latin typeface="Arial"/>
                  <a:cs typeface="Arial"/>
                </a:rPr>
                <a:t>W</a:t>
              </a:r>
              <a:endParaRPr sz="1400">
                <a:latin typeface="Arial"/>
                <a:cs typeface="Arial"/>
              </a:endParaRPr>
            </a:p>
          </p:txBody>
        </p:sp>
        <p:sp>
          <p:nvSpPr>
            <p:cNvPr id="624" name="object 140">
              <a:extLst>
                <a:ext uri="{FF2B5EF4-FFF2-40B4-BE49-F238E27FC236}">
                  <a16:creationId xmlns:a16="http://schemas.microsoft.com/office/drawing/2014/main" id="{DAFDB3D4-3435-406B-AD1F-75979E8AEF7A}"/>
                </a:ext>
              </a:extLst>
            </p:cNvPr>
            <p:cNvSpPr/>
            <p:nvPr/>
          </p:nvSpPr>
          <p:spPr>
            <a:xfrm>
              <a:off x="7375273" y="2272285"/>
              <a:ext cx="92967" cy="85342"/>
            </a:xfrm>
            <a:prstGeom prst="rect">
              <a:avLst/>
            </a:prstGeom>
            <a:blipFill>
              <a:blip r:embed="rId3" cstate="print"/>
              <a:stretch>
                <a:fillRect/>
              </a:stretch>
            </a:blipFill>
          </p:spPr>
          <p:txBody>
            <a:bodyPr wrap="square" lIns="0" tIns="0" rIns="0" bIns="0" rtlCol="0"/>
            <a:lstStyle/>
            <a:p>
              <a:endParaRPr/>
            </a:p>
          </p:txBody>
        </p:sp>
        <p:sp>
          <p:nvSpPr>
            <p:cNvPr id="625" name="object 141">
              <a:extLst>
                <a:ext uri="{FF2B5EF4-FFF2-40B4-BE49-F238E27FC236}">
                  <a16:creationId xmlns:a16="http://schemas.microsoft.com/office/drawing/2014/main" id="{D8FD984D-0040-4AC9-83F9-272C553BAB01}"/>
                </a:ext>
              </a:extLst>
            </p:cNvPr>
            <p:cNvSpPr/>
            <p:nvPr/>
          </p:nvSpPr>
          <p:spPr>
            <a:xfrm>
              <a:off x="7375273" y="2272285"/>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626" name="object 142">
              <a:extLst>
                <a:ext uri="{FF2B5EF4-FFF2-40B4-BE49-F238E27FC236}">
                  <a16:creationId xmlns:a16="http://schemas.microsoft.com/office/drawing/2014/main" id="{C1C191CC-036A-49A7-AF46-2E253BFD6183}"/>
                </a:ext>
              </a:extLst>
            </p:cNvPr>
            <p:cNvSpPr/>
            <p:nvPr/>
          </p:nvSpPr>
          <p:spPr>
            <a:xfrm>
              <a:off x="7375273" y="2357624"/>
              <a:ext cx="92967" cy="85347"/>
            </a:xfrm>
            <a:prstGeom prst="rect">
              <a:avLst/>
            </a:prstGeom>
            <a:blipFill>
              <a:blip r:embed="rId4" cstate="print"/>
              <a:stretch>
                <a:fillRect/>
              </a:stretch>
            </a:blipFill>
          </p:spPr>
          <p:txBody>
            <a:bodyPr wrap="square" lIns="0" tIns="0" rIns="0" bIns="0" rtlCol="0"/>
            <a:lstStyle/>
            <a:p>
              <a:endParaRPr/>
            </a:p>
          </p:txBody>
        </p:sp>
        <p:sp>
          <p:nvSpPr>
            <p:cNvPr id="627" name="object 143">
              <a:extLst>
                <a:ext uri="{FF2B5EF4-FFF2-40B4-BE49-F238E27FC236}">
                  <a16:creationId xmlns:a16="http://schemas.microsoft.com/office/drawing/2014/main" id="{EE0415D0-CCC2-46DF-AF4F-7C0FD1096C19}"/>
                </a:ext>
              </a:extLst>
            </p:cNvPr>
            <p:cNvSpPr/>
            <p:nvPr/>
          </p:nvSpPr>
          <p:spPr>
            <a:xfrm>
              <a:off x="7375273" y="2357624"/>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a:p>
          </p:txBody>
        </p:sp>
        <p:sp>
          <p:nvSpPr>
            <p:cNvPr id="628" name="object 144">
              <a:extLst>
                <a:ext uri="{FF2B5EF4-FFF2-40B4-BE49-F238E27FC236}">
                  <a16:creationId xmlns:a16="http://schemas.microsoft.com/office/drawing/2014/main" id="{EA7544F6-9F32-4DFB-9D7D-EEF52BE46FC2}"/>
                </a:ext>
              </a:extLst>
            </p:cNvPr>
            <p:cNvSpPr/>
            <p:nvPr/>
          </p:nvSpPr>
          <p:spPr>
            <a:xfrm>
              <a:off x="7375273" y="2442973"/>
              <a:ext cx="92967" cy="85342"/>
            </a:xfrm>
            <a:prstGeom prst="rect">
              <a:avLst/>
            </a:prstGeom>
            <a:blipFill>
              <a:blip r:embed="rId5" cstate="print"/>
              <a:stretch>
                <a:fillRect/>
              </a:stretch>
            </a:blipFill>
          </p:spPr>
          <p:txBody>
            <a:bodyPr wrap="square" lIns="0" tIns="0" rIns="0" bIns="0" rtlCol="0"/>
            <a:lstStyle/>
            <a:p>
              <a:endParaRPr/>
            </a:p>
          </p:txBody>
        </p:sp>
        <p:sp>
          <p:nvSpPr>
            <p:cNvPr id="629" name="object 145">
              <a:extLst>
                <a:ext uri="{FF2B5EF4-FFF2-40B4-BE49-F238E27FC236}">
                  <a16:creationId xmlns:a16="http://schemas.microsoft.com/office/drawing/2014/main" id="{FB767DBF-9D7B-423B-999C-BA4E410C4EC7}"/>
                </a:ext>
              </a:extLst>
            </p:cNvPr>
            <p:cNvSpPr/>
            <p:nvPr/>
          </p:nvSpPr>
          <p:spPr>
            <a:xfrm>
              <a:off x="7375273" y="244297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630" name="object 146">
              <a:extLst>
                <a:ext uri="{FF2B5EF4-FFF2-40B4-BE49-F238E27FC236}">
                  <a16:creationId xmlns:a16="http://schemas.microsoft.com/office/drawing/2014/main" id="{7DBD06F2-3C75-4942-83B1-AFFBED836488}"/>
                </a:ext>
              </a:extLst>
            </p:cNvPr>
            <p:cNvSpPr/>
            <p:nvPr/>
          </p:nvSpPr>
          <p:spPr>
            <a:xfrm>
              <a:off x="7375273" y="2528317"/>
              <a:ext cx="92967" cy="85342"/>
            </a:xfrm>
            <a:prstGeom prst="rect">
              <a:avLst/>
            </a:prstGeom>
            <a:blipFill>
              <a:blip r:embed="rId6" cstate="print"/>
              <a:stretch>
                <a:fillRect/>
              </a:stretch>
            </a:blipFill>
          </p:spPr>
          <p:txBody>
            <a:bodyPr wrap="square" lIns="0" tIns="0" rIns="0" bIns="0" rtlCol="0"/>
            <a:lstStyle/>
            <a:p>
              <a:endParaRPr/>
            </a:p>
          </p:txBody>
        </p:sp>
        <p:sp>
          <p:nvSpPr>
            <p:cNvPr id="631" name="object 147">
              <a:extLst>
                <a:ext uri="{FF2B5EF4-FFF2-40B4-BE49-F238E27FC236}">
                  <a16:creationId xmlns:a16="http://schemas.microsoft.com/office/drawing/2014/main" id="{27144BD5-F7DB-4671-B583-C3016335321D}"/>
                </a:ext>
              </a:extLst>
            </p:cNvPr>
            <p:cNvSpPr/>
            <p:nvPr/>
          </p:nvSpPr>
          <p:spPr>
            <a:xfrm>
              <a:off x="7375273" y="2528318"/>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632" name="object 148">
              <a:extLst>
                <a:ext uri="{FF2B5EF4-FFF2-40B4-BE49-F238E27FC236}">
                  <a16:creationId xmlns:a16="http://schemas.microsoft.com/office/drawing/2014/main" id="{40A61C07-7221-4532-BDBB-7A6B2884BEB1}"/>
                </a:ext>
              </a:extLst>
            </p:cNvPr>
            <p:cNvSpPr/>
            <p:nvPr/>
          </p:nvSpPr>
          <p:spPr>
            <a:xfrm>
              <a:off x="7009513" y="2272285"/>
              <a:ext cx="91435" cy="85342"/>
            </a:xfrm>
            <a:prstGeom prst="rect">
              <a:avLst/>
            </a:prstGeom>
            <a:blipFill>
              <a:blip r:embed="rId7" cstate="print"/>
              <a:stretch>
                <a:fillRect/>
              </a:stretch>
            </a:blipFill>
          </p:spPr>
          <p:txBody>
            <a:bodyPr wrap="square" lIns="0" tIns="0" rIns="0" bIns="0" rtlCol="0"/>
            <a:lstStyle/>
            <a:p>
              <a:endParaRPr/>
            </a:p>
          </p:txBody>
        </p:sp>
        <p:sp>
          <p:nvSpPr>
            <p:cNvPr id="633" name="object 149">
              <a:extLst>
                <a:ext uri="{FF2B5EF4-FFF2-40B4-BE49-F238E27FC236}">
                  <a16:creationId xmlns:a16="http://schemas.microsoft.com/office/drawing/2014/main" id="{4D85A249-D5B6-4B6B-BC4A-505C7F3EE2CF}"/>
                </a:ext>
              </a:extLst>
            </p:cNvPr>
            <p:cNvSpPr/>
            <p:nvPr/>
          </p:nvSpPr>
          <p:spPr>
            <a:xfrm>
              <a:off x="7009513" y="2272285"/>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634" name="object 150">
              <a:extLst>
                <a:ext uri="{FF2B5EF4-FFF2-40B4-BE49-F238E27FC236}">
                  <a16:creationId xmlns:a16="http://schemas.microsoft.com/office/drawing/2014/main" id="{17C87846-5C6A-4652-9B5B-9DF3EE2DD710}"/>
                </a:ext>
              </a:extLst>
            </p:cNvPr>
            <p:cNvSpPr/>
            <p:nvPr/>
          </p:nvSpPr>
          <p:spPr>
            <a:xfrm>
              <a:off x="7100953" y="2272285"/>
              <a:ext cx="92962" cy="85342"/>
            </a:xfrm>
            <a:prstGeom prst="rect">
              <a:avLst/>
            </a:prstGeom>
            <a:blipFill>
              <a:blip r:embed="rId8" cstate="print"/>
              <a:stretch>
                <a:fillRect/>
              </a:stretch>
            </a:blipFill>
          </p:spPr>
          <p:txBody>
            <a:bodyPr wrap="square" lIns="0" tIns="0" rIns="0" bIns="0" rtlCol="0"/>
            <a:lstStyle/>
            <a:p>
              <a:endParaRPr/>
            </a:p>
          </p:txBody>
        </p:sp>
        <p:sp>
          <p:nvSpPr>
            <p:cNvPr id="635" name="object 151">
              <a:extLst>
                <a:ext uri="{FF2B5EF4-FFF2-40B4-BE49-F238E27FC236}">
                  <a16:creationId xmlns:a16="http://schemas.microsoft.com/office/drawing/2014/main" id="{38274CF5-68D6-4735-BC65-87600245063E}"/>
                </a:ext>
              </a:extLst>
            </p:cNvPr>
            <p:cNvSpPr/>
            <p:nvPr/>
          </p:nvSpPr>
          <p:spPr>
            <a:xfrm>
              <a:off x="7100953" y="227228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36" name="object 152">
              <a:extLst>
                <a:ext uri="{FF2B5EF4-FFF2-40B4-BE49-F238E27FC236}">
                  <a16:creationId xmlns:a16="http://schemas.microsoft.com/office/drawing/2014/main" id="{EB8CA1D7-9847-47B5-90EB-5F3A05174050}"/>
                </a:ext>
              </a:extLst>
            </p:cNvPr>
            <p:cNvSpPr/>
            <p:nvPr/>
          </p:nvSpPr>
          <p:spPr>
            <a:xfrm>
              <a:off x="7193917" y="2272285"/>
              <a:ext cx="91435" cy="85342"/>
            </a:xfrm>
            <a:prstGeom prst="rect">
              <a:avLst/>
            </a:prstGeom>
            <a:blipFill>
              <a:blip r:embed="rId9" cstate="print"/>
              <a:stretch>
                <a:fillRect/>
              </a:stretch>
            </a:blipFill>
          </p:spPr>
          <p:txBody>
            <a:bodyPr wrap="square" lIns="0" tIns="0" rIns="0" bIns="0" rtlCol="0"/>
            <a:lstStyle/>
            <a:p>
              <a:endParaRPr/>
            </a:p>
          </p:txBody>
        </p:sp>
        <p:sp>
          <p:nvSpPr>
            <p:cNvPr id="637" name="object 153">
              <a:extLst>
                <a:ext uri="{FF2B5EF4-FFF2-40B4-BE49-F238E27FC236}">
                  <a16:creationId xmlns:a16="http://schemas.microsoft.com/office/drawing/2014/main" id="{E618137A-BB99-48A9-A54B-3A1CD2768E31}"/>
                </a:ext>
              </a:extLst>
            </p:cNvPr>
            <p:cNvSpPr/>
            <p:nvPr/>
          </p:nvSpPr>
          <p:spPr>
            <a:xfrm>
              <a:off x="7193917" y="2272285"/>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638" name="object 154">
              <a:extLst>
                <a:ext uri="{FF2B5EF4-FFF2-40B4-BE49-F238E27FC236}">
                  <a16:creationId xmlns:a16="http://schemas.microsoft.com/office/drawing/2014/main" id="{7563787F-538E-489E-822A-02B21D83553F}"/>
                </a:ext>
              </a:extLst>
            </p:cNvPr>
            <p:cNvSpPr/>
            <p:nvPr/>
          </p:nvSpPr>
          <p:spPr>
            <a:xfrm>
              <a:off x="7009513" y="2357624"/>
              <a:ext cx="91435" cy="85347"/>
            </a:xfrm>
            <a:prstGeom prst="rect">
              <a:avLst/>
            </a:prstGeom>
            <a:blipFill>
              <a:blip r:embed="rId10" cstate="print"/>
              <a:stretch>
                <a:fillRect/>
              </a:stretch>
            </a:blipFill>
          </p:spPr>
          <p:txBody>
            <a:bodyPr wrap="square" lIns="0" tIns="0" rIns="0" bIns="0" rtlCol="0"/>
            <a:lstStyle/>
            <a:p>
              <a:endParaRPr/>
            </a:p>
          </p:txBody>
        </p:sp>
        <p:sp>
          <p:nvSpPr>
            <p:cNvPr id="639" name="object 155">
              <a:extLst>
                <a:ext uri="{FF2B5EF4-FFF2-40B4-BE49-F238E27FC236}">
                  <a16:creationId xmlns:a16="http://schemas.microsoft.com/office/drawing/2014/main" id="{9BA495A5-659F-4446-A4F3-7EA9F23A1C20}"/>
                </a:ext>
              </a:extLst>
            </p:cNvPr>
            <p:cNvSpPr/>
            <p:nvPr/>
          </p:nvSpPr>
          <p:spPr>
            <a:xfrm>
              <a:off x="7009513" y="2357624"/>
              <a:ext cx="91440" cy="85725"/>
            </a:xfrm>
            <a:custGeom>
              <a:avLst/>
              <a:gdLst/>
              <a:ahLst/>
              <a:cxnLst/>
              <a:rect l="l" t="t" r="r" b="b"/>
              <a:pathLst>
                <a:path w="91440" h="85725">
                  <a:moveTo>
                    <a:pt x="0" y="85347"/>
                  </a:moveTo>
                  <a:lnTo>
                    <a:pt x="91435" y="85347"/>
                  </a:lnTo>
                  <a:lnTo>
                    <a:pt x="91435" y="0"/>
                  </a:lnTo>
                  <a:lnTo>
                    <a:pt x="0" y="0"/>
                  </a:lnTo>
                  <a:lnTo>
                    <a:pt x="0" y="85347"/>
                  </a:lnTo>
                  <a:close/>
                </a:path>
              </a:pathLst>
            </a:custGeom>
            <a:ln w="12700">
              <a:solidFill>
                <a:srgbClr val="000000"/>
              </a:solidFill>
            </a:ln>
          </p:spPr>
          <p:txBody>
            <a:bodyPr wrap="square" lIns="0" tIns="0" rIns="0" bIns="0" rtlCol="0"/>
            <a:lstStyle/>
            <a:p>
              <a:endParaRPr/>
            </a:p>
          </p:txBody>
        </p:sp>
        <p:sp>
          <p:nvSpPr>
            <p:cNvPr id="640" name="object 156">
              <a:extLst>
                <a:ext uri="{FF2B5EF4-FFF2-40B4-BE49-F238E27FC236}">
                  <a16:creationId xmlns:a16="http://schemas.microsoft.com/office/drawing/2014/main" id="{D5D7F541-0CAA-4853-8AF6-B9F9010D957D}"/>
                </a:ext>
              </a:extLst>
            </p:cNvPr>
            <p:cNvSpPr/>
            <p:nvPr/>
          </p:nvSpPr>
          <p:spPr>
            <a:xfrm>
              <a:off x="7100953" y="2357624"/>
              <a:ext cx="92962" cy="85347"/>
            </a:xfrm>
            <a:prstGeom prst="rect">
              <a:avLst/>
            </a:prstGeom>
            <a:blipFill>
              <a:blip r:embed="rId11" cstate="print"/>
              <a:stretch>
                <a:fillRect/>
              </a:stretch>
            </a:blipFill>
          </p:spPr>
          <p:txBody>
            <a:bodyPr wrap="square" lIns="0" tIns="0" rIns="0" bIns="0" rtlCol="0"/>
            <a:lstStyle/>
            <a:p>
              <a:endParaRPr/>
            </a:p>
          </p:txBody>
        </p:sp>
        <p:sp>
          <p:nvSpPr>
            <p:cNvPr id="641" name="object 157">
              <a:extLst>
                <a:ext uri="{FF2B5EF4-FFF2-40B4-BE49-F238E27FC236}">
                  <a16:creationId xmlns:a16="http://schemas.microsoft.com/office/drawing/2014/main" id="{B1C9C3F1-C6C7-4C17-B616-39293758F439}"/>
                </a:ext>
              </a:extLst>
            </p:cNvPr>
            <p:cNvSpPr/>
            <p:nvPr/>
          </p:nvSpPr>
          <p:spPr>
            <a:xfrm>
              <a:off x="7100953" y="235762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642" name="object 158">
              <a:extLst>
                <a:ext uri="{FF2B5EF4-FFF2-40B4-BE49-F238E27FC236}">
                  <a16:creationId xmlns:a16="http://schemas.microsoft.com/office/drawing/2014/main" id="{C6F9A570-278B-44BD-A8EA-2041CC0CE01C}"/>
                </a:ext>
              </a:extLst>
            </p:cNvPr>
            <p:cNvSpPr/>
            <p:nvPr/>
          </p:nvSpPr>
          <p:spPr>
            <a:xfrm>
              <a:off x="7193917" y="2357624"/>
              <a:ext cx="91435" cy="85347"/>
            </a:xfrm>
            <a:prstGeom prst="rect">
              <a:avLst/>
            </a:prstGeom>
            <a:blipFill>
              <a:blip r:embed="rId12" cstate="print"/>
              <a:stretch>
                <a:fillRect/>
              </a:stretch>
            </a:blipFill>
          </p:spPr>
          <p:txBody>
            <a:bodyPr wrap="square" lIns="0" tIns="0" rIns="0" bIns="0" rtlCol="0"/>
            <a:lstStyle/>
            <a:p>
              <a:endParaRPr/>
            </a:p>
          </p:txBody>
        </p:sp>
        <p:sp>
          <p:nvSpPr>
            <p:cNvPr id="643" name="object 159">
              <a:extLst>
                <a:ext uri="{FF2B5EF4-FFF2-40B4-BE49-F238E27FC236}">
                  <a16:creationId xmlns:a16="http://schemas.microsoft.com/office/drawing/2014/main" id="{A602D0B7-AB4E-487E-A3F8-80EC8985108B}"/>
                </a:ext>
              </a:extLst>
            </p:cNvPr>
            <p:cNvSpPr/>
            <p:nvPr/>
          </p:nvSpPr>
          <p:spPr>
            <a:xfrm>
              <a:off x="7193917" y="2357624"/>
              <a:ext cx="91440" cy="85725"/>
            </a:xfrm>
            <a:custGeom>
              <a:avLst/>
              <a:gdLst/>
              <a:ahLst/>
              <a:cxnLst/>
              <a:rect l="l" t="t" r="r" b="b"/>
              <a:pathLst>
                <a:path w="91440" h="85725">
                  <a:moveTo>
                    <a:pt x="0" y="85347"/>
                  </a:moveTo>
                  <a:lnTo>
                    <a:pt x="91435" y="85347"/>
                  </a:lnTo>
                  <a:lnTo>
                    <a:pt x="91435" y="0"/>
                  </a:lnTo>
                  <a:lnTo>
                    <a:pt x="0" y="0"/>
                  </a:lnTo>
                  <a:lnTo>
                    <a:pt x="0" y="85347"/>
                  </a:lnTo>
                  <a:close/>
                </a:path>
              </a:pathLst>
            </a:custGeom>
            <a:ln w="12700">
              <a:solidFill>
                <a:srgbClr val="000000"/>
              </a:solidFill>
            </a:ln>
          </p:spPr>
          <p:txBody>
            <a:bodyPr wrap="square" lIns="0" tIns="0" rIns="0" bIns="0" rtlCol="0"/>
            <a:lstStyle/>
            <a:p>
              <a:endParaRPr/>
            </a:p>
          </p:txBody>
        </p:sp>
        <p:sp>
          <p:nvSpPr>
            <p:cNvPr id="644" name="object 160">
              <a:extLst>
                <a:ext uri="{FF2B5EF4-FFF2-40B4-BE49-F238E27FC236}">
                  <a16:creationId xmlns:a16="http://schemas.microsoft.com/office/drawing/2014/main" id="{723F3C8D-8A07-4769-AD59-AE9F4826F58A}"/>
                </a:ext>
              </a:extLst>
            </p:cNvPr>
            <p:cNvSpPr/>
            <p:nvPr/>
          </p:nvSpPr>
          <p:spPr>
            <a:xfrm>
              <a:off x="7009513" y="2442973"/>
              <a:ext cx="91435" cy="85342"/>
            </a:xfrm>
            <a:prstGeom prst="rect">
              <a:avLst/>
            </a:prstGeom>
            <a:blipFill>
              <a:blip r:embed="rId13" cstate="print"/>
              <a:stretch>
                <a:fillRect/>
              </a:stretch>
            </a:blipFill>
          </p:spPr>
          <p:txBody>
            <a:bodyPr wrap="square" lIns="0" tIns="0" rIns="0" bIns="0" rtlCol="0"/>
            <a:lstStyle/>
            <a:p>
              <a:endParaRPr/>
            </a:p>
          </p:txBody>
        </p:sp>
        <p:sp>
          <p:nvSpPr>
            <p:cNvPr id="645" name="object 161">
              <a:extLst>
                <a:ext uri="{FF2B5EF4-FFF2-40B4-BE49-F238E27FC236}">
                  <a16:creationId xmlns:a16="http://schemas.microsoft.com/office/drawing/2014/main" id="{7D44CD63-0C91-4DEA-B3FB-F88C14CE0F60}"/>
                </a:ext>
              </a:extLst>
            </p:cNvPr>
            <p:cNvSpPr/>
            <p:nvPr/>
          </p:nvSpPr>
          <p:spPr>
            <a:xfrm>
              <a:off x="7009513" y="2442974"/>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646" name="object 162">
              <a:extLst>
                <a:ext uri="{FF2B5EF4-FFF2-40B4-BE49-F238E27FC236}">
                  <a16:creationId xmlns:a16="http://schemas.microsoft.com/office/drawing/2014/main" id="{81036DE1-89EB-41EF-A730-88E932055588}"/>
                </a:ext>
              </a:extLst>
            </p:cNvPr>
            <p:cNvSpPr/>
            <p:nvPr/>
          </p:nvSpPr>
          <p:spPr>
            <a:xfrm>
              <a:off x="7100953" y="2442973"/>
              <a:ext cx="92962" cy="85342"/>
            </a:xfrm>
            <a:prstGeom prst="rect">
              <a:avLst/>
            </a:prstGeom>
            <a:blipFill>
              <a:blip r:embed="rId14" cstate="print"/>
              <a:stretch>
                <a:fillRect/>
              </a:stretch>
            </a:blipFill>
          </p:spPr>
          <p:txBody>
            <a:bodyPr wrap="square" lIns="0" tIns="0" rIns="0" bIns="0" rtlCol="0"/>
            <a:lstStyle/>
            <a:p>
              <a:endParaRPr/>
            </a:p>
          </p:txBody>
        </p:sp>
        <p:sp>
          <p:nvSpPr>
            <p:cNvPr id="647" name="object 163">
              <a:extLst>
                <a:ext uri="{FF2B5EF4-FFF2-40B4-BE49-F238E27FC236}">
                  <a16:creationId xmlns:a16="http://schemas.microsoft.com/office/drawing/2014/main" id="{C34DE35D-39CA-434A-9DBA-0C44188603F9}"/>
                </a:ext>
              </a:extLst>
            </p:cNvPr>
            <p:cNvSpPr/>
            <p:nvPr/>
          </p:nvSpPr>
          <p:spPr>
            <a:xfrm>
              <a:off x="7100953" y="244297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48" name="object 164">
              <a:extLst>
                <a:ext uri="{FF2B5EF4-FFF2-40B4-BE49-F238E27FC236}">
                  <a16:creationId xmlns:a16="http://schemas.microsoft.com/office/drawing/2014/main" id="{1423DC16-4095-4B4A-80F9-AD6C3DB43CA3}"/>
                </a:ext>
              </a:extLst>
            </p:cNvPr>
            <p:cNvSpPr/>
            <p:nvPr/>
          </p:nvSpPr>
          <p:spPr>
            <a:xfrm>
              <a:off x="7193917" y="2442973"/>
              <a:ext cx="91435" cy="85342"/>
            </a:xfrm>
            <a:prstGeom prst="rect">
              <a:avLst/>
            </a:prstGeom>
            <a:blipFill>
              <a:blip r:embed="rId15" cstate="print"/>
              <a:stretch>
                <a:fillRect/>
              </a:stretch>
            </a:blipFill>
          </p:spPr>
          <p:txBody>
            <a:bodyPr wrap="square" lIns="0" tIns="0" rIns="0" bIns="0" rtlCol="0"/>
            <a:lstStyle/>
            <a:p>
              <a:endParaRPr/>
            </a:p>
          </p:txBody>
        </p:sp>
        <p:sp>
          <p:nvSpPr>
            <p:cNvPr id="649" name="object 165">
              <a:extLst>
                <a:ext uri="{FF2B5EF4-FFF2-40B4-BE49-F238E27FC236}">
                  <a16:creationId xmlns:a16="http://schemas.microsoft.com/office/drawing/2014/main" id="{CF08F081-D5C1-4D70-B6EF-17995A487DCA}"/>
                </a:ext>
              </a:extLst>
            </p:cNvPr>
            <p:cNvSpPr/>
            <p:nvPr/>
          </p:nvSpPr>
          <p:spPr>
            <a:xfrm>
              <a:off x="7193917" y="2442974"/>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650" name="object 166">
              <a:extLst>
                <a:ext uri="{FF2B5EF4-FFF2-40B4-BE49-F238E27FC236}">
                  <a16:creationId xmlns:a16="http://schemas.microsoft.com/office/drawing/2014/main" id="{D7A576DE-38F2-49DC-8030-CAADC9A40C1E}"/>
                </a:ext>
              </a:extLst>
            </p:cNvPr>
            <p:cNvSpPr/>
            <p:nvPr/>
          </p:nvSpPr>
          <p:spPr>
            <a:xfrm>
              <a:off x="7009513" y="2528317"/>
              <a:ext cx="91435" cy="85342"/>
            </a:xfrm>
            <a:prstGeom prst="rect">
              <a:avLst/>
            </a:prstGeom>
            <a:blipFill>
              <a:blip r:embed="rId16" cstate="print"/>
              <a:stretch>
                <a:fillRect/>
              </a:stretch>
            </a:blipFill>
          </p:spPr>
          <p:txBody>
            <a:bodyPr wrap="square" lIns="0" tIns="0" rIns="0" bIns="0" rtlCol="0"/>
            <a:lstStyle/>
            <a:p>
              <a:endParaRPr/>
            </a:p>
          </p:txBody>
        </p:sp>
        <p:sp>
          <p:nvSpPr>
            <p:cNvPr id="651" name="object 167">
              <a:extLst>
                <a:ext uri="{FF2B5EF4-FFF2-40B4-BE49-F238E27FC236}">
                  <a16:creationId xmlns:a16="http://schemas.microsoft.com/office/drawing/2014/main" id="{D2B220B7-81EF-4814-AC37-1BC0FD878FA9}"/>
                </a:ext>
              </a:extLst>
            </p:cNvPr>
            <p:cNvSpPr/>
            <p:nvPr/>
          </p:nvSpPr>
          <p:spPr>
            <a:xfrm>
              <a:off x="7009513" y="2528318"/>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652" name="object 168">
              <a:extLst>
                <a:ext uri="{FF2B5EF4-FFF2-40B4-BE49-F238E27FC236}">
                  <a16:creationId xmlns:a16="http://schemas.microsoft.com/office/drawing/2014/main" id="{2323C298-1E0A-4C8A-BC21-0BACB98D1AB2}"/>
                </a:ext>
              </a:extLst>
            </p:cNvPr>
            <p:cNvSpPr/>
            <p:nvPr/>
          </p:nvSpPr>
          <p:spPr>
            <a:xfrm>
              <a:off x="7100953" y="2528317"/>
              <a:ext cx="92962" cy="85342"/>
            </a:xfrm>
            <a:prstGeom prst="rect">
              <a:avLst/>
            </a:prstGeom>
            <a:blipFill>
              <a:blip r:embed="rId17" cstate="print"/>
              <a:stretch>
                <a:fillRect/>
              </a:stretch>
            </a:blipFill>
          </p:spPr>
          <p:txBody>
            <a:bodyPr wrap="square" lIns="0" tIns="0" rIns="0" bIns="0" rtlCol="0"/>
            <a:lstStyle/>
            <a:p>
              <a:endParaRPr/>
            </a:p>
          </p:txBody>
        </p:sp>
        <p:sp>
          <p:nvSpPr>
            <p:cNvPr id="653" name="object 169">
              <a:extLst>
                <a:ext uri="{FF2B5EF4-FFF2-40B4-BE49-F238E27FC236}">
                  <a16:creationId xmlns:a16="http://schemas.microsoft.com/office/drawing/2014/main" id="{A8A431C8-1FBB-448B-81BB-6FDC02043AC4}"/>
                </a:ext>
              </a:extLst>
            </p:cNvPr>
            <p:cNvSpPr/>
            <p:nvPr/>
          </p:nvSpPr>
          <p:spPr>
            <a:xfrm>
              <a:off x="7100953" y="2528318"/>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54" name="object 170">
              <a:extLst>
                <a:ext uri="{FF2B5EF4-FFF2-40B4-BE49-F238E27FC236}">
                  <a16:creationId xmlns:a16="http://schemas.microsoft.com/office/drawing/2014/main" id="{5E7FE4CB-922D-4233-86EB-84D96CA29DFD}"/>
                </a:ext>
              </a:extLst>
            </p:cNvPr>
            <p:cNvSpPr/>
            <p:nvPr/>
          </p:nvSpPr>
          <p:spPr>
            <a:xfrm>
              <a:off x="7193917" y="2528317"/>
              <a:ext cx="91435" cy="85342"/>
            </a:xfrm>
            <a:prstGeom prst="rect">
              <a:avLst/>
            </a:prstGeom>
            <a:blipFill>
              <a:blip r:embed="rId18" cstate="print"/>
              <a:stretch>
                <a:fillRect/>
              </a:stretch>
            </a:blipFill>
          </p:spPr>
          <p:txBody>
            <a:bodyPr wrap="square" lIns="0" tIns="0" rIns="0" bIns="0" rtlCol="0"/>
            <a:lstStyle/>
            <a:p>
              <a:endParaRPr/>
            </a:p>
          </p:txBody>
        </p:sp>
        <p:sp>
          <p:nvSpPr>
            <p:cNvPr id="655" name="object 171">
              <a:extLst>
                <a:ext uri="{FF2B5EF4-FFF2-40B4-BE49-F238E27FC236}">
                  <a16:creationId xmlns:a16="http://schemas.microsoft.com/office/drawing/2014/main" id="{62E6C630-DE6D-4E5E-9384-F0EABD882C42}"/>
                </a:ext>
              </a:extLst>
            </p:cNvPr>
            <p:cNvSpPr/>
            <p:nvPr/>
          </p:nvSpPr>
          <p:spPr>
            <a:xfrm>
              <a:off x="7193917" y="2528318"/>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656" name="object 172">
              <a:extLst>
                <a:ext uri="{FF2B5EF4-FFF2-40B4-BE49-F238E27FC236}">
                  <a16:creationId xmlns:a16="http://schemas.microsoft.com/office/drawing/2014/main" id="{B99E539B-2114-4D28-9C31-E8BB8C2C285D}"/>
                </a:ext>
              </a:extLst>
            </p:cNvPr>
            <p:cNvSpPr/>
            <p:nvPr/>
          </p:nvSpPr>
          <p:spPr>
            <a:xfrm>
              <a:off x="7285357" y="2272285"/>
              <a:ext cx="92962" cy="85342"/>
            </a:xfrm>
            <a:prstGeom prst="rect">
              <a:avLst/>
            </a:prstGeom>
            <a:blipFill>
              <a:blip r:embed="rId19" cstate="print"/>
              <a:stretch>
                <a:fillRect/>
              </a:stretch>
            </a:blipFill>
          </p:spPr>
          <p:txBody>
            <a:bodyPr wrap="square" lIns="0" tIns="0" rIns="0" bIns="0" rtlCol="0"/>
            <a:lstStyle/>
            <a:p>
              <a:endParaRPr/>
            </a:p>
          </p:txBody>
        </p:sp>
        <p:sp>
          <p:nvSpPr>
            <p:cNvPr id="657" name="object 173">
              <a:extLst>
                <a:ext uri="{FF2B5EF4-FFF2-40B4-BE49-F238E27FC236}">
                  <a16:creationId xmlns:a16="http://schemas.microsoft.com/office/drawing/2014/main" id="{B7FA83C6-32A8-4450-A32F-685A013273C4}"/>
                </a:ext>
              </a:extLst>
            </p:cNvPr>
            <p:cNvSpPr/>
            <p:nvPr/>
          </p:nvSpPr>
          <p:spPr>
            <a:xfrm>
              <a:off x="7285356" y="227228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58" name="object 174">
              <a:extLst>
                <a:ext uri="{FF2B5EF4-FFF2-40B4-BE49-F238E27FC236}">
                  <a16:creationId xmlns:a16="http://schemas.microsoft.com/office/drawing/2014/main" id="{883506DB-BF29-4A7E-9CA3-17EF50787C13}"/>
                </a:ext>
              </a:extLst>
            </p:cNvPr>
            <p:cNvSpPr/>
            <p:nvPr/>
          </p:nvSpPr>
          <p:spPr>
            <a:xfrm>
              <a:off x="7285357" y="2357624"/>
              <a:ext cx="92962" cy="85347"/>
            </a:xfrm>
            <a:prstGeom prst="rect">
              <a:avLst/>
            </a:prstGeom>
            <a:blipFill>
              <a:blip r:embed="rId20" cstate="print"/>
              <a:stretch>
                <a:fillRect/>
              </a:stretch>
            </a:blipFill>
          </p:spPr>
          <p:txBody>
            <a:bodyPr wrap="square" lIns="0" tIns="0" rIns="0" bIns="0" rtlCol="0"/>
            <a:lstStyle/>
            <a:p>
              <a:endParaRPr/>
            </a:p>
          </p:txBody>
        </p:sp>
        <p:sp>
          <p:nvSpPr>
            <p:cNvPr id="659" name="object 175">
              <a:extLst>
                <a:ext uri="{FF2B5EF4-FFF2-40B4-BE49-F238E27FC236}">
                  <a16:creationId xmlns:a16="http://schemas.microsoft.com/office/drawing/2014/main" id="{11E6B195-8D99-44FE-849C-69A5471AE00E}"/>
                </a:ext>
              </a:extLst>
            </p:cNvPr>
            <p:cNvSpPr/>
            <p:nvPr/>
          </p:nvSpPr>
          <p:spPr>
            <a:xfrm>
              <a:off x="7285356" y="235762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660" name="object 176">
              <a:extLst>
                <a:ext uri="{FF2B5EF4-FFF2-40B4-BE49-F238E27FC236}">
                  <a16:creationId xmlns:a16="http://schemas.microsoft.com/office/drawing/2014/main" id="{5AC89100-07B1-4C11-B083-F95D8A11D2F1}"/>
                </a:ext>
              </a:extLst>
            </p:cNvPr>
            <p:cNvSpPr/>
            <p:nvPr/>
          </p:nvSpPr>
          <p:spPr>
            <a:xfrm>
              <a:off x="7285357" y="2442973"/>
              <a:ext cx="92962" cy="85342"/>
            </a:xfrm>
            <a:prstGeom prst="rect">
              <a:avLst/>
            </a:prstGeom>
            <a:blipFill>
              <a:blip r:embed="rId21" cstate="print"/>
              <a:stretch>
                <a:fillRect/>
              </a:stretch>
            </a:blipFill>
          </p:spPr>
          <p:txBody>
            <a:bodyPr wrap="square" lIns="0" tIns="0" rIns="0" bIns="0" rtlCol="0"/>
            <a:lstStyle/>
            <a:p>
              <a:endParaRPr/>
            </a:p>
          </p:txBody>
        </p:sp>
        <p:sp>
          <p:nvSpPr>
            <p:cNvPr id="661" name="object 177">
              <a:extLst>
                <a:ext uri="{FF2B5EF4-FFF2-40B4-BE49-F238E27FC236}">
                  <a16:creationId xmlns:a16="http://schemas.microsoft.com/office/drawing/2014/main" id="{9A4689E2-889F-49F7-9011-67C4C947F718}"/>
                </a:ext>
              </a:extLst>
            </p:cNvPr>
            <p:cNvSpPr/>
            <p:nvPr/>
          </p:nvSpPr>
          <p:spPr>
            <a:xfrm>
              <a:off x="7285356" y="244297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62" name="object 178">
              <a:extLst>
                <a:ext uri="{FF2B5EF4-FFF2-40B4-BE49-F238E27FC236}">
                  <a16:creationId xmlns:a16="http://schemas.microsoft.com/office/drawing/2014/main" id="{46540CDB-29E5-4DE8-B184-4E311F1CB47E}"/>
                </a:ext>
              </a:extLst>
            </p:cNvPr>
            <p:cNvSpPr/>
            <p:nvPr/>
          </p:nvSpPr>
          <p:spPr>
            <a:xfrm>
              <a:off x="7285357" y="2528317"/>
              <a:ext cx="92962" cy="85342"/>
            </a:xfrm>
            <a:prstGeom prst="rect">
              <a:avLst/>
            </a:prstGeom>
            <a:blipFill>
              <a:blip r:embed="rId22" cstate="print"/>
              <a:stretch>
                <a:fillRect/>
              </a:stretch>
            </a:blipFill>
          </p:spPr>
          <p:txBody>
            <a:bodyPr wrap="square" lIns="0" tIns="0" rIns="0" bIns="0" rtlCol="0"/>
            <a:lstStyle/>
            <a:p>
              <a:endParaRPr/>
            </a:p>
          </p:txBody>
        </p:sp>
        <p:sp>
          <p:nvSpPr>
            <p:cNvPr id="663" name="object 179">
              <a:extLst>
                <a:ext uri="{FF2B5EF4-FFF2-40B4-BE49-F238E27FC236}">
                  <a16:creationId xmlns:a16="http://schemas.microsoft.com/office/drawing/2014/main" id="{5F87B8E9-F31D-48BA-B177-E954C9B72F54}"/>
                </a:ext>
              </a:extLst>
            </p:cNvPr>
            <p:cNvSpPr/>
            <p:nvPr/>
          </p:nvSpPr>
          <p:spPr>
            <a:xfrm>
              <a:off x="7285356" y="2528318"/>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664" name="object 180">
              <a:extLst>
                <a:ext uri="{FF2B5EF4-FFF2-40B4-BE49-F238E27FC236}">
                  <a16:creationId xmlns:a16="http://schemas.microsoft.com/office/drawing/2014/main" id="{A7BD5F57-F8D3-486D-BBBD-48660EDC74D8}"/>
                </a:ext>
              </a:extLst>
            </p:cNvPr>
            <p:cNvSpPr/>
            <p:nvPr/>
          </p:nvSpPr>
          <p:spPr>
            <a:xfrm>
              <a:off x="7649593" y="2272285"/>
              <a:ext cx="91440" cy="85342"/>
            </a:xfrm>
            <a:prstGeom prst="rect">
              <a:avLst/>
            </a:prstGeom>
            <a:blipFill>
              <a:blip r:embed="rId23" cstate="print"/>
              <a:stretch>
                <a:fillRect/>
              </a:stretch>
            </a:blipFill>
          </p:spPr>
          <p:txBody>
            <a:bodyPr wrap="square" lIns="0" tIns="0" rIns="0" bIns="0" rtlCol="0"/>
            <a:lstStyle/>
            <a:p>
              <a:endParaRPr/>
            </a:p>
          </p:txBody>
        </p:sp>
        <p:sp>
          <p:nvSpPr>
            <p:cNvPr id="665" name="object 181">
              <a:extLst>
                <a:ext uri="{FF2B5EF4-FFF2-40B4-BE49-F238E27FC236}">
                  <a16:creationId xmlns:a16="http://schemas.microsoft.com/office/drawing/2014/main" id="{1BED19B0-F95D-47F8-8931-2F4FAEE7EFF6}"/>
                </a:ext>
              </a:extLst>
            </p:cNvPr>
            <p:cNvSpPr/>
            <p:nvPr/>
          </p:nvSpPr>
          <p:spPr>
            <a:xfrm>
              <a:off x="7649593"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66" name="object 182">
              <a:extLst>
                <a:ext uri="{FF2B5EF4-FFF2-40B4-BE49-F238E27FC236}">
                  <a16:creationId xmlns:a16="http://schemas.microsoft.com/office/drawing/2014/main" id="{07C5036E-8EE3-48FC-8BD8-7924909BCA5D}"/>
                </a:ext>
              </a:extLst>
            </p:cNvPr>
            <p:cNvSpPr/>
            <p:nvPr/>
          </p:nvSpPr>
          <p:spPr>
            <a:xfrm>
              <a:off x="7649593" y="2357624"/>
              <a:ext cx="91440" cy="85347"/>
            </a:xfrm>
            <a:prstGeom prst="rect">
              <a:avLst/>
            </a:prstGeom>
            <a:blipFill>
              <a:blip r:embed="rId24" cstate="print"/>
              <a:stretch>
                <a:fillRect/>
              </a:stretch>
            </a:blipFill>
          </p:spPr>
          <p:txBody>
            <a:bodyPr wrap="square" lIns="0" tIns="0" rIns="0" bIns="0" rtlCol="0"/>
            <a:lstStyle/>
            <a:p>
              <a:endParaRPr/>
            </a:p>
          </p:txBody>
        </p:sp>
        <p:sp>
          <p:nvSpPr>
            <p:cNvPr id="667" name="object 183">
              <a:extLst>
                <a:ext uri="{FF2B5EF4-FFF2-40B4-BE49-F238E27FC236}">
                  <a16:creationId xmlns:a16="http://schemas.microsoft.com/office/drawing/2014/main" id="{2178C436-CB34-4BBA-9F75-3B049DBF926D}"/>
                </a:ext>
              </a:extLst>
            </p:cNvPr>
            <p:cNvSpPr/>
            <p:nvPr/>
          </p:nvSpPr>
          <p:spPr>
            <a:xfrm>
              <a:off x="7649593"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668" name="object 184">
              <a:extLst>
                <a:ext uri="{FF2B5EF4-FFF2-40B4-BE49-F238E27FC236}">
                  <a16:creationId xmlns:a16="http://schemas.microsoft.com/office/drawing/2014/main" id="{DABFE777-645A-40A0-929B-D95D307F46FE}"/>
                </a:ext>
              </a:extLst>
            </p:cNvPr>
            <p:cNvSpPr/>
            <p:nvPr/>
          </p:nvSpPr>
          <p:spPr>
            <a:xfrm>
              <a:off x="7649593" y="2442973"/>
              <a:ext cx="91440" cy="85342"/>
            </a:xfrm>
            <a:prstGeom prst="rect">
              <a:avLst/>
            </a:prstGeom>
            <a:blipFill>
              <a:blip r:embed="rId25" cstate="print"/>
              <a:stretch>
                <a:fillRect/>
              </a:stretch>
            </a:blipFill>
          </p:spPr>
          <p:txBody>
            <a:bodyPr wrap="square" lIns="0" tIns="0" rIns="0" bIns="0" rtlCol="0"/>
            <a:lstStyle/>
            <a:p>
              <a:endParaRPr/>
            </a:p>
          </p:txBody>
        </p:sp>
        <p:sp>
          <p:nvSpPr>
            <p:cNvPr id="669" name="object 185">
              <a:extLst>
                <a:ext uri="{FF2B5EF4-FFF2-40B4-BE49-F238E27FC236}">
                  <a16:creationId xmlns:a16="http://schemas.microsoft.com/office/drawing/2014/main" id="{5D78EDEE-8437-4397-A5F0-A234D34BE4A2}"/>
                </a:ext>
              </a:extLst>
            </p:cNvPr>
            <p:cNvSpPr/>
            <p:nvPr/>
          </p:nvSpPr>
          <p:spPr>
            <a:xfrm>
              <a:off x="7649593"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70" name="object 186">
              <a:extLst>
                <a:ext uri="{FF2B5EF4-FFF2-40B4-BE49-F238E27FC236}">
                  <a16:creationId xmlns:a16="http://schemas.microsoft.com/office/drawing/2014/main" id="{FD5ECBCF-B274-43E1-85B2-174D5D112C40}"/>
                </a:ext>
              </a:extLst>
            </p:cNvPr>
            <p:cNvSpPr/>
            <p:nvPr/>
          </p:nvSpPr>
          <p:spPr>
            <a:xfrm>
              <a:off x="7649593" y="2528317"/>
              <a:ext cx="91440" cy="85342"/>
            </a:xfrm>
            <a:prstGeom prst="rect">
              <a:avLst/>
            </a:prstGeom>
            <a:blipFill>
              <a:blip r:embed="rId26" cstate="print"/>
              <a:stretch>
                <a:fillRect/>
              </a:stretch>
            </a:blipFill>
          </p:spPr>
          <p:txBody>
            <a:bodyPr wrap="square" lIns="0" tIns="0" rIns="0" bIns="0" rtlCol="0"/>
            <a:lstStyle/>
            <a:p>
              <a:endParaRPr/>
            </a:p>
          </p:txBody>
        </p:sp>
        <p:sp>
          <p:nvSpPr>
            <p:cNvPr id="671" name="object 187">
              <a:extLst>
                <a:ext uri="{FF2B5EF4-FFF2-40B4-BE49-F238E27FC236}">
                  <a16:creationId xmlns:a16="http://schemas.microsoft.com/office/drawing/2014/main" id="{FE89F7BD-0071-429A-9FF7-146D3EF8CADA}"/>
                </a:ext>
              </a:extLst>
            </p:cNvPr>
            <p:cNvSpPr/>
            <p:nvPr/>
          </p:nvSpPr>
          <p:spPr>
            <a:xfrm>
              <a:off x="7649593"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72" name="object 188">
              <a:extLst>
                <a:ext uri="{FF2B5EF4-FFF2-40B4-BE49-F238E27FC236}">
                  <a16:creationId xmlns:a16="http://schemas.microsoft.com/office/drawing/2014/main" id="{D35FDCC3-057A-4498-B0AC-E7B857D7C773}"/>
                </a:ext>
              </a:extLst>
            </p:cNvPr>
            <p:cNvSpPr/>
            <p:nvPr/>
          </p:nvSpPr>
          <p:spPr>
            <a:xfrm>
              <a:off x="7468237" y="2272285"/>
              <a:ext cx="91440" cy="85342"/>
            </a:xfrm>
            <a:prstGeom prst="rect">
              <a:avLst/>
            </a:prstGeom>
            <a:blipFill>
              <a:blip r:embed="rId27" cstate="print"/>
              <a:stretch>
                <a:fillRect/>
              </a:stretch>
            </a:blipFill>
          </p:spPr>
          <p:txBody>
            <a:bodyPr wrap="square" lIns="0" tIns="0" rIns="0" bIns="0" rtlCol="0"/>
            <a:lstStyle/>
            <a:p>
              <a:endParaRPr/>
            </a:p>
          </p:txBody>
        </p:sp>
        <p:sp>
          <p:nvSpPr>
            <p:cNvPr id="673" name="object 189">
              <a:extLst>
                <a:ext uri="{FF2B5EF4-FFF2-40B4-BE49-F238E27FC236}">
                  <a16:creationId xmlns:a16="http://schemas.microsoft.com/office/drawing/2014/main" id="{E5ED6AE9-DE29-4891-ABD6-5C5D5E94F256}"/>
                </a:ext>
              </a:extLst>
            </p:cNvPr>
            <p:cNvSpPr/>
            <p:nvPr/>
          </p:nvSpPr>
          <p:spPr>
            <a:xfrm>
              <a:off x="7468237"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74" name="object 190">
              <a:extLst>
                <a:ext uri="{FF2B5EF4-FFF2-40B4-BE49-F238E27FC236}">
                  <a16:creationId xmlns:a16="http://schemas.microsoft.com/office/drawing/2014/main" id="{B0713299-C2BA-4A99-A6F5-7D7AF4D1E925}"/>
                </a:ext>
              </a:extLst>
            </p:cNvPr>
            <p:cNvSpPr/>
            <p:nvPr/>
          </p:nvSpPr>
          <p:spPr>
            <a:xfrm>
              <a:off x="7468237" y="2357624"/>
              <a:ext cx="91440" cy="85347"/>
            </a:xfrm>
            <a:prstGeom prst="rect">
              <a:avLst/>
            </a:prstGeom>
            <a:blipFill>
              <a:blip r:embed="rId28" cstate="print"/>
              <a:stretch>
                <a:fillRect/>
              </a:stretch>
            </a:blipFill>
          </p:spPr>
          <p:txBody>
            <a:bodyPr wrap="square" lIns="0" tIns="0" rIns="0" bIns="0" rtlCol="0"/>
            <a:lstStyle/>
            <a:p>
              <a:endParaRPr/>
            </a:p>
          </p:txBody>
        </p:sp>
        <p:sp>
          <p:nvSpPr>
            <p:cNvPr id="675" name="object 191">
              <a:extLst>
                <a:ext uri="{FF2B5EF4-FFF2-40B4-BE49-F238E27FC236}">
                  <a16:creationId xmlns:a16="http://schemas.microsoft.com/office/drawing/2014/main" id="{B1694E32-A602-4C40-9CF7-A71277CF3E93}"/>
                </a:ext>
              </a:extLst>
            </p:cNvPr>
            <p:cNvSpPr/>
            <p:nvPr/>
          </p:nvSpPr>
          <p:spPr>
            <a:xfrm>
              <a:off x="7468237"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676" name="object 192">
              <a:extLst>
                <a:ext uri="{FF2B5EF4-FFF2-40B4-BE49-F238E27FC236}">
                  <a16:creationId xmlns:a16="http://schemas.microsoft.com/office/drawing/2014/main" id="{AEF76491-B4D2-481B-BA14-541BCD4B61C0}"/>
                </a:ext>
              </a:extLst>
            </p:cNvPr>
            <p:cNvSpPr/>
            <p:nvPr/>
          </p:nvSpPr>
          <p:spPr>
            <a:xfrm>
              <a:off x="7468237" y="2442973"/>
              <a:ext cx="91440" cy="85342"/>
            </a:xfrm>
            <a:prstGeom prst="rect">
              <a:avLst/>
            </a:prstGeom>
            <a:blipFill>
              <a:blip r:embed="rId29" cstate="print"/>
              <a:stretch>
                <a:fillRect/>
              </a:stretch>
            </a:blipFill>
          </p:spPr>
          <p:txBody>
            <a:bodyPr wrap="square" lIns="0" tIns="0" rIns="0" bIns="0" rtlCol="0"/>
            <a:lstStyle/>
            <a:p>
              <a:endParaRPr/>
            </a:p>
          </p:txBody>
        </p:sp>
        <p:sp>
          <p:nvSpPr>
            <p:cNvPr id="677" name="object 193">
              <a:extLst>
                <a:ext uri="{FF2B5EF4-FFF2-40B4-BE49-F238E27FC236}">
                  <a16:creationId xmlns:a16="http://schemas.microsoft.com/office/drawing/2014/main" id="{0DF0A8CF-5E5E-42DC-B6A5-C7C69B164514}"/>
                </a:ext>
              </a:extLst>
            </p:cNvPr>
            <p:cNvSpPr/>
            <p:nvPr/>
          </p:nvSpPr>
          <p:spPr>
            <a:xfrm>
              <a:off x="7468237"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78" name="object 194">
              <a:extLst>
                <a:ext uri="{FF2B5EF4-FFF2-40B4-BE49-F238E27FC236}">
                  <a16:creationId xmlns:a16="http://schemas.microsoft.com/office/drawing/2014/main" id="{F381C487-2291-4F73-9FD2-A365CF60B832}"/>
                </a:ext>
              </a:extLst>
            </p:cNvPr>
            <p:cNvSpPr/>
            <p:nvPr/>
          </p:nvSpPr>
          <p:spPr>
            <a:xfrm>
              <a:off x="7468237" y="2528317"/>
              <a:ext cx="91440" cy="85342"/>
            </a:xfrm>
            <a:prstGeom prst="rect">
              <a:avLst/>
            </a:prstGeom>
            <a:blipFill>
              <a:blip r:embed="rId30" cstate="print"/>
              <a:stretch>
                <a:fillRect/>
              </a:stretch>
            </a:blipFill>
          </p:spPr>
          <p:txBody>
            <a:bodyPr wrap="square" lIns="0" tIns="0" rIns="0" bIns="0" rtlCol="0"/>
            <a:lstStyle/>
            <a:p>
              <a:endParaRPr/>
            </a:p>
          </p:txBody>
        </p:sp>
        <p:sp>
          <p:nvSpPr>
            <p:cNvPr id="679" name="object 195">
              <a:extLst>
                <a:ext uri="{FF2B5EF4-FFF2-40B4-BE49-F238E27FC236}">
                  <a16:creationId xmlns:a16="http://schemas.microsoft.com/office/drawing/2014/main" id="{8A7E2F74-8DC6-47DB-B44B-7E6DFC9A9BD7}"/>
                </a:ext>
              </a:extLst>
            </p:cNvPr>
            <p:cNvSpPr/>
            <p:nvPr/>
          </p:nvSpPr>
          <p:spPr>
            <a:xfrm>
              <a:off x="7468237"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80" name="object 196">
              <a:extLst>
                <a:ext uri="{FF2B5EF4-FFF2-40B4-BE49-F238E27FC236}">
                  <a16:creationId xmlns:a16="http://schemas.microsoft.com/office/drawing/2014/main" id="{54FF6FA8-DD46-4FA5-B650-8087059823B6}"/>
                </a:ext>
              </a:extLst>
            </p:cNvPr>
            <p:cNvSpPr/>
            <p:nvPr/>
          </p:nvSpPr>
          <p:spPr>
            <a:xfrm>
              <a:off x="7559677" y="2272285"/>
              <a:ext cx="91440" cy="85342"/>
            </a:xfrm>
            <a:prstGeom prst="rect">
              <a:avLst/>
            </a:prstGeom>
            <a:blipFill>
              <a:blip r:embed="rId31" cstate="print"/>
              <a:stretch>
                <a:fillRect/>
              </a:stretch>
            </a:blipFill>
          </p:spPr>
          <p:txBody>
            <a:bodyPr wrap="square" lIns="0" tIns="0" rIns="0" bIns="0" rtlCol="0"/>
            <a:lstStyle/>
            <a:p>
              <a:endParaRPr/>
            </a:p>
          </p:txBody>
        </p:sp>
        <p:sp>
          <p:nvSpPr>
            <p:cNvPr id="681" name="object 197">
              <a:extLst>
                <a:ext uri="{FF2B5EF4-FFF2-40B4-BE49-F238E27FC236}">
                  <a16:creationId xmlns:a16="http://schemas.microsoft.com/office/drawing/2014/main" id="{54670FE5-F210-4E7F-B385-9B6BE7D56EAA}"/>
                </a:ext>
              </a:extLst>
            </p:cNvPr>
            <p:cNvSpPr/>
            <p:nvPr/>
          </p:nvSpPr>
          <p:spPr>
            <a:xfrm>
              <a:off x="7559677" y="2272285"/>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82" name="object 198">
              <a:extLst>
                <a:ext uri="{FF2B5EF4-FFF2-40B4-BE49-F238E27FC236}">
                  <a16:creationId xmlns:a16="http://schemas.microsoft.com/office/drawing/2014/main" id="{C4190C0D-BC0B-4B94-A54A-02A5D3550036}"/>
                </a:ext>
              </a:extLst>
            </p:cNvPr>
            <p:cNvSpPr/>
            <p:nvPr/>
          </p:nvSpPr>
          <p:spPr>
            <a:xfrm>
              <a:off x="7559677" y="2357624"/>
              <a:ext cx="91440" cy="85347"/>
            </a:xfrm>
            <a:prstGeom prst="rect">
              <a:avLst/>
            </a:prstGeom>
            <a:blipFill>
              <a:blip r:embed="rId32" cstate="print"/>
              <a:stretch>
                <a:fillRect/>
              </a:stretch>
            </a:blipFill>
          </p:spPr>
          <p:txBody>
            <a:bodyPr wrap="square" lIns="0" tIns="0" rIns="0" bIns="0" rtlCol="0"/>
            <a:lstStyle/>
            <a:p>
              <a:endParaRPr/>
            </a:p>
          </p:txBody>
        </p:sp>
        <p:sp>
          <p:nvSpPr>
            <p:cNvPr id="683" name="object 199">
              <a:extLst>
                <a:ext uri="{FF2B5EF4-FFF2-40B4-BE49-F238E27FC236}">
                  <a16:creationId xmlns:a16="http://schemas.microsoft.com/office/drawing/2014/main" id="{CCDB94F4-7EDD-4A97-8487-3591BA70D52F}"/>
                </a:ext>
              </a:extLst>
            </p:cNvPr>
            <p:cNvSpPr/>
            <p:nvPr/>
          </p:nvSpPr>
          <p:spPr>
            <a:xfrm>
              <a:off x="7559677" y="235762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684" name="object 200">
              <a:extLst>
                <a:ext uri="{FF2B5EF4-FFF2-40B4-BE49-F238E27FC236}">
                  <a16:creationId xmlns:a16="http://schemas.microsoft.com/office/drawing/2014/main" id="{D33482D9-A803-40C8-9C24-8E3B1307C8C1}"/>
                </a:ext>
              </a:extLst>
            </p:cNvPr>
            <p:cNvSpPr/>
            <p:nvPr/>
          </p:nvSpPr>
          <p:spPr>
            <a:xfrm>
              <a:off x="7559677" y="2442973"/>
              <a:ext cx="91440" cy="85342"/>
            </a:xfrm>
            <a:prstGeom prst="rect">
              <a:avLst/>
            </a:prstGeom>
            <a:blipFill>
              <a:blip r:embed="rId33" cstate="print"/>
              <a:stretch>
                <a:fillRect/>
              </a:stretch>
            </a:blipFill>
          </p:spPr>
          <p:txBody>
            <a:bodyPr wrap="square" lIns="0" tIns="0" rIns="0" bIns="0" rtlCol="0"/>
            <a:lstStyle/>
            <a:p>
              <a:endParaRPr/>
            </a:p>
          </p:txBody>
        </p:sp>
        <p:sp>
          <p:nvSpPr>
            <p:cNvPr id="685" name="object 201">
              <a:extLst>
                <a:ext uri="{FF2B5EF4-FFF2-40B4-BE49-F238E27FC236}">
                  <a16:creationId xmlns:a16="http://schemas.microsoft.com/office/drawing/2014/main" id="{B4A39F78-E0C5-469A-BCAB-C3C5591137D8}"/>
                </a:ext>
              </a:extLst>
            </p:cNvPr>
            <p:cNvSpPr/>
            <p:nvPr/>
          </p:nvSpPr>
          <p:spPr>
            <a:xfrm>
              <a:off x="7559677" y="244297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86" name="object 202">
              <a:extLst>
                <a:ext uri="{FF2B5EF4-FFF2-40B4-BE49-F238E27FC236}">
                  <a16:creationId xmlns:a16="http://schemas.microsoft.com/office/drawing/2014/main" id="{65FFEB19-0731-48E5-B943-DBD89AAE41CB}"/>
                </a:ext>
              </a:extLst>
            </p:cNvPr>
            <p:cNvSpPr/>
            <p:nvPr/>
          </p:nvSpPr>
          <p:spPr>
            <a:xfrm>
              <a:off x="7559677" y="2528317"/>
              <a:ext cx="91440" cy="85342"/>
            </a:xfrm>
            <a:prstGeom prst="rect">
              <a:avLst/>
            </a:prstGeom>
            <a:blipFill>
              <a:blip r:embed="rId34" cstate="print"/>
              <a:stretch>
                <a:fillRect/>
              </a:stretch>
            </a:blipFill>
          </p:spPr>
          <p:txBody>
            <a:bodyPr wrap="square" lIns="0" tIns="0" rIns="0" bIns="0" rtlCol="0"/>
            <a:lstStyle/>
            <a:p>
              <a:endParaRPr/>
            </a:p>
          </p:txBody>
        </p:sp>
        <p:sp>
          <p:nvSpPr>
            <p:cNvPr id="687" name="object 203">
              <a:extLst>
                <a:ext uri="{FF2B5EF4-FFF2-40B4-BE49-F238E27FC236}">
                  <a16:creationId xmlns:a16="http://schemas.microsoft.com/office/drawing/2014/main" id="{DF365302-3D2C-4D66-BFF8-0E6B72E6825A}"/>
                </a:ext>
              </a:extLst>
            </p:cNvPr>
            <p:cNvSpPr/>
            <p:nvPr/>
          </p:nvSpPr>
          <p:spPr>
            <a:xfrm>
              <a:off x="7559677" y="2528318"/>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88" name="object 204">
              <a:extLst>
                <a:ext uri="{FF2B5EF4-FFF2-40B4-BE49-F238E27FC236}">
                  <a16:creationId xmlns:a16="http://schemas.microsoft.com/office/drawing/2014/main" id="{22EE9009-60DC-4F30-88B0-2FD5EAAB8890}"/>
                </a:ext>
              </a:extLst>
            </p:cNvPr>
            <p:cNvSpPr txBox="1"/>
            <p:nvPr/>
          </p:nvSpPr>
          <p:spPr>
            <a:xfrm>
              <a:off x="7260718" y="1957833"/>
              <a:ext cx="292735" cy="239395"/>
            </a:xfrm>
            <a:prstGeom prst="rect">
              <a:avLst/>
            </a:prstGeom>
          </p:spPr>
          <p:txBody>
            <a:bodyPr vert="horz" wrap="square" lIns="0" tIns="13335" rIns="0" bIns="0" rtlCol="0">
              <a:spAutoFit/>
            </a:bodyPr>
            <a:lstStyle/>
            <a:p>
              <a:pPr marL="12700">
                <a:lnSpc>
                  <a:spcPct val="100000"/>
                </a:lnSpc>
                <a:spcBef>
                  <a:spcPts val="105"/>
                </a:spcBef>
              </a:pPr>
              <a:r>
                <a:rPr sz="1400" i="1" spc="-5" dirty="0">
                  <a:latin typeface="Arial"/>
                  <a:cs typeface="Arial"/>
                </a:rPr>
                <a:t>dW</a:t>
              </a:r>
              <a:endParaRPr sz="1400">
                <a:latin typeface="Arial"/>
                <a:cs typeface="Arial"/>
              </a:endParaRPr>
            </a:p>
          </p:txBody>
        </p:sp>
        <p:sp>
          <p:nvSpPr>
            <p:cNvPr id="689" name="object 205">
              <a:extLst>
                <a:ext uri="{FF2B5EF4-FFF2-40B4-BE49-F238E27FC236}">
                  <a16:creationId xmlns:a16="http://schemas.microsoft.com/office/drawing/2014/main" id="{DB59CE75-ACB4-4F12-895A-3B0E89816EB3}"/>
                </a:ext>
              </a:extLst>
            </p:cNvPr>
            <p:cNvSpPr txBox="1"/>
            <p:nvPr/>
          </p:nvSpPr>
          <p:spPr>
            <a:xfrm>
              <a:off x="6400928" y="2280283"/>
              <a:ext cx="110489"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Arial"/>
                  <a:cs typeface="Arial"/>
                </a:rPr>
                <a:t>-</a:t>
              </a:r>
              <a:endParaRPr sz="2000">
                <a:latin typeface="Arial"/>
                <a:cs typeface="Arial"/>
              </a:endParaRPr>
            </a:p>
          </p:txBody>
        </p:sp>
        <p:sp>
          <p:nvSpPr>
            <p:cNvPr id="690" name="object 206">
              <a:extLst>
                <a:ext uri="{FF2B5EF4-FFF2-40B4-BE49-F238E27FC236}">
                  <a16:creationId xmlns:a16="http://schemas.microsoft.com/office/drawing/2014/main" id="{9C78DF14-6CB5-48ED-BC62-0E93665FC46B}"/>
                </a:ext>
              </a:extLst>
            </p:cNvPr>
            <p:cNvSpPr txBox="1"/>
            <p:nvPr/>
          </p:nvSpPr>
          <p:spPr>
            <a:xfrm>
              <a:off x="6610223" y="2305317"/>
              <a:ext cx="344170" cy="258404"/>
            </a:xfrm>
            <a:prstGeom prst="rect">
              <a:avLst/>
            </a:prstGeom>
          </p:spPr>
          <p:txBody>
            <a:bodyPr vert="horz" wrap="square" lIns="0" tIns="12065" rIns="0" bIns="0" rtlCol="0">
              <a:spAutoFit/>
            </a:bodyPr>
            <a:lstStyle/>
            <a:p>
              <a:pPr marL="38100">
                <a:lnSpc>
                  <a:spcPct val="100000"/>
                </a:lnSpc>
                <a:spcBef>
                  <a:spcPts val="95"/>
                </a:spcBef>
              </a:pPr>
              <a:r>
                <a:rPr sz="1400" i="1" dirty="0" err="1">
                  <a:latin typeface="Arial"/>
                  <a:cs typeface="Arial"/>
                </a:rPr>
                <a:t>lr</a:t>
              </a:r>
              <a:r>
                <a:rPr sz="2400" b="1" i="1" spc="-7" baseline="-6944" dirty="0">
                  <a:latin typeface="Arial"/>
                  <a:cs typeface="Arial"/>
                </a:rPr>
                <a:t>×</a:t>
              </a:r>
              <a:endParaRPr sz="2400" baseline="-6944" dirty="0">
                <a:latin typeface="Arial"/>
                <a:cs typeface="Arial"/>
              </a:endParaRPr>
            </a:p>
          </p:txBody>
        </p:sp>
        <p:sp>
          <p:nvSpPr>
            <p:cNvPr id="691" name="object 207">
              <a:extLst>
                <a:ext uri="{FF2B5EF4-FFF2-40B4-BE49-F238E27FC236}">
                  <a16:creationId xmlns:a16="http://schemas.microsoft.com/office/drawing/2014/main" id="{8F544E2A-7F32-4A49-B20F-51105533E2E1}"/>
                </a:ext>
              </a:extLst>
            </p:cNvPr>
            <p:cNvSpPr txBox="1"/>
            <p:nvPr/>
          </p:nvSpPr>
          <p:spPr>
            <a:xfrm>
              <a:off x="6866006" y="1605790"/>
              <a:ext cx="41211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SGD</a:t>
              </a:r>
              <a:endParaRPr sz="1400">
                <a:latin typeface="Arial"/>
                <a:cs typeface="Arial"/>
              </a:endParaRPr>
            </a:p>
          </p:txBody>
        </p:sp>
      </p:grpSp>
      <p:sp>
        <p:nvSpPr>
          <p:cNvPr id="3" name="矩形 2">
            <a:extLst>
              <a:ext uri="{FF2B5EF4-FFF2-40B4-BE49-F238E27FC236}">
                <a16:creationId xmlns:a16="http://schemas.microsoft.com/office/drawing/2014/main" id="{C799934D-AB44-45A4-8878-FEFDEEF11DEB}"/>
              </a:ext>
            </a:extLst>
          </p:cNvPr>
          <p:cNvSpPr/>
          <p:nvPr/>
        </p:nvSpPr>
        <p:spPr>
          <a:xfrm>
            <a:off x="161958" y="899770"/>
            <a:ext cx="8922830" cy="2300630"/>
          </a:xfrm>
          <a:prstGeom prst="rect">
            <a:avLst/>
          </a:prstGeom>
        </p:spPr>
        <p:txBody>
          <a:bodyPr wrap="square">
            <a:spAutoFit/>
          </a:bodyPr>
          <a:lstStyle/>
          <a:p>
            <a:pPr marL="299085" indent="-287020">
              <a:lnSpc>
                <a:spcPct val="100000"/>
              </a:lnSpc>
              <a:spcBef>
                <a:spcPts val="105"/>
              </a:spcBef>
              <a:buClr>
                <a:srgbClr val="B2B2B2"/>
              </a:buClr>
              <a:buSzPct val="128571"/>
              <a:buFont typeface="Arial"/>
              <a:buChar char="•"/>
              <a:tabLst>
                <a:tab pos="299085" algn="l"/>
                <a:tab pos="299720" algn="l"/>
              </a:tabLst>
            </a:pPr>
            <a:r>
              <a:rPr lang="en-US" altLang="zh-CN" sz="2000" b="1" spc="-5" dirty="0">
                <a:latin typeface="Trebuchet MS"/>
                <a:cs typeface="Trebuchet MS"/>
              </a:rPr>
              <a:t>Weight update (</a:t>
            </a:r>
            <a:r>
              <a:rPr lang="en-US" altLang="zh-CN" sz="2000" b="1" spc="-5" dirty="0">
                <a:solidFill>
                  <a:srgbClr val="0000FF"/>
                </a:solidFill>
                <a:latin typeface="Trebuchet MS"/>
                <a:cs typeface="Trebuchet MS"/>
              </a:rPr>
              <a:t>SGD</a:t>
            </a:r>
            <a:r>
              <a:rPr lang="en-US" altLang="zh-CN" sz="2000" b="1" spc="-5" dirty="0">
                <a:latin typeface="Trebuchet MS"/>
                <a:cs typeface="Trebuchet MS"/>
              </a:rPr>
              <a:t>)</a:t>
            </a:r>
            <a:endParaRPr lang="en-US" altLang="zh-CN" sz="2000" dirty="0">
              <a:latin typeface="Trebuchet MS"/>
              <a:cs typeface="Trebuchet MS"/>
            </a:endParaRP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Input: </a:t>
            </a:r>
            <a:r>
              <a:rPr lang="en-US" altLang="zh-CN" sz="2000" spc="-5" dirty="0">
                <a:latin typeface="Trebuchet MS"/>
                <a:cs typeface="Trebuchet MS"/>
              </a:rPr>
              <a:t>Weight W, gradient </a:t>
            </a:r>
            <a:r>
              <a:rPr lang="en-US" altLang="zh-CN" sz="2000" spc="-5" dirty="0" err="1">
                <a:latin typeface="Trebuchet MS"/>
                <a:cs typeface="Trebuchet MS"/>
              </a:rPr>
              <a:t>dW</a:t>
            </a:r>
            <a:endParaRPr lang="en-US" altLang="zh-CN" sz="2000" spc="-5" dirty="0">
              <a:latin typeface="Trebuchet MS"/>
              <a:cs typeface="Trebuchet MS"/>
            </a:endParaRP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Output</a:t>
            </a:r>
            <a:r>
              <a:rPr lang="en-US" altLang="zh-CN" sz="2000" spc="-5" dirty="0">
                <a:latin typeface="Trebuchet MS"/>
                <a:cs typeface="Trebuchet MS"/>
              </a:rPr>
              <a:t>: updated weight</a:t>
            </a: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Operation:</a:t>
            </a:r>
            <a:endParaRPr lang="en-US" altLang="zh-CN" sz="2000" dirty="0">
              <a:latin typeface="Trebuchet MS"/>
              <a:cs typeface="Trebuchet MS"/>
            </a:endParaRPr>
          </a:p>
          <a:p>
            <a:pPr marL="1099185" lvl="2" indent="-287020">
              <a:spcBef>
                <a:spcPts val="459"/>
              </a:spcBef>
              <a:buClr>
                <a:srgbClr val="B2B2B2"/>
              </a:buClr>
              <a:buSzPct val="133333"/>
              <a:buFont typeface="Arial"/>
              <a:buChar char="•"/>
              <a:tabLst>
                <a:tab pos="641985" algn="l"/>
                <a:tab pos="642620" algn="l"/>
              </a:tabLst>
            </a:pPr>
            <a:r>
              <a:rPr lang="en-US" altLang="zh-CN" dirty="0">
                <a:latin typeface="Trebuchet MS"/>
                <a:cs typeface="Trebuchet MS"/>
              </a:rPr>
              <a:t>Increment each </a:t>
            </a:r>
            <a:r>
              <a:rPr lang="en-US" altLang="zh-CN" spc="-5" dirty="0">
                <a:latin typeface="Trebuchet MS"/>
                <a:cs typeface="Trebuchet MS"/>
              </a:rPr>
              <a:t>weight with </a:t>
            </a:r>
            <a:r>
              <a:rPr lang="en-US" altLang="zh-CN" dirty="0">
                <a:latin typeface="Trebuchet MS"/>
                <a:cs typeface="Trebuchet MS"/>
              </a:rPr>
              <a:t>the </a:t>
            </a:r>
            <a:r>
              <a:rPr lang="en-US" altLang="zh-CN" spc="-5" dirty="0">
                <a:latin typeface="Trebuchet MS"/>
                <a:cs typeface="Trebuchet MS"/>
              </a:rPr>
              <a:t>corresponding gradient</a:t>
            </a:r>
            <a:r>
              <a:rPr lang="en-US" altLang="zh-CN" spc="-215" dirty="0">
                <a:latin typeface="Trebuchet MS"/>
                <a:cs typeface="Trebuchet MS"/>
              </a:rPr>
              <a:t> </a:t>
            </a:r>
            <a:r>
              <a:rPr lang="en-US" altLang="zh-CN" spc="-5" dirty="0">
                <a:latin typeface="Trebuchet MS"/>
                <a:cs typeface="Trebuchet MS"/>
              </a:rPr>
              <a:t>value</a:t>
            </a:r>
            <a:endParaRPr lang="en-US" altLang="zh-CN" dirty="0">
              <a:latin typeface="Trebuchet MS"/>
              <a:cs typeface="Trebuchet MS"/>
            </a:endParaRPr>
          </a:p>
          <a:p>
            <a:pPr marL="299085" indent="-287020">
              <a:lnSpc>
                <a:spcPct val="100000"/>
              </a:lnSpc>
              <a:spcBef>
                <a:spcPts val="400"/>
              </a:spcBef>
              <a:buClr>
                <a:srgbClr val="B2B2B2"/>
              </a:buClr>
              <a:buSzPct val="128571"/>
              <a:buFont typeface="Arial"/>
              <a:buChar char="•"/>
              <a:tabLst>
                <a:tab pos="299085" algn="l"/>
                <a:tab pos="299720" algn="l"/>
              </a:tabLst>
            </a:pPr>
            <a:endParaRPr lang="zh-CN" altLang="en-US" sz="2800" dirty="0"/>
          </a:p>
        </p:txBody>
      </p:sp>
      <p:sp>
        <p:nvSpPr>
          <p:cNvPr id="692" name="矩形 691">
            <a:extLst>
              <a:ext uri="{FF2B5EF4-FFF2-40B4-BE49-F238E27FC236}">
                <a16:creationId xmlns:a16="http://schemas.microsoft.com/office/drawing/2014/main" id="{7C02B24A-8F08-4CD7-85DB-085C705CAF1C}"/>
              </a:ext>
            </a:extLst>
          </p:cNvPr>
          <p:cNvSpPr/>
          <p:nvPr/>
        </p:nvSpPr>
        <p:spPr>
          <a:xfrm>
            <a:off x="186718" y="2743200"/>
            <a:ext cx="4991930" cy="2639184"/>
          </a:xfrm>
          <a:prstGeom prst="rect">
            <a:avLst/>
          </a:prstGeom>
        </p:spPr>
        <p:txBody>
          <a:bodyPr wrap="square">
            <a:spAutoFit/>
          </a:bodyPr>
          <a:lstStyle/>
          <a:p>
            <a:pPr marL="299085" indent="-287020">
              <a:lnSpc>
                <a:spcPct val="100000"/>
              </a:lnSpc>
              <a:spcBef>
                <a:spcPts val="105"/>
              </a:spcBef>
              <a:buClr>
                <a:srgbClr val="B2B2B2"/>
              </a:buClr>
              <a:buSzPct val="128571"/>
              <a:buFont typeface="Arial"/>
              <a:buChar char="•"/>
              <a:tabLst>
                <a:tab pos="299085" algn="l"/>
                <a:tab pos="299720" algn="l"/>
              </a:tabLst>
            </a:pPr>
            <a:r>
              <a:rPr lang="en-US" altLang="zh-CN" sz="2000" b="1" spc="-5" dirty="0">
                <a:latin typeface="Trebuchet MS"/>
                <a:cs typeface="Trebuchet MS"/>
              </a:rPr>
              <a:t>Weight update (</a:t>
            </a:r>
            <a:r>
              <a:rPr lang="en-US" altLang="zh-CN" sz="2000" b="1" spc="-5" dirty="0">
                <a:solidFill>
                  <a:srgbClr val="0000FF"/>
                </a:solidFill>
                <a:latin typeface="Trebuchet MS"/>
                <a:cs typeface="Trebuchet MS"/>
              </a:rPr>
              <a:t>Momentum</a:t>
            </a:r>
            <a:r>
              <a:rPr lang="en-US" altLang="zh-CN" sz="2000" b="1" spc="-5" dirty="0">
                <a:latin typeface="Trebuchet MS"/>
                <a:cs typeface="Trebuchet MS"/>
              </a:rPr>
              <a:t>)</a:t>
            </a:r>
            <a:endParaRPr lang="en-US" altLang="zh-CN" sz="2000" dirty="0">
              <a:latin typeface="Trebuchet MS"/>
              <a:cs typeface="Trebuchet MS"/>
            </a:endParaRP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Input: </a:t>
            </a:r>
            <a:r>
              <a:rPr lang="en-US" altLang="zh-CN" sz="2000" spc="-5" dirty="0">
                <a:latin typeface="Trebuchet MS"/>
                <a:cs typeface="Trebuchet MS"/>
              </a:rPr>
              <a:t>Weight W, gradient </a:t>
            </a:r>
            <a:r>
              <a:rPr lang="en-US" altLang="zh-CN" sz="2000" spc="-5" dirty="0" err="1">
                <a:latin typeface="Trebuchet MS"/>
                <a:cs typeface="Trebuchet MS"/>
              </a:rPr>
              <a:t>dW</a:t>
            </a:r>
            <a:endParaRPr lang="en-US" altLang="zh-CN" sz="2000" spc="-5" dirty="0">
              <a:latin typeface="Trebuchet MS"/>
              <a:cs typeface="Trebuchet MS"/>
            </a:endParaRP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States</a:t>
            </a:r>
            <a:r>
              <a:rPr lang="en-US" altLang="zh-CN" sz="2000" spc="-5" dirty="0">
                <a:latin typeface="Trebuchet MS"/>
                <a:cs typeface="Trebuchet MS"/>
              </a:rPr>
              <a:t>: 1 momenta (</a:t>
            </a:r>
            <a:r>
              <a:rPr lang="zh-CN" altLang="en-US" sz="2000" spc="-5" dirty="0">
                <a:latin typeface="SimSun" panose="02010600030101010101" pitchFamily="2" charset="-122"/>
                <a:ea typeface="SimSun" panose="02010600030101010101" pitchFamily="2" charset="-122"/>
                <a:cs typeface="Trebuchet MS"/>
              </a:rPr>
              <a:t>～</a:t>
            </a:r>
            <a:r>
              <a:rPr lang="en-US" altLang="zh-CN" sz="2000" spc="-5" dirty="0">
                <a:latin typeface="Trebuchet MS"/>
                <a:cs typeface="Trebuchet MS"/>
              </a:rPr>
              <a:t>model)</a:t>
            </a: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Output</a:t>
            </a:r>
            <a:r>
              <a:rPr lang="en-US" altLang="zh-CN" sz="2000" spc="-5" dirty="0">
                <a:latin typeface="Trebuchet MS"/>
                <a:cs typeface="Trebuchet MS"/>
              </a:rPr>
              <a:t>: updated weight</a:t>
            </a: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Operation:</a:t>
            </a:r>
            <a:endParaRPr lang="en-US" altLang="zh-CN" sz="2000" dirty="0">
              <a:latin typeface="Trebuchet MS"/>
              <a:cs typeface="Trebuchet MS"/>
            </a:endParaRPr>
          </a:p>
          <a:p>
            <a:pPr marL="928369" lvl="2" indent="-168275">
              <a:lnSpc>
                <a:spcPct val="100000"/>
              </a:lnSpc>
              <a:spcBef>
                <a:spcPts val="509"/>
              </a:spcBef>
              <a:buClr>
                <a:srgbClr val="B2B2B2"/>
              </a:buClr>
              <a:buSzPct val="127272"/>
              <a:buFont typeface="Arial"/>
              <a:buChar char="•"/>
              <a:tabLst>
                <a:tab pos="929005" algn="l"/>
              </a:tabLst>
            </a:pPr>
            <a:r>
              <a:rPr lang="en-US" altLang="zh-CN" sz="1600" spc="-5" dirty="0">
                <a:latin typeface="Trebuchet MS"/>
                <a:cs typeface="Trebuchet MS"/>
              </a:rPr>
              <a:t>Update internal state with weight gradient, then update weights using internal</a:t>
            </a:r>
            <a:r>
              <a:rPr lang="en-US" altLang="zh-CN" sz="1600" spc="95" dirty="0">
                <a:latin typeface="Trebuchet MS"/>
                <a:cs typeface="Trebuchet MS"/>
              </a:rPr>
              <a:t> </a:t>
            </a:r>
            <a:r>
              <a:rPr lang="en-US" altLang="zh-CN" sz="1600" spc="-5" dirty="0">
                <a:latin typeface="Trebuchet MS"/>
                <a:cs typeface="Trebuchet MS"/>
              </a:rPr>
              <a:t>state</a:t>
            </a:r>
            <a:endParaRPr lang="en-US" altLang="zh-CN" sz="1600" dirty="0">
              <a:latin typeface="Trebuchet MS"/>
              <a:cs typeface="Trebuchet MS"/>
            </a:endParaRPr>
          </a:p>
        </p:txBody>
      </p:sp>
      <p:sp>
        <p:nvSpPr>
          <p:cNvPr id="693" name="矩形 692">
            <a:extLst>
              <a:ext uri="{FF2B5EF4-FFF2-40B4-BE49-F238E27FC236}">
                <a16:creationId xmlns:a16="http://schemas.microsoft.com/office/drawing/2014/main" id="{613BCA34-CBF0-4EAD-898C-03666A379247}"/>
              </a:ext>
            </a:extLst>
          </p:cNvPr>
          <p:cNvSpPr/>
          <p:nvPr/>
        </p:nvSpPr>
        <p:spPr>
          <a:xfrm>
            <a:off x="228600" y="5410200"/>
            <a:ext cx="8856187" cy="1118255"/>
          </a:xfrm>
          <a:prstGeom prst="rect">
            <a:avLst/>
          </a:prstGeom>
        </p:spPr>
        <p:txBody>
          <a:bodyPr wrap="square">
            <a:spAutoFit/>
          </a:bodyPr>
          <a:lstStyle/>
          <a:p>
            <a:pPr marL="299085" indent="-287020">
              <a:lnSpc>
                <a:spcPct val="100000"/>
              </a:lnSpc>
              <a:spcBef>
                <a:spcPts val="105"/>
              </a:spcBef>
              <a:buClr>
                <a:srgbClr val="B2B2B2"/>
              </a:buClr>
              <a:buSzPct val="128571"/>
              <a:buFont typeface="Arial"/>
              <a:buChar char="•"/>
              <a:tabLst>
                <a:tab pos="299085" algn="l"/>
                <a:tab pos="299720" algn="l"/>
              </a:tabLst>
            </a:pPr>
            <a:r>
              <a:rPr lang="en-US" altLang="zh-CN" sz="2000" b="1" spc="-5" dirty="0">
                <a:latin typeface="Trebuchet MS"/>
                <a:cs typeface="Trebuchet MS"/>
              </a:rPr>
              <a:t>Weight update (</a:t>
            </a:r>
            <a:r>
              <a:rPr lang="en-US" altLang="zh-CN" sz="2000" b="1" spc="-5" dirty="0">
                <a:solidFill>
                  <a:srgbClr val="0000FF"/>
                </a:solidFill>
                <a:latin typeface="Trebuchet MS"/>
                <a:cs typeface="Trebuchet MS"/>
              </a:rPr>
              <a:t>Adam</a:t>
            </a:r>
            <a:r>
              <a:rPr lang="en-US" altLang="zh-CN" sz="2000" b="1" spc="-5" dirty="0">
                <a:latin typeface="Trebuchet MS"/>
                <a:cs typeface="Trebuchet MS"/>
              </a:rPr>
              <a:t>)</a:t>
            </a:r>
            <a:endParaRPr lang="en-US" altLang="zh-CN" sz="2000" spc="-5" dirty="0">
              <a:latin typeface="Trebuchet MS"/>
              <a:cs typeface="Trebuchet MS"/>
            </a:endParaRPr>
          </a:p>
          <a:p>
            <a:pPr marL="756285" lvl="1" indent="-287020">
              <a:spcBef>
                <a:spcPts val="400"/>
              </a:spcBef>
              <a:buClr>
                <a:srgbClr val="B2B2B2"/>
              </a:buClr>
              <a:buSzPct val="128571"/>
              <a:buFont typeface="Arial"/>
              <a:buChar char="•"/>
              <a:tabLst>
                <a:tab pos="299085" algn="l"/>
                <a:tab pos="299720" algn="l"/>
              </a:tabLst>
            </a:pPr>
            <a:r>
              <a:rPr lang="en-US" altLang="zh-CN" sz="2000" b="1" spc="-5" dirty="0">
                <a:latin typeface="Trebuchet MS"/>
                <a:cs typeface="Trebuchet MS"/>
              </a:rPr>
              <a:t>States</a:t>
            </a:r>
            <a:r>
              <a:rPr lang="en-US" altLang="zh-CN" sz="2000" spc="-5" dirty="0">
                <a:latin typeface="Trebuchet MS"/>
                <a:cs typeface="Trebuchet MS"/>
              </a:rPr>
              <a:t>: 1 momenta, 1 variance </a:t>
            </a:r>
          </a:p>
          <a:p>
            <a:pPr marL="756285" lvl="1" indent="-287020">
              <a:spcBef>
                <a:spcPts val="400"/>
              </a:spcBef>
              <a:buClr>
                <a:srgbClr val="B2B2B2"/>
              </a:buClr>
              <a:buSzPct val="128571"/>
              <a:buFont typeface="Arial"/>
              <a:buChar char="•"/>
              <a:tabLst>
                <a:tab pos="299085" algn="l"/>
                <a:tab pos="299720" algn="l"/>
              </a:tabLst>
            </a:pPr>
            <a:r>
              <a:rPr lang="en-US" altLang="zh-CN" sz="2000" spc="-5" dirty="0">
                <a:latin typeface="Trebuchet MS"/>
                <a:cs typeface="Trebuchet MS"/>
              </a:rPr>
              <a:t>(reading and updating momenta/variance/parameters)</a:t>
            </a:r>
          </a:p>
        </p:txBody>
      </p:sp>
      <p:grpSp>
        <p:nvGrpSpPr>
          <p:cNvPr id="694" name="组合 693">
            <a:extLst>
              <a:ext uri="{FF2B5EF4-FFF2-40B4-BE49-F238E27FC236}">
                <a16:creationId xmlns:a16="http://schemas.microsoft.com/office/drawing/2014/main" id="{FCB8717A-1E51-49B6-90DB-A2422008DA46}"/>
              </a:ext>
            </a:extLst>
          </p:cNvPr>
          <p:cNvGrpSpPr/>
          <p:nvPr/>
        </p:nvGrpSpPr>
        <p:grpSpPr>
          <a:xfrm>
            <a:off x="5012283" y="3023236"/>
            <a:ext cx="4026535" cy="2082164"/>
            <a:chOff x="6662928" y="3355847"/>
            <a:chExt cx="4026535" cy="2082164"/>
          </a:xfrm>
        </p:grpSpPr>
        <p:sp>
          <p:nvSpPr>
            <p:cNvPr id="695" name="object 2">
              <a:extLst>
                <a:ext uri="{FF2B5EF4-FFF2-40B4-BE49-F238E27FC236}">
                  <a16:creationId xmlns:a16="http://schemas.microsoft.com/office/drawing/2014/main" id="{489E3466-5997-4200-B469-6CDEBFE7260E}"/>
                </a:ext>
              </a:extLst>
            </p:cNvPr>
            <p:cNvSpPr/>
            <p:nvPr/>
          </p:nvSpPr>
          <p:spPr>
            <a:xfrm>
              <a:off x="6662928" y="3355847"/>
              <a:ext cx="4026535" cy="2082164"/>
            </a:xfrm>
            <a:custGeom>
              <a:avLst/>
              <a:gdLst/>
              <a:ahLst/>
              <a:cxnLst/>
              <a:rect l="l" t="t" r="r" b="b"/>
              <a:pathLst>
                <a:path w="4026534" h="2082164">
                  <a:moveTo>
                    <a:pt x="3679444" y="0"/>
                  </a:moveTo>
                  <a:lnTo>
                    <a:pt x="346964" y="0"/>
                  </a:lnTo>
                  <a:lnTo>
                    <a:pt x="299878" y="3166"/>
                  </a:lnTo>
                  <a:lnTo>
                    <a:pt x="254720" y="12392"/>
                  </a:lnTo>
                  <a:lnTo>
                    <a:pt x="211901" y="27263"/>
                  </a:lnTo>
                  <a:lnTo>
                    <a:pt x="171835" y="47366"/>
                  </a:lnTo>
                  <a:lnTo>
                    <a:pt x="134936" y="72288"/>
                  </a:lnTo>
                  <a:lnTo>
                    <a:pt x="101615" y="101615"/>
                  </a:lnTo>
                  <a:lnTo>
                    <a:pt x="72288" y="134936"/>
                  </a:lnTo>
                  <a:lnTo>
                    <a:pt x="47366" y="171835"/>
                  </a:lnTo>
                  <a:lnTo>
                    <a:pt x="27263" y="211901"/>
                  </a:lnTo>
                  <a:lnTo>
                    <a:pt x="12392" y="254720"/>
                  </a:lnTo>
                  <a:lnTo>
                    <a:pt x="3166" y="299878"/>
                  </a:lnTo>
                  <a:lnTo>
                    <a:pt x="0" y="346964"/>
                  </a:lnTo>
                  <a:lnTo>
                    <a:pt x="0" y="1734817"/>
                  </a:lnTo>
                  <a:lnTo>
                    <a:pt x="3166" y="1781898"/>
                  </a:lnTo>
                  <a:lnTo>
                    <a:pt x="12392" y="1827054"/>
                  </a:lnTo>
                  <a:lnTo>
                    <a:pt x="27263" y="1869871"/>
                  </a:lnTo>
                  <a:lnTo>
                    <a:pt x="47366" y="1909937"/>
                  </a:lnTo>
                  <a:lnTo>
                    <a:pt x="72288" y="1946838"/>
                  </a:lnTo>
                  <a:lnTo>
                    <a:pt x="101615" y="1980160"/>
                  </a:lnTo>
                  <a:lnTo>
                    <a:pt x="134936" y="2009489"/>
                  </a:lnTo>
                  <a:lnTo>
                    <a:pt x="171835" y="2034414"/>
                  </a:lnTo>
                  <a:lnTo>
                    <a:pt x="211901" y="2054519"/>
                  </a:lnTo>
                  <a:lnTo>
                    <a:pt x="254720" y="2069392"/>
                  </a:lnTo>
                  <a:lnTo>
                    <a:pt x="299878" y="2078619"/>
                  </a:lnTo>
                  <a:lnTo>
                    <a:pt x="346964" y="2081786"/>
                  </a:lnTo>
                  <a:lnTo>
                    <a:pt x="3679444" y="2081786"/>
                  </a:lnTo>
                  <a:lnTo>
                    <a:pt x="3726529" y="2078619"/>
                  </a:lnTo>
                  <a:lnTo>
                    <a:pt x="3771687" y="2069392"/>
                  </a:lnTo>
                  <a:lnTo>
                    <a:pt x="3814506" y="2054519"/>
                  </a:lnTo>
                  <a:lnTo>
                    <a:pt x="3854572" y="2034414"/>
                  </a:lnTo>
                  <a:lnTo>
                    <a:pt x="3891472" y="2009489"/>
                  </a:lnTo>
                  <a:lnTo>
                    <a:pt x="3924792" y="1980160"/>
                  </a:lnTo>
                  <a:lnTo>
                    <a:pt x="3954119" y="1946838"/>
                  </a:lnTo>
                  <a:lnTo>
                    <a:pt x="3979041" y="1909937"/>
                  </a:lnTo>
                  <a:lnTo>
                    <a:pt x="3999144" y="1869871"/>
                  </a:lnTo>
                  <a:lnTo>
                    <a:pt x="4014015" y="1827054"/>
                  </a:lnTo>
                  <a:lnTo>
                    <a:pt x="4023241" y="1781898"/>
                  </a:lnTo>
                  <a:lnTo>
                    <a:pt x="4026408" y="1734817"/>
                  </a:lnTo>
                  <a:lnTo>
                    <a:pt x="4026408" y="346964"/>
                  </a:lnTo>
                  <a:lnTo>
                    <a:pt x="4023241" y="299878"/>
                  </a:lnTo>
                  <a:lnTo>
                    <a:pt x="4014015" y="254720"/>
                  </a:lnTo>
                  <a:lnTo>
                    <a:pt x="3999144" y="211901"/>
                  </a:lnTo>
                  <a:lnTo>
                    <a:pt x="3979041" y="171835"/>
                  </a:lnTo>
                  <a:lnTo>
                    <a:pt x="3954119" y="134936"/>
                  </a:lnTo>
                  <a:lnTo>
                    <a:pt x="3924792" y="101615"/>
                  </a:lnTo>
                  <a:lnTo>
                    <a:pt x="3891472" y="72288"/>
                  </a:lnTo>
                  <a:lnTo>
                    <a:pt x="3854572" y="47366"/>
                  </a:lnTo>
                  <a:lnTo>
                    <a:pt x="3814506" y="27263"/>
                  </a:lnTo>
                  <a:lnTo>
                    <a:pt x="3771687" y="12392"/>
                  </a:lnTo>
                  <a:lnTo>
                    <a:pt x="3726529" y="3166"/>
                  </a:lnTo>
                  <a:lnTo>
                    <a:pt x="3679444" y="0"/>
                  </a:lnTo>
                  <a:close/>
                </a:path>
              </a:pathLst>
            </a:custGeom>
            <a:solidFill>
              <a:srgbClr val="F2F2F2"/>
            </a:solidFill>
          </p:spPr>
          <p:txBody>
            <a:bodyPr wrap="square" lIns="0" tIns="0" rIns="0" bIns="0" rtlCol="0"/>
            <a:lstStyle/>
            <a:p>
              <a:endParaRPr/>
            </a:p>
          </p:txBody>
        </p:sp>
        <p:sp>
          <p:nvSpPr>
            <p:cNvPr id="696" name="object 211">
              <a:extLst>
                <a:ext uri="{FF2B5EF4-FFF2-40B4-BE49-F238E27FC236}">
                  <a16:creationId xmlns:a16="http://schemas.microsoft.com/office/drawing/2014/main" id="{0CE3269A-2E66-4074-B7E9-EC7B0142B9F9}"/>
                </a:ext>
              </a:extLst>
            </p:cNvPr>
            <p:cNvSpPr/>
            <p:nvPr/>
          </p:nvSpPr>
          <p:spPr>
            <a:xfrm>
              <a:off x="7461504" y="4067556"/>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697" name="object 212">
              <a:extLst>
                <a:ext uri="{FF2B5EF4-FFF2-40B4-BE49-F238E27FC236}">
                  <a16:creationId xmlns:a16="http://schemas.microsoft.com/office/drawing/2014/main" id="{64150737-C855-46C3-A82A-EA07E6362D81}"/>
                </a:ext>
              </a:extLst>
            </p:cNvPr>
            <p:cNvSpPr/>
            <p:nvPr/>
          </p:nvSpPr>
          <p:spPr>
            <a:xfrm>
              <a:off x="7459980" y="4067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698" name="object 213">
              <a:extLst>
                <a:ext uri="{FF2B5EF4-FFF2-40B4-BE49-F238E27FC236}">
                  <a16:creationId xmlns:a16="http://schemas.microsoft.com/office/drawing/2014/main" id="{491BB772-598E-4A97-BE69-216A54845B10}"/>
                </a:ext>
              </a:extLst>
            </p:cNvPr>
            <p:cNvSpPr/>
            <p:nvPr/>
          </p:nvSpPr>
          <p:spPr>
            <a:xfrm>
              <a:off x="7461504" y="4152900"/>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699" name="object 214">
              <a:extLst>
                <a:ext uri="{FF2B5EF4-FFF2-40B4-BE49-F238E27FC236}">
                  <a16:creationId xmlns:a16="http://schemas.microsoft.com/office/drawing/2014/main" id="{CAD16FCB-B473-460A-825A-50DBA735F8FA}"/>
                </a:ext>
              </a:extLst>
            </p:cNvPr>
            <p:cNvSpPr/>
            <p:nvPr/>
          </p:nvSpPr>
          <p:spPr>
            <a:xfrm>
              <a:off x="7459980" y="41529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00" name="object 215">
              <a:extLst>
                <a:ext uri="{FF2B5EF4-FFF2-40B4-BE49-F238E27FC236}">
                  <a16:creationId xmlns:a16="http://schemas.microsoft.com/office/drawing/2014/main" id="{D3080E83-2000-4D09-9F9D-B9739DC06B20}"/>
                </a:ext>
              </a:extLst>
            </p:cNvPr>
            <p:cNvSpPr/>
            <p:nvPr/>
          </p:nvSpPr>
          <p:spPr>
            <a:xfrm>
              <a:off x="7461504" y="4238240"/>
              <a:ext cx="90170" cy="86995"/>
            </a:xfrm>
            <a:custGeom>
              <a:avLst/>
              <a:gdLst/>
              <a:ahLst/>
              <a:cxnLst/>
              <a:rect l="l" t="t" r="r" b="b"/>
              <a:pathLst>
                <a:path w="90170" h="86995">
                  <a:moveTo>
                    <a:pt x="0" y="86870"/>
                  </a:moveTo>
                  <a:lnTo>
                    <a:pt x="89916" y="86870"/>
                  </a:lnTo>
                  <a:lnTo>
                    <a:pt x="89916" y="0"/>
                  </a:lnTo>
                  <a:lnTo>
                    <a:pt x="0" y="0"/>
                  </a:lnTo>
                  <a:lnTo>
                    <a:pt x="0" y="86870"/>
                  </a:lnTo>
                  <a:close/>
                </a:path>
              </a:pathLst>
            </a:custGeom>
            <a:solidFill>
              <a:srgbClr val="E7FFBD"/>
            </a:solidFill>
          </p:spPr>
          <p:txBody>
            <a:bodyPr wrap="square" lIns="0" tIns="0" rIns="0" bIns="0" rtlCol="0"/>
            <a:lstStyle/>
            <a:p>
              <a:endParaRPr/>
            </a:p>
          </p:txBody>
        </p:sp>
        <p:sp>
          <p:nvSpPr>
            <p:cNvPr id="701" name="object 216">
              <a:extLst>
                <a:ext uri="{FF2B5EF4-FFF2-40B4-BE49-F238E27FC236}">
                  <a16:creationId xmlns:a16="http://schemas.microsoft.com/office/drawing/2014/main" id="{1BB52612-E350-40CE-B031-A37004246C76}"/>
                </a:ext>
              </a:extLst>
            </p:cNvPr>
            <p:cNvSpPr/>
            <p:nvPr/>
          </p:nvSpPr>
          <p:spPr>
            <a:xfrm>
              <a:off x="7459980"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702" name="object 217">
              <a:extLst>
                <a:ext uri="{FF2B5EF4-FFF2-40B4-BE49-F238E27FC236}">
                  <a16:creationId xmlns:a16="http://schemas.microsoft.com/office/drawing/2014/main" id="{727F3C30-230C-4B87-BE86-9B42AA7EC4A0}"/>
                </a:ext>
              </a:extLst>
            </p:cNvPr>
            <p:cNvSpPr/>
            <p:nvPr/>
          </p:nvSpPr>
          <p:spPr>
            <a:xfrm>
              <a:off x="7461504" y="4325113"/>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703" name="object 218">
              <a:extLst>
                <a:ext uri="{FF2B5EF4-FFF2-40B4-BE49-F238E27FC236}">
                  <a16:creationId xmlns:a16="http://schemas.microsoft.com/office/drawing/2014/main" id="{7A08AD84-EF2F-4314-A731-DD499A822A2A}"/>
                </a:ext>
              </a:extLst>
            </p:cNvPr>
            <p:cNvSpPr/>
            <p:nvPr/>
          </p:nvSpPr>
          <p:spPr>
            <a:xfrm>
              <a:off x="7459980"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04" name="object 219">
              <a:extLst>
                <a:ext uri="{FF2B5EF4-FFF2-40B4-BE49-F238E27FC236}">
                  <a16:creationId xmlns:a16="http://schemas.microsoft.com/office/drawing/2014/main" id="{6A3CED74-5ED3-409D-B2B1-D3E697092CEC}"/>
                </a:ext>
              </a:extLst>
            </p:cNvPr>
            <p:cNvSpPr/>
            <p:nvPr/>
          </p:nvSpPr>
          <p:spPr>
            <a:xfrm>
              <a:off x="7094220" y="406755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05" name="object 220">
              <a:extLst>
                <a:ext uri="{FF2B5EF4-FFF2-40B4-BE49-F238E27FC236}">
                  <a16:creationId xmlns:a16="http://schemas.microsoft.com/office/drawing/2014/main" id="{0569735D-74F8-4E84-AD6D-8B03ECBA648C}"/>
                </a:ext>
              </a:extLst>
            </p:cNvPr>
            <p:cNvSpPr/>
            <p:nvPr/>
          </p:nvSpPr>
          <p:spPr>
            <a:xfrm>
              <a:off x="7094220" y="4067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06" name="object 221">
              <a:extLst>
                <a:ext uri="{FF2B5EF4-FFF2-40B4-BE49-F238E27FC236}">
                  <a16:creationId xmlns:a16="http://schemas.microsoft.com/office/drawing/2014/main" id="{604A3CAC-EA95-4B56-857A-BBD92CD253EF}"/>
                </a:ext>
              </a:extLst>
            </p:cNvPr>
            <p:cNvSpPr/>
            <p:nvPr/>
          </p:nvSpPr>
          <p:spPr>
            <a:xfrm>
              <a:off x="7185659" y="40675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07" name="object 222">
              <a:extLst>
                <a:ext uri="{FF2B5EF4-FFF2-40B4-BE49-F238E27FC236}">
                  <a16:creationId xmlns:a16="http://schemas.microsoft.com/office/drawing/2014/main" id="{A11A213F-5775-45EC-AAFF-D8854738EA58}"/>
                </a:ext>
              </a:extLst>
            </p:cNvPr>
            <p:cNvSpPr/>
            <p:nvPr/>
          </p:nvSpPr>
          <p:spPr>
            <a:xfrm>
              <a:off x="7185659" y="40675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08" name="object 223">
              <a:extLst>
                <a:ext uri="{FF2B5EF4-FFF2-40B4-BE49-F238E27FC236}">
                  <a16:creationId xmlns:a16="http://schemas.microsoft.com/office/drawing/2014/main" id="{61D2F3F3-4D6F-4D13-816A-B49D690FF52F}"/>
                </a:ext>
              </a:extLst>
            </p:cNvPr>
            <p:cNvSpPr/>
            <p:nvPr/>
          </p:nvSpPr>
          <p:spPr>
            <a:xfrm>
              <a:off x="7278623" y="406755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09" name="object 224">
              <a:extLst>
                <a:ext uri="{FF2B5EF4-FFF2-40B4-BE49-F238E27FC236}">
                  <a16:creationId xmlns:a16="http://schemas.microsoft.com/office/drawing/2014/main" id="{D030B453-DF0E-4443-A4BC-70CC1AD270BB}"/>
                </a:ext>
              </a:extLst>
            </p:cNvPr>
            <p:cNvSpPr/>
            <p:nvPr/>
          </p:nvSpPr>
          <p:spPr>
            <a:xfrm>
              <a:off x="7278623" y="4067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10" name="object 225">
              <a:extLst>
                <a:ext uri="{FF2B5EF4-FFF2-40B4-BE49-F238E27FC236}">
                  <a16:creationId xmlns:a16="http://schemas.microsoft.com/office/drawing/2014/main" id="{7A00DAEE-2768-42F7-83E8-535F96F04ED3}"/>
                </a:ext>
              </a:extLst>
            </p:cNvPr>
            <p:cNvSpPr/>
            <p:nvPr/>
          </p:nvSpPr>
          <p:spPr>
            <a:xfrm>
              <a:off x="7094220" y="415290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11" name="object 226">
              <a:extLst>
                <a:ext uri="{FF2B5EF4-FFF2-40B4-BE49-F238E27FC236}">
                  <a16:creationId xmlns:a16="http://schemas.microsoft.com/office/drawing/2014/main" id="{D67992E3-6D31-4278-8D4F-C345DBBF4F09}"/>
                </a:ext>
              </a:extLst>
            </p:cNvPr>
            <p:cNvSpPr/>
            <p:nvPr/>
          </p:nvSpPr>
          <p:spPr>
            <a:xfrm>
              <a:off x="7094220" y="41529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12" name="object 227">
              <a:extLst>
                <a:ext uri="{FF2B5EF4-FFF2-40B4-BE49-F238E27FC236}">
                  <a16:creationId xmlns:a16="http://schemas.microsoft.com/office/drawing/2014/main" id="{3E0B6B16-114A-451E-BB31-622D4CF4B698}"/>
                </a:ext>
              </a:extLst>
            </p:cNvPr>
            <p:cNvSpPr/>
            <p:nvPr/>
          </p:nvSpPr>
          <p:spPr>
            <a:xfrm>
              <a:off x="7185659" y="415290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13" name="object 228">
              <a:extLst>
                <a:ext uri="{FF2B5EF4-FFF2-40B4-BE49-F238E27FC236}">
                  <a16:creationId xmlns:a16="http://schemas.microsoft.com/office/drawing/2014/main" id="{6FA5A82C-8768-4FE4-AC09-21C881D86DB8}"/>
                </a:ext>
              </a:extLst>
            </p:cNvPr>
            <p:cNvSpPr/>
            <p:nvPr/>
          </p:nvSpPr>
          <p:spPr>
            <a:xfrm>
              <a:off x="7185659" y="41529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14" name="object 229">
              <a:extLst>
                <a:ext uri="{FF2B5EF4-FFF2-40B4-BE49-F238E27FC236}">
                  <a16:creationId xmlns:a16="http://schemas.microsoft.com/office/drawing/2014/main" id="{734FFF34-74D7-42AA-BA4E-DB256088414A}"/>
                </a:ext>
              </a:extLst>
            </p:cNvPr>
            <p:cNvSpPr/>
            <p:nvPr/>
          </p:nvSpPr>
          <p:spPr>
            <a:xfrm>
              <a:off x="7278623" y="415290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15" name="object 230">
              <a:extLst>
                <a:ext uri="{FF2B5EF4-FFF2-40B4-BE49-F238E27FC236}">
                  <a16:creationId xmlns:a16="http://schemas.microsoft.com/office/drawing/2014/main" id="{A9A8E6FB-7585-4C15-AF06-692F2A1B73BC}"/>
                </a:ext>
              </a:extLst>
            </p:cNvPr>
            <p:cNvSpPr/>
            <p:nvPr/>
          </p:nvSpPr>
          <p:spPr>
            <a:xfrm>
              <a:off x="7278623" y="41529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16" name="object 231">
              <a:extLst>
                <a:ext uri="{FF2B5EF4-FFF2-40B4-BE49-F238E27FC236}">
                  <a16:creationId xmlns:a16="http://schemas.microsoft.com/office/drawing/2014/main" id="{FFBBE772-20B7-416C-AB08-7CA591C8F579}"/>
                </a:ext>
              </a:extLst>
            </p:cNvPr>
            <p:cNvSpPr/>
            <p:nvPr/>
          </p:nvSpPr>
          <p:spPr>
            <a:xfrm>
              <a:off x="7094220"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solidFill>
              <a:srgbClr val="E7FFBD"/>
            </a:solidFill>
          </p:spPr>
          <p:txBody>
            <a:bodyPr wrap="square" lIns="0" tIns="0" rIns="0" bIns="0" rtlCol="0"/>
            <a:lstStyle/>
            <a:p>
              <a:endParaRPr/>
            </a:p>
          </p:txBody>
        </p:sp>
        <p:sp>
          <p:nvSpPr>
            <p:cNvPr id="717" name="object 232">
              <a:extLst>
                <a:ext uri="{FF2B5EF4-FFF2-40B4-BE49-F238E27FC236}">
                  <a16:creationId xmlns:a16="http://schemas.microsoft.com/office/drawing/2014/main" id="{60230AE1-130D-4A66-9484-E5DF59F9D7F8}"/>
                </a:ext>
              </a:extLst>
            </p:cNvPr>
            <p:cNvSpPr/>
            <p:nvPr/>
          </p:nvSpPr>
          <p:spPr>
            <a:xfrm>
              <a:off x="7094220"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718" name="object 233">
              <a:extLst>
                <a:ext uri="{FF2B5EF4-FFF2-40B4-BE49-F238E27FC236}">
                  <a16:creationId xmlns:a16="http://schemas.microsoft.com/office/drawing/2014/main" id="{1C5336BC-1670-4DE6-8F00-141D7FCD257C}"/>
                </a:ext>
              </a:extLst>
            </p:cNvPr>
            <p:cNvSpPr/>
            <p:nvPr/>
          </p:nvSpPr>
          <p:spPr>
            <a:xfrm>
              <a:off x="7185659" y="4238240"/>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solidFill>
              <a:srgbClr val="E7FFBD"/>
            </a:solidFill>
          </p:spPr>
          <p:txBody>
            <a:bodyPr wrap="square" lIns="0" tIns="0" rIns="0" bIns="0" rtlCol="0"/>
            <a:lstStyle/>
            <a:p>
              <a:endParaRPr/>
            </a:p>
          </p:txBody>
        </p:sp>
        <p:sp>
          <p:nvSpPr>
            <p:cNvPr id="719" name="object 234">
              <a:extLst>
                <a:ext uri="{FF2B5EF4-FFF2-40B4-BE49-F238E27FC236}">
                  <a16:creationId xmlns:a16="http://schemas.microsoft.com/office/drawing/2014/main" id="{40429834-893A-4A63-AD06-78B471F08AC3}"/>
                </a:ext>
              </a:extLst>
            </p:cNvPr>
            <p:cNvSpPr/>
            <p:nvPr/>
          </p:nvSpPr>
          <p:spPr>
            <a:xfrm>
              <a:off x="7185659" y="4238240"/>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a:p>
          </p:txBody>
        </p:sp>
        <p:sp>
          <p:nvSpPr>
            <p:cNvPr id="720" name="object 235">
              <a:extLst>
                <a:ext uri="{FF2B5EF4-FFF2-40B4-BE49-F238E27FC236}">
                  <a16:creationId xmlns:a16="http://schemas.microsoft.com/office/drawing/2014/main" id="{7345CAA9-F6CF-4F86-B819-E32F1EF05529}"/>
                </a:ext>
              </a:extLst>
            </p:cNvPr>
            <p:cNvSpPr/>
            <p:nvPr/>
          </p:nvSpPr>
          <p:spPr>
            <a:xfrm>
              <a:off x="7278623"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solidFill>
              <a:srgbClr val="E7FFBD"/>
            </a:solidFill>
          </p:spPr>
          <p:txBody>
            <a:bodyPr wrap="square" lIns="0" tIns="0" rIns="0" bIns="0" rtlCol="0"/>
            <a:lstStyle/>
            <a:p>
              <a:endParaRPr/>
            </a:p>
          </p:txBody>
        </p:sp>
        <p:sp>
          <p:nvSpPr>
            <p:cNvPr id="721" name="object 236">
              <a:extLst>
                <a:ext uri="{FF2B5EF4-FFF2-40B4-BE49-F238E27FC236}">
                  <a16:creationId xmlns:a16="http://schemas.microsoft.com/office/drawing/2014/main" id="{794F7C73-8F7D-4BD9-8AF7-D6B19E53B773}"/>
                </a:ext>
              </a:extLst>
            </p:cNvPr>
            <p:cNvSpPr/>
            <p:nvPr/>
          </p:nvSpPr>
          <p:spPr>
            <a:xfrm>
              <a:off x="7278623"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722" name="object 237">
              <a:extLst>
                <a:ext uri="{FF2B5EF4-FFF2-40B4-BE49-F238E27FC236}">
                  <a16:creationId xmlns:a16="http://schemas.microsoft.com/office/drawing/2014/main" id="{A17FBE04-CA21-44CA-8E3C-877CDB7BCC23}"/>
                </a:ext>
              </a:extLst>
            </p:cNvPr>
            <p:cNvSpPr/>
            <p:nvPr/>
          </p:nvSpPr>
          <p:spPr>
            <a:xfrm>
              <a:off x="7094220"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23" name="object 238">
              <a:extLst>
                <a:ext uri="{FF2B5EF4-FFF2-40B4-BE49-F238E27FC236}">
                  <a16:creationId xmlns:a16="http://schemas.microsoft.com/office/drawing/2014/main" id="{2D3D90E7-948F-4DEE-A4E6-20A1FD34B735}"/>
                </a:ext>
              </a:extLst>
            </p:cNvPr>
            <p:cNvSpPr/>
            <p:nvPr/>
          </p:nvSpPr>
          <p:spPr>
            <a:xfrm>
              <a:off x="7094220"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24" name="object 239">
              <a:extLst>
                <a:ext uri="{FF2B5EF4-FFF2-40B4-BE49-F238E27FC236}">
                  <a16:creationId xmlns:a16="http://schemas.microsoft.com/office/drawing/2014/main" id="{660E5E95-E3A1-408F-80CC-DD3D0FDA4EB4}"/>
                </a:ext>
              </a:extLst>
            </p:cNvPr>
            <p:cNvSpPr/>
            <p:nvPr/>
          </p:nvSpPr>
          <p:spPr>
            <a:xfrm>
              <a:off x="7185659" y="4325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25" name="object 240">
              <a:extLst>
                <a:ext uri="{FF2B5EF4-FFF2-40B4-BE49-F238E27FC236}">
                  <a16:creationId xmlns:a16="http://schemas.microsoft.com/office/drawing/2014/main" id="{3FF2B0FC-EEAE-4F29-A5E7-B974AAC45994}"/>
                </a:ext>
              </a:extLst>
            </p:cNvPr>
            <p:cNvSpPr/>
            <p:nvPr/>
          </p:nvSpPr>
          <p:spPr>
            <a:xfrm>
              <a:off x="7185659" y="4325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26" name="object 241">
              <a:extLst>
                <a:ext uri="{FF2B5EF4-FFF2-40B4-BE49-F238E27FC236}">
                  <a16:creationId xmlns:a16="http://schemas.microsoft.com/office/drawing/2014/main" id="{C3B1AFA5-EFF4-4648-BEE1-249F17D4A036}"/>
                </a:ext>
              </a:extLst>
            </p:cNvPr>
            <p:cNvSpPr/>
            <p:nvPr/>
          </p:nvSpPr>
          <p:spPr>
            <a:xfrm>
              <a:off x="7278623"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27" name="object 242">
              <a:extLst>
                <a:ext uri="{FF2B5EF4-FFF2-40B4-BE49-F238E27FC236}">
                  <a16:creationId xmlns:a16="http://schemas.microsoft.com/office/drawing/2014/main" id="{D12DDDEC-96E1-4E04-9CB5-2488AF372EC5}"/>
                </a:ext>
              </a:extLst>
            </p:cNvPr>
            <p:cNvSpPr/>
            <p:nvPr/>
          </p:nvSpPr>
          <p:spPr>
            <a:xfrm>
              <a:off x="7278623"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28" name="object 243">
              <a:extLst>
                <a:ext uri="{FF2B5EF4-FFF2-40B4-BE49-F238E27FC236}">
                  <a16:creationId xmlns:a16="http://schemas.microsoft.com/office/drawing/2014/main" id="{5AAE2E7B-27B7-451E-9BC1-B3892047B807}"/>
                </a:ext>
              </a:extLst>
            </p:cNvPr>
            <p:cNvSpPr/>
            <p:nvPr/>
          </p:nvSpPr>
          <p:spPr>
            <a:xfrm>
              <a:off x="7370064" y="406755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29" name="object 244">
              <a:extLst>
                <a:ext uri="{FF2B5EF4-FFF2-40B4-BE49-F238E27FC236}">
                  <a16:creationId xmlns:a16="http://schemas.microsoft.com/office/drawing/2014/main" id="{CDE7C5EC-DFF3-4216-8FDA-19BDFC94DEA6}"/>
                </a:ext>
              </a:extLst>
            </p:cNvPr>
            <p:cNvSpPr/>
            <p:nvPr/>
          </p:nvSpPr>
          <p:spPr>
            <a:xfrm>
              <a:off x="7370064" y="4067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30" name="object 245">
              <a:extLst>
                <a:ext uri="{FF2B5EF4-FFF2-40B4-BE49-F238E27FC236}">
                  <a16:creationId xmlns:a16="http://schemas.microsoft.com/office/drawing/2014/main" id="{BCBD269C-E114-48ED-84C8-AE51810E0165}"/>
                </a:ext>
              </a:extLst>
            </p:cNvPr>
            <p:cNvSpPr/>
            <p:nvPr/>
          </p:nvSpPr>
          <p:spPr>
            <a:xfrm>
              <a:off x="7370064" y="415290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31" name="object 246">
              <a:extLst>
                <a:ext uri="{FF2B5EF4-FFF2-40B4-BE49-F238E27FC236}">
                  <a16:creationId xmlns:a16="http://schemas.microsoft.com/office/drawing/2014/main" id="{BEAF4E9F-704F-4D48-8C2B-A3000B5A42B1}"/>
                </a:ext>
              </a:extLst>
            </p:cNvPr>
            <p:cNvSpPr/>
            <p:nvPr/>
          </p:nvSpPr>
          <p:spPr>
            <a:xfrm>
              <a:off x="7370064" y="41529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32" name="object 247">
              <a:extLst>
                <a:ext uri="{FF2B5EF4-FFF2-40B4-BE49-F238E27FC236}">
                  <a16:creationId xmlns:a16="http://schemas.microsoft.com/office/drawing/2014/main" id="{6BD4EA9A-AE0B-48CE-9D82-88EA458A1673}"/>
                </a:ext>
              </a:extLst>
            </p:cNvPr>
            <p:cNvSpPr/>
            <p:nvPr/>
          </p:nvSpPr>
          <p:spPr>
            <a:xfrm>
              <a:off x="7370064"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solidFill>
              <a:srgbClr val="E7FFBD"/>
            </a:solidFill>
          </p:spPr>
          <p:txBody>
            <a:bodyPr wrap="square" lIns="0" tIns="0" rIns="0" bIns="0" rtlCol="0"/>
            <a:lstStyle/>
            <a:p>
              <a:endParaRPr/>
            </a:p>
          </p:txBody>
        </p:sp>
        <p:sp>
          <p:nvSpPr>
            <p:cNvPr id="733" name="object 248">
              <a:extLst>
                <a:ext uri="{FF2B5EF4-FFF2-40B4-BE49-F238E27FC236}">
                  <a16:creationId xmlns:a16="http://schemas.microsoft.com/office/drawing/2014/main" id="{CA5F8F11-90E4-493D-A8FE-24A52285ACE0}"/>
                </a:ext>
              </a:extLst>
            </p:cNvPr>
            <p:cNvSpPr/>
            <p:nvPr/>
          </p:nvSpPr>
          <p:spPr>
            <a:xfrm>
              <a:off x="7370064"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734" name="object 249">
              <a:extLst>
                <a:ext uri="{FF2B5EF4-FFF2-40B4-BE49-F238E27FC236}">
                  <a16:creationId xmlns:a16="http://schemas.microsoft.com/office/drawing/2014/main" id="{7A8DD752-B257-4FD2-A6BF-DDA923DFF705}"/>
                </a:ext>
              </a:extLst>
            </p:cNvPr>
            <p:cNvSpPr/>
            <p:nvPr/>
          </p:nvSpPr>
          <p:spPr>
            <a:xfrm>
              <a:off x="7370064"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35" name="object 250">
              <a:extLst>
                <a:ext uri="{FF2B5EF4-FFF2-40B4-BE49-F238E27FC236}">
                  <a16:creationId xmlns:a16="http://schemas.microsoft.com/office/drawing/2014/main" id="{72DD8E88-7796-430A-891C-1417BC347F8D}"/>
                </a:ext>
              </a:extLst>
            </p:cNvPr>
            <p:cNvSpPr/>
            <p:nvPr/>
          </p:nvSpPr>
          <p:spPr>
            <a:xfrm>
              <a:off x="7370064"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36" name="object 251">
              <a:extLst>
                <a:ext uri="{FF2B5EF4-FFF2-40B4-BE49-F238E27FC236}">
                  <a16:creationId xmlns:a16="http://schemas.microsoft.com/office/drawing/2014/main" id="{5EC64A0F-5050-443D-AC40-3FE783D50FAB}"/>
                </a:ext>
              </a:extLst>
            </p:cNvPr>
            <p:cNvSpPr/>
            <p:nvPr/>
          </p:nvSpPr>
          <p:spPr>
            <a:xfrm>
              <a:off x="7735823" y="4067556"/>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737" name="object 252">
              <a:extLst>
                <a:ext uri="{FF2B5EF4-FFF2-40B4-BE49-F238E27FC236}">
                  <a16:creationId xmlns:a16="http://schemas.microsoft.com/office/drawing/2014/main" id="{4E4E7924-7902-4C87-B1EE-7CB734254EC9}"/>
                </a:ext>
              </a:extLst>
            </p:cNvPr>
            <p:cNvSpPr/>
            <p:nvPr/>
          </p:nvSpPr>
          <p:spPr>
            <a:xfrm>
              <a:off x="7734300" y="4067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38" name="object 253">
              <a:extLst>
                <a:ext uri="{FF2B5EF4-FFF2-40B4-BE49-F238E27FC236}">
                  <a16:creationId xmlns:a16="http://schemas.microsoft.com/office/drawing/2014/main" id="{DAE00C4C-9160-47E7-97F9-240FFB19DC74}"/>
                </a:ext>
              </a:extLst>
            </p:cNvPr>
            <p:cNvSpPr/>
            <p:nvPr/>
          </p:nvSpPr>
          <p:spPr>
            <a:xfrm>
              <a:off x="7735823" y="4152900"/>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739" name="object 254">
              <a:extLst>
                <a:ext uri="{FF2B5EF4-FFF2-40B4-BE49-F238E27FC236}">
                  <a16:creationId xmlns:a16="http://schemas.microsoft.com/office/drawing/2014/main" id="{2971C819-A91A-491A-A8E8-585D0406F5A8}"/>
                </a:ext>
              </a:extLst>
            </p:cNvPr>
            <p:cNvSpPr/>
            <p:nvPr/>
          </p:nvSpPr>
          <p:spPr>
            <a:xfrm>
              <a:off x="7734300" y="41529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40" name="object 255">
              <a:extLst>
                <a:ext uri="{FF2B5EF4-FFF2-40B4-BE49-F238E27FC236}">
                  <a16:creationId xmlns:a16="http://schemas.microsoft.com/office/drawing/2014/main" id="{9106ECF6-783D-460F-BFE2-874A9C72AB8B}"/>
                </a:ext>
              </a:extLst>
            </p:cNvPr>
            <p:cNvSpPr/>
            <p:nvPr/>
          </p:nvSpPr>
          <p:spPr>
            <a:xfrm>
              <a:off x="7735823" y="4238240"/>
              <a:ext cx="90170" cy="86995"/>
            </a:xfrm>
            <a:custGeom>
              <a:avLst/>
              <a:gdLst/>
              <a:ahLst/>
              <a:cxnLst/>
              <a:rect l="l" t="t" r="r" b="b"/>
              <a:pathLst>
                <a:path w="90170" h="86995">
                  <a:moveTo>
                    <a:pt x="0" y="86870"/>
                  </a:moveTo>
                  <a:lnTo>
                    <a:pt x="89916" y="86870"/>
                  </a:lnTo>
                  <a:lnTo>
                    <a:pt x="89916" y="0"/>
                  </a:lnTo>
                  <a:lnTo>
                    <a:pt x="0" y="0"/>
                  </a:lnTo>
                  <a:lnTo>
                    <a:pt x="0" y="86870"/>
                  </a:lnTo>
                  <a:close/>
                </a:path>
              </a:pathLst>
            </a:custGeom>
            <a:solidFill>
              <a:srgbClr val="E7FFBD"/>
            </a:solidFill>
          </p:spPr>
          <p:txBody>
            <a:bodyPr wrap="square" lIns="0" tIns="0" rIns="0" bIns="0" rtlCol="0"/>
            <a:lstStyle/>
            <a:p>
              <a:endParaRPr/>
            </a:p>
          </p:txBody>
        </p:sp>
        <p:sp>
          <p:nvSpPr>
            <p:cNvPr id="741" name="object 256">
              <a:extLst>
                <a:ext uri="{FF2B5EF4-FFF2-40B4-BE49-F238E27FC236}">
                  <a16:creationId xmlns:a16="http://schemas.microsoft.com/office/drawing/2014/main" id="{B7228DA5-C5AE-4AF9-B282-EEEC07F927D5}"/>
                </a:ext>
              </a:extLst>
            </p:cNvPr>
            <p:cNvSpPr/>
            <p:nvPr/>
          </p:nvSpPr>
          <p:spPr>
            <a:xfrm>
              <a:off x="7734300"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742" name="object 257">
              <a:extLst>
                <a:ext uri="{FF2B5EF4-FFF2-40B4-BE49-F238E27FC236}">
                  <a16:creationId xmlns:a16="http://schemas.microsoft.com/office/drawing/2014/main" id="{38C47275-0C1B-4272-A13B-F34B39BCF0D6}"/>
                </a:ext>
              </a:extLst>
            </p:cNvPr>
            <p:cNvSpPr/>
            <p:nvPr/>
          </p:nvSpPr>
          <p:spPr>
            <a:xfrm>
              <a:off x="7735823" y="4325113"/>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743" name="object 258">
              <a:extLst>
                <a:ext uri="{FF2B5EF4-FFF2-40B4-BE49-F238E27FC236}">
                  <a16:creationId xmlns:a16="http://schemas.microsoft.com/office/drawing/2014/main" id="{A07AC89D-A2BD-42C6-8B60-582282D275EC}"/>
                </a:ext>
              </a:extLst>
            </p:cNvPr>
            <p:cNvSpPr/>
            <p:nvPr/>
          </p:nvSpPr>
          <p:spPr>
            <a:xfrm>
              <a:off x="7734300"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44" name="object 259">
              <a:extLst>
                <a:ext uri="{FF2B5EF4-FFF2-40B4-BE49-F238E27FC236}">
                  <a16:creationId xmlns:a16="http://schemas.microsoft.com/office/drawing/2014/main" id="{27BFA6E6-C03E-49D3-B1F8-6D576A705CE6}"/>
                </a:ext>
              </a:extLst>
            </p:cNvPr>
            <p:cNvSpPr/>
            <p:nvPr/>
          </p:nvSpPr>
          <p:spPr>
            <a:xfrm>
              <a:off x="7551420" y="40675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45" name="object 260">
              <a:extLst>
                <a:ext uri="{FF2B5EF4-FFF2-40B4-BE49-F238E27FC236}">
                  <a16:creationId xmlns:a16="http://schemas.microsoft.com/office/drawing/2014/main" id="{2BE39FDD-AFF4-4285-B4FD-0A0D8B507534}"/>
                </a:ext>
              </a:extLst>
            </p:cNvPr>
            <p:cNvSpPr/>
            <p:nvPr/>
          </p:nvSpPr>
          <p:spPr>
            <a:xfrm>
              <a:off x="7551420" y="40675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46" name="object 261">
              <a:extLst>
                <a:ext uri="{FF2B5EF4-FFF2-40B4-BE49-F238E27FC236}">
                  <a16:creationId xmlns:a16="http://schemas.microsoft.com/office/drawing/2014/main" id="{72CA203A-3DFA-4924-847B-C4809EC785B1}"/>
                </a:ext>
              </a:extLst>
            </p:cNvPr>
            <p:cNvSpPr/>
            <p:nvPr/>
          </p:nvSpPr>
          <p:spPr>
            <a:xfrm>
              <a:off x="7551420" y="415290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47" name="object 262">
              <a:extLst>
                <a:ext uri="{FF2B5EF4-FFF2-40B4-BE49-F238E27FC236}">
                  <a16:creationId xmlns:a16="http://schemas.microsoft.com/office/drawing/2014/main" id="{01592B32-CD68-462D-A979-1944B2F7508E}"/>
                </a:ext>
              </a:extLst>
            </p:cNvPr>
            <p:cNvSpPr/>
            <p:nvPr/>
          </p:nvSpPr>
          <p:spPr>
            <a:xfrm>
              <a:off x="7551420" y="41529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48" name="object 263">
              <a:extLst>
                <a:ext uri="{FF2B5EF4-FFF2-40B4-BE49-F238E27FC236}">
                  <a16:creationId xmlns:a16="http://schemas.microsoft.com/office/drawing/2014/main" id="{FE8BC12E-B707-4830-A6B8-12E31260E939}"/>
                </a:ext>
              </a:extLst>
            </p:cNvPr>
            <p:cNvSpPr/>
            <p:nvPr/>
          </p:nvSpPr>
          <p:spPr>
            <a:xfrm>
              <a:off x="7551420" y="4238240"/>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solidFill>
              <a:srgbClr val="E7FFBD"/>
            </a:solidFill>
          </p:spPr>
          <p:txBody>
            <a:bodyPr wrap="square" lIns="0" tIns="0" rIns="0" bIns="0" rtlCol="0"/>
            <a:lstStyle/>
            <a:p>
              <a:endParaRPr/>
            </a:p>
          </p:txBody>
        </p:sp>
        <p:sp>
          <p:nvSpPr>
            <p:cNvPr id="749" name="object 264">
              <a:extLst>
                <a:ext uri="{FF2B5EF4-FFF2-40B4-BE49-F238E27FC236}">
                  <a16:creationId xmlns:a16="http://schemas.microsoft.com/office/drawing/2014/main" id="{A0BF3EC3-9B6B-47A5-8B4A-84282ACF93F9}"/>
                </a:ext>
              </a:extLst>
            </p:cNvPr>
            <p:cNvSpPr/>
            <p:nvPr/>
          </p:nvSpPr>
          <p:spPr>
            <a:xfrm>
              <a:off x="7551420" y="4238240"/>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a:p>
          </p:txBody>
        </p:sp>
        <p:sp>
          <p:nvSpPr>
            <p:cNvPr id="750" name="object 265">
              <a:extLst>
                <a:ext uri="{FF2B5EF4-FFF2-40B4-BE49-F238E27FC236}">
                  <a16:creationId xmlns:a16="http://schemas.microsoft.com/office/drawing/2014/main" id="{F722A651-ABE4-46F1-AAB5-8E88C9888393}"/>
                </a:ext>
              </a:extLst>
            </p:cNvPr>
            <p:cNvSpPr/>
            <p:nvPr/>
          </p:nvSpPr>
          <p:spPr>
            <a:xfrm>
              <a:off x="7551420" y="4325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51" name="object 266">
              <a:extLst>
                <a:ext uri="{FF2B5EF4-FFF2-40B4-BE49-F238E27FC236}">
                  <a16:creationId xmlns:a16="http://schemas.microsoft.com/office/drawing/2014/main" id="{28B9F2FF-BDFD-4DBA-B1D1-7BC3A257821E}"/>
                </a:ext>
              </a:extLst>
            </p:cNvPr>
            <p:cNvSpPr/>
            <p:nvPr/>
          </p:nvSpPr>
          <p:spPr>
            <a:xfrm>
              <a:off x="7551420" y="4325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52" name="object 267">
              <a:extLst>
                <a:ext uri="{FF2B5EF4-FFF2-40B4-BE49-F238E27FC236}">
                  <a16:creationId xmlns:a16="http://schemas.microsoft.com/office/drawing/2014/main" id="{BE3A2A43-1A32-4754-93CD-B3A5306175EE}"/>
                </a:ext>
              </a:extLst>
            </p:cNvPr>
            <p:cNvSpPr/>
            <p:nvPr/>
          </p:nvSpPr>
          <p:spPr>
            <a:xfrm>
              <a:off x="7644384" y="406755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53" name="object 268">
              <a:extLst>
                <a:ext uri="{FF2B5EF4-FFF2-40B4-BE49-F238E27FC236}">
                  <a16:creationId xmlns:a16="http://schemas.microsoft.com/office/drawing/2014/main" id="{055EFDB3-EE9A-4BF9-BAC9-1693397E5F02}"/>
                </a:ext>
              </a:extLst>
            </p:cNvPr>
            <p:cNvSpPr/>
            <p:nvPr/>
          </p:nvSpPr>
          <p:spPr>
            <a:xfrm>
              <a:off x="7644383" y="4067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54" name="object 269">
              <a:extLst>
                <a:ext uri="{FF2B5EF4-FFF2-40B4-BE49-F238E27FC236}">
                  <a16:creationId xmlns:a16="http://schemas.microsoft.com/office/drawing/2014/main" id="{95A490D3-E7A6-4798-A025-606323C87121}"/>
                </a:ext>
              </a:extLst>
            </p:cNvPr>
            <p:cNvSpPr/>
            <p:nvPr/>
          </p:nvSpPr>
          <p:spPr>
            <a:xfrm>
              <a:off x="7644384" y="415290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55" name="object 270">
              <a:extLst>
                <a:ext uri="{FF2B5EF4-FFF2-40B4-BE49-F238E27FC236}">
                  <a16:creationId xmlns:a16="http://schemas.microsoft.com/office/drawing/2014/main" id="{217BCBCA-F66E-41CE-9015-B46B15C47E97}"/>
                </a:ext>
              </a:extLst>
            </p:cNvPr>
            <p:cNvSpPr/>
            <p:nvPr/>
          </p:nvSpPr>
          <p:spPr>
            <a:xfrm>
              <a:off x="7644383" y="41529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56" name="object 271">
              <a:extLst>
                <a:ext uri="{FF2B5EF4-FFF2-40B4-BE49-F238E27FC236}">
                  <a16:creationId xmlns:a16="http://schemas.microsoft.com/office/drawing/2014/main" id="{B7E1E330-4EB6-4A69-8D89-3E81988DCF1C}"/>
                </a:ext>
              </a:extLst>
            </p:cNvPr>
            <p:cNvSpPr/>
            <p:nvPr/>
          </p:nvSpPr>
          <p:spPr>
            <a:xfrm>
              <a:off x="7644384"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solidFill>
              <a:srgbClr val="E7FFBD"/>
            </a:solidFill>
          </p:spPr>
          <p:txBody>
            <a:bodyPr wrap="square" lIns="0" tIns="0" rIns="0" bIns="0" rtlCol="0"/>
            <a:lstStyle/>
            <a:p>
              <a:endParaRPr/>
            </a:p>
          </p:txBody>
        </p:sp>
        <p:sp>
          <p:nvSpPr>
            <p:cNvPr id="757" name="object 272">
              <a:extLst>
                <a:ext uri="{FF2B5EF4-FFF2-40B4-BE49-F238E27FC236}">
                  <a16:creationId xmlns:a16="http://schemas.microsoft.com/office/drawing/2014/main" id="{80ECA601-1F73-4F54-8B73-E10C6DDC65A7}"/>
                </a:ext>
              </a:extLst>
            </p:cNvPr>
            <p:cNvSpPr/>
            <p:nvPr/>
          </p:nvSpPr>
          <p:spPr>
            <a:xfrm>
              <a:off x="7644383" y="4238240"/>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a:p>
          </p:txBody>
        </p:sp>
        <p:sp>
          <p:nvSpPr>
            <p:cNvPr id="758" name="object 273">
              <a:extLst>
                <a:ext uri="{FF2B5EF4-FFF2-40B4-BE49-F238E27FC236}">
                  <a16:creationId xmlns:a16="http://schemas.microsoft.com/office/drawing/2014/main" id="{7E752E74-82E1-4A68-8A8A-71144A4AE3F8}"/>
                </a:ext>
              </a:extLst>
            </p:cNvPr>
            <p:cNvSpPr/>
            <p:nvPr/>
          </p:nvSpPr>
          <p:spPr>
            <a:xfrm>
              <a:off x="7644384"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59" name="object 274">
              <a:extLst>
                <a:ext uri="{FF2B5EF4-FFF2-40B4-BE49-F238E27FC236}">
                  <a16:creationId xmlns:a16="http://schemas.microsoft.com/office/drawing/2014/main" id="{1F034D2F-3E90-4A3A-A332-D122A76C7599}"/>
                </a:ext>
              </a:extLst>
            </p:cNvPr>
            <p:cNvSpPr/>
            <p:nvPr/>
          </p:nvSpPr>
          <p:spPr>
            <a:xfrm>
              <a:off x="7644383" y="4325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60" name="object 275">
              <a:extLst>
                <a:ext uri="{FF2B5EF4-FFF2-40B4-BE49-F238E27FC236}">
                  <a16:creationId xmlns:a16="http://schemas.microsoft.com/office/drawing/2014/main" id="{934684C0-5219-4B09-95FA-35C89B7D21E2}"/>
                </a:ext>
              </a:extLst>
            </p:cNvPr>
            <p:cNvSpPr txBox="1"/>
            <p:nvPr/>
          </p:nvSpPr>
          <p:spPr>
            <a:xfrm>
              <a:off x="9487916" y="4072254"/>
              <a:ext cx="17462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a:t>
              </a:r>
              <a:endParaRPr sz="2000">
                <a:latin typeface="Arial"/>
                <a:cs typeface="Arial"/>
              </a:endParaRPr>
            </a:p>
          </p:txBody>
        </p:sp>
        <p:sp>
          <p:nvSpPr>
            <p:cNvPr id="761" name="object 276">
              <a:extLst>
                <a:ext uri="{FF2B5EF4-FFF2-40B4-BE49-F238E27FC236}">
                  <a16:creationId xmlns:a16="http://schemas.microsoft.com/office/drawing/2014/main" id="{4771CC5B-5A06-4DB0-A940-FDA26EEF25BF}"/>
                </a:ext>
              </a:extLst>
            </p:cNvPr>
            <p:cNvSpPr txBox="1"/>
            <p:nvPr/>
          </p:nvSpPr>
          <p:spPr>
            <a:xfrm>
              <a:off x="7402448" y="3775332"/>
              <a:ext cx="114935" cy="239395"/>
            </a:xfrm>
            <a:prstGeom prst="rect">
              <a:avLst/>
            </a:prstGeom>
          </p:spPr>
          <p:txBody>
            <a:bodyPr vert="horz" wrap="square" lIns="0" tIns="12700" rIns="0" bIns="0" rtlCol="0">
              <a:spAutoFit/>
            </a:bodyPr>
            <a:lstStyle/>
            <a:p>
              <a:pPr marL="12700">
                <a:lnSpc>
                  <a:spcPct val="100000"/>
                </a:lnSpc>
                <a:spcBef>
                  <a:spcPts val="100"/>
                </a:spcBef>
              </a:pPr>
              <a:r>
                <a:rPr sz="1400" i="1" dirty="0">
                  <a:latin typeface="Arial"/>
                  <a:cs typeface="Arial"/>
                </a:rPr>
                <a:t>v</a:t>
              </a:r>
              <a:endParaRPr sz="1400">
                <a:latin typeface="Arial"/>
                <a:cs typeface="Arial"/>
              </a:endParaRPr>
            </a:p>
          </p:txBody>
        </p:sp>
        <p:sp>
          <p:nvSpPr>
            <p:cNvPr id="762" name="object 277">
              <a:extLst>
                <a:ext uri="{FF2B5EF4-FFF2-40B4-BE49-F238E27FC236}">
                  <a16:creationId xmlns:a16="http://schemas.microsoft.com/office/drawing/2014/main" id="{4C277BD9-A139-4669-A0A0-1E1B92C13351}"/>
                </a:ext>
              </a:extLst>
            </p:cNvPr>
            <p:cNvSpPr/>
            <p:nvPr/>
          </p:nvSpPr>
          <p:spPr>
            <a:xfrm>
              <a:off x="10091928" y="4064503"/>
              <a:ext cx="90170" cy="85725"/>
            </a:xfrm>
            <a:custGeom>
              <a:avLst/>
              <a:gdLst/>
              <a:ahLst/>
              <a:cxnLst/>
              <a:rect l="l" t="t" r="r" b="b"/>
              <a:pathLst>
                <a:path w="90170" h="85725">
                  <a:moveTo>
                    <a:pt x="0" y="85347"/>
                  </a:moveTo>
                  <a:lnTo>
                    <a:pt x="89916" y="85347"/>
                  </a:lnTo>
                  <a:lnTo>
                    <a:pt x="89916" y="0"/>
                  </a:lnTo>
                  <a:lnTo>
                    <a:pt x="0" y="0"/>
                  </a:lnTo>
                  <a:lnTo>
                    <a:pt x="0" y="85347"/>
                  </a:lnTo>
                  <a:close/>
                </a:path>
              </a:pathLst>
            </a:custGeom>
            <a:solidFill>
              <a:srgbClr val="E7FFBD"/>
            </a:solidFill>
          </p:spPr>
          <p:txBody>
            <a:bodyPr wrap="square" lIns="0" tIns="0" rIns="0" bIns="0" rtlCol="0"/>
            <a:lstStyle/>
            <a:p>
              <a:endParaRPr/>
            </a:p>
          </p:txBody>
        </p:sp>
        <p:sp>
          <p:nvSpPr>
            <p:cNvPr id="763" name="object 278">
              <a:extLst>
                <a:ext uri="{FF2B5EF4-FFF2-40B4-BE49-F238E27FC236}">
                  <a16:creationId xmlns:a16="http://schemas.microsoft.com/office/drawing/2014/main" id="{2E047500-4E19-41C2-8110-9A3F98535A40}"/>
                </a:ext>
              </a:extLst>
            </p:cNvPr>
            <p:cNvSpPr/>
            <p:nvPr/>
          </p:nvSpPr>
          <p:spPr>
            <a:xfrm>
              <a:off x="10090404"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764" name="object 279">
              <a:extLst>
                <a:ext uri="{FF2B5EF4-FFF2-40B4-BE49-F238E27FC236}">
                  <a16:creationId xmlns:a16="http://schemas.microsoft.com/office/drawing/2014/main" id="{8D7E145B-CD5B-478B-BCB1-BF8E7D117176}"/>
                </a:ext>
              </a:extLst>
            </p:cNvPr>
            <p:cNvSpPr/>
            <p:nvPr/>
          </p:nvSpPr>
          <p:spPr>
            <a:xfrm>
              <a:off x="10091928" y="4149854"/>
              <a:ext cx="90170" cy="86995"/>
            </a:xfrm>
            <a:custGeom>
              <a:avLst/>
              <a:gdLst/>
              <a:ahLst/>
              <a:cxnLst/>
              <a:rect l="l" t="t" r="r" b="b"/>
              <a:pathLst>
                <a:path w="90170" h="86995">
                  <a:moveTo>
                    <a:pt x="0" y="86865"/>
                  </a:moveTo>
                  <a:lnTo>
                    <a:pt x="89916" y="86865"/>
                  </a:lnTo>
                  <a:lnTo>
                    <a:pt x="89916" y="0"/>
                  </a:lnTo>
                  <a:lnTo>
                    <a:pt x="0" y="0"/>
                  </a:lnTo>
                  <a:lnTo>
                    <a:pt x="0" y="86865"/>
                  </a:lnTo>
                  <a:close/>
                </a:path>
              </a:pathLst>
            </a:custGeom>
            <a:solidFill>
              <a:srgbClr val="E7FFBD"/>
            </a:solidFill>
          </p:spPr>
          <p:txBody>
            <a:bodyPr wrap="square" lIns="0" tIns="0" rIns="0" bIns="0" rtlCol="0"/>
            <a:lstStyle/>
            <a:p>
              <a:endParaRPr/>
            </a:p>
          </p:txBody>
        </p:sp>
        <p:sp>
          <p:nvSpPr>
            <p:cNvPr id="765" name="object 280">
              <a:extLst>
                <a:ext uri="{FF2B5EF4-FFF2-40B4-BE49-F238E27FC236}">
                  <a16:creationId xmlns:a16="http://schemas.microsoft.com/office/drawing/2014/main" id="{5157F5FF-BDA0-4806-908E-453BDA4CAA33}"/>
                </a:ext>
              </a:extLst>
            </p:cNvPr>
            <p:cNvSpPr/>
            <p:nvPr/>
          </p:nvSpPr>
          <p:spPr>
            <a:xfrm>
              <a:off x="10090404"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766" name="object 281">
              <a:extLst>
                <a:ext uri="{FF2B5EF4-FFF2-40B4-BE49-F238E27FC236}">
                  <a16:creationId xmlns:a16="http://schemas.microsoft.com/office/drawing/2014/main" id="{1BB419E6-3FEA-4567-8291-BED76CC1C8A5}"/>
                </a:ext>
              </a:extLst>
            </p:cNvPr>
            <p:cNvSpPr/>
            <p:nvPr/>
          </p:nvSpPr>
          <p:spPr>
            <a:xfrm>
              <a:off x="10091928" y="4236720"/>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767" name="object 282">
              <a:extLst>
                <a:ext uri="{FF2B5EF4-FFF2-40B4-BE49-F238E27FC236}">
                  <a16:creationId xmlns:a16="http://schemas.microsoft.com/office/drawing/2014/main" id="{7A1A6F3E-5C8D-40AF-8920-611A4E56FAD1}"/>
                </a:ext>
              </a:extLst>
            </p:cNvPr>
            <p:cNvSpPr/>
            <p:nvPr/>
          </p:nvSpPr>
          <p:spPr>
            <a:xfrm>
              <a:off x="10090404"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68" name="object 283">
              <a:extLst>
                <a:ext uri="{FF2B5EF4-FFF2-40B4-BE49-F238E27FC236}">
                  <a16:creationId xmlns:a16="http://schemas.microsoft.com/office/drawing/2014/main" id="{B49B3A1F-AA0B-45B1-AC60-9BE630AABCE4}"/>
                </a:ext>
              </a:extLst>
            </p:cNvPr>
            <p:cNvSpPr/>
            <p:nvPr/>
          </p:nvSpPr>
          <p:spPr>
            <a:xfrm>
              <a:off x="10091928" y="4322064"/>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769" name="object 284">
              <a:extLst>
                <a:ext uri="{FF2B5EF4-FFF2-40B4-BE49-F238E27FC236}">
                  <a16:creationId xmlns:a16="http://schemas.microsoft.com/office/drawing/2014/main" id="{C47D67F0-63EF-41E7-93A2-C3A237A04741}"/>
                </a:ext>
              </a:extLst>
            </p:cNvPr>
            <p:cNvSpPr/>
            <p:nvPr/>
          </p:nvSpPr>
          <p:spPr>
            <a:xfrm>
              <a:off x="10090404"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70" name="object 285">
              <a:extLst>
                <a:ext uri="{FF2B5EF4-FFF2-40B4-BE49-F238E27FC236}">
                  <a16:creationId xmlns:a16="http://schemas.microsoft.com/office/drawing/2014/main" id="{C70A632C-8B43-4B77-B379-52C662A0DC97}"/>
                </a:ext>
              </a:extLst>
            </p:cNvPr>
            <p:cNvSpPr/>
            <p:nvPr/>
          </p:nvSpPr>
          <p:spPr>
            <a:xfrm>
              <a:off x="9724644"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771" name="object 286">
              <a:extLst>
                <a:ext uri="{FF2B5EF4-FFF2-40B4-BE49-F238E27FC236}">
                  <a16:creationId xmlns:a16="http://schemas.microsoft.com/office/drawing/2014/main" id="{BBDDD12C-D543-408E-A45C-5130E0E88049}"/>
                </a:ext>
              </a:extLst>
            </p:cNvPr>
            <p:cNvSpPr/>
            <p:nvPr/>
          </p:nvSpPr>
          <p:spPr>
            <a:xfrm>
              <a:off x="9724644"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772" name="object 287">
              <a:extLst>
                <a:ext uri="{FF2B5EF4-FFF2-40B4-BE49-F238E27FC236}">
                  <a16:creationId xmlns:a16="http://schemas.microsoft.com/office/drawing/2014/main" id="{40150509-213D-4385-B4DC-B9EF0F7B83D7}"/>
                </a:ext>
              </a:extLst>
            </p:cNvPr>
            <p:cNvSpPr/>
            <p:nvPr/>
          </p:nvSpPr>
          <p:spPr>
            <a:xfrm>
              <a:off x="9816084" y="406450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solidFill>
              <a:srgbClr val="E7FFBD"/>
            </a:solidFill>
          </p:spPr>
          <p:txBody>
            <a:bodyPr wrap="square" lIns="0" tIns="0" rIns="0" bIns="0" rtlCol="0"/>
            <a:lstStyle/>
            <a:p>
              <a:endParaRPr/>
            </a:p>
          </p:txBody>
        </p:sp>
        <p:sp>
          <p:nvSpPr>
            <p:cNvPr id="773" name="object 288">
              <a:extLst>
                <a:ext uri="{FF2B5EF4-FFF2-40B4-BE49-F238E27FC236}">
                  <a16:creationId xmlns:a16="http://schemas.microsoft.com/office/drawing/2014/main" id="{12C45C6B-6D80-450A-96B2-2D062F7B1C96}"/>
                </a:ext>
              </a:extLst>
            </p:cNvPr>
            <p:cNvSpPr/>
            <p:nvPr/>
          </p:nvSpPr>
          <p:spPr>
            <a:xfrm>
              <a:off x="9816083" y="406450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774" name="object 289">
              <a:extLst>
                <a:ext uri="{FF2B5EF4-FFF2-40B4-BE49-F238E27FC236}">
                  <a16:creationId xmlns:a16="http://schemas.microsoft.com/office/drawing/2014/main" id="{8065B5C1-2A06-41E2-9E93-7EA11439A1F8}"/>
                </a:ext>
              </a:extLst>
            </p:cNvPr>
            <p:cNvSpPr/>
            <p:nvPr/>
          </p:nvSpPr>
          <p:spPr>
            <a:xfrm>
              <a:off x="9909048"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775" name="object 290">
              <a:extLst>
                <a:ext uri="{FF2B5EF4-FFF2-40B4-BE49-F238E27FC236}">
                  <a16:creationId xmlns:a16="http://schemas.microsoft.com/office/drawing/2014/main" id="{DC2E4BD5-D4DB-4B84-A61C-1DB36A56C10E}"/>
                </a:ext>
              </a:extLst>
            </p:cNvPr>
            <p:cNvSpPr/>
            <p:nvPr/>
          </p:nvSpPr>
          <p:spPr>
            <a:xfrm>
              <a:off x="9909047"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776" name="object 291">
              <a:extLst>
                <a:ext uri="{FF2B5EF4-FFF2-40B4-BE49-F238E27FC236}">
                  <a16:creationId xmlns:a16="http://schemas.microsoft.com/office/drawing/2014/main" id="{BE46C681-AEAC-4659-98F2-48B3F2A91BF0}"/>
                </a:ext>
              </a:extLst>
            </p:cNvPr>
            <p:cNvSpPr/>
            <p:nvPr/>
          </p:nvSpPr>
          <p:spPr>
            <a:xfrm>
              <a:off x="9724644"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solidFill>
              <a:srgbClr val="E7FFBD"/>
            </a:solidFill>
          </p:spPr>
          <p:txBody>
            <a:bodyPr wrap="square" lIns="0" tIns="0" rIns="0" bIns="0" rtlCol="0"/>
            <a:lstStyle/>
            <a:p>
              <a:endParaRPr/>
            </a:p>
          </p:txBody>
        </p:sp>
        <p:sp>
          <p:nvSpPr>
            <p:cNvPr id="777" name="object 292">
              <a:extLst>
                <a:ext uri="{FF2B5EF4-FFF2-40B4-BE49-F238E27FC236}">
                  <a16:creationId xmlns:a16="http://schemas.microsoft.com/office/drawing/2014/main" id="{A37B0B70-E480-4105-8C7E-03B16D587835}"/>
                </a:ext>
              </a:extLst>
            </p:cNvPr>
            <p:cNvSpPr/>
            <p:nvPr/>
          </p:nvSpPr>
          <p:spPr>
            <a:xfrm>
              <a:off x="9724644"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778" name="object 293">
              <a:extLst>
                <a:ext uri="{FF2B5EF4-FFF2-40B4-BE49-F238E27FC236}">
                  <a16:creationId xmlns:a16="http://schemas.microsoft.com/office/drawing/2014/main" id="{589B2FE9-D029-41BC-9CE5-E2E0EA6929C2}"/>
                </a:ext>
              </a:extLst>
            </p:cNvPr>
            <p:cNvSpPr/>
            <p:nvPr/>
          </p:nvSpPr>
          <p:spPr>
            <a:xfrm>
              <a:off x="9816084" y="414985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solidFill>
              <a:srgbClr val="E7FFBD"/>
            </a:solidFill>
          </p:spPr>
          <p:txBody>
            <a:bodyPr wrap="square" lIns="0" tIns="0" rIns="0" bIns="0" rtlCol="0"/>
            <a:lstStyle/>
            <a:p>
              <a:endParaRPr/>
            </a:p>
          </p:txBody>
        </p:sp>
        <p:sp>
          <p:nvSpPr>
            <p:cNvPr id="779" name="object 294">
              <a:extLst>
                <a:ext uri="{FF2B5EF4-FFF2-40B4-BE49-F238E27FC236}">
                  <a16:creationId xmlns:a16="http://schemas.microsoft.com/office/drawing/2014/main" id="{914A95F5-6C9D-4348-AD80-B146F004CEFC}"/>
                </a:ext>
              </a:extLst>
            </p:cNvPr>
            <p:cNvSpPr/>
            <p:nvPr/>
          </p:nvSpPr>
          <p:spPr>
            <a:xfrm>
              <a:off x="9816083" y="414985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a:p>
          </p:txBody>
        </p:sp>
        <p:sp>
          <p:nvSpPr>
            <p:cNvPr id="780" name="object 295">
              <a:extLst>
                <a:ext uri="{FF2B5EF4-FFF2-40B4-BE49-F238E27FC236}">
                  <a16:creationId xmlns:a16="http://schemas.microsoft.com/office/drawing/2014/main" id="{9E9DB6A8-9F5A-44F1-ADBC-C2D6F311E829}"/>
                </a:ext>
              </a:extLst>
            </p:cNvPr>
            <p:cNvSpPr/>
            <p:nvPr/>
          </p:nvSpPr>
          <p:spPr>
            <a:xfrm>
              <a:off x="9909048"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solidFill>
              <a:srgbClr val="E7FFBD"/>
            </a:solidFill>
          </p:spPr>
          <p:txBody>
            <a:bodyPr wrap="square" lIns="0" tIns="0" rIns="0" bIns="0" rtlCol="0"/>
            <a:lstStyle/>
            <a:p>
              <a:endParaRPr/>
            </a:p>
          </p:txBody>
        </p:sp>
        <p:sp>
          <p:nvSpPr>
            <p:cNvPr id="781" name="object 296">
              <a:extLst>
                <a:ext uri="{FF2B5EF4-FFF2-40B4-BE49-F238E27FC236}">
                  <a16:creationId xmlns:a16="http://schemas.microsoft.com/office/drawing/2014/main" id="{9EA7A687-0CF1-4A47-9F3B-DF3AE9EDD6E5}"/>
                </a:ext>
              </a:extLst>
            </p:cNvPr>
            <p:cNvSpPr/>
            <p:nvPr/>
          </p:nvSpPr>
          <p:spPr>
            <a:xfrm>
              <a:off x="9909047"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782" name="object 297">
              <a:extLst>
                <a:ext uri="{FF2B5EF4-FFF2-40B4-BE49-F238E27FC236}">
                  <a16:creationId xmlns:a16="http://schemas.microsoft.com/office/drawing/2014/main" id="{6CD4D246-ECBB-47DF-BD7A-58388591CAFB}"/>
                </a:ext>
              </a:extLst>
            </p:cNvPr>
            <p:cNvSpPr/>
            <p:nvPr/>
          </p:nvSpPr>
          <p:spPr>
            <a:xfrm>
              <a:off x="9724644"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83" name="object 298">
              <a:extLst>
                <a:ext uri="{FF2B5EF4-FFF2-40B4-BE49-F238E27FC236}">
                  <a16:creationId xmlns:a16="http://schemas.microsoft.com/office/drawing/2014/main" id="{CEAAD033-7122-4E4E-95F3-5CB16D1B9D3C}"/>
                </a:ext>
              </a:extLst>
            </p:cNvPr>
            <p:cNvSpPr/>
            <p:nvPr/>
          </p:nvSpPr>
          <p:spPr>
            <a:xfrm>
              <a:off x="9724644"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84" name="object 299">
              <a:extLst>
                <a:ext uri="{FF2B5EF4-FFF2-40B4-BE49-F238E27FC236}">
                  <a16:creationId xmlns:a16="http://schemas.microsoft.com/office/drawing/2014/main" id="{86DEB780-AF86-42C4-B344-FB328387FBE0}"/>
                </a:ext>
              </a:extLst>
            </p:cNvPr>
            <p:cNvSpPr/>
            <p:nvPr/>
          </p:nvSpPr>
          <p:spPr>
            <a:xfrm>
              <a:off x="9816084" y="423672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85" name="object 300">
              <a:extLst>
                <a:ext uri="{FF2B5EF4-FFF2-40B4-BE49-F238E27FC236}">
                  <a16:creationId xmlns:a16="http://schemas.microsoft.com/office/drawing/2014/main" id="{882B17A0-754E-45CE-BF96-14590AC76891}"/>
                </a:ext>
              </a:extLst>
            </p:cNvPr>
            <p:cNvSpPr/>
            <p:nvPr/>
          </p:nvSpPr>
          <p:spPr>
            <a:xfrm>
              <a:off x="9816083" y="423672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86" name="object 301">
              <a:extLst>
                <a:ext uri="{FF2B5EF4-FFF2-40B4-BE49-F238E27FC236}">
                  <a16:creationId xmlns:a16="http://schemas.microsoft.com/office/drawing/2014/main" id="{955F4BBC-CA67-44C0-B604-B3C67243D2C2}"/>
                </a:ext>
              </a:extLst>
            </p:cNvPr>
            <p:cNvSpPr/>
            <p:nvPr/>
          </p:nvSpPr>
          <p:spPr>
            <a:xfrm>
              <a:off x="9909048"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87" name="object 302">
              <a:extLst>
                <a:ext uri="{FF2B5EF4-FFF2-40B4-BE49-F238E27FC236}">
                  <a16:creationId xmlns:a16="http://schemas.microsoft.com/office/drawing/2014/main" id="{34771715-B8C3-4741-A620-06F021B1BA30}"/>
                </a:ext>
              </a:extLst>
            </p:cNvPr>
            <p:cNvSpPr/>
            <p:nvPr/>
          </p:nvSpPr>
          <p:spPr>
            <a:xfrm>
              <a:off x="9909047"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88" name="object 303">
              <a:extLst>
                <a:ext uri="{FF2B5EF4-FFF2-40B4-BE49-F238E27FC236}">
                  <a16:creationId xmlns:a16="http://schemas.microsoft.com/office/drawing/2014/main" id="{A86E73B9-D1B3-4473-B327-A302D6E46F10}"/>
                </a:ext>
              </a:extLst>
            </p:cNvPr>
            <p:cNvSpPr/>
            <p:nvPr/>
          </p:nvSpPr>
          <p:spPr>
            <a:xfrm>
              <a:off x="9724644"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89" name="object 304">
              <a:extLst>
                <a:ext uri="{FF2B5EF4-FFF2-40B4-BE49-F238E27FC236}">
                  <a16:creationId xmlns:a16="http://schemas.microsoft.com/office/drawing/2014/main" id="{401D74FD-18E0-4A90-A84F-ADD1F03C4F2B}"/>
                </a:ext>
              </a:extLst>
            </p:cNvPr>
            <p:cNvSpPr/>
            <p:nvPr/>
          </p:nvSpPr>
          <p:spPr>
            <a:xfrm>
              <a:off x="9724644"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90" name="object 305">
              <a:extLst>
                <a:ext uri="{FF2B5EF4-FFF2-40B4-BE49-F238E27FC236}">
                  <a16:creationId xmlns:a16="http://schemas.microsoft.com/office/drawing/2014/main" id="{E3E61B06-6648-4B4E-BA24-C0668F513CB2}"/>
                </a:ext>
              </a:extLst>
            </p:cNvPr>
            <p:cNvSpPr/>
            <p:nvPr/>
          </p:nvSpPr>
          <p:spPr>
            <a:xfrm>
              <a:off x="9816084" y="432206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791" name="object 306">
              <a:extLst>
                <a:ext uri="{FF2B5EF4-FFF2-40B4-BE49-F238E27FC236}">
                  <a16:creationId xmlns:a16="http://schemas.microsoft.com/office/drawing/2014/main" id="{D9B166D6-F4CB-4158-B680-E635CCD9B775}"/>
                </a:ext>
              </a:extLst>
            </p:cNvPr>
            <p:cNvSpPr/>
            <p:nvPr/>
          </p:nvSpPr>
          <p:spPr>
            <a:xfrm>
              <a:off x="9816083" y="432206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792" name="object 307">
              <a:extLst>
                <a:ext uri="{FF2B5EF4-FFF2-40B4-BE49-F238E27FC236}">
                  <a16:creationId xmlns:a16="http://schemas.microsoft.com/office/drawing/2014/main" id="{7D29B786-FC67-4ECC-BB40-AD251E5992FC}"/>
                </a:ext>
              </a:extLst>
            </p:cNvPr>
            <p:cNvSpPr/>
            <p:nvPr/>
          </p:nvSpPr>
          <p:spPr>
            <a:xfrm>
              <a:off x="9909048"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93" name="object 308">
              <a:extLst>
                <a:ext uri="{FF2B5EF4-FFF2-40B4-BE49-F238E27FC236}">
                  <a16:creationId xmlns:a16="http://schemas.microsoft.com/office/drawing/2014/main" id="{64BA3C1D-5029-4026-A8DE-0D7161E10DA1}"/>
                </a:ext>
              </a:extLst>
            </p:cNvPr>
            <p:cNvSpPr/>
            <p:nvPr/>
          </p:nvSpPr>
          <p:spPr>
            <a:xfrm>
              <a:off x="9909047"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794" name="object 309">
              <a:extLst>
                <a:ext uri="{FF2B5EF4-FFF2-40B4-BE49-F238E27FC236}">
                  <a16:creationId xmlns:a16="http://schemas.microsoft.com/office/drawing/2014/main" id="{FF160F97-6713-4DDA-9640-C04715D40224}"/>
                </a:ext>
              </a:extLst>
            </p:cNvPr>
            <p:cNvSpPr/>
            <p:nvPr/>
          </p:nvSpPr>
          <p:spPr>
            <a:xfrm>
              <a:off x="10000488"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795" name="object 310">
              <a:extLst>
                <a:ext uri="{FF2B5EF4-FFF2-40B4-BE49-F238E27FC236}">
                  <a16:creationId xmlns:a16="http://schemas.microsoft.com/office/drawing/2014/main" id="{7236FD01-D1EB-4F5E-9546-E4D70DC2CA13}"/>
                </a:ext>
              </a:extLst>
            </p:cNvPr>
            <p:cNvSpPr/>
            <p:nvPr/>
          </p:nvSpPr>
          <p:spPr>
            <a:xfrm>
              <a:off x="10000488"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796" name="object 311">
              <a:extLst>
                <a:ext uri="{FF2B5EF4-FFF2-40B4-BE49-F238E27FC236}">
                  <a16:creationId xmlns:a16="http://schemas.microsoft.com/office/drawing/2014/main" id="{22FE13B3-5169-46E7-AE06-844DB83D1567}"/>
                </a:ext>
              </a:extLst>
            </p:cNvPr>
            <p:cNvSpPr/>
            <p:nvPr/>
          </p:nvSpPr>
          <p:spPr>
            <a:xfrm>
              <a:off x="10000488"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solidFill>
              <a:srgbClr val="E7FFBD"/>
            </a:solidFill>
          </p:spPr>
          <p:txBody>
            <a:bodyPr wrap="square" lIns="0" tIns="0" rIns="0" bIns="0" rtlCol="0"/>
            <a:lstStyle/>
            <a:p>
              <a:endParaRPr/>
            </a:p>
          </p:txBody>
        </p:sp>
        <p:sp>
          <p:nvSpPr>
            <p:cNvPr id="797" name="object 312">
              <a:extLst>
                <a:ext uri="{FF2B5EF4-FFF2-40B4-BE49-F238E27FC236}">
                  <a16:creationId xmlns:a16="http://schemas.microsoft.com/office/drawing/2014/main" id="{F31D22D7-8A70-4A2D-A248-B6D56CC780C7}"/>
                </a:ext>
              </a:extLst>
            </p:cNvPr>
            <p:cNvSpPr/>
            <p:nvPr/>
          </p:nvSpPr>
          <p:spPr>
            <a:xfrm>
              <a:off x="10000488"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798" name="object 313">
              <a:extLst>
                <a:ext uri="{FF2B5EF4-FFF2-40B4-BE49-F238E27FC236}">
                  <a16:creationId xmlns:a16="http://schemas.microsoft.com/office/drawing/2014/main" id="{27DB571A-770F-4C25-ADD9-C45CF40C8A4B}"/>
                </a:ext>
              </a:extLst>
            </p:cNvPr>
            <p:cNvSpPr/>
            <p:nvPr/>
          </p:nvSpPr>
          <p:spPr>
            <a:xfrm>
              <a:off x="10000488"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799" name="object 314">
              <a:extLst>
                <a:ext uri="{FF2B5EF4-FFF2-40B4-BE49-F238E27FC236}">
                  <a16:creationId xmlns:a16="http://schemas.microsoft.com/office/drawing/2014/main" id="{B6C4239C-52BA-43B2-85E0-990D264C2C93}"/>
                </a:ext>
              </a:extLst>
            </p:cNvPr>
            <p:cNvSpPr/>
            <p:nvPr/>
          </p:nvSpPr>
          <p:spPr>
            <a:xfrm>
              <a:off x="10000488"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00" name="object 315">
              <a:extLst>
                <a:ext uri="{FF2B5EF4-FFF2-40B4-BE49-F238E27FC236}">
                  <a16:creationId xmlns:a16="http://schemas.microsoft.com/office/drawing/2014/main" id="{F818A7DA-32F8-4CE9-BEE3-BD3D47748F30}"/>
                </a:ext>
              </a:extLst>
            </p:cNvPr>
            <p:cNvSpPr/>
            <p:nvPr/>
          </p:nvSpPr>
          <p:spPr>
            <a:xfrm>
              <a:off x="10000488"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801" name="object 316">
              <a:extLst>
                <a:ext uri="{FF2B5EF4-FFF2-40B4-BE49-F238E27FC236}">
                  <a16:creationId xmlns:a16="http://schemas.microsoft.com/office/drawing/2014/main" id="{F4040C31-46D2-48A0-B1AB-5BEFA8C482C2}"/>
                </a:ext>
              </a:extLst>
            </p:cNvPr>
            <p:cNvSpPr/>
            <p:nvPr/>
          </p:nvSpPr>
          <p:spPr>
            <a:xfrm>
              <a:off x="10000488"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02" name="object 317">
              <a:extLst>
                <a:ext uri="{FF2B5EF4-FFF2-40B4-BE49-F238E27FC236}">
                  <a16:creationId xmlns:a16="http://schemas.microsoft.com/office/drawing/2014/main" id="{91E02297-AA7D-4792-8235-AA430E2BCE31}"/>
                </a:ext>
              </a:extLst>
            </p:cNvPr>
            <p:cNvSpPr/>
            <p:nvPr/>
          </p:nvSpPr>
          <p:spPr>
            <a:xfrm>
              <a:off x="10366248" y="4064503"/>
              <a:ext cx="90170" cy="85725"/>
            </a:xfrm>
            <a:custGeom>
              <a:avLst/>
              <a:gdLst/>
              <a:ahLst/>
              <a:cxnLst/>
              <a:rect l="l" t="t" r="r" b="b"/>
              <a:pathLst>
                <a:path w="90170" h="85725">
                  <a:moveTo>
                    <a:pt x="0" y="85347"/>
                  </a:moveTo>
                  <a:lnTo>
                    <a:pt x="89916" y="85347"/>
                  </a:lnTo>
                  <a:lnTo>
                    <a:pt x="89916" y="0"/>
                  </a:lnTo>
                  <a:lnTo>
                    <a:pt x="0" y="0"/>
                  </a:lnTo>
                  <a:lnTo>
                    <a:pt x="0" y="85347"/>
                  </a:lnTo>
                  <a:close/>
                </a:path>
              </a:pathLst>
            </a:custGeom>
            <a:solidFill>
              <a:srgbClr val="E7FFBD"/>
            </a:solidFill>
          </p:spPr>
          <p:txBody>
            <a:bodyPr wrap="square" lIns="0" tIns="0" rIns="0" bIns="0" rtlCol="0"/>
            <a:lstStyle/>
            <a:p>
              <a:endParaRPr/>
            </a:p>
          </p:txBody>
        </p:sp>
        <p:sp>
          <p:nvSpPr>
            <p:cNvPr id="803" name="object 318">
              <a:extLst>
                <a:ext uri="{FF2B5EF4-FFF2-40B4-BE49-F238E27FC236}">
                  <a16:creationId xmlns:a16="http://schemas.microsoft.com/office/drawing/2014/main" id="{867B9BD8-E2C1-4FC0-9985-E58548189FED}"/>
                </a:ext>
              </a:extLst>
            </p:cNvPr>
            <p:cNvSpPr/>
            <p:nvPr/>
          </p:nvSpPr>
          <p:spPr>
            <a:xfrm>
              <a:off x="10364723"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804" name="object 319">
              <a:extLst>
                <a:ext uri="{FF2B5EF4-FFF2-40B4-BE49-F238E27FC236}">
                  <a16:creationId xmlns:a16="http://schemas.microsoft.com/office/drawing/2014/main" id="{3DC23F6F-E0CA-44A7-BD12-835F065A35F9}"/>
                </a:ext>
              </a:extLst>
            </p:cNvPr>
            <p:cNvSpPr/>
            <p:nvPr/>
          </p:nvSpPr>
          <p:spPr>
            <a:xfrm>
              <a:off x="10366248" y="4149854"/>
              <a:ext cx="90170" cy="86995"/>
            </a:xfrm>
            <a:custGeom>
              <a:avLst/>
              <a:gdLst/>
              <a:ahLst/>
              <a:cxnLst/>
              <a:rect l="l" t="t" r="r" b="b"/>
              <a:pathLst>
                <a:path w="90170" h="86995">
                  <a:moveTo>
                    <a:pt x="0" y="86865"/>
                  </a:moveTo>
                  <a:lnTo>
                    <a:pt x="89916" y="86865"/>
                  </a:lnTo>
                  <a:lnTo>
                    <a:pt x="89916" y="0"/>
                  </a:lnTo>
                  <a:lnTo>
                    <a:pt x="0" y="0"/>
                  </a:lnTo>
                  <a:lnTo>
                    <a:pt x="0" y="86865"/>
                  </a:lnTo>
                  <a:close/>
                </a:path>
              </a:pathLst>
            </a:custGeom>
            <a:solidFill>
              <a:srgbClr val="E7FFBD"/>
            </a:solidFill>
          </p:spPr>
          <p:txBody>
            <a:bodyPr wrap="square" lIns="0" tIns="0" rIns="0" bIns="0" rtlCol="0"/>
            <a:lstStyle/>
            <a:p>
              <a:endParaRPr/>
            </a:p>
          </p:txBody>
        </p:sp>
        <p:sp>
          <p:nvSpPr>
            <p:cNvPr id="805" name="object 320">
              <a:extLst>
                <a:ext uri="{FF2B5EF4-FFF2-40B4-BE49-F238E27FC236}">
                  <a16:creationId xmlns:a16="http://schemas.microsoft.com/office/drawing/2014/main" id="{143F0E3D-2F18-4473-995C-FA36CFF26312}"/>
                </a:ext>
              </a:extLst>
            </p:cNvPr>
            <p:cNvSpPr/>
            <p:nvPr/>
          </p:nvSpPr>
          <p:spPr>
            <a:xfrm>
              <a:off x="10364723"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806" name="object 321">
              <a:extLst>
                <a:ext uri="{FF2B5EF4-FFF2-40B4-BE49-F238E27FC236}">
                  <a16:creationId xmlns:a16="http://schemas.microsoft.com/office/drawing/2014/main" id="{828D96AC-10FA-4E9E-9862-F2079F2FD3B2}"/>
                </a:ext>
              </a:extLst>
            </p:cNvPr>
            <p:cNvSpPr/>
            <p:nvPr/>
          </p:nvSpPr>
          <p:spPr>
            <a:xfrm>
              <a:off x="10366248" y="4236720"/>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807" name="object 322">
              <a:extLst>
                <a:ext uri="{FF2B5EF4-FFF2-40B4-BE49-F238E27FC236}">
                  <a16:creationId xmlns:a16="http://schemas.microsoft.com/office/drawing/2014/main" id="{5EDCA572-5C29-4635-A4E5-7CE5B7EA58B7}"/>
                </a:ext>
              </a:extLst>
            </p:cNvPr>
            <p:cNvSpPr/>
            <p:nvPr/>
          </p:nvSpPr>
          <p:spPr>
            <a:xfrm>
              <a:off x="10364723"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08" name="object 323">
              <a:extLst>
                <a:ext uri="{FF2B5EF4-FFF2-40B4-BE49-F238E27FC236}">
                  <a16:creationId xmlns:a16="http://schemas.microsoft.com/office/drawing/2014/main" id="{D3AA875F-2BE8-404E-BB64-2BB6D2B419FD}"/>
                </a:ext>
              </a:extLst>
            </p:cNvPr>
            <p:cNvSpPr/>
            <p:nvPr/>
          </p:nvSpPr>
          <p:spPr>
            <a:xfrm>
              <a:off x="10366248" y="4322064"/>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7FFBD"/>
            </a:solidFill>
          </p:spPr>
          <p:txBody>
            <a:bodyPr wrap="square" lIns="0" tIns="0" rIns="0" bIns="0" rtlCol="0"/>
            <a:lstStyle/>
            <a:p>
              <a:endParaRPr/>
            </a:p>
          </p:txBody>
        </p:sp>
        <p:sp>
          <p:nvSpPr>
            <p:cNvPr id="809" name="object 324">
              <a:extLst>
                <a:ext uri="{FF2B5EF4-FFF2-40B4-BE49-F238E27FC236}">
                  <a16:creationId xmlns:a16="http://schemas.microsoft.com/office/drawing/2014/main" id="{65499107-932F-4555-AFD6-D748C7CBDFDB}"/>
                </a:ext>
              </a:extLst>
            </p:cNvPr>
            <p:cNvSpPr/>
            <p:nvPr/>
          </p:nvSpPr>
          <p:spPr>
            <a:xfrm>
              <a:off x="10364723"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10" name="object 325">
              <a:extLst>
                <a:ext uri="{FF2B5EF4-FFF2-40B4-BE49-F238E27FC236}">
                  <a16:creationId xmlns:a16="http://schemas.microsoft.com/office/drawing/2014/main" id="{E513FEE4-2CF2-41EE-A130-424DB4B60ADD}"/>
                </a:ext>
              </a:extLst>
            </p:cNvPr>
            <p:cNvSpPr/>
            <p:nvPr/>
          </p:nvSpPr>
          <p:spPr>
            <a:xfrm>
              <a:off x="10181844" y="406450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solidFill>
              <a:srgbClr val="E7FFBD"/>
            </a:solidFill>
          </p:spPr>
          <p:txBody>
            <a:bodyPr wrap="square" lIns="0" tIns="0" rIns="0" bIns="0" rtlCol="0"/>
            <a:lstStyle/>
            <a:p>
              <a:endParaRPr/>
            </a:p>
          </p:txBody>
        </p:sp>
        <p:sp>
          <p:nvSpPr>
            <p:cNvPr id="811" name="object 326">
              <a:extLst>
                <a:ext uri="{FF2B5EF4-FFF2-40B4-BE49-F238E27FC236}">
                  <a16:creationId xmlns:a16="http://schemas.microsoft.com/office/drawing/2014/main" id="{9ED99BDF-BEF7-4395-9A0F-9F7E04CF8F70}"/>
                </a:ext>
              </a:extLst>
            </p:cNvPr>
            <p:cNvSpPr/>
            <p:nvPr/>
          </p:nvSpPr>
          <p:spPr>
            <a:xfrm>
              <a:off x="10181844" y="406450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812" name="object 327">
              <a:extLst>
                <a:ext uri="{FF2B5EF4-FFF2-40B4-BE49-F238E27FC236}">
                  <a16:creationId xmlns:a16="http://schemas.microsoft.com/office/drawing/2014/main" id="{160C4E9E-403D-4495-BCBA-0EFC64784C92}"/>
                </a:ext>
              </a:extLst>
            </p:cNvPr>
            <p:cNvSpPr/>
            <p:nvPr/>
          </p:nvSpPr>
          <p:spPr>
            <a:xfrm>
              <a:off x="10181844" y="414985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solidFill>
              <a:srgbClr val="E7FFBD"/>
            </a:solidFill>
          </p:spPr>
          <p:txBody>
            <a:bodyPr wrap="square" lIns="0" tIns="0" rIns="0" bIns="0" rtlCol="0"/>
            <a:lstStyle/>
            <a:p>
              <a:endParaRPr/>
            </a:p>
          </p:txBody>
        </p:sp>
        <p:sp>
          <p:nvSpPr>
            <p:cNvPr id="813" name="object 328">
              <a:extLst>
                <a:ext uri="{FF2B5EF4-FFF2-40B4-BE49-F238E27FC236}">
                  <a16:creationId xmlns:a16="http://schemas.microsoft.com/office/drawing/2014/main" id="{76E7F321-1312-43CF-AD65-51516EC25262}"/>
                </a:ext>
              </a:extLst>
            </p:cNvPr>
            <p:cNvSpPr/>
            <p:nvPr/>
          </p:nvSpPr>
          <p:spPr>
            <a:xfrm>
              <a:off x="10181844" y="414985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a:p>
          </p:txBody>
        </p:sp>
        <p:sp>
          <p:nvSpPr>
            <p:cNvPr id="814" name="object 329">
              <a:extLst>
                <a:ext uri="{FF2B5EF4-FFF2-40B4-BE49-F238E27FC236}">
                  <a16:creationId xmlns:a16="http://schemas.microsoft.com/office/drawing/2014/main" id="{8E677597-138B-4B42-9A9A-8E06FDFDD016}"/>
                </a:ext>
              </a:extLst>
            </p:cNvPr>
            <p:cNvSpPr/>
            <p:nvPr/>
          </p:nvSpPr>
          <p:spPr>
            <a:xfrm>
              <a:off x="10181844" y="423672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815" name="object 330">
              <a:extLst>
                <a:ext uri="{FF2B5EF4-FFF2-40B4-BE49-F238E27FC236}">
                  <a16:creationId xmlns:a16="http://schemas.microsoft.com/office/drawing/2014/main" id="{BF87D177-8575-4FD4-918E-FA682F66FD19}"/>
                </a:ext>
              </a:extLst>
            </p:cNvPr>
            <p:cNvSpPr/>
            <p:nvPr/>
          </p:nvSpPr>
          <p:spPr>
            <a:xfrm>
              <a:off x="10181844" y="423672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816" name="object 331">
              <a:extLst>
                <a:ext uri="{FF2B5EF4-FFF2-40B4-BE49-F238E27FC236}">
                  <a16:creationId xmlns:a16="http://schemas.microsoft.com/office/drawing/2014/main" id="{95E428B0-09F2-4312-8AB3-DCE0C94957BE}"/>
                </a:ext>
              </a:extLst>
            </p:cNvPr>
            <p:cNvSpPr/>
            <p:nvPr/>
          </p:nvSpPr>
          <p:spPr>
            <a:xfrm>
              <a:off x="10181844" y="432206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817" name="object 332">
              <a:extLst>
                <a:ext uri="{FF2B5EF4-FFF2-40B4-BE49-F238E27FC236}">
                  <a16:creationId xmlns:a16="http://schemas.microsoft.com/office/drawing/2014/main" id="{E3D488A4-A868-4874-8195-F3EB1C1B17B4}"/>
                </a:ext>
              </a:extLst>
            </p:cNvPr>
            <p:cNvSpPr/>
            <p:nvPr/>
          </p:nvSpPr>
          <p:spPr>
            <a:xfrm>
              <a:off x="10181844" y="432206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818" name="object 333">
              <a:extLst>
                <a:ext uri="{FF2B5EF4-FFF2-40B4-BE49-F238E27FC236}">
                  <a16:creationId xmlns:a16="http://schemas.microsoft.com/office/drawing/2014/main" id="{2156ADEA-A6CC-440E-A5DF-6A43F6F55377}"/>
                </a:ext>
              </a:extLst>
            </p:cNvPr>
            <p:cNvSpPr/>
            <p:nvPr/>
          </p:nvSpPr>
          <p:spPr>
            <a:xfrm>
              <a:off x="10274808"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819" name="object 334">
              <a:extLst>
                <a:ext uri="{FF2B5EF4-FFF2-40B4-BE49-F238E27FC236}">
                  <a16:creationId xmlns:a16="http://schemas.microsoft.com/office/drawing/2014/main" id="{13F3BF1A-4EDB-4D34-B1D6-F06EFBCC7E7E}"/>
                </a:ext>
              </a:extLst>
            </p:cNvPr>
            <p:cNvSpPr/>
            <p:nvPr/>
          </p:nvSpPr>
          <p:spPr>
            <a:xfrm>
              <a:off x="10274808"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820" name="object 335">
              <a:extLst>
                <a:ext uri="{FF2B5EF4-FFF2-40B4-BE49-F238E27FC236}">
                  <a16:creationId xmlns:a16="http://schemas.microsoft.com/office/drawing/2014/main" id="{BBCE83C6-0415-4C47-A242-DBB827FE08B5}"/>
                </a:ext>
              </a:extLst>
            </p:cNvPr>
            <p:cNvSpPr/>
            <p:nvPr/>
          </p:nvSpPr>
          <p:spPr>
            <a:xfrm>
              <a:off x="10274808"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solidFill>
              <a:srgbClr val="E7FFBD"/>
            </a:solidFill>
          </p:spPr>
          <p:txBody>
            <a:bodyPr wrap="square" lIns="0" tIns="0" rIns="0" bIns="0" rtlCol="0"/>
            <a:lstStyle/>
            <a:p>
              <a:endParaRPr/>
            </a:p>
          </p:txBody>
        </p:sp>
        <p:sp>
          <p:nvSpPr>
            <p:cNvPr id="821" name="object 336">
              <a:extLst>
                <a:ext uri="{FF2B5EF4-FFF2-40B4-BE49-F238E27FC236}">
                  <a16:creationId xmlns:a16="http://schemas.microsoft.com/office/drawing/2014/main" id="{26554F52-1E44-4C8F-AC62-864AC29586B6}"/>
                </a:ext>
              </a:extLst>
            </p:cNvPr>
            <p:cNvSpPr/>
            <p:nvPr/>
          </p:nvSpPr>
          <p:spPr>
            <a:xfrm>
              <a:off x="10274808"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822" name="object 337">
              <a:extLst>
                <a:ext uri="{FF2B5EF4-FFF2-40B4-BE49-F238E27FC236}">
                  <a16:creationId xmlns:a16="http://schemas.microsoft.com/office/drawing/2014/main" id="{075D72B5-7FAB-4860-9A3D-C735DFEE50C4}"/>
                </a:ext>
              </a:extLst>
            </p:cNvPr>
            <p:cNvSpPr/>
            <p:nvPr/>
          </p:nvSpPr>
          <p:spPr>
            <a:xfrm>
              <a:off x="10274808"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823" name="object 338">
              <a:extLst>
                <a:ext uri="{FF2B5EF4-FFF2-40B4-BE49-F238E27FC236}">
                  <a16:creationId xmlns:a16="http://schemas.microsoft.com/office/drawing/2014/main" id="{A39890B7-0D44-4170-BF9C-D1505F7CFF71}"/>
                </a:ext>
              </a:extLst>
            </p:cNvPr>
            <p:cNvSpPr/>
            <p:nvPr/>
          </p:nvSpPr>
          <p:spPr>
            <a:xfrm>
              <a:off x="10274808"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24" name="object 339">
              <a:extLst>
                <a:ext uri="{FF2B5EF4-FFF2-40B4-BE49-F238E27FC236}">
                  <a16:creationId xmlns:a16="http://schemas.microsoft.com/office/drawing/2014/main" id="{C7C587B0-7B1B-466F-AB40-91C21734E82E}"/>
                </a:ext>
              </a:extLst>
            </p:cNvPr>
            <p:cNvSpPr/>
            <p:nvPr/>
          </p:nvSpPr>
          <p:spPr>
            <a:xfrm>
              <a:off x="10274808"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825" name="object 340">
              <a:extLst>
                <a:ext uri="{FF2B5EF4-FFF2-40B4-BE49-F238E27FC236}">
                  <a16:creationId xmlns:a16="http://schemas.microsoft.com/office/drawing/2014/main" id="{1EBF65DB-E456-401D-B636-87F360FBBDD8}"/>
                </a:ext>
              </a:extLst>
            </p:cNvPr>
            <p:cNvSpPr/>
            <p:nvPr/>
          </p:nvSpPr>
          <p:spPr>
            <a:xfrm>
              <a:off x="10274808"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26" name="object 341">
              <a:extLst>
                <a:ext uri="{FF2B5EF4-FFF2-40B4-BE49-F238E27FC236}">
                  <a16:creationId xmlns:a16="http://schemas.microsoft.com/office/drawing/2014/main" id="{C6388B33-FDB8-4BD6-A49B-0F33E871358F}"/>
                </a:ext>
              </a:extLst>
            </p:cNvPr>
            <p:cNvSpPr txBox="1"/>
            <p:nvPr/>
          </p:nvSpPr>
          <p:spPr>
            <a:xfrm>
              <a:off x="9988422" y="3797046"/>
              <a:ext cx="114935" cy="239395"/>
            </a:xfrm>
            <a:prstGeom prst="rect">
              <a:avLst/>
            </a:prstGeom>
          </p:spPr>
          <p:txBody>
            <a:bodyPr vert="horz" wrap="square" lIns="0" tIns="12700" rIns="0" bIns="0" rtlCol="0">
              <a:spAutoFit/>
            </a:bodyPr>
            <a:lstStyle/>
            <a:p>
              <a:pPr marL="12700">
                <a:lnSpc>
                  <a:spcPct val="100000"/>
                </a:lnSpc>
                <a:spcBef>
                  <a:spcPts val="100"/>
                </a:spcBef>
              </a:pPr>
              <a:r>
                <a:rPr sz="1400" i="1" dirty="0">
                  <a:latin typeface="Arial"/>
                  <a:cs typeface="Arial"/>
                </a:rPr>
                <a:t>v</a:t>
              </a:r>
              <a:endParaRPr sz="1400">
                <a:latin typeface="Arial"/>
                <a:cs typeface="Arial"/>
              </a:endParaRPr>
            </a:p>
          </p:txBody>
        </p:sp>
        <p:sp>
          <p:nvSpPr>
            <p:cNvPr id="827" name="object 342">
              <a:extLst>
                <a:ext uri="{FF2B5EF4-FFF2-40B4-BE49-F238E27FC236}">
                  <a16:creationId xmlns:a16="http://schemas.microsoft.com/office/drawing/2014/main" id="{8E3E6D96-9DCD-481D-8416-B782423489BA}"/>
                </a:ext>
              </a:extLst>
            </p:cNvPr>
            <p:cNvSpPr/>
            <p:nvPr/>
          </p:nvSpPr>
          <p:spPr>
            <a:xfrm>
              <a:off x="8956548" y="4064503"/>
              <a:ext cx="92967" cy="85347"/>
            </a:xfrm>
            <a:prstGeom prst="rect">
              <a:avLst/>
            </a:prstGeom>
            <a:blipFill>
              <a:blip r:embed="rId35" cstate="print"/>
              <a:stretch>
                <a:fillRect/>
              </a:stretch>
            </a:blipFill>
          </p:spPr>
          <p:txBody>
            <a:bodyPr wrap="square" lIns="0" tIns="0" rIns="0" bIns="0" rtlCol="0"/>
            <a:lstStyle/>
            <a:p>
              <a:endParaRPr/>
            </a:p>
          </p:txBody>
        </p:sp>
        <p:sp>
          <p:nvSpPr>
            <p:cNvPr id="828" name="object 343">
              <a:extLst>
                <a:ext uri="{FF2B5EF4-FFF2-40B4-BE49-F238E27FC236}">
                  <a16:creationId xmlns:a16="http://schemas.microsoft.com/office/drawing/2014/main" id="{F2CC1726-F623-431C-AEC6-ECB0758420E0}"/>
                </a:ext>
              </a:extLst>
            </p:cNvPr>
            <p:cNvSpPr/>
            <p:nvPr/>
          </p:nvSpPr>
          <p:spPr>
            <a:xfrm>
              <a:off x="8956547" y="4064503"/>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a:p>
          </p:txBody>
        </p:sp>
        <p:sp>
          <p:nvSpPr>
            <p:cNvPr id="829" name="object 344">
              <a:extLst>
                <a:ext uri="{FF2B5EF4-FFF2-40B4-BE49-F238E27FC236}">
                  <a16:creationId xmlns:a16="http://schemas.microsoft.com/office/drawing/2014/main" id="{25F9608F-E55C-469C-926D-4F43B412E5B0}"/>
                </a:ext>
              </a:extLst>
            </p:cNvPr>
            <p:cNvSpPr/>
            <p:nvPr/>
          </p:nvSpPr>
          <p:spPr>
            <a:xfrm>
              <a:off x="8956548" y="4149854"/>
              <a:ext cx="92967" cy="86865"/>
            </a:xfrm>
            <a:prstGeom prst="rect">
              <a:avLst/>
            </a:prstGeom>
            <a:blipFill>
              <a:blip r:embed="rId36" cstate="print"/>
              <a:stretch>
                <a:fillRect/>
              </a:stretch>
            </a:blipFill>
          </p:spPr>
          <p:txBody>
            <a:bodyPr wrap="square" lIns="0" tIns="0" rIns="0" bIns="0" rtlCol="0"/>
            <a:lstStyle/>
            <a:p>
              <a:endParaRPr/>
            </a:p>
          </p:txBody>
        </p:sp>
        <p:sp>
          <p:nvSpPr>
            <p:cNvPr id="830" name="object 345">
              <a:extLst>
                <a:ext uri="{FF2B5EF4-FFF2-40B4-BE49-F238E27FC236}">
                  <a16:creationId xmlns:a16="http://schemas.microsoft.com/office/drawing/2014/main" id="{C1FA75A6-CD75-440E-8B24-B4E7DDB7003A}"/>
                </a:ext>
              </a:extLst>
            </p:cNvPr>
            <p:cNvSpPr/>
            <p:nvPr/>
          </p:nvSpPr>
          <p:spPr>
            <a:xfrm>
              <a:off x="8956547" y="4149854"/>
              <a:ext cx="93345" cy="86995"/>
            </a:xfrm>
            <a:custGeom>
              <a:avLst/>
              <a:gdLst/>
              <a:ahLst/>
              <a:cxnLst/>
              <a:rect l="l" t="t" r="r" b="b"/>
              <a:pathLst>
                <a:path w="93345"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a:p>
          </p:txBody>
        </p:sp>
        <p:sp>
          <p:nvSpPr>
            <p:cNvPr id="831" name="object 346">
              <a:extLst>
                <a:ext uri="{FF2B5EF4-FFF2-40B4-BE49-F238E27FC236}">
                  <a16:creationId xmlns:a16="http://schemas.microsoft.com/office/drawing/2014/main" id="{BA2FFE36-69B8-4BA9-B8B8-B339542FF39D}"/>
                </a:ext>
              </a:extLst>
            </p:cNvPr>
            <p:cNvSpPr/>
            <p:nvPr/>
          </p:nvSpPr>
          <p:spPr>
            <a:xfrm>
              <a:off x="8956548" y="4236720"/>
              <a:ext cx="92967" cy="85342"/>
            </a:xfrm>
            <a:prstGeom prst="rect">
              <a:avLst/>
            </a:prstGeom>
            <a:blipFill>
              <a:blip r:embed="rId37" cstate="print"/>
              <a:stretch>
                <a:fillRect/>
              </a:stretch>
            </a:blipFill>
          </p:spPr>
          <p:txBody>
            <a:bodyPr wrap="square" lIns="0" tIns="0" rIns="0" bIns="0" rtlCol="0"/>
            <a:lstStyle/>
            <a:p>
              <a:endParaRPr/>
            </a:p>
          </p:txBody>
        </p:sp>
        <p:sp>
          <p:nvSpPr>
            <p:cNvPr id="832" name="object 347">
              <a:extLst>
                <a:ext uri="{FF2B5EF4-FFF2-40B4-BE49-F238E27FC236}">
                  <a16:creationId xmlns:a16="http://schemas.microsoft.com/office/drawing/2014/main" id="{567B240F-89EA-469D-897C-2367D1165B00}"/>
                </a:ext>
              </a:extLst>
            </p:cNvPr>
            <p:cNvSpPr/>
            <p:nvPr/>
          </p:nvSpPr>
          <p:spPr>
            <a:xfrm>
              <a:off x="8956547" y="4236720"/>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833" name="object 348">
              <a:extLst>
                <a:ext uri="{FF2B5EF4-FFF2-40B4-BE49-F238E27FC236}">
                  <a16:creationId xmlns:a16="http://schemas.microsoft.com/office/drawing/2014/main" id="{DCB27B15-BB17-4DB2-BCBF-29D94D14448C}"/>
                </a:ext>
              </a:extLst>
            </p:cNvPr>
            <p:cNvSpPr/>
            <p:nvPr/>
          </p:nvSpPr>
          <p:spPr>
            <a:xfrm>
              <a:off x="8956548" y="4322064"/>
              <a:ext cx="92967" cy="85342"/>
            </a:xfrm>
            <a:prstGeom prst="rect">
              <a:avLst/>
            </a:prstGeom>
            <a:blipFill>
              <a:blip r:embed="rId38" cstate="print"/>
              <a:stretch>
                <a:fillRect/>
              </a:stretch>
            </a:blipFill>
          </p:spPr>
          <p:txBody>
            <a:bodyPr wrap="square" lIns="0" tIns="0" rIns="0" bIns="0" rtlCol="0"/>
            <a:lstStyle/>
            <a:p>
              <a:endParaRPr/>
            </a:p>
          </p:txBody>
        </p:sp>
        <p:sp>
          <p:nvSpPr>
            <p:cNvPr id="834" name="object 349">
              <a:extLst>
                <a:ext uri="{FF2B5EF4-FFF2-40B4-BE49-F238E27FC236}">
                  <a16:creationId xmlns:a16="http://schemas.microsoft.com/office/drawing/2014/main" id="{3F8B4D14-4B12-4CFA-B08A-254A38716032}"/>
                </a:ext>
              </a:extLst>
            </p:cNvPr>
            <p:cNvSpPr/>
            <p:nvPr/>
          </p:nvSpPr>
          <p:spPr>
            <a:xfrm>
              <a:off x="8956547" y="432206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835" name="object 350">
              <a:extLst>
                <a:ext uri="{FF2B5EF4-FFF2-40B4-BE49-F238E27FC236}">
                  <a16:creationId xmlns:a16="http://schemas.microsoft.com/office/drawing/2014/main" id="{98BDC277-2F46-4908-B53D-B7CBFA58E561}"/>
                </a:ext>
              </a:extLst>
            </p:cNvPr>
            <p:cNvSpPr/>
            <p:nvPr/>
          </p:nvSpPr>
          <p:spPr>
            <a:xfrm>
              <a:off x="8590788" y="4064503"/>
              <a:ext cx="92967" cy="85347"/>
            </a:xfrm>
            <a:prstGeom prst="rect">
              <a:avLst/>
            </a:prstGeom>
            <a:blipFill>
              <a:blip r:embed="rId39" cstate="print"/>
              <a:stretch>
                <a:fillRect/>
              </a:stretch>
            </a:blipFill>
          </p:spPr>
          <p:txBody>
            <a:bodyPr wrap="square" lIns="0" tIns="0" rIns="0" bIns="0" rtlCol="0"/>
            <a:lstStyle/>
            <a:p>
              <a:endParaRPr/>
            </a:p>
          </p:txBody>
        </p:sp>
        <p:sp>
          <p:nvSpPr>
            <p:cNvPr id="836" name="object 351">
              <a:extLst>
                <a:ext uri="{FF2B5EF4-FFF2-40B4-BE49-F238E27FC236}">
                  <a16:creationId xmlns:a16="http://schemas.microsoft.com/office/drawing/2014/main" id="{7BE00A3E-E024-4DFB-9DA2-38430D26E294}"/>
                </a:ext>
              </a:extLst>
            </p:cNvPr>
            <p:cNvSpPr/>
            <p:nvPr/>
          </p:nvSpPr>
          <p:spPr>
            <a:xfrm>
              <a:off x="8590788" y="4064503"/>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a:p>
          </p:txBody>
        </p:sp>
        <p:sp>
          <p:nvSpPr>
            <p:cNvPr id="837" name="object 352">
              <a:extLst>
                <a:ext uri="{FF2B5EF4-FFF2-40B4-BE49-F238E27FC236}">
                  <a16:creationId xmlns:a16="http://schemas.microsoft.com/office/drawing/2014/main" id="{29EB346F-3955-4D48-B24F-9B9AEEC28009}"/>
                </a:ext>
              </a:extLst>
            </p:cNvPr>
            <p:cNvSpPr/>
            <p:nvPr/>
          </p:nvSpPr>
          <p:spPr>
            <a:xfrm>
              <a:off x="8683752" y="4064503"/>
              <a:ext cx="91440" cy="85347"/>
            </a:xfrm>
            <a:prstGeom prst="rect">
              <a:avLst/>
            </a:prstGeom>
            <a:blipFill>
              <a:blip r:embed="rId40" cstate="print"/>
              <a:stretch>
                <a:fillRect/>
              </a:stretch>
            </a:blipFill>
          </p:spPr>
          <p:txBody>
            <a:bodyPr wrap="square" lIns="0" tIns="0" rIns="0" bIns="0" rtlCol="0"/>
            <a:lstStyle/>
            <a:p>
              <a:endParaRPr/>
            </a:p>
          </p:txBody>
        </p:sp>
        <p:sp>
          <p:nvSpPr>
            <p:cNvPr id="838" name="object 353">
              <a:extLst>
                <a:ext uri="{FF2B5EF4-FFF2-40B4-BE49-F238E27FC236}">
                  <a16:creationId xmlns:a16="http://schemas.microsoft.com/office/drawing/2014/main" id="{86CD0B03-AEE2-40B5-B7D0-E7439357D607}"/>
                </a:ext>
              </a:extLst>
            </p:cNvPr>
            <p:cNvSpPr/>
            <p:nvPr/>
          </p:nvSpPr>
          <p:spPr>
            <a:xfrm>
              <a:off x="8683752"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839" name="object 354">
              <a:extLst>
                <a:ext uri="{FF2B5EF4-FFF2-40B4-BE49-F238E27FC236}">
                  <a16:creationId xmlns:a16="http://schemas.microsoft.com/office/drawing/2014/main" id="{A7D7261F-81C6-48D8-91AC-829F01D63B47}"/>
                </a:ext>
              </a:extLst>
            </p:cNvPr>
            <p:cNvSpPr/>
            <p:nvPr/>
          </p:nvSpPr>
          <p:spPr>
            <a:xfrm>
              <a:off x="8775192" y="4064503"/>
              <a:ext cx="91440" cy="85347"/>
            </a:xfrm>
            <a:prstGeom prst="rect">
              <a:avLst/>
            </a:prstGeom>
            <a:blipFill>
              <a:blip r:embed="rId41" cstate="print"/>
              <a:stretch>
                <a:fillRect/>
              </a:stretch>
            </a:blipFill>
          </p:spPr>
          <p:txBody>
            <a:bodyPr wrap="square" lIns="0" tIns="0" rIns="0" bIns="0" rtlCol="0"/>
            <a:lstStyle/>
            <a:p>
              <a:endParaRPr/>
            </a:p>
          </p:txBody>
        </p:sp>
        <p:sp>
          <p:nvSpPr>
            <p:cNvPr id="840" name="object 355">
              <a:extLst>
                <a:ext uri="{FF2B5EF4-FFF2-40B4-BE49-F238E27FC236}">
                  <a16:creationId xmlns:a16="http://schemas.microsoft.com/office/drawing/2014/main" id="{EB4A9D91-46E6-4B39-B942-D0DC08851213}"/>
                </a:ext>
              </a:extLst>
            </p:cNvPr>
            <p:cNvSpPr/>
            <p:nvPr/>
          </p:nvSpPr>
          <p:spPr>
            <a:xfrm>
              <a:off x="8775192"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841" name="object 356">
              <a:extLst>
                <a:ext uri="{FF2B5EF4-FFF2-40B4-BE49-F238E27FC236}">
                  <a16:creationId xmlns:a16="http://schemas.microsoft.com/office/drawing/2014/main" id="{42ECDB2B-73DB-47A9-8E5E-845966AF3339}"/>
                </a:ext>
              </a:extLst>
            </p:cNvPr>
            <p:cNvSpPr/>
            <p:nvPr/>
          </p:nvSpPr>
          <p:spPr>
            <a:xfrm>
              <a:off x="8590788" y="4149854"/>
              <a:ext cx="92967" cy="86865"/>
            </a:xfrm>
            <a:prstGeom prst="rect">
              <a:avLst/>
            </a:prstGeom>
            <a:blipFill>
              <a:blip r:embed="rId42" cstate="print"/>
              <a:stretch>
                <a:fillRect/>
              </a:stretch>
            </a:blipFill>
          </p:spPr>
          <p:txBody>
            <a:bodyPr wrap="square" lIns="0" tIns="0" rIns="0" bIns="0" rtlCol="0"/>
            <a:lstStyle/>
            <a:p>
              <a:endParaRPr/>
            </a:p>
          </p:txBody>
        </p:sp>
        <p:sp>
          <p:nvSpPr>
            <p:cNvPr id="842" name="object 357">
              <a:extLst>
                <a:ext uri="{FF2B5EF4-FFF2-40B4-BE49-F238E27FC236}">
                  <a16:creationId xmlns:a16="http://schemas.microsoft.com/office/drawing/2014/main" id="{676FAC3E-007B-487B-AC42-8EADC17EA73A}"/>
                </a:ext>
              </a:extLst>
            </p:cNvPr>
            <p:cNvSpPr/>
            <p:nvPr/>
          </p:nvSpPr>
          <p:spPr>
            <a:xfrm>
              <a:off x="8590788" y="4149854"/>
              <a:ext cx="93345" cy="86995"/>
            </a:xfrm>
            <a:custGeom>
              <a:avLst/>
              <a:gdLst/>
              <a:ahLst/>
              <a:cxnLst/>
              <a:rect l="l" t="t" r="r" b="b"/>
              <a:pathLst>
                <a:path w="93345"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a:p>
          </p:txBody>
        </p:sp>
        <p:sp>
          <p:nvSpPr>
            <p:cNvPr id="843" name="object 358">
              <a:extLst>
                <a:ext uri="{FF2B5EF4-FFF2-40B4-BE49-F238E27FC236}">
                  <a16:creationId xmlns:a16="http://schemas.microsoft.com/office/drawing/2014/main" id="{A4E39365-17B7-44BB-AE28-D96C6516102B}"/>
                </a:ext>
              </a:extLst>
            </p:cNvPr>
            <p:cNvSpPr/>
            <p:nvPr/>
          </p:nvSpPr>
          <p:spPr>
            <a:xfrm>
              <a:off x="8683752" y="4149854"/>
              <a:ext cx="91440" cy="86865"/>
            </a:xfrm>
            <a:prstGeom prst="rect">
              <a:avLst/>
            </a:prstGeom>
            <a:blipFill>
              <a:blip r:embed="rId43" cstate="print"/>
              <a:stretch>
                <a:fillRect/>
              </a:stretch>
            </a:blipFill>
          </p:spPr>
          <p:txBody>
            <a:bodyPr wrap="square" lIns="0" tIns="0" rIns="0" bIns="0" rtlCol="0"/>
            <a:lstStyle/>
            <a:p>
              <a:endParaRPr/>
            </a:p>
          </p:txBody>
        </p:sp>
        <p:sp>
          <p:nvSpPr>
            <p:cNvPr id="844" name="object 359">
              <a:extLst>
                <a:ext uri="{FF2B5EF4-FFF2-40B4-BE49-F238E27FC236}">
                  <a16:creationId xmlns:a16="http://schemas.microsoft.com/office/drawing/2014/main" id="{8B8AE307-48D2-499A-AB2D-005DBDD04F43}"/>
                </a:ext>
              </a:extLst>
            </p:cNvPr>
            <p:cNvSpPr/>
            <p:nvPr/>
          </p:nvSpPr>
          <p:spPr>
            <a:xfrm>
              <a:off x="8683752"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845" name="object 360">
              <a:extLst>
                <a:ext uri="{FF2B5EF4-FFF2-40B4-BE49-F238E27FC236}">
                  <a16:creationId xmlns:a16="http://schemas.microsoft.com/office/drawing/2014/main" id="{AE5DD765-698E-4F07-904F-AF9EAF963BAC}"/>
                </a:ext>
              </a:extLst>
            </p:cNvPr>
            <p:cNvSpPr/>
            <p:nvPr/>
          </p:nvSpPr>
          <p:spPr>
            <a:xfrm>
              <a:off x="8775192" y="4149854"/>
              <a:ext cx="91440" cy="86865"/>
            </a:xfrm>
            <a:prstGeom prst="rect">
              <a:avLst/>
            </a:prstGeom>
            <a:blipFill>
              <a:blip r:embed="rId44" cstate="print"/>
              <a:stretch>
                <a:fillRect/>
              </a:stretch>
            </a:blipFill>
          </p:spPr>
          <p:txBody>
            <a:bodyPr wrap="square" lIns="0" tIns="0" rIns="0" bIns="0" rtlCol="0"/>
            <a:lstStyle/>
            <a:p>
              <a:endParaRPr/>
            </a:p>
          </p:txBody>
        </p:sp>
        <p:sp>
          <p:nvSpPr>
            <p:cNvPr id="846" name="object 361">
              <a:extLst>
                <a:ext uri="{FF2B5EF4-FFF2-40B4-BE49-F238E27FC236}">
                  <a16:creationId xmlns:a16="http://schemas.microsoft.com/office/drawing/2014/main" id="{22C7B570-4EE2-4FC1-B9B8-0F1D70C1660A}"/>
                </a:ext>
              </a:extLst>
            </p:cNvPr>
            <p:cNvSpPr/>
            <p:nvPr/>
          </p:nvSpPr>
          <p:spPr>
            <a:xfrm>
              <a:off x="8775192"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847" name="object 362">
              <a:extLst>
                <a:ext uri="{FF2B5EF4-FFF2-40B4-BE49-F238E27FC236}">
                  <a16:creationId xmlns:a16="http://schemas.microsoft.com/office/drawing/2014/main" id="{FCC7B826-424A-48AC-A829-B8C716D3931F}"/>
                </a:ext>
              </a:extLst>
            </p:cNvPr>
            <p:cNvSpPr/>
            <p:nvPr/>
          </p:nvSpPr>
          <p:spPr>
            <a:xfrm>
              <a:off x="8590788" y="4236720"/>
              <a:ext cx="92967" cy="85342"/>
            </a:xfrm>
            <a:prstGeom prst="rect">
              <a:avLst/>
            </a:prstGeom>
            <a:blipFill>
              <a:blip r:embed="rId45" cstate="print"/>
              <a:stretch>
                <a:fillRect/>
              </a:stretch>
            </a:blipFill>
          </p:spPr>
          <p:txBody>
            <a:bodyPr wrap="square" lIns="0" tIns="0" rIns="0" bIns="0" rtlCol="0"/>
            <a:lstStyle/>
            <a:p>
              <a:endParaRPr/>
            </a:p>
          </p:txBody>
        </p:sp>
        <p:sp>
          <p:nvSpPr>
            <p:cNvPr id="848" name="object 363">
              <a:extLst>
                <a:ext uri="{FF2B5EF4-FFF2-40B4-BE49-F238E27FC236}">
                  <a16:creationId xmlns:a16="http://schemas.microsoft.com/office/drawing/2014/main" id="{EE3BC56D-2BFE-4ED6-AD57-3D6B6904343D}"/>
                </a:ext>
              </a:extLst>
            </p:cNvPr>
            <p:cNvSpPr/>
            <p:nvPr/>
          </p:nvSpPr>
          <p:spPr>
            <a:xfrm>
              <a:off x="8590788" y="4236720"/>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849" name="object 364">
              <a:extLst>
                <a:ext uri="{FF2B5EF4-FFF2-40B4-BE49-F238E27FC236}">
                  <a16:creationId xmlns:a16="http://schemas.microsoft.com/office/drawing/2014/main" id="{3D5708DB-1745-4B1B-BD6E-CB0ECD387C66}"/>
                </a:ext>
              </a:extLst>
            </p:cNvPr>
            <p:cNvSpPr/>
            <p:nvPr/>
          </p:nvSpPr>
          <p:spPr>
            <a:xfrm>
              <a:off x="8683752" y="4236720"/>
              <a:ext cx="91440" cy="85342"/>
            </a:xfrm>
            <a:prstGeom prst="rect">
              <a:avLst/>
            </a:prstGeom>
            <a:blipFill>
              <a:blip r:embed="rId46" cstate="print"/>
              <a:stretch>
                <a:fillRect/>
              </a:stretch>
            </a:blipFill>
          </p:spPr>
          <p:txBody>
            <a:bodyPr wrap="square" lIns="0" tIns="0" rIns="0" bIns="0" rtlCol="0"/>
            <a:lstStyle/>
            <a:p>
              <a:endParaRPr/>
            </a:p>
          </p:txBody>
        </p:sp>
        <p:sp>
          <p:nvSpPr>
            <p:cNvPr id="850" name="object 365">
              <a:extLst>
                <a:ext uri="{FF2B5EF4-FFF2-40B4-BE49-F238E27FC236}">
                  <a16:creationId xmlns:a16="http://schemas.microsoft.com/office/drawing/2014/main" id="{0CB2CAFD-46DF-469A-BF09-4DC4ED103D96}"/>
                </a:ext>
              </a:extLst>
            </p:cNvPr>
            <p:cNvSpPr/>
            <p:nvPr/>
          </p:nvSpPr>
          <p:spPr>
            <a:xfrm>
              <a:off x="8683752"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51" name="object 366">
              <a:extLst>
                <a:ext uri="{FF2B5EF4-FFF2-40B4-BE49-F238E27FC236}">
                  <a16:creationId xmlns:a16="http://schemas.microsoft.com/office/drawing/2014/main" id="{14B5A90C-4F74-4839-87B1-84138A0E38EA}"/>
                </a:ext>
              </a:extLst>
            </p:cNvPr>
            <p:cNvSpPr/>
            <p:nvPr/>
          </p:nvSpPr>
          <p:spPr>
            <a:xfrm>
              <a:off x="8775192" y="4236720"/>
              <a:ext cx="91440" cy="85342"/>
            </a:xfrm>
            <a:prstGeom prst="rect">
              <a:avLst/>
            </a:prstGeom>
            <a:blipFill>
              <a:blip r:embed="rId47" cstate="print"/>
              <a:stretch>
                <a:fillRect/>
              </a:stretch>
            </a:blipFill>
          </p:spPr>
          <p:txBody>
            <a:bodyPr wrap="square" lIns="0" tIns="0" rIns="0" bIns="0" rtlCol="0"/>
            <a:lstStyle/>
            <a:p>
              <a:endParaRPr/>
            </a:p>
          </p:txBody>
        </p:sp>
        <p:sp>
          <p:nvSpPr>
            <p:cNvPr id="852" name="object 367">
              <a:extLst>
                <a:ext uri="{FF2B5EF4-FFF2-40B4-BE49-F238E27FC236}">
                  <a16:creationId xmlns:a16="http://schemas.microsoft.com/office/drawing/2014/main" id="{50B65C1B-E2A9-43DC-BB71-222D3DAAF5CB}"/>
                </a:ext>
              </a:extLst>
            </p:cNvPr>
            <p:cNvSpPr/>
            <p:nvPr/>
          </p:nvSpPr>
          <p:spPr>
            <a:xfrm>
              <a:off x="8775192"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53" name="object 368">
              <a:extLst>
                <a:ext uri="{FF2B5EF4-FFF2-40B4-BE49-F238E27FC236}">
                  <a16:creationId xmlns:a16="http://schemas.microsoft.com/office/drawing/2014/main" id="{DEC99DBA-650E-4672-9B79-8F31F7FD4CE7}"/>
                </a:ext>
              </a:extLst>
            </p:cNvPr>
            <p:cNvSpPr/>
            <p:nvPr/>
          </p:nvSpPr>
          <p:spPr>
            <a:xfrm>
              <a:off x="8590788" y="4322064"/>
              <a:ext cx="92967" cy="85342"/>
            </a:xfrm>
            <a:prstGeom prst="rect">
              <a:avLst/>
            </a:prstGeom>
            <a:blipFill>
              <a:blip r:embed="rId48" cstate="print"/>
              <a:stretch>
                <a:fillRect/>
              </a:stretch>
            </a:blipFill>
          </p:spPr>
          <p:txBody>
            <a:bodyPr wrap="square" lIns="0" tIns="0" rIns="0" bIns="0" rtlCol="0"/>
            <a:lstStyle/>
            <a:p>
              <a:endParaRPr/>
            </a:p>
          </p:txBody>
        </p:sp>
        <p:sp>
          <p:nvSpPr>
            <p:cNvPr id="854" name="object 369">
              <a:extLst>
                <a:ext uri="{FF2B5EF4-FFF2-40B4-BE49-F238E27FC236}">
                  <a16:creationId xmlns:a16="http://schemas.microsoft.com/office/drawing/2014/main" id="{EA208C08-D0DF-48D2-AB96-B38F71B3A843}"/>
                </a:ext>
              </a:extLst>
            </p:cNvPr>
            <p:cNvSpPr/>
            <p:nvPr/>
          </p:nvSpPr>
          <p:spPr>
            <a:xfrm>
              <a:off x="8590788" y="432206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855" name="object 370">
              <a:extLst>
                <a:ext uri="{FF2B5EF4-FFF2-40B4-BE49-F238E27FC236}">
                  <a16:creationId xmlns:a16="http://schemas.microsoft.com/office/drawing/2014/main" id="{CBA79BE4-DF85-471B-80CF-91CD55A58C9F}"/>
                </a:ext>
              </a:extLst>
            </p:cNvPr>
            <p:cNvSpPr/>
            <p:nvPr/>
          </p:nvSpPr>
          <p:spPr>
            <a:xfrm>
              <a:off x="8683752" y="4322064"/>
              <a:ext cx="91440" cy="85342"/>
            </a:xfrm>
            <a:prstGeom prst="rect">
              <a:avLst/>
            </a:prstGeom>
            <a:blipFill>
              <a:blip r:embed="rId49" cstate="print"/>
              <a:stretch>
                <a:fillRect/>
              </a:stretch>
            </a:blipFill>
          </p:spPr>
          <p:txBody>
            <a:bodyPr wrap="square" lIns="0" tIns="0" rIns="0" bIns="0" rtlCol="0"/>
            <a:lstStyle/>
            <a:p>
              <a:endParaRPr/>
            </a:p>
          </p:txBody>
        </p:sp>
        <p:sp>
          <p:nvSpPr>
            <p:cNvPr id="856" name="object 371">
              <a:extLst>
                <a:ext uri="{FF2B5EF4-FFF2-40B4-BE49-F238E27FC236}">
                  <a16:creationId xmlns:a16="http://schemas.microsoft.com/office/drawing/2014/main" id="{69045CFC-CF84-42C5-BB9B-348274E96D7D}"/>
                </a:ext>
              </a:extLst>
            </p:cNvPr>
            <p:cNvSpPr/>
            <p:nvPr/>
          </p:nvSpPr>
          <p:spPr>
            <a:xfrm>
              <a:off x="8683752"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57" name="object 372">
              <a:extLst>
                <a:ext uri="{FF2B5EF4-FFF2-40B4-BE49-F238E27FC236}">
                  <a16:creationId xmlns:a16="http://schemas.microsoft.com/office/drawing/2014/main" id="{1B519829-70C3-4F40-B147-AFAFBF4CB448}"/>
                </a:ext>
              </a:extLst>
            </p:cNvPr>
            <p:cNvSpPr/>
            <p:nvPr/>
          </p:nvSpPr>
          <p:spPr>
            <a:xfrm>
              <a:off x="8775192" y="4322064"/>
              <a:ext cx="91440" cy="85342"/>
            </a:xfrm>
            <a:prstGeom prst="rect">
              <a:avLst/>
            </a:prstGeom>
            <a:blipFill>
              <a:blip r:embed="rId50" cstate="print"/>
              <a:stretch>
                <a:fillRect/>
              </a:stretch>
            </a:blipFill>
          </p:spPr>
          <p:txBody>
            <a:bodyPr wrap="square" lIns="0" tIns="0" rIns="0" bIns="0" rtlCol="0"/>
            <a:lstStyle/>
            <a:p>
              <a:endParaRPr/>
            </a:p>
          </p:txBody>
        </p:sp>
        <p:sp>
          <p:nvSpPr>
            <p:cNvPr id="858" name="object 373">
              <a:extLst>
                <a:ext uri="{FF2B5EF4-FFF2-40B4-BE49-F238E27FC236}">
                  <a16:creationId xmlns:a16="http://schemas.microsoft.com/office/drawing/2014/main" id="{CD0D7AA8-4458-4AF6-AC88-67D76F85FEC6}"/>
                </a:ext>
              </a:extLst>
            </p:cNvPr>
            <p:cNvSpPr/>
            <p:nvPr/>
          </p:nvSpPr>
          <p:spPr>
            <a:xfrm>
              <a:off x="8775192"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59" name="object 374">
              <a:extLst>
                <a:ext uri="{FF2B5EF4-FFF2-40B4-BE49-F238E27FC236}">
                  <a16:creationId xmlns:a16="http://schemas.microsoft.com/office/drawing/2014/main" id="{01BAB4AB-BDE8-45FC-A050-5CA41A5EFA19}"/>
                </a:ext>
              </a:extLst>
            </p:cNvPr>
            <p:cNvSpPr/>
            <p:nvPr/>
          </p:nvSpPr>
          <p:spPr>
            <a:xfrm>
              <a:off x="8866632" y="4064503"/>
              <a:ext cx="92962" cy="85347"/>
            </a:xfrm>
            <a:prstGeom prst="rect">
              <a:avLst/>
            </a:prstGeom>
            <a:blipFill>
              <a:blip r:embed="rId51" cstate="print"/>
              <a:stretch>
                <a:fillRect/>
              </a:stretch>
            </a:blipFill>
          </p:spPr>
          <p:txBody>
            <a:bodyPr wrap="square" lIns="0" tIns="0" rIns="0" bIns="0" rtlCol="0"/>
            <a:lstStyle/>
            <a:p>
              <a:endParaRPr/>
            </a:p>
          </p:txBody>
        </p:sp>
        <p:sp>
          <p:nvSpPr>
            <p:cNvPr id="860" name="object 375">
              <a:extLst>
                <a:ext uri="{FF2B5EF4-FFF2-40B4-BE49-F238E27FC236}">
                  <a16:creationId xmlns:a16="http://schemas.microsoft.com/office/drawing/2014/main" id="{BA1A8A22-2311-49E9-A1E4-5579FBDAD934}"/>
                </a:ext>
              </a:extLst>
            </p:cNvPr>
            <p:cNvSpPr/>
            <p:nvPr/>
          </p:nvSpPr>
          <p:spPr>
            <a:xfrm>
              <a:off x="8866632" y="406450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861" name="object 376">
              <a:extLst>
                <a:ext uri="{FF2B5EF4-FFF2-40B4-BE49-F238E27FC236}">
                  <a16:creationId xmlns:a16="http://schemas.microsoft.com/office/drawing/2014/main" id="{79CA117C-B71B-4447-9EF1-F75B8072D56C}"/>
                </a:ext>
              </a:extLst>
            </p:cNvPr>
            <p:cNvSpPr/>
            <p:nvPr/>
          </p:nvSpPr>
          <p:spPr>
            <a:xfrm>
              <a:off x="8866632" y="4149854"/>
              <a:ext cx="92962" cy="86865"/>
            </a:xfrm>
            <a:prstGeom prst="rect">
              <a:avLst/>
            </a:prstGeom>
            <a:blipFill>
              <a:blip r:embed="rId52" cstate="print"/>
              <a:stretch>
                <a:fillRect/>
              </a:stretch>
            </a:blipFill>
          </p:spPr>
          <p:txBody>
            <a:bodyPr wrap="square" lIns="0" tIns="0" rIns="0" bIns="0" rtlCol="0"/>
            <a:lstStyle/>
            <a:p>
              <a:endParaRPr/>
            </a:p>
          </p:txBody>
        </p:sp>
        <p:sp>
          <p:nvSpPr>
            <p:cNvPr id="862" name="object 377">
              <a:extLst>
                <a:ext uri="{FF2B5EF4-FFF2-40B4-BE49-F238E27FC236}">
                  <a16:creationId xmlns:a16="http://schemas.microsoft.com/office/drawing/2014/main" id="{8E2968E5-940A-474B-BFD2-8FA3E5F22E06}"/>
                </a:ext>
              </a:extLst>
            </p:cNvPr>
            <p:cNvSpPr/>
            <p:nvPr/>
          </p:nvSpPr>
          <p:spPr>
            <a:xfrm>
              <a:off x="8866632" y="414985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a:p>
          </p:txBody>
        </p:sp>
        <p:sp>
          <p:nvSpPr>
            <p:cNvPr id="863" name="object 378">
              <a:extLst>
                <a:ext uri="{FF2B5EF4-FFF2-40B4-BE49-F238E27FC236}">
                  <a16:creationId xmlns:a16="http://schemas.microsoft.com/office/drawing/2014/main" id="{E6DCED13-0D08-4BC1-9377-C184CC54676F}"/>
                </a:ext>
              </a:extLst>
            </p:cNvPr>
            <p:cNvSpPr/>
            <p:nvPr/>
          </p:nvSpPr>
          <p:spPr>
            <a:xfrm>
              <a:off x="8866632" y="4236720"/>
              <a:ext cx="92962" cy="85342"/>
            </a:xfrm>
            <a:prstGeom prst="rect">
              <a:avLst/>
            </a:prstGeom>
            <a:blipFill>
              <a:blip r:embed="rId53" cstate="print"/>
              <a:stretch>
                <a:fillRect/>
              </a:stretch>
            </a:blipFill>
          </p:spPr>
          <p:txBody>
            <a:bodyPr wrap="square" lIns="0" tIns="0" rIns="0" bIns="0" rtlCol="0"/>
            <a:lstStyle/>
            <a:p>
              <a:endParaRPr/>
            </a:p>
          </p:txBody>
        </p:sp>
        <p:sp>
          <p:nvSpPr>
            <p:cNvPr id="864" name="object 379">
              <a:extLst>
                <a:ext uri="{FF2B5EF4-FFF2-40B4-BE49-F238E27FC236}">
                  <a16:creationId xmlns:a16="http://schemas.microsoft.com/office/drawing/2014/main" id="{77019296-4810-4C0F-A045-F4C6906922F0}"/>
                </a:ext>
              </a:extLst>
            </p:cNvPr>
            <p:cNvSpPr/>
            <p:nvPr/>
          </p:nvSpPr>
          <p:spPr>
            <a:xfrm>
              <a:off x="8866632" y="423672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865" name="object 380">
              <a:extLst>
                <a:ext uri="{FF2B5EF4-FFF2-40B4-BE49-F238E27FC236}">
                  <a16:creationId xmlns:a16="http://schemas.microsoft.com/office/drawing/2014/main" id="{15C48701-1F4C-4689-9F0D-6BE47B8CB8C3}"/>
                </a:ext>
              </a:extLst>
            </p:cNvPr>
            <p:cNvSpPr/>
            <p:nvPr/>
          </p:nvSpPr>
          <p:spPr>
            <a:xfrm>
              <a:off x="8866632" y="4322064"/>
              <a:ext cx="92962" cy="85342"/>
            </a:xfrm>
            <a:prstGeom prst="rect">
              <a:avLst/>
            </a:prstGeom>
            <a:blipFill>
              <a:blip r:embed="rId54" cstate="print"/>
              <a:stretch>
                <a:fillRect/>
              </a:stretch>
            </a:blipFill>
          </p:spPr>
          <p:txBody>
            <a:bodyPr wrap="square" lIns="0" tIns="0" rIns="0" bIns="0" rtlCol="0"/>
            <a:lstStyle/>
            <a:p>
              <a:endParaRPr/>
            </a:p>
          </p:txBody>
        </p:sp>
        <p:sp>
          <p:nvSpPr>
            <p:cNvPr id="866" name="object 381">
              <a:extLst>
                <a:ext uri="{FF2B5EF4-FFF2-40B4-BE49-F238E27FC236}">
                  <a16:creationId xmlns:a16="http://schemas.microsoft.com/office/drawing/2014/main" id="{D820BBC3-5CDE-4684-A702-F001CCFE005F}"/>
                </a:ext>
              </a:extLst>
            </p:cNvPr>
            <p:cNvSpPr/>
            <p:nvPr/>
          </p:nvSpPr>
          <p:spPr>
            <a:xfrm>
              <a:off x="8866632" y="432206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867" name="object 382">
              <a:extLst>
                <a:ext uri="{FF2B5EF4-FFF2-40B4-BE49-F238E27FC236}">
                  <a16:creationId xmlns:a16="http://schemas.microsoft.com/office/drawing/2014/main" id="{C9F78370-C60B-4C45-8253-FF60F2976CB5}"/>
                </a:ext>
              </a:extLst>
            </p:cNvPr>
            <p:cNvSpPr/>
            <p:nvPr/>
          </p:nvSpPr>
          <p:spPr>
            <a:xfrm>
              <a:off x="9230868" y="4064503"/>
              <a:ext cx="91435" cy="85347"/>
            </a:xfrm>
            <a:prstGeom prst="rect">
              <a:avLst/>
            </a:prstGeom>
            <a:blipFill>
              <a:blip r:embed="rId55" cstate="print"/>
              <a:stretch>
                <a:fillRect/>
              </a:stretch>
            </a:blipFill>
          </p:spPr>
          <p:txBody>
            <a:bodyPr wrap="square" lIns="0" tIns="0" rIns="0" bIns="0" rtlCol="0"/>
            <a:lstStyle/>
            <a:p>
              <a:endParaRPr/>
            </a:p>
          </p:txBody>
        </p:sp>
        <p:sp>
          <p:nvSpPr>
            <p:cNvPr id="868" name="object 383">
              <a:extLst>
                <a:ext uri="{FF2B5EF4-FFF2-40B4-BE49-F238E27FC236}">
                  <a16:creationId xmlns:a16="http://schemas.microsoft.com/office/drawing/2014/main" id="{3BEF860C-6364-4803-89CF-A6ACD80D7780}"/>
                </a:ext>
              </a:extLst>
            </p:cNvPr>
            <p:cNvSpPr/>
            <p:nvPr/>
          </p:nvSpPr>
          <p:spPr>
            <a:xfrm>
              <a:off x="9230868" y="4064503"/>
              <a:ext cx="91440" cy="85725"/>
            </a:xfrm>
            <a:custGeom>
              <a:avLst/>
              <a:gdLst/>
              <a:ahLst/>
              <a:cxnLst/>
              <a:rect l="l" t="t" r="r" b="b"/>
              <a:pathLst>
                <a:path w="91440" h="85725">
                  <a:moveTo>
                    <a:pt x="0" y="85347"/>
                  </a:moveTo>
                  <a:lnTo>
                    <a:pt x="91435" y="85347"/>
                  </a:lnTo>
                  <a:lnTo>
                    <a:pt x="91435" y="0"/>
                  </a:lnTo>
                  <a:lnTo>
                    <a:pt x="0" y="0"/>
                  </a:lnTo>
                  <a:lnTo>
                    <a:pt x="0" y="85347"/>
                  </a:lnTo>
                  <a:close/>
                </a:path>
              </a:pathLst>
            </a:custGeom>
            <a:ln w="12700">
              <a:solidFill>
                <a:srgbClr val="000000"/>
              </a:solidFill>
            </a:ln>
          </p:spPr>
          <p:txBody>
            <a:bodyPr wrap="square" lIns="0" tIns="0" rIns="0" bIns="0" rtlCol="0"/>
            <a:lstStyle/>
            <a:p>
              <a:endParaRPr/>
            </a:p>
          </p:txBody>
        </p:sp>
        <p:sp>
          <p:nvSpPr>
            <p:cNvPr id="869" name="object 384">
              <a:extLst>
                <a:ext uri="{FF2B5EF4-FFF2-40B4-BE49-F238E27FC236}">
                  <a16:creationId xmlns:a16="http://schemas.microsoft.com/office/drawing/2014/main" id="{9FBBBC03-F41F-4F97-BC15-2D19122BA62C}"/>
                </a:ext>
              </a:extLst>
            </p:cNvPr>
            <p:cNvSpPr/>
            <p:nvPr/>
          </p:nvSpPr>
          <p:spPr>
            <a:xfrm>
              <a:off x="9230868" y="4149854"/>
              <a:ext cx="91435" cy="86865"/>
            </a:xfrm>
            <a:prstGeom prst="rect">
              <a:avLst/>
            </a:prstGeom>
            <a:blipFill>
              <a:blip r:embed="rId56" cstate="print"/>
              <a:stretch>
                <a:fillRect/>
              </a:stretch>
            </a:blipFill>
          </p:spPr>
          <p:txBody>
            <a:bodyPr wrap="square" lIns="0" tIns="0" rIns="0" bIns="0" rtlCol="0"/>
            <a:lstStyle/>
            <a:p>
              <a:endParaRPr/>
            </a:p>
          </p:txBody>
        </p:sp>
        <p:sp>
          <p:nvSpPr>
            <p:cNvPr id="870" name="object 385">
              <a:extLst>
                <a:ext uri="{FF2B5EF4-FFF2-40B4-BE49-F238E27FC236}">
                  <a16:creationId xmlns:a16="http://schemas.microsoft.com/office/drawing/2014/main" id="{8FB2E7D5-04FA-4820-A40C-4A80D8A77405}"/>
                </a:ext>
              </a:extLst>
            </p:cNvPr>
            <p:cNvSpPr/>
            <p:nvPr/>
          </p:nvSpPr>
          <p:spPr>
            <a:xfrm>
              <a:off x="9230868" y="4149854"/>
              <a:ext cx="91440" cy="86995"/>
            </a:xfrm>
            <a:custGeom>
              <a:avLst/>
              <a:gdLst/>
              <a:ahLst/>
              <a:cxnLst/>
              <a:rect l="l" t="t" r="r" b="b"/>
              <a:pathLst>
                <a:path w="91440" h="86995">
                  <a:moveTo>
                    <a:pt x="0" y="86865"/>
                  </a:moveTo>
                  <a:lnTo>
                    <a:pt x="91435" y="86865"/>
                  </a:lnTo>
                  <a:lnTo>
                    <a:pt x="91435" y="0"/>
                  </a:lnTo>
                  <a:lnTo>
                    <a:pt x="0" y="0"/>
                  </a:lnTo>
                  <a:lnTo>
                    <a:pt x="0" y="86865"/>
                  </a:lnTo>
                  <a:close/>
                </a:path>
              </a:pathLst>
            </a:custGeom>
            <a:ln w="12700">
              <a:solidFill>
                <a:srgbClr val="000000"/>
              </a:solidFill>
            </a:ln>
          </p:spPr>
          <p:txBody>
            <a:bodyPr wrap="square" lIns="0" tIns="0" rIns="0" bIns="0" rtlCol="0"/>
            <a:lstStyle/>
            <a:p>
              <a:endParaRPr/>
            </a:p>
          </p:txBody>
        </p:sp>
        <p:sp>
          <p:nvSpPr>
            <p:cNvPr id="871" name="object 386">
              <a:extLst>
                <a:ext uri="{FF2B5EF4-FFF2-40B4-BE49-F238E27FC236}">
                  <a16:creationId xmlns:a16="http://schemas.microsoft.com/office/drawing/2014/main" id="{0A8BDD81-05DD-40FA-BF27-DF3E55013470}"/>
                </a:ext>
              </a:extLst>
            </p:cNvPr>
            <p:cNvSpPr/>
            <p:nvPr/>
          </p:nvSpPr>
          <p:spPr>
            <a:xfrm>
              <a:off x="9230868" y="4236720"/>
              <a:ext cx="91435" cy="85342"/>
            </a:xfrm>
            <a:prstGeom prst="rect">
              <a:avLst/>
            </a:prstGeom>
            <a:blipFill>
              <a:blip r:embed="rId57" cstate="print"/>
              <a:stretch>
                <a:fillRect/>
              </a:stretch>
            </a:blipFill>
          </p:spPr>
          <p:txBody>
            <a:bodyPr wrap="square" lIns="0" tIns="0" rIns="0" bIns="0" rtlCol="0"/>
            <a:lstStyle/>
            <a:p>
              <a:endParaRPr/>
            </a:p>
          </p:txBody>
        </p:sp>
        <p:sp>
          <p:nvSpPr>
            <p:cNvPr id="872" name="object 387">
              <a:extLst>
                <a:ext uri="{FF2B5EF4-FFF2-40B4-BE49-F238E27FC236}">
                  <a16:creationId xmlns:a16="http://schemas.microsoft.com/office/drawing/2014/main" id="{FC7D18A4-22A4-48C7-B129-A1C20EC22AE1}"/>
                </a:ext>
              </a:extLst>
            </p:cNvPr>
            <p:cNvSpPr/>
            <p:nvPr/>
          </p:nvSpPr>
          <p:spPr>
            <a:xfrm>
              <a:off x="9230868" y="4236720"/>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873" name="object 388">
              <a:extLst>
                <a:ext uri="{FF2B5EF4-FFF2-40B4-BE49-F238E27FC236}">
                  <a16:creationId xmlns:a16="http://schemas.microsoft.com/office/drawing/2014/main" id="{B775E7BD-1C04-46CC-9EC2-985FC6F2A291}"/>
                </a:ext>
              </a:extLst>
            </p:cNvPr>
            <p:cNvSpPr/>
            <p:nvPr/>
          </p:nvSpPr>
          <p:spPr>
            <a:xfrm>
              <a:off x="9230868" y="4322064"/>
              <a:ext cx="91435" cy="85342"/>
            </a:xfrm>
            <a:prstGeom prst="rect">
              <a:avLst/>
            </a:prstGeom>
            <a:blipFill>
              <a:blip r:embed="rId58" cstate="print"/>
              <a:stretch>
                <a:fillRect/>
              </a:stretch>
            </a:blipFill>
          </p:spPr>
          <p:txBody>
            <a:bodyPr wrap="square" lIns="0" tIns="0" rIns="0" bIns="0" rtlCol="0"/>
            <a:lstStyle/>
            <a:p>
              <a:endParaRPr/>
            </a:p>
          </p:txBody>
        </p:sp>
        <p:sp>
          <p:nvSpPr>
            <p:cNvPr id="874" name="object 389">
              <a:extLst>
                <a:ext uri="{FF2B5EF4-FFF2-40B4-BE49-F238E27FC236}">
                  <a16:creationId xmlns:a16="http://schemas.microsoft.com/office/drawing/2014/main" id="{65B5B376-F51C-4132-A32E-3AD4A32134F8}"/>
                </a:ext>
              </a:extLst>
            </p:cNvPr>
            <p:cNvSpPr/>
            <p:nvPr/>
          </p:nvSpPr>
          <p:spPr>
            <a:xfrm>
              <a:off x="9230868" y="4322064"/>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875" name="object 390">
              <a:extLst>
                <a:ext uri="{FF2B5EF4-FFF2-40B4-BE49-F238E27FC236}">
                  <a16:creationId xmlns:a16="http://schemas.microsoft.com/office/drawing/2014/main" id="{A91AAE74-3B62-48F9-9D06-048EAAE53DB0}"/>
                </a:ext>
              </a:extLst>
            </p:cNvPr>
            <p:cNvSpPr/>
            <p:nvPr/>
          </p:nvSpPr>
          <p:spPr>
            <a:xfrm>
              <a:off x="9049511" y="4064503"/>
              <a:ext cx="91440" cy="85347"/>
            </a:xfrm>
            <a:prstGeom prst="rect">
              <a:avLst/>
            </a:prstGeom>
            <a:blipFill>
              <a:blip r:embed="rId59" cstate="print"/>
              <a:stretch>
                <a:fillRect/>
              </a:stretch>
            </a:blipFill>
          </p:spPr>
          <p:txBody>
            <a:bodyPr wrap="square" lIns="0" tIns="0" rIns="0" bIns="0" rtlCol="0"/>
            <a:lstStyle/>
            <a:p>
              <a:endParaRPr/>
            </a:p>
          </p:txBody>
        </p:sp>
        <p:sp>
          <p:nvSpPr>
            <p:cNvPr id="876" name="object 391">
              <a:extLst>
                <a:ext uri="{FF2B5EF4-FFF2-40B4-BE49-F238E27FC236}">
                  <a16:creationId xmlns:a16="http://schemas.microsoft.com/office/drawing/2014/main" id="{46DCCC31-32E8-4F41-8C25-DA2A381B164D}"/>
                </a:ext>
              </a:extLst>
            </p:cNvPr>
            <p:cNvSpPr/>
            <p:nvPr/>
          </p:nvSpPr>
          <p:spPr>
            <a:xfrm>
              <a:off x="9049511"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877" name="object 392">
              <a:extLst>
                <a:ext uri="{FF2B5EF4-FFF2-40B4-BE49-F238E27FC236}">
                  <a16:creationId xmlns:a16="http://schemas.microsoft.com/office/drawing/2014/main" id="{49853BA4-90E2-4341-A916-EC8706238F5A}"/>
                </a:ext>
              </a:extLst>
            </p:cNvPr>
            <p:cNvSpPr/>
            <p:nvPr/>
          </p:nvSpPr>
          <p:spPr>
            <a:xfrm>
              <a:off x="9049511" y="4149854"/>
              <a:ext cx="91440" cy="86865"/>
            </a:xfrm>
            <a:prstGeom prst="rect">
              <a:avLst/>
            </a:prstGeom>
            <a:blipFill>
              <a:blip r:embed="rId60" cstate="print"/>
              <a:stretch>
                <a:fillRect/>
              </a:stretch>
            </a:blipFill>
          </p:spPr>
          <p:txBody>
            <a:bodyPr wrap="square" lIns="0" tIns="0" rIns="0" bIns="0" rtlCol="0"/>
            <a:lstStyle/>
            <a:p>
              <a:endParaRPr/>
            </a:p>
          </p:txBody>
        </p:sp>
        <p:sp>
          <p:nvSpPr>
            <p:cNvPr id="878" name="object 393">
              <a:extLst>
                <a:ext uri="{FF2B5EF4-FFF2-40B4-BE49-F238E27FC236}">
                  <a16:creationId xmlns:a16="http://schemas.microsoft.com/office/drawing/2014/main" id="{3B74AB6E-166D-491D-AB8F-934047D73BAE}"/>
                </a:ext>
              </a:extLst>
            </p:cNvPr>
            <p:cNvSpPr/>
            <p:nvPr/>
          </p:nvSpPr>
          <p:spPr>
            <a:xfrm>
              <a:off x="9049511"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879" name="object 394">
              <a:extLst>
                <a:ext uri="{FF2B5EF4-FFF2-40B4-BE49-F238E27FC236}">
                  <a16:creationId xmlns:a16="http://schemas.microsoft.com/office/drawing/2014/main" id="{19847C58-36BD-4C62-A3B8-5D88BCD6E418}"/>
                </a:ext>
              </a:extLst>
            </p:cNvPr>
            <p:cNvSpPr/>
            <p:nvPr/>
          </p:nvSpPr>
          <p:spPr>
            <a:xfrm>
              <a:off x="9049511" y="4236720"/>
              <a:ext cx="91440" cy="85342"/>
            </a:xfrm>
            <a:prstGeom prst="rect">
              <a:avLst/>
            </a:prstGeom>
            <a:blipFill>
              <a:blip r:embed="rId61" cstate="print"/>
              <a:stretch>
                <a:fillRect/>
              </a:stretch>
            </a:blipFill>
          </p:spPr>
          <p:txBody>
            <a:bodyPr wrap="square" lIns="0" tIns="0" rIns="0" bIns="0" rtlCol="0"/>
            <a:lstStyle/>
            <a:p>
              <a:endParaRPr/>
            </a:p>
          </p:txBody>
        </p:sp>
        <p:sp>
          <p:nvSpPr>
            <p:cNvPr id="880" name="object 395">
              <a:extLst>
                <a:ext uri="{FF2B5EF4-FFF2-40B4-BE49-F238E27FC236}">
                  <a16:creationId xmlns:a16="http://schemas.microsoft.com/office/drawing/2014/main" id="{F070100E-95C2-4FFE-B79C-4D8338C10426}"/>
                </a:ext>
              </a:extLst>
            </p:cNvPr>
            <p:cNvSpPr/>
            <p:nvPr/>
          </p:nvSpPr>
          <p:spPr>
            <a:xfrm>
              <a:off x="9049511"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81" name="object 396">
              <a:extLst>
                <a:ext uri="{FF2B5EF4-FFF2-40B4-BE49-F238E27FC236}">
                  <a16:creationId xmlns:a16="http://schemas.microsoft.com/office/drawing/2014/main" id="{474BB380-5B10-43E7-9DE3-8D33306CC044}"/>
                </a:ext>
              </a:extLst>
            </p:cNvPr>
            <p:cNvSpPr/>
            <p:nvPr/>
          </p:nvSpPr>
          <p:spPr>
            <a:xfrm>
              <a:off x="9049511" y="4322064"/>
              <a:ext cx="91440" cy="85342"/>
            </a:xfrm>
            <a:prstGeom prst="rect">
              <a:avLst/>
            </a:prstGeom>
            <a:blipFill>
              <a:blip r:embed="rId62" cstate="print"/>
              <a:stretch>
                <a:fillRect/>
              </a:stretch>
            </a:blipFill>
          </p:spPr>
          <p:txBody>
            <a:bodyPr wrap="square" lIns="0" tIns="0" rIns="0" bIns="0" rtlCol="0"/>
            <a:lstStyle/>
            <a:p>
              <a:endParaRPr/>
            </a:p>
          </p:txBody>
        </p:sp>
        <p:sp>
          <p:nvSpPr>
            <p:cNvPr id="882" name="object 397">
              <a:extLst>
                <a:ext uri="{FF2B5EF4-FFF2-40B4-BE49-F238E27FC236}">
                  <a16:creationId xmlns:a16="http://schemas.microsoft.com/office/drawing/2014/main" id="{DB2A7498-B851-44EE-A668-BC1429513F38}"/>
                </a:ext>
              </a:extLst>
            </p:cNvPr>
            <p:cNvSpPr/>
            <p:nvPr/>
          </p:nvSpPr>
          <p:spPr>
            <a:xfrm>
              <a:off x="9049511"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83" name="object 398">
              <a:extLst>
                <a:ext uri="{FF2B5EF4-FFF2-40B4-BE49-F238E27FC236}">
                  <a16:creationId xmlns:a16="http://schemas.microsoft.com/office/drawing/2014/main" id="{E8C6C76B-2826-48A9-BB29-CDB097E8AC6A}"/>
                </a:ext>
              </a:extLst>
            </p:cNvPr>
            <p:cNvSpPr/>
            <p:nvPr/>
          </p:nvSpPr>
          <p:spPr>
            <a:xfrm>
              <a:off x="9140952" y="4064503"/>
              <a:ext cx="91440" cy="85347"/>
            </a:xfrm>
            <a:prstGeom prst="rect">
              <a:avLst/>
            </a:prstGeom>
            <a:blipFill>
              <a:blip r:embed="rId63" cstate="print"/>
              <a:stretch>
                <a:fillRect/>
              </a:stretch>
            </a:blipFill>
          </p:spPr>
          <p:txBody>
            <a:bodyPr wrap="square" lIns="0" tIns="0" rIns="0" bIns="0" rtlCol="0"/>
            <a:lstStyle/>
            <a:p>
              <a:endParaRPr/>
            </a:p>
          </p:txBody>
        </p:sp>
        <p:sp>
          <p:nvSpPr>
            <p:cNvPr id="884" name="object 399">
              <a:extLst>
                <a:ext uri="{FF2B5EF4-FFF2-40B4-BE49-F238E27FC236}">
                  <a16:creationId xmlns:a16="http://schemas.microsoft.com/office/drawing/2014/main" id="{CD3F98CC-3B13-49C8-AD55-224EC2A4441F}"/>
                </a:ext>
              </a:extLst>
            </p:cNvPr>
            <p:cNvSpPr/>
            <p:nvPr/>
          </p:nvSpPr>
          <p:spPr>
            <a:xfrm>
              <a:off x="9140952" y="406450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885" name="object 400">
              <a:extLst>
                <a:ext uri="{FF2B5EF4-FFF2-40B4-BE49-F238E27FC236}">
                  <a16:creationId xmlns:a16="http://schemas.microsoft.com/office/drawing/2014/main" id="{2B29C141-4342-46C3-928F-67DAA71405A6}"/>
                </a:ext>
              </a:extLst>
            </p:cNvPr>
            <p:cNvSpPr/>
            <p:nvPr/>
          </p:nvSpPr>
          <p:spPr>
            <a:xfrm>
              <a:off x="9140952" y="4149854"/>
              <a:ext cx="91440" cy="86865"/>
            </a:xfrm>
            <a:prstGeom prst="rect">
              <a:avLst/>
            </a:prstGeom>
            <a:blipFill>
              <a:blip r:embed="rId64" cstate="print"/>
              <a:stretch>
                <a:fillRect/>
              </a:stretch>
            </a:blipFill>
          </p:spPr>
          <p:txBody>
            <a:bodyPr wrap="square" lIns="0" tIns="0" rIns="0" bIns="0" rtlCol="0"/>
            <a:lstStyle/>
            <a:p>
              <a:endParaRPr/>
            </a:p>
          </p:txBody>
        </p:sp>
        <p:sp>
          <p:nvSpPr>
            <p:cNvPr id="886" name="object 401">
              <a:extLst>
                <a:ext uri="{FF2B5EF4-FFF2-40B4-BE49-F238E27FC236}">
                  <a16:creationId xmlns:a16="http://schemas.microsoft.com/office/drawing/2014/main" id="{E9EE2BEB-8A8E-4306-98D8-2D36DFE24B20}"/>
                </a:ext>
              </a:extLst>
            </p:cNvPr>
            <p:cNvSpPr/>
            <p:nvPr/>
          </p:nvSpPr>
          <p:spPr>
            <a:xfrm>
              <a:off x="9140952" y="414985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a:p>
          </p:txBody>
        </p:sp>
        <p:sp>
          <p:nvSpPr>
            <p:cNvPr id="887" name="object 402">
              <a:extLst>
                <a:ext uri="{FF2B5EF4-FFF2-40B4-BE49-F238E27FC236}">
                  <a16:creationId xmlns:a16="http://schemas.microsoft.com/office/drawing/2014/main" id="{5A6DE640-4541-4244-9097-3CCA7BD33B2E}"/>
                </a:ext>
              </a:extLst>
            </p:cNvPr>
            <p:cNvSpPr/>
            <p:nvPr/>
          </p:nvSpPr>
          <p:spPr>
            <a:xfrm>
              <a:off x="9140952" y="4236720"/>
              <a:ext cx="91440" cy="85342"/>
            </a:xfrm>
            <a:prstGeom prst="rect">
              <a:avLst/>
            </a:prstGeom>
            <a:blipFill>
              <a:blip r:embed="rId65" cstate="print"/>
              <a:stretch>
                <a:fillRect/>
              </a:stretch>
            </a:blipFill>
          </p:spPr>
          <p:txBody>
            <a:bodyPr wrap="square" lIns="0" tIns="0" rIns="0" bIns="0" rtlCol="0"/>
            <a:lstStyle/>
            <a:p>
              <a:endParaRPr/>
            </a:p>
          </p:txBody>
        </p:sp>
        <p:sp>
          <p:nvSpPr>
            <p:cNvPr id="888" name="object 403">
              <a:extLst>
                <a:ext uri="{FF2B5EF4-FFF2-40B4-BE49-F238E27FC236}">
                  <a16:creationId xmlns:a16="http://schemas.microsoft.com/office/drawing/2014/main" id="{20F6A1EC-8E16-457E-B2C0-4FA0180780BD}"/>
                </a:ext>
              </a:extLst>
            </p:cNvPr>
            <p:cNvSpPr/>
            <p:nvPr/>
          </p:nvSpPr>
          <p:spPr>
            <a:xfrm>
              <a:off x="9140952" y="423672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89" name="object 404">
              <a:extLst>
                <a:ext uri="{FF2B5EF4-FFF2-40B4-BE49-F238E27FC236}">
                  <a16:creationId xmlns:a16="http://schemas.microsoft.com/office/drawing/2014/main" id="{F6014AF3-CF8E-4607-A327-E8EEB8FE61B7}"/>
                </a:ext>
              </a:extLst>
            </p:cNvPr>
            <p:cNvSpPr/>
            <p:nvPr/>
          </p:nvSpPr>
          <p:spPr>
            <a:xfrm>
              <a:off x="9140952" y="4322064"/>
              <a:ext cx="91440" cy="85342"/>
            </a:xfrm>
            <a:prstGeom prst="rect">
              <a:avLst/>
            </a:prstGeom>
            <a:blipFill>
              <a:blip r:embed="rId66" cstate="print"/>
              <a:stretch>
                <a:fillRect/>
              </a:stretch>
            </a:blipFill>
          </p:spPr>
          <p:txBody>
            <a:bodyPr wrap="square" lIns="0" tIns="0" rIns="0" bIns="0" rtlCol="0"/>
            <a:lstStyle/>
            <a:p>
              <a:endParaRPr/>
            </a:p>
          </p:txBody>
        </p:sp>
        <p:sp>
          <p:nvSpPr>
            <p:cNvPr id="890" name="object 405">
              <a:extLst>
                <a:ext uri="{FF2B5EF4-FFF2-40B4-BE49-F238E27FC236}">
                  <a16:creationId xmlns:a16="http://schemas.microsoft.com/office/drawing/2014/main" id="{19204777-2DAA-4F16-A477-9A4DC8C0BC6C}"/>
                </a:ext>
              </a:extLst>
            </p:cNvPr>
            <p:cNvSpPr/>
            <p:nvPr/>
          </p:nvSpPr>
          <p:spPr>
            <a:xfrm>
              <a:off x="9140952" y="432206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91" name="object 406">
              <a:extLst>
                <a:ext uri="{FF2B5EF4-FFF2-40B4-BE49-F238E27FC236}">
                  <a16:creationId xmlns:a16="http://schemas.microsoft.com/office/drawing/2014/main" id="{83939D2C-A156-487C-8F59-371ACB161D42}"/>
                </a:ext>
              </a:extLst>
            </p:cNvPr>
            <p:cNvSpPr txBox="1"/>
            <p:nvPr/>
          </p:nvSpPr>
          <p:spPr>
            <a:xfrm>
              <a:off x="8842375" y="3797046"/>
              <a:ext cx="292735" cy="239395"/>
            </a:xfrm>
            <a:prstGeom prst="rect">
              <a:avLst/>
            </a:prstGeom>
          </p:spPr>
          <p:txBody>
            <a:bodyPr vert="horz" wrap="square" lIns="0" tIns="12700" rIns="0" bIns="0" rtlCol="0">
              <a:spAutoFit/>
            </a:bodyPr>
            <a:lstStyle/>
            <a:p>
              <a:pPr marL="12700">
                <a:lnSpc>
                  <a:spcPct val="100000"/>
                </a:lnSpc>
                <a:spcBef>
                  <a:spcPts val="100"/>
                </a:spcBef>
              </a:pPr>
              <a:r>
                <a:rPr sz="1400" i="1" spc="-5" dirty="0">
                  <a:latin typeface="Arial"/>
                  <a:cs typeface="Arial"/>
                </a:rPr>
                <a:t>dW</a:t>
              </a:r>
              <a:endParaRPr sz="1400">
                <a:latin typeface="Arial"/>
                <a:cs typeface="Arial"/>
              </a:endParaRPr>
            </a:p>
          </p:txBody>
        </p:sp>
        <p:sp>
          <p:nvSpPr>
            <p:cNvPr id="892" name="object 407">
              <a:extLst>
                <a:ext uri="{FF2B5EF4-FFF2-40B4-BE49-F238E27FC236}">
                  <a16:creationId xmlns:a16="http://schemas.microsoft.com/office/drawing/2014/main" id="{CE8475F1-E94E-4B27-A5AA-419FFF8ECA97}"/>
                </a:ext>
              </a:extLst>
            </p:cNvPr>
            <p:cNvSpPr txBox="1"/>
            <p:nvPr/>
          </p:nvSpPr>
          <p:spPr>
            <a:xfrm>
              <a:off x="7991604" y="4125851"/>
              <a:ext cx="9334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a:t>
              </a:r>
              <a:endParaRPr sz="1600">
                <a:latin typeface="Arial"/>
                <a:cs typeface="Arial"/>
              </a:endParaRPr>
            </a:p>
          </p:txBody>
        </p:sp>
        <p:sp>
          <p:nvSpPr>
            <p:cNvPr id="893" name="object 408">
              <a:extLst>
                <a:ext uri="{FF2B5EF4-FFF2-40B4-BE49-F238E27FC236}">
                  <a16:creationId xmlns:a16="http://schemas.microsoft.com/office/drawing/2014/main" id="{7926E2D8-9654-49A3-808A-86B25E0CC369}"/>
                </a:ext>
              </a:extLst>
            </p:cNvPr>
            <p:cNvSpPr txBox="1"/>
            <p:nvPr/>
          </p:nvSpPr>
          <p:spPr>
            <a:xfrm>
              <a:off x="8203845" y="4102991"/>
              <a:ext cx="370713" cy="258404"/>
            </a:xfrm>
            <a:prstGeom prst="rect">
              <a:avLst/>
            </a:prstGeom>
          </p:spPr>
          <p:txBody>
            <a:bodyPr vert="horz" wrap="square" lIns="0" tIns="12065" rIns="0" bIns="0" rtlCol="0">
              <a:spAutoFit/>
            </a:bodyPr>
            <a:lstStyle/>
            <a:p>
              <a:pPr marL="38100">
                <a:lnSpc>
                  <a:spcPct val="100000"/>
                </a:lnSpc>
                <a:spcBef>
                  <a:spcPts val="95"/>
                </a:spcBef>
              </a:pPr>
              <a:r>
                <a:rPr sz="1400" i="1" dirty="0" err="1">
                  <a:latin typeface="Arial"/>
                  <a:cs typeface="Arial"/>
                </a:rPr>
                <a:t>l</a:t>
              </a:r>
              <a:r>
                <a:rPr lang="en-US" sz="1400" i="1" dirty="0" err="1">
                  <a:latin typeface="Arial"/>
                  <a:cs typeface="Arial"/>
                </a:rPr>
                <a:t>r</a:t>
              </a:r>
              <a:r>
                <a:rPr sz="2400" b="1" i="1" spc="-7" baseline="-6944" dirty="0">
                  <a:latin typeface="Arial"/>
                  <a:cs typeface="Arial"/>
                </a:rPr>
                <a:t>×</a:t>
              </a:r>
              <a:endParaRPr sz="2400" baseline="-6944" dirty="0">
                <a:latin typeface="Arial"/>
                <a:cs typeface="Arial"/>
              </a:endParaRPr>
            </a:p>
          </p:txBody>
        </p:sp>
        <p:sp>
          <p:nvSpPr>
            <p:cNvPr id="894" name="object 409">
              <a:extLst>
                <a:ext uri="{FF2B5EF4-FFF2-40B4-BE49-F238E27FC236}">
                  <a16:creationId xmlns:a16="http://schemas.microsoft.com/office/drawing/2014/main" id="{6A466703-D05A-4F96-A5B4-22F0AD02A475}"/>
                </a:ext>
              </a:extLst>
            </p:cNvPr>
            <p:cNvSpPr/>
            <p:nvPr/>
          </p:nvSpPr>
          <p:spPr>
            <a:xfrm>
              <a:off x="7461504" y="4820414"/>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895" name="object 410">
              <a:extLst>
                <a:ext uri="{FF2B5EF4-FFF2-40B4-BE49-F238E27FC236}">
                  <a16:creationId xmlns:a16="http://schemas.microsoft.com/office/drawing/2014/main" id="{02939E9A-8948-4991-A5E2-21988C54B536}"/>
                </a:ext>
              </a:extLst>
            </p:cNvPr>
            <p:cNvSpPr/>
            <p:nvPr/>
          </p:nvSpPr>
          <p:spPr>
            <a:xfrm>
              <a:off x="7459980"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96" name="object 411">
              <a:extLst>
                <a:ext uri="{FF2B5EF4-FFF2-40B4-BE49-F238E27FC236}">
                  <a16:creationId xmlns:a16="http://schemas.microsoft.com/office/drawing/2014/main" id="{70D2AD6C-E895-4CAE-A8AF-F71123D9F285}"/>
                </a:ext>
              </a:extLst>
            </p:cNvPr>
            <p:cNvSpPr/>
            <p:nvPr/>
          </p:nvSpPr>
          <p:spPr>
            <a:xfrm>
              <a:off x="7461504" y="4905757"/>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897" name="object 412">
              <a:extLst>
                <a:ext uri="{FF2B5EF4-FFF2-40B4-BE49-F238E27FC236}">
                  <a16:creationId xmlns:a16="http://schemas.microsoft.com/office/drawing/2014/main" id="{E148DB57-D3A1-4E15-B798-391A66191B57}"/>
                </a:ext>
              </a:extLst>
            </p:cNvPr>
            <p:cNvSpPr/>
            <p:nvPr/>
          </p:nvSpPr>
          <p:spPr>
            <a:xfrm>
              <a:off x="7459980"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898" name="object 413">
              <a:extLst>
                <a:ext uri="{FF2B5EF4-FFF2-40B4-BE49-F238E27FC236}">
                  <a16:creationId xmlns:a16="http://schemas.microsoft.com/office/drawing/2014/main" id="{21D96367-4A26-4BE2-8A79-98FD0B0EA182}"/>
                </a:ext>
              </a:extLst>
            </p:cNvPr>
            <p:cNvSpPr/>
            <p:nvPr/>
          </p:nvSpPr>
          <p:spPr>
            <a:xfrm>
              <a:off x="7461504" y="4991099"/>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899" name="object 414">
              <a:extLst>
                <a:ext uri="{FF2B5EF4-FFF2-40B4-BE49-F238E27FC236}">
                  <a16:creationId xmlns:a16="http://schemas.microsoft.com/office/drawing/2014/main" id="{DE83B3A5-A6D0-454A-83CC-1AA7FF638547}"/>
                </a:ext>
              </a:extLst>
            </p:cNvPr>
            <p:cNvSpPr/>
            <p:nvPr/>
          </p:nvSpPr>
          <p:spPr>
            <a:xfrm>
              <a:off x="7459980"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00" name="object 415">
              <a:extLst>
                <a:ext uri="{FF2B5EF4-FFF2-40B4-BE49-F238E27FC236}">
                  <a16:creationId xmlns:a16="http://schemas.microsoft.com/office/drawing/2014/main" id="{8273FAD0-5845-4399-AD37-797F4B0418BF}"/>
                </a:ext>
              </a:extLst>
            </p:cNvPr>
            <p:cNvSpPr/>
            <p:nvPr/>
          </p:nvSpPr>
          <p:spPr>
            <a:xfrm>
              <a:off x="7461504" y="5076442"/>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01" name="object 416">
              <a:extLst>
                <a:ext uri="{FF2B5EF4-FFF2-40B4-BE49-F238E27FC236}">
                  <a16:creationId xmlns:a16="http://schemas.microsoft.com/office/drawing/2014/main" id="{6DB701C7-1676-4A48-97F5-9EFB1665E5FE}"/>
                </a:ext>
              </a:extLst>
            </p:cNvPr>
            <p:cNvSpPr/>
            <p:nvPr/>
          </p:nvSpPr>
          <p:spPr>
            <a:xfrm>
              <a:off x="7459980"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02" name="object 417">
              <a:extLst>
                <a:ext uri="{FF2B5EF4-FFF2-40B4-BE49-F238E27FC236}">
                  <a16:creationId xmlns:a16="http://schemas.microsoft.com/office/drawing/2014/main" id="{6FDAC03B-08C9-4996-AAD0-ADFEAF10DCA0}"/>
                </a:ext>
              </a:extLst>
            </p:cNvPr>
            <p:cNvSpPr/>
            <p:nvPr/>
          </p:nvSpPr>
          <p:spPr>
            <a:xfrm>
              <a:off x="7094220"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03" name="object 418">
              <a:extLst>
                <a:ext uri="{FF2B5EF4-FFF2-40B4-BE49-F238E27FC236}">
                  <a16:creationId xmlns:a16="http://schemas.microsoft.com/office/drawing/2014/main" id="{7B829F63-51AA-4A85-87B8-C87073505387}"/>
                </a:ext>
              </a:extLst>
            </p:cNvPr>
            <p:cNvSpPr/>
            <p:nvPr/>
          </p:nvSpPr>
          <p:spPr>
            <a:xfrm>
              <a:off x="7094220"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04" name="object 419">
              <a:extLst>
                <a:ext uri="{FF2B5EF4-FFF2-40B4-BE49-F238E27FC236}">
                  <a16:creationId xmlns:a16="http://schemas.microsoft.com/office/drawing/2014/main" id="{5BDE4190-20ED-4D5F-9C51-AB32E49859AD}"/>
                </a:ext>
              </a:extLst>
            </p:cNvPr>
            <p:cNvSpPr/>
            <p:nvPr/>
          </p:nvSpPr>
          <p:spPr>
            <a:xfrm>
              <a:off x="7185659" y="482041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05" name="object 420">
              <a:extLst>
                <a:ext uri="{FF2B5EF4-FFF2-40B4-BE49-F238E27FC236}">
                  <a16:creationId xmlns:a16="http://schemas.microsoft.com/office/drawing/2014/main" id="{2F179941-70DF-4213-A0FD-117487F8F65F}"/>
                </a:ext>
              </a:extLst>
            </p:cNvPr>
            <p:cNvSpPr/>
            <p:nvPr/>
          </p:nvSpPr>
          <p:spPr>
            <a:xfrm>
              <a:off x="7185659" y="482041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06" name="object 421">
              <a:extLst>
                <a:ext uri="{FF2B5EF4-FFF2-40B4-BE49-F238E27FC236}">
                  <a16:creationId xmlns:a16="http://schemas.microsoft.com/office/drawing/2014/main" id="{7B58DB2C-E3E6-4C62-9B8A-452B715E2F15}"/>
                </a:ext>
              </a:extLst>
            </p:cNvPr>
            <p:cNvSpPr/>
            <p:nvPr/>
          </p:nvSpPr>
          <p:spPr>
            <a:xfrm>
              <a:off x="7278623"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07" name="object 422">
              <a:extLst>
                <a:ext uri="{FF2B5EF4-FFF2-40B4-BE49-F238E27FC236}">
                  <a16:creationId xmlns:a16="http://schemas.microsoft.com/office/drawing/2014/main" id="{07A1EB1C-B46E-4CD3-95E9-58898CD82F4B}"/>
                </a:ext>
              </a:extLst>
            </p:cNvPr>
            <p:cNvSpPr/>
            <p:nvPr/>
          </p:nvSpPr>
          <p:spPr>
            <a:xfrm>
              <a:off x="7278623"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08" name="object 423">
              <a:extLst>
                <a:ext uri="{FF2B5EF4-FFF2-40B4-BE49-F238E27FC236}">
                  <a16:creationId xmlns:a16="http://schemas.microsoft.com/office/drawing/2014/main" id="{7D8342BB-CE49-42C0-8573-FDD2D27C1F59}"/>
                </a:ext>
              </a:extLst>
            </p:cNvPr>
            <p:cNvSpPr/>
            <p:nvPr/>
          </p:nvSpPr>
          <p:spPr>
            <a:xfrm>
              <a:off x="7094220"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09" name="object 424">
              <a:extLst>
                <a:ext uri="{FF2B5EF4-FFF2-40B4-BE49-F238E27FC236}">
                  <a16:creationId xmlns:a16="http://schemas.microsoft.com/office/drawing/2014/main" id="{448C6944-23E2-41A0-90E9-2A38165FE765}"/>
                </a:ext>
              </a:extLst>
            </p:cNvPr>
            <p:cNvSpPr/>
            <p:nvPr/>
          </p:nvSpPr>
          <p:spPr>
            <a:xfrm>
              <a:off x="7094220"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10" name="object 425">
              <a:extLst>
                <a:ext uri="{FF2B5EF4-FFF2-40B4-BE49-F238E27FC236}">
                  <a16:creationId xmlns:a16="http://schemas.microsoft.com/office/drawing/2014/main" id="{3788F114-511C-4680-8525-2E8222D35B4C}"/>
                </a:ext>
              </a:extLst>
            </p:cNvPr>
            <p:cNvSpPr/>
            <p:nvPr/>
          </p:nvSpPr>
          <p:spPr>
            <a:xfrm>
              <a:off x="7185659" y="49057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11" name="object 426">
              <a:extLst>
                <a:ext uri="{FF2B5EF4-FFF2-40B4-BE49-F238E27FC236}">
                  <a16:creationId xmlns:a16="http://schemas.microsoft.com/office/drawing/2014/main" id="{1E628119-AB5D-4A82-B7F5-0FEF8DB800AD}"/>
                </a:ext>
              </a:extLst>
            </p:cNvPr>
            <p:cNvSpPr/>
            <p:nvPr/>
          </p:nvSpPr>
          <p:spPr>
            <a:xfrm>
              <a:off x="7185659" y="49057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12" name="object 427">
              <a:extLst>
                <a:ext uri="{FF2B5EF4-FFF2-40B4-BE49-F238E27FC236}">
                  <a16:creationId xmlns:a16="http://schemas.microsoft.com/office/drawing/2014/main" id="{259F18CB-E6E3-4C4B-BF1F-87EB0C31AC29}"/>
                </a:ext>
              </a:extLst>
            </p:cNvPr>
            <p:cNvSpPr/>
            <p:nvPr/>
          </p:nvSpPr>
          <p:spPr>
            <a:xfrm>
              <a:off x="7278623"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13" name="object 428">
              <a:extLst>
                <a:ext uri="{FF2B5EF4-FFF2-40B4-BE49-F238E27FC236}">
                  <a16:creationId xmlns:a16="http://schemas.microsoft.com/office/drawing/2014/main" id="{4879F11B-AB40-46EB-A6B3-1DC40B41B43F}"/>
                </a:ext>
              </a:extLst>
            </p:cNvPr>
            <p:cNvSpPr/>
            <p:nvPr/>
          </p:nvSpPr>
          <p:spPr>
            <a:xfrm>
              <a:off x="7278623"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14" name="object 429">
              <a:extLst>
                <a:ext uri="{FF2B5EF4-FFF2-40B4-BE49-F238E27FC236}">
                  <a16:creationId xmlns:a16="http://schemas.microsoft.com/office/drawing/2014/main" id="{A367D08C-9C7A-480F-A5BE-9EB969B5176D}"/>
                </a:ext>
              </a:extLst>
            </p:cNvPr>
            <p:cNvSpPr/>
            <p:nvPr/>
          </p:nvSpPr>
          <p:spPr>
            <a:xfrm>
              <a:off x="7094220"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15" name="object 430">
              <a:extLst>
                <a:ext uri="{FF2B5EF4-FFF2-40B4-BE49-F238E27FC236}">
                  <a16:creationId xmlns:a16="http://schemas.microsoft.com/office/drawing/2014/main" id="{B7ACF95F-8FDA-4A25-A28F-98EC313A38C0}"/>
                </a:ext>
              </a:extLst>
            </p:cNvPr>
            <p:cNvSpPr/>
            <p:nvPr/>
          </p:nvSpPr>
          <p:spPr>
            <a:xfrm>
              <a:off x="7094220"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16" name="object 431">
              <a:extLst>
                <a:ext uri="{FF2B5EF4-FFF2-40B4-BE49-F238E27FC236}">
                  <a16:creationId xmlns:a16="http://schemas.microsoft.com/office/drawing/2014/main" id="{96626C9C-A3E5-4629-A27C-2E3C84003AC8}"/>
                </a:ext>
              </a:extLst>
            </p:cNvPr>
            <p:cNvSpPr/>
            <p:nvPr/>
          </p:nvSpPr>
          <p:spPr>
            <a:xfrm>
              <a:off x="7185659" y="49910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17" name="object 432">
              <a:extLst>
                <a:ext uri="{FF2B5EF4-FFF2-40B4-BE49-F238E27FC236}">
                  <a16:creationId xmlns:a16="http://schemas.microsoft.com/office/drawing/2014/main" id="{11E6D158-5FA2-48B4-BC0B-615D2BA14F4B}"/>
                </a:ext>
              </a:extLst>
            </p:cNvPr>
            <p:cNvSpPr/>
            <p:nvPr/>
          </p:nvSpPr>
          <p:spPr>
            <a:xfrm>
              <a:off x="7185659" y="49910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18" name="object 433">
              <a:extLst>
                <a:ext uri="{FF2B5EF4-FFF2-40B4-BE49-F238E27FC236}">
                  <a16:creationId xmlns:a16="http://schemas.microsoft.com/office/drawing/2014/main" id="{B8902050-341B-41EF-B2F4-B83C21CD9467}"/>
                </a:ext>
              </a:extLst>
            </p:cNvPr>
            <p:cNvSpPr/>
            <p:nvPr/>
          </p:nvSpPr>
          <p:spPr>
            <a:xfrm>
              <a:off x="7278623"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19" name="object 434">
              <a:extLst>
                <a:ext uri="{FF2B5EF4-FFF2-40B4-BE49-F238E27FC236}">
                  <a16:creationId xmlns:a16="http://schemas.microsoft.com/office/drawing/2014/main" id="{E64BA8D0-71EC-47A0-98FE-0CFEC0BAE6AA}"/>
                </a:ext>
              </a:extLst>
            </p:cNvPr>
            <p:cNvSpPr/>
            <p:nvPr/>
          </p:nvSpPr>
          <p:spPr>
            <a:xfrm>
              <a:off x="7278623"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20" name="object 435">
              <a:extLst>
                <a:ext uri="{FF2B5EF4-FFF2-40B4-BE49-F238E27FC236}">
                  <a16:creationId xmlns:a16="http://schemas.microsoft.com/office/drawing/2014/main" id="{1A1F1FE8-8450-48C9-B64B-DA9B2659E556}"/>
                </a:ext>
              </a:extLst>
            </p:cNvPr>
            <p:cNvSpPr/>
            <p:nvPr/>
          </p:nvSpPr>
          <p:spPr>
            <a:xfrm>
              <a:off x="7094220"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21" name="object 436">
              <a:extLst>
                <a:ext uri="{FF2B5EF4-FFF2-40B4-BE49-F238E27FC236}">
                  <a16:creationId xmlns:a16="http://schemas.microsoft.com/office/drawing/2014/main" id="{05058614-D4D7-4722-9A49-FD1AA420A8C7}"/>
                </a:ext>
              </a:extLst>
            </p:cNvPr>
            <p:cNvSpPr/>
            <p:nvPr/>
          </p:nvSpPr>
          <p:spPr>
            <a:xfrm>
              <a:off x="7094220"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22" name="object 437">
              <a:extLst>
                <a:ext uri="{FF2B5EF4-FFF2-40B4-BE49-F238E27FC236}">
                  <a16:creationId xmlns:a16="http://schemas.microsoft.com/office/drawing/2014/main" id="{8B871DC8-7C4D-4674-B8C5-CF6A2095B6EA}"/>
                </a:ext>
              </a:extLst>
            </p:cNvPr>
            <p:cNvSpPr/>
            <p:nvPr/>
          </p:nvSpPr>
          <p:spPr>
            <a:xfrm>
              <a:off x="7185659" y="50764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23" name="object 438">
              <a:extLst>
                <a:ext uri="{FF2B5EF4-FFF2-40B4-BE49-F238E27FC236}">
                  <a16:creationId xmlns:a16="http://schemas.microsoft.com/office/drawing/2014/main" id="{2664965A-0199-4611-B62D-37733A373580}"/>
                </a:ext>
              </a:extLst>
            </p:cNvPr>
            <p:cNvSpPr/>
            <p:nvPr/>
          </p:nvSpPr>
          <p:spPr>
            <a:xfrm>
              <a:off x="7185659" y="50764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24" name="object 439">
              <a:extLst>
                <a:ext uri="{FF2B5EF4-FFF2-40B4-BE49-F238E27FC236}">
                  <a16:creationId xmlns:a16="http://schemas.microsoft.com/office/drawing/2014/main" id="{8570B3FE-F351-47E2-9147-FA747AEFB679}"/>
                </a:ext>
              </a:extLst>
            </p:cNvPr>
            <p:cNvSpPr/>
            <p:nvPr/>
          </p:nvSpPr>
          <p:spPr>
            <a:xfrm>
              <a:off x="7278623"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25" name="object 440">
              <a:extLst>
                <a:ext uri="{FF2B5EF4-FFF2-40B4-BE49-F238E27FC236}">
                  <a16:creationId xmlns:a16="http://schemas.microsoft.com/office/drawing/2014/main" id="{DCD96D60-ACD5-471D-B932-6098A65B3090}"/>
                </a:ext>
              </a:extLst>
            </p:cNvPr>
            <p:cNvSpPr/>
            <p:nvPr/>
          </p:nvSpPr>
          <p:spPr>
            <a:xfrm>
              <a:off x="7278623"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26" name="object 441">
              <a:extLst>
                <a:ext uri="{FF2B5EF4-FFF2-40B4-BE49-F238E27FC236}">
                  <a16:creationId xmlns:a16="http://schemas.microsoft.com/office/drawing/2014/main" id="{050631D0-564F-4874-8187-5FDAF4A28F19}"/>
                </a:ext>
              </a:extLst>
            </p:cNvPr>
            <p:cNvSpPr/>
            <p:nvPr/>
          </p:nvSpPr>
          <p:spPr>
            <a:xfrm>
              <a:off x="7370064"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27" name="object 442">
              <a:extLst>
                <a:ext uri="{FF2B5EF4-FFF2-40B4-BE49-F238E27FC236}">
                  <a16:creationId xmlns:a16="http://schemas.microsoft.com/office/drawing/2014/main" id="{A49ADFA2-DE79-438E-99B0-5218FC6E9ED8}"/>
                </a:ext>
              </a:extLst>
            </p:cNvPr>
            <p:cNvSpPr/>
            <p:nvPr/>
          </p:nvSpPr>
          <p:spPr>
            <a:xfrm>
              <a:off x="7370064"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28" name="object 443">
              <a:extLst>
                <a:ext uri="{FF2B5EF4-FFF2-40B4-BE49-F238E27FC236}">
                  <a16:creationId xmlns:a16="http://schemas.microsoft.com/office/drawing/2014/main" id="{0A9641D7-4089-40E6-A368-04F95E995B63}"/>
                </a:ext>
              </a:extLst>
            </p:cNvPr>
            <p:cNvSpPr/>
            <p:nvPr/>
          </p:nvSpPr>
          <p:spPr>
            <a:xfrm>
              <a:off x="7370064"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29" name="object 444">
              <a:extLst>
                <a:ext uri="{FF2B5EF4-FFF2-40B4-BE49-F238E27FC236}">
                  <a16:creationId xmlns:a16="http://schemas.microsoft.com/office/drawing/2014/main" id="{4E58D41E-A149-4119-B29D-C8DD7FCA66F9}"/>
                </a:ext>
              </a:extLst>
            </p:cNvPr>
            <p:cNvSpPr/>
            <p:nvPr/>
          </p:nvSpPr>
          <p:spPr>
            <a:xfrm>
              <a:off x="7370064"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30" name="object 445">
              <a:extLst>
                <a:ext uri="{FF2B5EF4-FFF2-40B4-BE49-F238E27FC236}">
                  <a16:creationId xmlns:a16="http://schemas.microsoft.com/office/drawing/2014/main" id="{790AA255-5A82-4898-9873-0707D44A0A2A}"/>
                </a:ext>
              </a:extLst>
            </p:cNvPr>
            <p:cNvSpPr/>
            <p:nvPr/>
          </p:nvSpPr>
          <p:spPr>
            <a:xfrm>
              <a:off x="7370064"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31" name="object 446">
              <a:extLst>
                <a:ext uri="{FF2B5EF4-FFF2-40B4-BE49-F238E27FC236}">
                  <a16:creationId xmlns:a16="http://schemas.microsoft.com/office/drawing/2014/main" id="{0D8F8037-6697-4533-AC0D-8625A1A41ACE}"/>
                </a:ext>
              </a:extLst>
            </p:cNvPr>
            <p:cNvSpPr/>
            <p:nvPr/>
          </p:nvSpPr>
          <p:spPr>
            <a:xfrm>
              <a:off x="7370064"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32" name="object 447">
              <a:extLst>
                <a:ext uri="{FF2B5EF4-FFF2-40B4-BE49-F238E27FC236}">
                  <a16:creationId xmlns:a16="http://schemas.microsoft.com/office/drawing/2014/main" id="{03251ABE-6C09-421B-B0B8-59B553E16FD0}"/>
                </a:ext>
              </a:extLst>
            </p:cNvPr>
            <p:cNvSpPr/>
            <p:nvPr/>
          </p:nvSpPr>
          <p:spPr>
            <a:xfrm>
              <a:off x="7370064"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33" name="object 448">
              <a:extLst>
                <a:ext uri="{FF2B5EF4-FFF2-40B4-BE49-F238E27FC236}">
                  <a16:creationId xmlns:a16="http://schemas.microsoft.com/office/drawing/2014/main" id="{60A6C072-D9A5-44C6-B92F-6D957B11E82B}"/>
                </a:ext>
              </a:extLst>
            </p:cNvPr>
            <p:cNvSpPr/>
            <p:nvPr/>
          </p:nvSpPr>
          <p:spPr>
            <a:xfrm>
              <a:off x="7370064"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34" name="object 449">
              <a:extLst>
                <a:ext uri="{FF2B5EF4-FFF2-40B4-BE49-F238E27FC236}">
                  <a16:creationId xmlns:a16="http://schemas.microsoft.com/office/drawing/2014/main" id="{C335A98B-A207-4F4A-8597-4C84F522C39E}"/>
                </a:ext>
              </a:extLst>
            </p:cNvPr>
            <p:cNvSpPr/>
            <p:nvPr/>
          </p:nvSpPr>
          <p:spPr>
            <a:xfrm>
              <a:off x="7735823" y="4820414"/>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35" name="object 450">
              <a:extLst>
                <a:ext uri="{FF2B5EF4-FFF2-40B4-BE49-F238E27FC236}">
                  <a16:creationId xmlns:a16="http://schemas.microsoft.com/office/drawing/2014/main" id="{8FAB098A-F5F5-4237-9D66-BBCEF9C6A956}"/>
                </a:ext>
              </a:extLst>
            </p:cNvPr>
            <p:cNvSpPr/>
            <p:nvPr/>
          </p:nvSpPr>
          <p:spPr>
            <a:xfrm>
              <a:off x="7734300"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36" name="object 451">
              <a:extLst>
                <a:ext uri="{FF2B5EF4-FFF2-40B4-BE49-F238E27FC236}">
                  <a16:creationId xmlns:a16="http://schemas.microsoft.com/office/drawing/2014/main" id="{6461A53F-AD06-4FDD-846B-969E116FF6DC}"/>
                </a:ext>
              </a:extLst>
            </p:cNvPr>
            <p:cNvSpPr/>
            <p:nvPr/>
          </p:nvSpPr>
          <p:spPr>
            <a:xfrm>
              <a:off x="7735823" y="4905757"/>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37" name="object 452">
              <a:extLst>
                <a:ext uri="{FF2B5EF4-FFF2-40B4-BE49-F238E27FC236}">
                  <a16:creationId xmlns:a16="http://schemas.microsoft.com/office/drawing/2014/main" id="{437BC55F-420E-407C-AF48-599C03D560F5}"/>
                </a:ext>
              </a:extLst>
            </p:cNvPr>
            <p:cNvSpPr/>
            <p:nvPr/>
          </p:nvSpPr>
          <p:spPr>
            <a:xfrm>
              <a:off x="7734300"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38" name="object 453">
              <a:extLst>
                <a:ext uri="{FF2B5EF4-FFF2-40B4-BE49-F238E27FC236}">
                  <a16:creationId xmlns:a16="http://schemas.microsoft.com/office/drawing/2014/main" id="{7098D4D4-451A-4CB4-951C-EF70F480C9E2}"/>
                </a:ext>
              </a:extLst>
            </p:cNvPr>
            <p:cNvSpPr/>
            <p:nvPr/>
          </p:nvSpPr>
          <p:spPr>
            <a:xfrm>
              <a:off x="7735823" y="4991099"/>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39" name="object 454">
              <a:extLst>
                <a:ext uri="{FF2B5EF4-FFF2-40B4-BE49-F238E27FC236}">
                  <a16:creationId xmlns:a16="http://schemas.microsoft.com/office/drawing/2014/main" id="{AE89C319-3237-4771-9D16-FFB13D261DB7}"/>
                </a:ext>
              </a:extLst>
            </p:cNvPr>
            <p:cNvSpPr/>
            <p:nvPr/>
          </p:nvSpPr>
          <p:spPr>
            <a:xfrm>
              <a:off x="7734300"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40" name="object 455">
              <a:extLst>
                <a:ext uri="{FF2B5EF4-FFF2-40B4-BE49-F238E27FC236}">
                  <a16:creationId xmlns:a16="http://schemas.microsoft.com/office/drawing/2014/main" id="{9708C84A-5E4D-494C-A6DE-E3701B27D629}"/>
                </a:ext>
              </a:extLst>
            </p:cNvPr>
            <p:cNvSpPr/>
            <p:nvPr/>
          </p:nvSpPr>
          <p:spPr>
            <a:xfrm>
              <a:off x="7735823" y="5076442"/>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41" name="object 456">
              <a:extLst>
                <a:ext uri="{FF2B5EF4-FFF2-40B4-BE49-F238E27FC236}">
                  <a16:creationId xmlns:a16="http://schemas.microsoft.com/office/drawing/2014/main" id="{35BAC502-316F-4D3D-B139-0F1CFA50DA20}"/>
                </a:ext>
              </a:extLst>
            </p:cNvPr>
            <p:cNvSpPr/>
            <p:nvPr/>
          </p:nvSpPr>
          <p:spPr>
            <a:xfrm>
              <a:off x="7734300"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42" name="object 457">
              <a:extLst>
                <a:ext uri="{FF2B5EF4-FFF2-40B4-BE49-F238E27FC236}">
                  <a16:creationId xmlns:a16="http://schemas.microsoft.com/office/drawing/2014/main" id="{A5EB09B6-889C-486A-AEEA-DDE70F917157}"/>
                </a:ext>
              </a:extLst>
            </p:cNvPr>
            <p:cNvSpPr/>
            <p:nvPr/>
          </p:nvSpPr>
          <p:spPr>
            <a:xfrm>
              <a:off x="7551420" y="482041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43" name="object 458">
              <a:extLst>
                <a:ext uri="{FF2B5EF4-FFF2-40B4-BE49-F238E27FC236}">
                  <a16:creationId xmlns:a16="http://schemas.microsoft.com/office/drawing/2014/main" id="{F51DEE1F-7D5D-4892-85E6-054A8112E034}"/>
                </a:ext>
              </a:extLst>
            </p:cNvPr>
            <p:cNvSpPr/>
            <p:nvPr/>
          </p:nvSpPr>
          <p:spPr>
            <a:xfrm>
              <a:off x="7551420" y="482041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44" name="object 459">
              <a:extLst>
                <a:ext uri="{FF2B5EF4-FFF2-40B4-BE49-F238E27FC236}">
                  <a16:creationId xmlns:a16="http://schemas.microsoft.com/office/drawing/2014/main" id="{80332B4B-A7D8-43DB-884E-20EA10E96423}"/>
                </a:ext>
              </a:extLst>
            </p:cNvPr>
            <p:cNvSpPr/>
            <p:nvPr/>
          </p:nvSpPr>
          <p:spPr>
            <a:xfrm>
              <a:off x="7551420" y="49057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45" name="object 460">
              <a:extLst>
                <a:ext uri="{FF2B5EF4-FFF2-40B4-BE49-F238E27FC236}">
                  <a16:creationId xmlns:a16="http://schemas.microsoft.com/office/drawing/2014/main" id="{159C7A1D-4844-43C8-A87D-D68DE6513758}"/>
                </a:ext>
              </a:extLst>
            </p:cNvPr>
            <p:cNvSpPr/>
            <p:nvPr/>
          </p:nvSpPr>
          <p:spPr>
            <a:xfrm>
              <a:off x="7551420" y="49057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46" name="object 461">
              <a:extLst>
                <a:ext uri="{FF2B5EF4-FFF2-40B4-BE49-F238E27FC236}">
                  <a16:creationId xmlns:a16="http://schemas.microsoft.com/office/drawing/2014/main" id="{FF7F22C8-2B82-44DA-AF0D-5A71BAD5C700}"/>
                </a:ext>
              </a:extLst>
            </p:cNvPr>
            <p:cNvSpPr/>
            <p:nvPr/>
          </p:nvSpPr>
          <p:spPr>
            <a:xfrm>
              <a:off x="7551420" y="49910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47" name="object 462">
              <a:extLst>
                <a:ext uri="{FF2B5EF4-FFF2-40B4-BE49-F238E27FC236}">
                  <a16:creationId xmlns:a16="http://schemas.microsoft.com/office/drawing/2014/main" id="{31E1F006-7BE7-4E3B-9F92-E3E1030A26EA}"/>
                </a:ext>
              </a:extLst>
            </p:cNvPr>
            <p:cNvSpPr/>
            <p:nvPr/>
          </p:nvSpPr>
          <p:spPr>
            <a:xfrm>
              <a:off x="7551420" y="49910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48" name="object 463">
              <a:extLst>
                <a:ext uri="{FF2B5EF4-FFF2-40B4-BE49-F238E27FC236}">
                  <a16:creationId xmlns:a16="http://schemas.microsoft.com/office/drawing/2014/main" id="{9131F4C2-3EBF-4399-8654-BFE3E4FFAD20}"/>
                </a:ext>
              </a:extLst>
            </p:cNvPr>
            <p:cNvSpPr/>
            <p:nvPr/>
          </p:nvSpPr>
          <p:spPr>
            <a:xfrm>
              <a:off x="7551420" y="50764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49" name="object 464">
              <a:extLst>
                <a:ext uri="{FF2B5EF4-FFF2-40B4-BE49-F238E27FC236}">
                  <a16:creationId xmlns:a16="http://schemas.microsoft.com/office/drawing/2014/main" id="{308AEE1A-7F6A-44D3-9608-9FFF0CB43AA7}"/>
                </a:ext>
              </a:extLst>
            </p:cNvPr>
            <p:cNvSpPr/>
            <p:nvPr/>
          </p:nvSpPr>
          <p:spPr>
            <a:xfrm>
              <a:off x="7551420" y="50764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50" name="object 465">
              <a:extLst>
                <a:ext uri="{FF2B5EF4-FFF2-40B4-BE49-F238E27FC236}">
                  <a16:creationId xmlns:a16="http://schemas.microsoft.com/office/drawing/2014/main" id="{65FABB14-0EEA-4D6B-86E4-936525BDDF07}"/>
                </a:ext>
              </a:extLst>
            </p:cNvPr>
            <p:cNvSpPr/>
            <p:nvPr/>
          </p:nvSpPr>
          <p:spPr>
            <a:xfrm>
              <a:off x="7644384"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51" name="object 466">
              <a:extLst>
                <a:ext uri="{FF2B5EF4-FFF2-40B4-BE49-F238E27FC236}">
                  <a16:creationId xmlns:a16="http://schemas.microsoft.com/office/drawing/2014/main" id="{DE6214AD-6CC7-4323-9EC3-EF2D5876E80F}"/>
                </a:ext>
              </a:extLst>
            </p:cNvPr>
            <p:cNvSpPr/>
            <p:nvPr/>
          </p:nvSpPr>
          <p:spPr>
            <a:xfrm>
              <a:off x="7644383" y="482041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52" name="object 467">
              <a:extLst>
                <a:ext uri="{FF2B5EF4-FFF2-40B4-BE49-F238E27FC236}">
                  <a16:creationId xmlns:a16="http://schemas.microsoft.com/office/drawing/2014/main" id="{6AEBB7B5-42E1-4448-A800-FC4C8C65F83C}"/>
                </a:ext>
              </a:extLst>
            </p:cNvPr>
            <p:cNvSpPr/>
            <p:nvPr/>
          </p:nvSpPr>
          <p:spPr>
            <a:xfrm>
              <a:off x="7644384"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53" name="object 468">
              <a:extLst>
                <a:ext uri="{FF2B5EF4-FFF2-40B4-BE49-F238E27FC236}">
                  <a16:creationId xmlns:a16="http://schemas.microsoft.com/office/drawing/2014/main" id="{C0C708FB-C6AF-40AD-A13A-38D4D092D55B}"/>
                </a:ext>
              </a:extLst>
            </p:cNvPr>
            <p:cNvSpPr/>
            <p:nvPr/>
          </p:nvSpPr>
          <p:spPr>
            <a:xfrm>
              <a:off x="7644383" y="49057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54" name="object 469">
              <a:extLst>
                <a:ext uri="{FF2B5EF4-FFF2-40B4-BE49-F238E27FC236}">
                  <a16:creationId xmlns:a16="http://schemas.microsoft.com/office/drawing/2014/main" id="{EF4525B8-B6CE-4129-AEE5-B729938D0016}"/>
                </a:ext>
              </a:extLst>
            </p:cNvPr>
            <p:cNvSpPr/>
            <p:nvPr/>
          </p:nvSpPr>
          <p:spPr>
            <a:xfrm>
              <a:off x="7644384"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55" name="object 470">
              <a:extLst>
                <a:ext uri="{FF2B5EF4-FFF2-40B4-BE49-F238E27FC236}">
                  <a16:creationId xmlns:a16="http://schemas.microsoft.com/office/drawing/2014/main" id="{31699BEF-A1A5-4364-AF06-DA120F3BFA85}"/>
                </a:ext>
              </a:extLst>
            </p:cNvPr>
            <p:cNvSpPr/>
            <p:nvPr/>
          </p:nvSpPr>
          <p:spPr>
            <a:xfrm>
              <a:off x="7644383" y="49910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56" name="object 471">
              <a:extLst>
                <a:ext uri="{FF2B5EF4-FFF2-40B4-BE49-F238E27FC236}">
                  <a16:creationId xmlns:a16="http://schemas.microsoft.com/office/drawing/2014/main" id="{3DB1B814-51F1-4DF5-A394-E2213C53B8DC}"/>
                </a:ext>
              </a:extLst>
            </p:cNvPr>
            <p:cNvSpPr/>
            <p:nvPr/>
          </p:nvSpPr>
          <p:spPr>
            <a:xfrm>
              <a:off x="7644384"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57" name="object 472">
              <a:extLst>
                <a:ext uri="{FF2B5EF4-FFF2-40B4-BE49-F238E27FC236}">
                  <a16:creationId xmlns:a16="http://schemas.microsoft.com/office/drawing/2014/main" id="{EC457080-2E66-428A-AFC9-7CF1CB568C2B}"/>
                </a:ext>
              </a:extLst>
            </p:cNvPr>
            <p:cNvSpPr/>
            <p:nvPr/>
          </p:nvSpPr>
          <p:spPr>
            <a:xfrm>
              <a:off x="7644383" y="50764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58" name="object 473">
              <a:extLst>
                <a:ext uri="{FF2B5EF4-FFF2-40B4-BE49-F238E27FC236}">
                  <a16:creationId xmlns:a16="http://schemas.microsoft.com/office/drawing/2014/main" id="{3B86A2D1-4B95-4CDD-8C46-00CDDEFFFBA0}"/>
                </a:ext>
              </a:extLst>
            </p:cNvPr>
            <p:cNvSpPr txBox="1"/>
            <p:nvPr/>
          </p:nvSpPr>
          <p:spPr>
            <a:xfrm>
              <a:off x="9487916" y="4824474"/>
              <a:ext cx="17462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a:t>
              </a:r>
              <a:endParaRPr sz="2000">
                <a:latin typeface="Arial"/>
                <a:cs typeface="Arial"/>
              </a:endParaRPr>
            </a:p>
          </p:txBody>
        </p:sp>
        <p:sp>
          <p:nvSpPr>
            <p:cNvPr id="959" name="object 474">
              <a:extLst>
                <a:ext uri="{FF2B5EF4-FFF2-40B4-BE49-F238E27FC236}">
                  <a16:creationId xmlns:a16="http://schemas.microsoft.com/office/drawing/2014/main" id="{5261FED9-6661-461D-BB73-8E376669AA08}"/>
                </a:ext>
              </a:extLst>
            </p:cNvPr>
            <p:cNvSpPr txBox="1"/>
            <p:nvPr/>
          </p:nvSpPr>
          <p:spPr>
            <a:xfrm>
              <a:off x="7378954" y="4551424"/>
              <a:ext cx="194310" cy="239395"/>
            </a:xfrm>
            <a:prstGeom prst="rect">
              <a:avLst/>
            </a:prstGeom>
          </p:spPr>
          <p:txBody>
            <a:bodyPr vert="horz" wrap="square" lIns="0" tIns="12700" rIns="0" bIns="0" rtlCol="0">
              <a:spAutoFit/>
            </a:bodyPr>
            <a:lstStyle/>
            <a:p>
              <a:pPr marL="12700">
                <a:lnSpc>
                  <a:spcPct val="100000"/>
                </a:lnSpc>
                <a:spcBef>
                  <a:spcPts val="100"/>
                </a:spcBef>
              </a:pPr>
              <a:r>
                <a:rPr sz="1400" i="1" dirty="0">
                  <a:latin typeface="Arial"/>
                  <a:cs typeface="Arial"/>
                </a:rPr>
                <a:t>W</a:t>
              </a:r>
              <a:endParaRPr sz="1400">
                <a:latin typeface="Arial"/>
                <a:cs typeface="Arial"/>
              </a:endParaRPr>
            </a:p>
          </p:txBody>
        </p:sp>
        <p:sp>
          <p:nvSpPr>
            <p:cNvPr id="960" name="object 475">
              <a:extLst>
                <a:ext uri="{FF2B5EF4-FFF2-40B4-BE49-F238E27FC236}">
                  <a16:creationId xmlns:a16="http://schemas.microsoft.com/office/drawing/2014/main" id="{2FD1C4C7-8345-49BF-8E6D-37F642840149}"/>
                </a:ext>
              </a:extLst>
            </p:cNvPr>
            <p:cNvSpPr/>
            <p:nvPr/>
          </p:nvSpPr>
          <p:spPr>
            <a:xfrm>
              <a:off x="10091928" y="4817362"/>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61" name="object 476">
              <a:extLst>
                <a:ext uri="{FF2B5EF4-FFF2-40B4-BE49-F238E27FC236}">
                  <a16:creationId xmlns:a16="http://schemas.microsoft.com/office/drawing/2014/main" id="{49D716C0-EAAA-4239-9CA9-3D0B76F717F7}"/>
                </a:ext>
              </a:extLst>
            </p:cNvPr>
            <p:cNvSpPr/>
            <p:nvPr/>
          </p:nvSpPr>
          <p:spPr>
            <a:xfrm>
              <a:off x="10090404"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62" name="object 477">
              <a:extLst>
                <a:ext uri="{FF2B5EF4-FFF2-40B4-BE49-F238E27FC236}">
                  <a16:creationId xmlns:a16="http://schemas.microsoft.com/office/drawing/2014/main" id="{AF3A6BED-D4F2-455D-A1F7-69A8061F6700}"/>
                </a:ext>
              </a:extLst>
            </p:cNvPr>
            <p:cNvSpPr/>
            <p:nvPr/>
          </p:nvSpPr>
          <p:spPr>
            <a:xfrm>
              <a:off x="10091928" y="4902706"/>
              <a:ext cx="90170" cy="85725"/>
            </a:xfrm>
            <a:custGeom>
              <a:avLst/>
              <a:gdLst/>
              <a:ahLst/>
              <a:cxnLst/>
              <a:rect l="l" t="t" r="r" b="b"/>
              <a:pathLst>
                <a:path w="90170" h="85725">
                  <a:moveTo>
                    <a:pt x="0" y="85347"/>
                  </a:moveTo>
                  <a:lnTo>
                    <a:pt x="89916" y="85347"/>
                  </a:lnTo>
                  <a:lnTo>
                    <a:pt x="89916" y="0"/>
                  </a:lnTo>
                  <a:lnTo>
                    <a:pt x="0" y="0"/>
                  </a:lnTo>
                  <a:lnTo>
                    <a:pt x="0" y="85347"/>
                  </a:lnTo>
                  <a:close/>
                </a:path>
              </a:pathLst>
            </a:custGeom>
            <a:solidFill>
              <a:srgbClr val="E3C2F5"/>
            </a:solidFill>
          </p:spPr>
          <p:txBody>
            <a:bodyPr wrap="square" lIns="0" tIns="0" rIns="0" bIns="0" rtlCol="0"/>
            <a:lstStyle/>
            <a:p>
              <a:endParaRPr/>
            </a:p>
          </p:txBody>
        </p:sp>
        <p:sp>
          <p:nvSpPr>
            <p:cNvPr id="963" name="object 478">
              <a:extLst>
                <a:ext uri="{FF2B5EF4-FFF2-40B4-BE49-F238E27FC236}">
                  <a16:creationId xmlns:a16="http://schemas.microsoft.com/office/drawing/2014/main" id="{37426494-9401-4BD6-B340-5830D9C2B470}"/>
                </a:ext>
              </a:extLst>
            </p:cNvPr>
            <p:cNvSpPr/>
            <p:nvPr/>
          </p:nvSpPr>
          <p:spPr>
            <a:xfrm>
              <a:off x="10090404"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964" name="object 479">
              <a:extLst>
                <a:ext uri="{FF2B5EF4-FFF2-40B4-BE49-F238E27FC236}">
                  <a16:creationId xmlns:a16="http://schemas.microsoft.com/office/drawing/2014/main" id="{2C7129B5-6229-4E75-A3AE-DC8094945901}"/>
                </a:ext>
              </a:extLst>
            </p:cNvPr>
            <p:cNvSpPr/>
            <p:nvPr/>
          </p:nvSpPr>
          <p:spPr>
            <a:xfrm>
              <a:off x="10091928" y="4988054"/>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65" name="object 480">
              <a:extLst>
                <a:ext uri="{FF2B5EF4-FFF2-40B4-BE49-F238E27FC236}">
                  <a16:creationId xmlns:a16="http://schemas.microsoft.com/office/drawing/2014/main" id="{5F91AFB9-F1F4-4F94-BB3E-3E254A16AF0C}"/>
                </a:ext>
              </a:extLst>
            </p:cNvPr>
            <p:cNvSpPr/>
            <p:nvPr/>
          </p:nvSpPr>
          <p:spPr>
            <a:xfrm>
              <a:off x="10090404"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66" name="object 481">
              <a:extLst>
                <a:ext uri="{FF2B5EF4-FFF2-40B4-BE49-F238E27FC236}">
                  <a16:creationId xmlns:a16="http://schemas.microsoft.com/office/drawing/2014/main" id="{A52CEEE9-790A-4647-9BC0-1280E9928A52}"/>
                </a:ext>
              </a:extLst>
            </p:cNvPr>
            <p:cNvSpPr/>
            <p:nvPr/>
          </p:nvSpPr>
          <p:spPr>
            <a:xfrm>
              <a:off x="10091928" y="5073396"/>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967" name="object 482">
              <a:extLst>
                <a:ext uri="{FF2B5EF4-FFF2-40B4-BE49-F238E27FC236}">
                  <a16:creationId xmlns:a16="http://schemas.microsoft.com/office/drawing/2014/main" id="{867D3F40-21E0-4AA1-BCA5-619D84CD0C0E}"/>
                </a:ext>
              </a:extLst>
            </p:cNvPr>
            <p:cNvSpPr/>
            <p:nvPr/>
          </p:nvSpPr>
          <p:spPr>
            <a:xfrm>
              <a:off x="10090404"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68" name="object 483">
              <a:extLst>
                <a:ext uri="{FF2B5EF4-FFF2-40B4-BE49-F238E27FC236}">
                  <a16:creationId xmlns:a16="http://schemas.microsoft.com/office/drawing/2014/main" id="{F3A25388-7CAD-4EC5-9437-CF1C05BB967C}"/>
                </a:ext>
              </a:extLst>
            </p:cNvPr>
            <p:cNvSpPr/>
            <p:nvPr/>
          </p:nvSpPr>
          <p:spPr>
            <a:xfrm>
              <a:off x="9724644"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69" name="object 484">
              <a:extLst>
                <a:ext uri="{FF2B5EF4-FFF2-40B4-BE49-F238E27FC236}">
                  <a16:creationId xmlns:a16="http://schemas.microsoft.com/office/drawing/2014/main" id="{6254B9D1-AA51-4153-9E60-1017FA072B77}"/>
                </a:ext>
              </a:extLst>
            </p:cNvPr>
            <p:cNvSpPr/>
            <p:nvPr/>
          </p:nvSpPr>
          <p:spPr>
            <a:xfrm>
              <a:off x="9724644"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70" name="object 485">
              <a:extLst>
                <a:ext uri="{FF2B5EF4-FFF2-40B4-BE49-F238E27FC236}">
                  <a16:creationId xmlns:a16="http://schemas.microsoft.com/office/drawing/2014/main" id="{72619651-0020-4422-8A3D-420E2EA771B7}"/>
                </a:ext>
              </a:extLst>
            </p:cNvPr>
            <p:cNvSpPr/>
            <p:nvPr/>
          </p:nvSpPr>
          <p:spPr>
            <a:xfrm>
              <a:off x="9816084" y="481736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71" name="object 486">
              <a:extLst>
                <a:ext uri="{FF2B5EF4-FFF2-40B4-BE49-F238E27FC236}">
                  <a16:creationId xmlns:a16="http://schemas.microsoft.com/office/drawing/2014/main" id="{861B7FF6-D2D6-4F50-AC23-28A5A85F0964}"/>
                </a:ext>
              </a:extLst>
            </p:cNvPr>
            <p:cNvSpPr/>
            <p:nvPr/>
          </p:nvSpPr>
          <p:spPr>
            <a:xfrm>
              <a:off x="9816083" y="481736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72" name="object 487">
              <a:extLst>
                <a:ext uri="{FF2B5EF4-FFF2-40B4-BE49-F238E27FC236}">
                  <a16:creationId xmlns:a16="http://schemas.microsoft.com/office/drawing/2014/main" id="{D4ED22D0-AE4F-4FFE-A0B1-C7583A9FE369}"/>
                </a:ext>
              </a:extLst>
            </p:cNvPr>
            <p:cNvSpPr/>
            <p:nvPr/>
          </p:nvSpPr>
          <p:spPr>
            <a:xfrm>
              <a:off x="9909048"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73" name="object 488">
              <a:extLst>
                <a:ext uri="{FF2B5EF4-FFF2-40B4-BE49-F238E27FC236}">
                  <a16:creationId xmlns:a16="http://schemas.microsoft.com/office/drawing/2014/main" id="{6C693F9C-1B58-4A61-96E9-108E7E00754E}"/>
                </a:ext>
              </a:extLst>
            </p:cNvPr>
            <p:cNvSpPr/>
            <p:nvPr/>
          </p:nvSpPr>
          <p:spPr>
            <a:xfrm>
              <a:off x="9909047"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74" name="object 489">
              <a:extLst>
                <a:ext uri="{FF2B5EF4-FFF2-40B4-BE49-F238E27FC236}">
                  <a16:creationId xmlns:a16="http://schemas.microsoft.com/office/drawing/2014/main" id="{92762089-A206-4B6A-8C45-6BF49357F017}"/>
                </a:ext>
              </a:extLst>
            </p:cNvPr>
            <p:cNvSpPr/>
            <p:nvPr/>
          </p:nvSpPr>
          <p:spPr>
            <a:xfrm>
              <a:off x="9724644"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3C2F5"/>
            </a:solidFill>
          </p:spPr>
          <p:txBody>
            <a:bodyPr wrap="square" lIns="0" tIns="0" rIns="0" bIns="0" rtlCol="0"/>
            <a:lstStyle/>
            <a:p>
              <a:endParaRPr/>
            </a:p>
          </p:txBody>
        </p:sp>
        <p:sp>
          <p:nvSpPr>
            <p:cNvPr id="975" name="object 490">
              <a:extLst>
                <a:ext uri="{FF2B5EF4-FFF2-40B4-BE49-F238E27FC236}">
                  <a16:creationId xmlns:a16="http://schemas.microsoft.com/office/drawing/2014/main" id="{D8038694-DEDB-44D2-9FE0-06150C4DEF40}"/>
                </a:ext>
              </a:extLst>
            </p:cNvPr>
            <p:cNvSpPr/>
            <p:nvPr/>
          </p:nvSpPr>
          <p:spPr>
            <a:xfrm>
              <a:off x="9724644"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976" name="object 491">
              <a:extLst>
                <a:ext uri="{FF2B5EF4-FFF2-40B4-BE49-F238E27FC236}">
                  <a16:creationId xmlns:a16="http://schemas.microsoft.com/office/drawing/2014/main" id="{870C4E4D-5418-49DF-84D5-8A2A696DD905}"/>
                </a:ext>
              </a:extLst>
            </p:cNvPr>
            <p:cNvSpPr/>
            <p:nvPr/>
          </p:nvSpPr>
          <p:spPr>
            <a:xfrm>
              <a:off x="9816084" y="490270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solidFill>
              <a:srgbClr val="E3C2F5"/>
            </a:solidFill>
          </p:spPr>
          <p:txBody>
            <a:bodyPr wrap="square" lIns="0" tIns="0" rIns="0" bIns="0" rtlCol="0"/>
            <a:lstStyle/>
            <a:p>
              <a:endParaRPr/>
            </a:p>
          </p:txBody>
        </p:sp>
        <p:sp>
          <p:nvSpPr>
            <p:cNvPr id="977" name="object 492">
              <a:extLst>
                <a:ext uri="{FF2B5EF4-FFF2-40B4-BE49-F238E27FC236}">
                  <a16:creationId xmlns:a16="http://schemas.microsoft.com/office/drawing/2014/main" id="{D3B07169-DDCD-4710-A629-6CB7DE70A9F0}"/>
                </a:ext>
              </a:extLst>
            </p:cNvPr>
            <p:cNvSpPr/>
            <p:nvPr/>
          </p:nvSpPr>
          <p:spPr>
            <a:xfrm>
              <a:off x="9816083" y="490270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978" name="object 493">
              <a:extLst>
                <a:ext uri="{FF2B5EF4-FFF2-40B4-BE49-F238E27FC236}">
                  <a16:creationId xmlns:a16="http://schemas.microsoft.com/office/drawing/2014/main" id="{5F6C4817-0C21-4845-9CA8-CE5346A54804}"/>
                </a:ext>
              </a:extLst>
            </p:cNvPr>
            <p:cNvSpPr/>
            <p:nvPr/>
          </p:nvSpPr>
          <p:spPr>
            <a:xfrm>
              <a:off x="9909048"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3C2F5"/>
            </a:solidFill>
          </p:spPr>
          <p:txBody>
            <a:bodyPr wrap="square" lIns="0" tIns="0" rIns="0" bIns="0" rtlCol="0"/>
            <a:lstStyle/>
            <a:p>
              <a:endParaRPr/>
            </a:p>
          </p:txBody>
        </p:sp>
        <p:sp>
          <p:nvSpPr>
            <p:cNvPr id="979" name="object 494">
              <a:extLst>
                <a:ext uri="{FF2B5EF4-FFF2-40B4-BE49-F238E27FC236}">
                  <a16:creationId xmlns:a16="http://schemas.microsoft.com/office/drawing/2014/main" id="{CB5943CB-EE6D-48D8-8FC7-8463EFC3F23E}"/>
                </a:ext>
              </a:extLst>
            </p:cNvPr>
            <p:cNvSpPr/>
            <p:nvPr/>
          </p:nvSpPr>
          <p:spPr>
            <a:xfrm>
              <a:off x="9909047"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980" name="object 495">
              <a:extLst>
                <a:ext uri="{FF2B5EF4-FFF2-40B4-BE49-F238E27FC236}">
                  <a16:creationId xmlns:a16="http://schemas.microsoft.com/office/drawing/2014/main" id="{53EAB277-DF43-4EC1-AFCD-03790B16AF44}"/>
                </a:ext>
              </a:extLst>
            </p:cNvPr>
            <p:cNvSpPr/>
            <p:nvPr/>
          </p:nvSpPr>
          <p:spPr>
            <a:xfrm>
              <a:off x="9724644"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81" name="object 496">
              <a:extLst>
                <a:ext uri="{FF2B5EF4-FFF2-40B4-BE49-F238E27FC236}">
                  <a16:creationId xmlns:a16="http://schemas.microsoft.com/office/drawing/2014/main" id="{87001F2A-24A4-43AA-B9BC-77EAB09AD67F}"/>
                </a:ext>
              </a:extLst>
            </p:cNvPr>
            <p:cNvSpPr/>
            <p:nvPr/>
          </p:nvSpPr>
          <p:spPr>
            <a:xfrm>
              <a:off x="9724644"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82" name="object 497">
              <a:extLst>
                <a:ext uri="{FF2B5EF4-FFF2-40B4-BE49-F238E27FC236}">
                  <a16:creationId xmlns:a16="http://schemas.microsoft.com/office/drawing/2014/main" id="{1029CE0D-10C4-4F2D-9B3C-02E9BDB88D23}"/>
                </a:ext>
              </a:extLst>
            </p:cNvPr>
            <p:cNvSpPr/>
            <p:nvPr/>
          </p:nvSpPr>
          <p:spPr>
            <a:xfrm>
              <a:off x="9816084" y="49880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83" name="object 498">
              <a:extLst>
                <a:ext uri="{FF2B5EF4-FFF2-40B4-BE49-F238E27FC236}">
                  <a16:creationId xmlns:a16="http://schemas.microsoft.com/office/drawing/2014/main" id="{FE07C1BD-62A4-49A3-92BA-49B532C7D569}"/>
                </a:ext>
              </a:extLst>
            </p:cNvPr>
            <p:cNvSpPr/>
            <p:nvPr/>
          </p:nvSpPr>
          <p:spPr>
            <a:xfrm>
              <a:off x="9816083" y="49880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84" name="object 499">
              <a:extLst>
                <a:ext uri="{FF2B5EF4-FFF2-40B4-BE49-F238E27FC236}">
                  <a16:creationId xmlns:a16="http://schemas.microsoft.com/office/drawing/2014/main" id="{8C531C2C-3C1B-4277-B646-89AB06CBF6E5}"/>
                </a:ext>
              </a:extLst>
            </p:cNvPr>
            <p:cNvSpPr/>
            <p:nvPr/>
          </p:nvSpPr>
          <p:spPr>
            <a:xfrm>
              <a:off x="9909048"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85" name="object 500">
              <a:extLst>
                <a:ext uri="{FF2B5EF4-FFF2-40B4-BE49-F238E27FC236}">
                  <a16:creationId xmlns:a16="http://schemas.microsoft.com/office/drawing/2014/main" id="{8B0A6ED0-77AB-41B5-91EA-B52E73C4E810}"/>
                </a:ext>
              </a:extLst>
            </p:cNvPr>
            <p:cNvSpPr/>
            <p:nvPr/>
          </p:nvSpPr>
          <p:spPr>
            <a:xfrm>
              <a:off x="9909047"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86" name="object 501">
              <a:extLst>
                <a:ext uri="{FF2B5EF4-FFF2-40B4-BE49-F238E27FC236}">
                  <a16:creationId xmlns:a16="http://schemas.microsoft.com/office/drawing/2014/main" id="{EEDE66B1-7CEB-46C0-A64C-C1CC0CC6CE8A}"/>
                </a:ext>
              </a:extLst>
            </p:cNvPr>
            <p:cNvSpPr/>
            <p:nvPr/>
          </p:nvSpPr>
          <p:spPr>
            <a:xfrm>
              <a:off x="9724644"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87" name="object 502">
              <a:extLst>
                <a:ext uri="{FF2B5EF4-FFF2-40B4-BE49-F238E27FC236}">
                  <a16:creationId xmlns:a16="http://schemas.microsoft.com/office/drawing/2014/main" id="{AAC6EA25-3CCB-41E7-BD39-5B0A08B59973}"/>
                </a:ext>
              </a:extLst>
            </p:cNvPr>
            <p:cNvSpPr/>
            <p:nvPr/>
          </p:nvSpPr>
          <p:spPr>
            <a:xfrm>
              <a:off x="9724644"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88" name="object 503">
              <a:extLst>
                <a:ext uri="{FF2B5EF4-FFF2-40B4-BE49-F238E27FC236}">
                  <a16:creationId xmlns:a16="http://schemas.microsoft.com/office/drawing/2014/main" id="{36FBC1AF-1601-49F9-91ED-693E36D3C5AB}"/>
                </a:ext>
              </a:extLst>
            </p:cNvPr>
            <p:cNvSpPr/>
            <p:nvPr/>
          </p:nvSpPr>
          <p:spPr>
            <a:xfrm>
              <a:off x="9816084" y="50733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989" name="object 504">
              <a:extLst>
                <a:ext uri="{FF2B5EF4-FFF2-40B4-BE49-F238E27FC236}">
                  <a16:creationId xmlns:a16="http://schemas.microsoft.com/office/drawing/2014/main" id="{A5A3118E-745E-4860-8C05-1324E9B45CF7}"/>
                </a:ext>
              </a:extLst>
            </p:cNvPr>
            <p:cNvSpPr/>
            <p:nvPr/>
          </p:nvSpPr>
          <p:spPr>
            <a:xfrm>
              <a:off x="9816083" y="50733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990" name="object 505">
              <a:extLst>
                <a:ext uri="{FF2B5EF4-FFF2-40B4-BE49-F238E27FC236}">
                  <a16:creationId xmlns:a16="http://schemas.microsoft.com/office/drawing/2014/main" id="{495FB1C6-8633-4BE3-A177-A56264FC4548}"/>
                </a:ext>
              </a:extLst>
            </p:cNvPr>
            <p:cNvSpPr/>
            <p:nvPr/>
          </p:nvSpPr>
          <p:spPr>
            <a:xfrm>
              <a:off x="9909048"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91" name="object 506">
              <a:extLst>
                <a:ext uri="{FF2B5EF4-FFF2-40B4-BE49-F238E27FC236}">
                  <a16:creationId xmlns:a16="http://schemas.microsoft.com/office/drawing/2014/main" id="{C587FA47-A92B-4534-A550-8C6A1AE03EE1}"/>
                </a:ext>
              </a:extLst>
            </p:cNvPr>
            <p:cNvSpPr/>
            <p:nvPr/>
          </p:nvSpPr>
          <p:spPr>
            <a:xfrm>
              <a:off x="9909047"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92" name="object 507">
              <a:extLst>
                <a:ext uri="{FF2B5EF4-FFF2-40B4-BE49-F238E27FC236}">
                  <a16:creationId xmlns:a16="http://schemas.microsoft.com/office/drawing/2014/main" id="{E4485E82-3B05-4EBC-BE37-1FAC601A9FA2}"/>
                </a:ext>
              </a:extLst>
            </p:cNvPr>
            <p:cNvSpPr/>
            <p:nvPr/>
          </p:nvSpPr>
          <p:spPr>
            <a:xfrm>
              <a:off x="10000488"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93" name="object 508">
              <a:extLst>
                <a:ext uri="{FF2B5EF4-FFF2-40B4-BE49-F238E27FC236}">
                  <a16:creationId xmlns:a16="http://schemas.microsoft.com/office/drawing/2014/main" id="{4D4E1B3F-EB11-4C89-B709-95B2927526DD}"/>
                </a:ext>
              </a:extLst>
            </p:cNvPr>
            <p:cNvSpPr/>
            <p:nvPr/>
          </p:nvSpPr>
          <p:spPr>
            <a:xfrm>
              <a:off x="10000488"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94" name="object 509">
              <a:extLst>
                <a:ext uri="{FF2B5EF4-FFF2-40B4-BE49-F238E27FC236}">
                  <a16:creationId xmlns:a16="http://schemas.microsoft.com/office/drawing/2014/main" id="{AE998C78-53F5-48D8-9619-A7F691DD965C}"/>
                </a:ext>
              </a:extLst>
            </p:cNvPr>
            <p:cNvSpPr/>
            <p:nvPr/>
          </p:nvSpPr>
          <p:spPr>
            <a:xfrm>
              <a:off x="10000488"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3C2F5"/>
            </a:solidFill>
          </p:spPr>
          <p:txBody>
            <a:bodyPr wrap="square" lIns="0" tIns="0" rIns="0" bIns="0" rtlCol="0"/>
            <a:lstStyle/>
            <a:p>
              <a:endParaRPr/>
            </a:p>
          </p:txBody>
        </p:sp>
        <p:sp>
          <p:nvSpPr>
            <p:cNvPr id="995" name="object 510">
              <a:extLst>
                <a:ext uri="{FF2B5EF4-FFF2-40B4-BE49-F238E27FC236}">
                  <a16:creationId xmlns:a16="http://schemas.microsoft.com/office/drawing/2014/main" id="{9EA52F23-A97A-4A7A-9162-92B923A2599A}"/>
                </a:ext>
              </a:extLst>
            </p:cNvPr>
            <p:cNvSpPr/>
            <p:nvPr/>
          </p:nvSpPr>
          <p:spPr>
            <a:xfrm>
              <a:off x="10000488"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996" name="object 511">
              <a:extLst>
                <a:ext uri="{FF2B5EF4-FFF2-40B4-BE49-F238E27FC236}">
                  <a16:creationId xmlns:a16="http://schemas.microsoft.com/office/drawing/2014/main" id="{E2A6E82E-A031-4E0A-8E32-42F50ADAE765}"/>
                </a:ext>
              </a:extLst>
            </p:cNvPr>
            <p:cNvSpPr/>
            <p:nvPr/>
          </p:nvSpPr>
          <p:spPr>
            <a:xfrm>
              <a:off x="10000488"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97" name="object 512">
              <a:extLst>
                <a:ext uri="{FF2B5EF4-FFF2-40B4-BE49-F238E27FC236}">
                  <a16:creationId xmlns:a16="http://schemas.microsoft.com/office/drawing/2014/main" id="{A8CD8CA4-D255-4516-88E9-4574AFCEB48E}"/>
                </a:ext>
              </a:extLst>
            </p:cNvPr>
            <p:cNvSpPr/>
            <p:nvPr/>
          </p:nvSpPr>
          <p:spPr>
            <a:xfrm>
              <a:off x="10000488"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998" name="object 513">
              <a:extLst>
                <a:ext uri="{FF2B5EF4-FFF2-40B4-BE49-F238E27FC236}">
                  <a16:creationId xmlns:a16="http://schemas.microsoft.com/office/drawing/2014/main" id="{8E63396D-3BAF-495D-ACF5-D4ABE51D1FAE}"/>
                </a:ext>
              </a:extLst>
            </p:cNvPr>
            <p:cNvSpPr/>
            <p:nvPr/>
          </p:nvSpPr>
          <p:spPr>
            <a:xfrm>
              <a:off x="10000488"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999" name="object 514">
              <a:extLst>
                <a:ext uri="{FF2B5EF4-FFF2-40B4-BE49-F238E27FC236}">
                  <a16:creationId xmlns:a16="http://schemas.microsoft.com/office/drawing/2014/main" id="{A33A23D3-2CCC-4C00-9AC5-C1DA741A55DC}"/>
                </a:ext>
              </a:extLst>
            </p:cNvPr>
            <p:cNvSpPr/>
            <p:nvPr/>
          </p:nvSpPr>
          <p:spPr>
            <a:xfrm>
              <a:off x="10000488"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00" name="object 515">
              <a:extLst>
                <a:ext uri="{FF2B5EF4-FFF2-40B4-BE49-F238E27FC236}">
                  <a16:creationId xmlns:a16="http://schemas.microsoft.com/office/drawing/2014/main" id="{966ACCF4-7250-4CF5-91F3-4F119A9CBE16}"/>
                </a:ext>
              </a:extLst>
            </p:cNvPr>
            <p:cNvSpPr/>
            <p:nvPr/>
          </p:nvSpPr>
          <p:spPr>
            <a:xfrm>
              <a:off x="10366248" y="4817362"/>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1001" name="object 516">
              <a:extLst>
                <a:ext uri="{FF2B5EF4-FFF2-40B4-BE49-F238E27FC236}">
                  <a16:creationId xmlns:a16="http://schemas.microsoft.com/office/drawing/2014/main" id="{3B689768-F7F2-413B-996E-40F49FE44DDC}"/>
                </a:ext>
              </a:extLst>
            </p:cNvPr>
            <p:cNvSpPr/>
            <p:nvPr/>
          </p:nvSpPr>
          <p:spPr>
            <a:xfrm>
              <a:off x="10364723"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02" name="object 517">
              <a:extLst>
                <a:ext uri="{FF2B5EF4-FFF2-40B4-BE49-F238E27FC236}">
                  <a16:creationId xmlns:a16="http://schemas.microsoft.com/office/drawing/2014/main" id="{05279CAA-D4DB-4362-850F-30001A868DE9}"/>
                </a:ext>
              </a:extLst>
            </p:cNvPr>
            <p:cNvSpPr/>
            <p:nvPr/>
          </p:nvSpPr>
          <p:spPr>
            <a:xfrm>
              <a:off x="10366248" y="4902706"/>
              <a:ext cx="90170" cy="85725"/>
            </a:xfrm>
            <a:custGeom>
              <a:avLst/>
              <a:gdLst/>
              <a:ahLst/>
              <a:cxnLst/>
              <a:rect l="l" t="t" r="r" b="b"/>
              <a:pathLst>
                <a:path w="90170" h="85725">
                  <a:moveTo>
                    <a:pt x="0" y="85347"/>
                  </a:moveTo>
                  <a:lnTo>
                    <a:pt x="89916" y="85347"/>
                  </a:lnTo>
                  <a:lnTo>
                    <a:pt x="89916" y="0"/>
                  </a:lnTo>
                  <a:lnTo>
                    <a:pt x="0" y="0"/>
                  </a:lnTo>
                  <a:lnTo>
                    <a:pt x="0" y="85347"/>
                  </a:lnTo>
                  <a:close/>
                </a:path>
              </a:pathLst>
            </a:custGeom>
            <a:solidFill>
              <a:srgbClr val="E3C2F5"/>
            </a:solidFill>
          </p:spPr>
          <p:txBody>
            <a:bodyPr wrap="square" lIns="0" tIns="0" rIns="0" bIns="0" rtlCol="0"/>
            <a:lstStyle/>
            <a:p>
              <a:endParaRPr/>
            </a:p>
          </p:txBody>
        </p:sp>
        <p:sp>
          <p:nvSpPr>
            <p:cNvPr id="1003" name="object 518">
              <a:extLst>
                <a:ext uri="{FF2B5EF4-FFF2-40B4-BE49-F238E27FC236}">
                  <a16:creationId xmlns:a16="http://schemas.microsoft.com/office/drawing/2014/main" id="{1C74ADCC-BE61-4461-96A9-6D5B7C753303}"/>
                </a:ext>
              </a:extLst>
            </p:cNvPr>
            <p:cNvSpPr/>
            <p:nvPr/>
          </p:nvSpPr>
          <p:spPr>
            <a:xfrm>
              <a:off x="10364723"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1004" name="object 519">
              <a:extLst>
                <a:ext uri="{FF2B5EF4-FFF2-40B4-BE49-F238E27FC236}">
                  <a16:creationId xmlns:a16="http://schemas.microsoft.com/office/drawing/2014/main" id="{A794C78B-A240-44B1-BA4C-55C876F36BA3}"/>
                </a:ext>
              </a:extLst>
            </p:cNvPr>
            <p:cNvSpPr/>
            <p:nvPr/>
          </p:nvSpPr>
          <p:spPr>
            <a:xfrm>
              <a:off x="10366248" y="4988054"/>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1005" name="object 520">
              <a:extLst>
                <a:ext uri="{FF2B5EF4-FFF2-40B4-BE49-F238E27FC236}">
                  <a16:creationId xmlns:a16="http://schemas.microsoft.com/office/drawing/2014/main" id="{C725FE98-7AEB-4EFD-A858-5410516B117F}"/>
                </a:ext>
              </a:extLst>
            </p:cNvPr>
            <p:cNvSpPr/>
            <p:nvPr/>
          </p:nvSpPr>
          <p:spPr>
            <a:xfrm>
              <a:off x="10364723"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06" name="object 521">
              <a:extLst>
                <a:ext uri="{FF2B5EF4-FFF2-40B4-BE49-F238E27FC236}">
                  <a16:creationId xmlns:a16="http://schemas.microsoft.com/office/drawing/2014/main" id="{2F4FFFE4-F683-4D26-85BB-B981A62857C4}"/>
                </a:ext>
              </a:extLst>
            </p:cNvPr>
            <p:cNvSpPr/>
            <p:nvPr/>
          </p:nvSpPr>
          <p:spPr>
            <a:xfrm>
              <a:off x="10366248" y="5073396"/>
              <a:ext cx="90170" cy="85725"/>
            </a:xfrm>
            <a:custGeom>
              <a:avLst/>
              <a:gdLst/>
              <a:ahLst/>
              <a:cxnLst/>
              <a:rect l="l" t="t" r="r" b="b"/>
              <a:pathLst>
                <a:path w="90170" h="85725">
                  <a:moveTo>
                    <a:pt x="0" y="85342"/>
                  </a:moveTo>
                  <a:lnTo>
                    <a:pt x="89916" y="85342"/>
                  </a:lnTo>
                  <a:lnTo>
                    <a:pt x="89916" y="0"/>
                  </a:lnTo>
                  <a:lnTo>
                    <a:pt x="0" y="0"/>
                  </a:lnTo>
                  <a:lnTo>
                    <a:pt x="0" y="85342"/>
                  </a:lnTo>
                  <a:close/>
                </a:path>
              </a:pathLst>
            </a:custGeom>
            <a:solidFill>
              <a:srgbClr val="E3C2F5"/>
            </a:solidFill>
          </p:spPr>
          <p:txBody>
            <a:bodyPr wrap="square" lIns="0" tIns="0" rIns="0" bIns="0" rtlCol="0"/>
            <a:lstStyle/>
            <a:p>
              <a:endParaRPr/>
            </a:p>
          </p:txBody>
        </p:sp>
        <p:sp>
          <p:nvSpPr>
            <p:cNvPr id="1007" name="object 522">
              <a:extLst>
                <a:ext uri="{FF2B5EF4-FFF2-40B4-BE49-F238E27FC236}">
                  <a16:creationId xmlns:a16="http://schemas.microsoft.com/office/drawing/2014/main" id="{5E08A88C-AF2C-4B52-AC99-D0FB2E121357}"/>
                </a:ext>
              </a:extLst>
            </p:cNvPr>
            <p:cNvSpPr/>
            <p:nvPr/>
          </p:nvSpPr>
          <p:spPr>
            <a:xfrm>
              <a:off x="10364723"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08" name="object 523">
              <a:extLst>
                <a:ext uri="{FF2B5EF4-FFF2-40B4-BE49-F238E27FC236}">
                  <a16:creationId xmlns:a16="http://schemas.microsoft.com/office/drawing/2014/main" id="{AB191F85-046E-46CA-999D-64A142BFB932}"/>
                </a:ext>
              </a:extLst>
            </p:cNvPr>
            <p:cNvSpPr/>
            <p:nvPr/>
          </p:nvSpPr>
          <p:spPr>
            <a:xfrm>
              <a:off x="10181844" y="481736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1009" name="object 524">
              <a:extLst>
                <a:ext uri="{FF2B5EF4-FFF2-40B4-BE49-F238E27FC236}">
                  <a16:creationId xmlns:a16="http://schemas.microsoft.com/office/drawing/2014/main" id="{D5664387-74A6-4AF0-9454-A82D0B337E9A}"/>
                </a:ext>
              </a:extLst>
            </p:cNvPr>
            <p:cNvSpPr/>
            <p:nvPr/>
          </p:nvSpPr>
          <p:spPr>
            <a:xfrm>
              <a:off x="10181844" y="481736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1010" name="object 525">
              <a:extLst>
                <a:ext uri="{FF2B5EF4-FFF2-40B4-BE49-F238E27FC236}">
                  <a16:creationId xmlns:a16="http://schemas.microsoft.com/office/drawing/2014/main" id="{222C6F70-E57D-4928-ABF3-179DA0D08195}"/>
                </a:ext>
              </a:extLst>
            </p:cNvPr>
            <p:cNvSpPr/>
            <p:nvPr/>
          </p:nvSpPr>
          <p:spPr>
            <a:xfrm>
              <a:off x="10181844" y="490270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solidFill>
              <a:srgbClr val="E3C2F5"/>
            </a:solidFill>
          </p:spPr>
          <p:txBody>
            <a:bodyPr wrap="square" lIns="0" tIns="0" rIns="0" bIns="0" rtlCol="0"/>
            <a:lstStyle/>
            <a:p>
              <a:endParaRPr/>
            </a:p>
          </p:txBody>
        </p:sp>
        <p:sp>
          <p:nvSpPr>
            <p:cNvPr id="1011" name="object 526">
              <a:extLst>
                <a:ext uri="{FF2B5EF4-FFF2-40B4-BE49-F238E27FC236}">
                  <a16:creationId xmlns:a16="http://schemas.microsoft.com/office/drawing/2014/main" id="{237A1469-E52B-4947-988B-26DC71217DE5}"/>
                </a:ext>
              </a:extLst>
            </p:cNvPr>
            <p:cNvSpPr/>
            <p:nvPr/>
          </p:nvSpPr>
          <p:spPr>
            <a:xfrm>
              <a:off x="10181844" y="490270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1012" name="object 527">
              <a:extLst>
                <a:ext uri="{FF2B5EF4-FFF2-40B4-BE49-F238E27FC236}">
                  <a16:creationId xmlns:a16="http://schemas.microsoft.com/office/drawing/2014/main" id="{095BAD55-F382-4CB8-AA85-434865BC6F0C}"/>
                </a:ext>
              </a:extLst>
            </p:cNvPr>
            <p:cNvSpPr/>
            <p:nvPr/>
          </p:nvSpPr>
          <p:spPr>
            <a:xfrm>
              <a:off x="10181844" y="49880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1013" name="object 528">
              <a:extLst>
                <a:ext uri="{FF2B5EF4-FFF2-40B4-BE49-F238E27FC236}">
                  <a16:creationId xmlns:a16="http://schemas.microsoft.com/office/drawing/2014/main" id="{8A695F8E-629E-4B99-9675-B26093648117}"/>
                </a:ext>
              </a:extLst>
            </p:cNvPr>
            <p:cNvSpPr/>
            <p:nvPr/>
          </p:nvSpPr>
          <p:spPr>
            <a:xfrm>
              <a:off x="10181844" y="49880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1014" name="object 529">
              <a:extLst>
                <a:ext uri="{FF2B5EF4-FFF2-40B4-BE49-F238E27FC236}">
                  <a16:creationId xmlns:a16="http://schemas.microsoft.com/office/drawing/2014/main" id="{12353B4D-61F7-4390-AFFA-5CDA0058BCC9}"/>
                </a:ext>
              </a:extLst>
            </p:cNvPr>
            <p:cNvSpPr/>
            <p:nvPr/>
          </p:nvSpPr>
          <p:spPr>
            <a:xfrm>
              <a:off x="10181844" y="50733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3C2F5"/>
            </a:solidFill>
          </p:spPr>
          <p:txBody>
            <a:bodyPr wrap="square" lIns="0" tIns="0" rIns="0" bIns="0" rtlCol="0"/>
            <a:lstStyle/>
            <a:p>
              <a:endParaRPr/>
            </a:p>
          </p:txBody>
        </p:sp>
        <p:sp>
          <p:nvSpPr>
            <p:cNvPr id="1015" name="object 530">
              <a:extLst>
                <a:ext uri="{FF2B5EF4-FFF2-40B4-BE49-F238E27FC236}">
                  <a16:creationId xmlns:a16="http://schemas.microsoft.com/office/drawing/2014/main" id="{6D743F69-F4E0-4515-9B52-B2A7E9CF55EE}"/>
                </a:ext>
              </a:extLst>
            </p:cNvPr>
            <p:cNvSpPr/>
            <p:nvPr/>
          </p:nvSpPr>
          <p:spPr>
            <a:xfrm>
              <a:off x="10181844" y="50733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1016" name="object 531">
              <a:extLst>
                <a:ext uri="{FF2B5EF4-FFF2-40B4-BE49-F238E27FC236}">
                  <a16:creationId xmlns:a16="http://schemas.microsoft.com/office/drawing/2014/main" id="{EBF4C90F-FC2F-4DE0-BBA8-7CF6ACD6B44F}"/>
                </a:ext>
              </a:extLst>
            </p:cNvPr>
            <p:cNvSpPr/>
            <p:nvPr/>
          </p:nvSpPr>
          <p:spPr>
            <a:xfrm>
              <a:off x="10274808"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1017" name="object 532">
              <a:extLst>
                <a:ext uri="{FF2B5EF4-FFF2-40B4-BE49-F238E27FC236}">
                  <a16:creationId xmlns:a16="http://schemas.microsoft.com/office/drawing/2014/main" id="{197AB10A-2A6D-47B4-A30F-A147D66BC40C}"/>
                </a:ext>
              </a:extLst>
            </p:cNvPr>
            <p:cNvSpPr/>
            <p:nvPr/>
          </p:nvSpPr>
          <p:spPr>
            <a:xfrm>
              <a:off x="10274808"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18" name="object 533">
              <a:extLst>
                <a:ext uri="{FF2B5EF4-FFF2-40B4-BE49-F238E27FC236}">
                  <a16:creationId xmlns:a16="http://schemas.microsoft.com/office/drawing/2014/main" id="{7AE4CCA6-1DCB-4788-8E34-0A675CAD770F}"/>
                </a:ext>
              </a:extLst>
            </p:cNvPr>
            <p:cNvSpPr/>
            <p:nvPr/>
          </p:nvSpPr>
          <p:spPr>
            <a:xfrm>
              <a:off x="10274808"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3C2F5"/>
            </a:solidFill>
          </p:spPr>
          <p:txBody>
            <a:bodyPr wrap="square" lIns="0" tIns="0" rIns="0" bIns="0" rtlCol="0"/>
            <a:lstStyle/>
            <a:p>
              <a:endParaRPr/>
            </a:p>
          </p:txBody>
        </p:sp>
        <p:sp>
          <p:nvSpPr>
            <p:cNvPr id="1019" name="object 534">
              <a:extLst>
                <a:ext uri="{FF2B5EF4-FFF2-40B4-BE49-F238E27FC236}">
                  <a16:creationId xmlns:a16="http://schemas.microsoft.com/office/drawing/2014/main" id="{3E98EA1A-D773-4FF7-9CBA-F9ED652AF5D8}"/>
                </a:ext>
              </a:extLst>
            </p:cNvPr>
            <p:cNvSpPr/>
            <p:nvPr/>
          </p:nvSpPr>
          <p:spPr>
            <a:xfrm>
              <a:off x="10274808"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1020" name="object 535">
              <a:extLst>
                <a:ext uri="{FF2B5EF4-FFF2-40B4-BE49-F238E27FC236}">
                  <a16:creationId xmlns:a16="http://schemas.microsoft.com/office/drawing/2014/main" id="{E05AB180-DDC3-446B-950F-23DB81C192E3}"/>
                </a:ext>
              </a:extLst>
            </p:cNvPr>
            <p:cNvSpPr/>
            <p:nvPr/>
          </p:nvSpPr>
          <p:spPr>
            <a:xfrm>
              <a:off x="10274808"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1021" name="object 536">
              <a:extLst>
                <a:ext uri="{FF2B5EF4-FFF2-40B4-BE49-F238E27FC236}">
                  <a16:creationId xmlns:a16="http://schemas.microsoft.com/office/drawing/2014/main" id="{70C2B4B2-3E74-4B73-BEDD-A1B3087C8E30}"/>
                </a:ext>
              </a:extLst>
            </p:cNvPr>
            <p:cNvSpPr/>
            <p:nvPr/>
          </p:nvSpPr>
          <p:spPr>
            <a:xfrm>
              <a:off x="10274808"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22" name="object 537">
              <a:extLst>
                <a:ext uri="{FF2B5EF4-FFF2-40B4-BE49-F238E27FC236}">
                  <a16:creationId xmlns:a16="http://schemas.microsoft.com/office/drawing/2014/main" id="{8F5A0A80-00F2-4401-83E7-D53D62A25278}"/>
                </a:ext>
              </a:extLst>
            </p:cNvPr>
            <p:cNvSpPr/>
            <p:nvPr/>
          </p:nvSpPr>
          <p:spPr>
            <a:xfrm>
              <a:off x="10274808"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3C2F5"/>
            </a:solidFill>
          </p:spPr>
          <p:txBody>
            <a:bodyPr wrap="square" lIns="0" tIns="0" rIns="0" bIns="0" rtlCol="0"/>
            <a:lstStyle/>
            <a:p>
              <a:endParaRPr/>
            </a:p>
          </p:txBody>
        </p:sp>
        <p:sp>
          <p:nvSpPr>
            <p:cNvPr id="1023" name="object 538">
              <a:extLst>
                <a:ext uri="{FF2B5EF4-FFF2-40B4-BE49-F238E27FC236}">
                  <a16:creationId xmlns:a16="http://schemas.microsoft.com/office/drawing/2014/main" id="{BDF7C07F-9789-4937-B390-9F5599431FC9}"/>
                </a:ext>
              </a:extLst>
            </p:cNvPr>
            <p:cNvSpPr/>
            <p:nvPr/>
          </p:nvSpPr>
          <p:spPr>
            <a:xfrm>
              <a:off x="10274808"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24" name="object 539">
              <a:extLst>
                <a:ext uri="{FF2B5EF4-FFF2-40B4-BE49-F238E27FC236}">
                  <a16:creationId xmlns:a16="http://schemas.microsoft.com/office/drawing/2014/main" id="{15119A99-7FEE-458F-88B0-6EECE7E559EE}"/>
                </a:ext>
              </a:extLst>
            </p:cNvPr>
            <p:cNvSpPr txBox="1"/>
            <p:nvPr/>
          </p:nvSpPr>
          <p:spPr>
            <a:xfrm>
              <a:off x="9943338" y="4557776"/>
              <a:ext cx="194310" cy="239395"/>
            </a:xfrm>
            <a:prstGeom prst="rect">
              <a:avLst/>
            </a:prstGeom>
          </p:spPr>
          <p:txBody>
            <a:bodyPr vert="horz" wrap="square" lIns="0" tIns="12700" rIns="0" bIns="0" rtlCol="0">
              <a:spAutoFit/>
            </a:bodyPr>
            <a:lstStyle/>
            <a:p>
              <a:pPr marL="12700">
                <a:lnSpc>
                  <a:spcPct val="100000"/>
                </a:lnSpc>
                <a:spcBef>
                  <a:spcPts val="100"/>
                </a:spcBef>
              </a:pPr>
              <a:r>
                <a:rPr sz="1400" i="1" dirty="0">
                  <a:latin typeface="Arial"/>
                  <a:cs typeface="Arial"/>
                </a:rPr>
                <a:t>W</a:t>
              </a:r>
              <a:endParaRPr sz="1400">
                <a:latin typeface="Arial"/>
                <a:cs typeface="Arial"/>
              </a:endParaRPr>
            </a:p>
          </p:txBody>
        </p:sp>
        <p:sp>
          <p:nvSpPr>
            <p:cNvPr id="1025" name="object 540">
              <a:extLst>
                <a:ext uri="{FF2B5EF4-FFF2-40B4-BE49-F238E27FC236}">
                  <a16:creationId xmlns:a16="http://schemas.microsoft.com/office/drawing/2014/main" id="{FFA8B35D-D128-4006-B4AD-F86CF18EE61B}"/>
                </a:ext>
              </a:extLst>
            </p:cNvPr>
            <p:cNvSpPr/>
            <p:nvPr/>
          </p:nvSpPr>
          <p:spPr>
            <a:xfrm>
              <a:off x="8959594" y="4817362"/>
              <a:ext cx="90170" cy="85725"/>
            </a:xfrm>
            <a:custGeom>
              <a:avLst/>
              <a:gdLst/>
              <a:ahLst/>
              <a:cxnLst/>
              <a:rect l="l" t="t" r="r" b="b"/>
              <a:pathLst>
                <a:path w="90170" h="85725">
                  <a:moveTo>
                    <a:pt x="0" y="85342"/>
                  </a:moveTo>
                  <a:lnTo>
                    <a:pt x="89920" y="85342"/>
                  </a:lnTo>
                  <a:lnTo>
                    <a:pt x="89920" y="0"/>
                  </a:lnTo>
                  <a:lnTo>
                    <a:pt x="0" y="0"/>
                  </a:lnTo>
                  <a:lnTo>
                    <a:pt x="0" y="85342"/>
                  </a:lnTo>
                  <a:close/>
                </a:path>
              </a:pathLst>
            </a:custGeom>
            <a:solidFill>
              <a:srgbClr val="E7FFBD"/>
            </a:solidFill>
          </p:spPr>
          <p:txBody>
            <a:bodyPr wrap="square" lIns="0" tIns="0" rIns="0" bIns="0" rtlCol="0"/>
            <a:lstStyle/>
            <a:p>
              <a:endParaRPr/>
            </a:p>
          </p:txBody>
        </p:sp>
        <p:sp>
          <p:nvSpPr>
            <p:cNvPr id="1026" name="object 541">
              <a:extLst>
                <a:ext uri="{FF2B5EF4-FFF2-40B4-BE49-F238E27FC236}">
                  <a16:creationId xmlns:a16="http://schemas.microsoft.com/office/drawing/2014/main" id="{6B516A49-FAB3-44E1-B793-576A4A22408F}"/>
                </a:ext>
              </a:extLst>
            </p:cNvPr>
            <p:cNvSpPr/>
            <p:nvPr/>
          </p:nvSpPr>
          <p:spPr>
            <a:xfrm>
              <a:off x="8956547" y="481736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1027" name="object 542">
              <a:extLst>
                <a:ext uri="{FF2B5EF4-FFF2-40B4-BE49-F238E27FC236}">
                  <a16:creationId xmlns:a16="http://schemas.microsoft.com/office/drawing/2014/main" id="{BAEB63AE-C5EA-44D5-9909-D8AF09D9BFDF}"/>
                </a:ext>
              </a:extLst>
            </p:cNvPr>
            <p:cNvSpPr/>
            <p:nvPr/>
          </p:nvSpPr>
          <p:spPr>
            <a:xfrm>
              <a:off x="8959594" y="4902706"/>
              <a:ext cx="90170" cy="85725"/>
            </a:xfrm>
            <a:custGeom>
              <a:avLst/>
              <a:gdLst/>
              <a:ahLst/>
              <a:cxnLst/>
              <a:rect l="l" t="t" r="r" b="b"/>
              <a:pathLst>
                <a:path w="90170" h="85725">
                  <a:moveTo>
                    <a:pt x="0" y="85347"/>
                  </a:moveTo>
                  <a:lnTo>
                    <a:pt x="89920" y="85347"/>
                  </a:lnTo>
                  <a:lnTo>
                    <a:pt x="89920" y="0"/>
                  </a:lnTo>
                  <a:lnTo>
                    <a:pt x="0" y="0"/>
                  </a:lnTo>
                  <a:lnTo>
                    <a:pt x="0" y="85347"/>
                  </a:lnTo>
                  <a:close/>
                </a:path>
              </a:pathLst>
            </a:custGeom>
            <a:solidFill>
              <a:srgbClr val="E7FFBD"/>
            </a:solidFill>
          </p:spPr>
          <p:txBody>
            <a:bodyPr wrap="square" lIns="0" tIns="0" rIns="0" bIns="0" rtlCol="0"/>
            <a:lstStyle/>
            <a:p>
              <a:endParaRPr/>
            </a:p>
          </p:txBody>
        </p:sp>
        <p:sp>
          <p:nvSpPr>
            <p:cNvPr id="1028" name="object 543">
              <a:extLst>
                <a:ext uri="{FF2B5EF4-FFF2-40B4-BE49-F238E27FC236}">
                  <a16:creationId xmlns:a16="http://schemas.microsoft.com/office/drawing/2014/main" id="{3B3F445B-636B-4DB5-83DF-6F166CFE468E}"/>
                </a:ext>
              </a:extLst>
            </p:cNvPr>
            <p:cNvSpPr/>
            <p:nvPr/>
          </p:nvSpPr>
          <p:spPr>
            <a:xfrm>
              <a:off x="8956547" y="4902706"/>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a:p>
          </p:txBody>
        </p:sp>
        <p:sp>
          <p:nvSpPr>
            <p:cNvPr id="1029" name="object 544">
              <a:extLst>
                <a:ext uri="{FF2B5EF4-FFF2-40B4-BE49-F238E27FC236}">
                  <a16:creationId xmlns:a16="http://schemas.microsoft.com/office/drawing/2014/main" id="{4DDF3E5E-4255-415B-966C-F262B93AE837}"/>
                </a:ext>
              </a:extLst>
            </p:cNvPr>
            <p:cNvSpPr/>
            <p:nvPr/>
          </p:nvSpPr>
          <p:spPr>
            <a:xfrm>
              <a:off x="8959594" y="4988054"/>
              <a:ext cx="90170" cy="85725"/>
            </a:xfrm>
            <a:custGeom>
              <a:avLst/>
              <a:gdLst/>
              <a:ahLst/>
              <a:cxnLst/>
              <a:rect l="l" t="t" r="r" b="b"/>
              <a:pathLst>
                <a:path w="90170" h="85725">
                  <a:moveTo>
                    <a:pt x="0" y="85342"/>
                  </a:moveTo>
                  <a:lnTo>
                    <a:pt x="89920" y="85342"/>
                  </a:lnTo>
                  <a:lnTo>
                    <a:pt x="89920" y="0"/>
                  </a:lnTo>
                  <a:lnTo>
                    <a:pt x="0" y="0"/>
                  </a:lnTo>
                  <a:lnTo>
                    <a:pt x="0" y="85342"/>
                  </a:lnTo>
                  <a:close/>
                </a:path>
              </a:pathLst>
            </a:custGeom>
            <a:solidFill>
              <a:srgbClr val="E7FFBD"/>
            </a:solidFill>
          </p:spPr>
          <p:txBody>
            <a:bodyPr wrap="square" lIns="0" tIns="0" rIns="0" bIns="0" rtlCol="0"/>
            <a:lstStyle/>
            <a:p>
              <a:endParaRPr/>
            </a:p>
          </p:txBody>
        </p:sp>
        <p:sp>
          <p:nvSpPr>
            <p:cNvPr id="1030" name="object 545">
              <a:extLst>
                <a:ext uri="{FF2B5EF4-FFF2-40B4-BE49-F238E27FC236}">
                  <a16:creationId xmlns:a16="http://schemas.microsoft.com/office/drawing/2014/main" id="{BA88D7A5-374E-4CC8-9BF3-68EE1520D1FD}"/>
                </a:ext>
              </a:extLst>
            </p:cNvPr>
            <p:cNvSpPr/>
            <p:nvPr/>
          </p:nvSpPr>
          <p:spPr>
            <a:xfrm>
              <a:off x="8956547" y="498805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1031" name="object 546">
              <a:extLst>
                <a:ext uri="{FF2B5EF4-FFF2-40B4-BE49-F238E27FC236}">
                  <a16:creationId xmlns:a16="http://schemas.microsoft.com/office/drawing/2014/main" id="{9B839748-1C9C-4347-B01F-2CD4F1ED5F7E}"/>
                </a:ext>
              </a:extLst>
            </p:cNvPr>
            <p:cNvSpPr/>
            <p:nvPr/>
          </p:nvSpPr>
          <p:spPr>
            <a:xfrm>
              <a:off x="8959594" y="5073396"/>
              <a:ext cx="90170" cy="85725"/>
            </a:xfrm>
            <a:custGeom>
              <a:avLst/>
              <a:gdLst/>
              <a:ahLst/>
              <a:cxnLst/>
              <a:rect l="l" t="t" r="r" b="b"/>
              <a:pathLst>
                <a:path w="90170" h="85725">
                  <a:moveTo>
                    <a:pt x="0" y="85342"/>
                  </a:moveTo>
                  <a:lnTo>
                    <a:pt x="89920" y="85342"/>
                  </a:lnTo>
                  <a:lnTo>
                    <a:pt x="89920" y="0"/>
                  </a:lnTo>
                  <a:lnTo>
                    <a:pt x="0" y="0"/>
                  </a:lnTo>
                  <a:lnTo>
                    <a:pt x="0" y="85342"/>
                  </a:lnTo>
                  <a:close/>
                </a:path>
              </a:pathLst>
            </a:custGeom>
            <a:solidFill>
              <a:srgbClr val="E7FFBD"/>
            </a:solidFill>
          </p:spPr>
          <p:txBody>
            <a:bodyPr wrap="square" lIns="0" tIns="0" rIns="0" bIns="0" rtlCol="0"/>
            <a:lstStyle/>
            <a:p>
              <a:endParaRPr/>
            </a:p>
          </p:txBody>
        </p:sp>
        <p:sp>
          <p:nvSpPr>
            <p:cNvPr id="1032" name="object 547">
              <a:extLst>
                <a:ext uri="{FF2B5EF4-FFF2-40B4-BE49-F238E27FC236}">
                  <a16:creationId xmlns:a16="http://schemas.microsoft.com/office/drawing/2014/main" id="{25F7D775-C14D-410F-BA7E-D36214A37E6C}"/>
                </a:ext>
              </a:extLst>
            </p:cNvPr>
            <p:cNvSpPr/>
            <p:nvPr/>
          </p:nvSpPr>
          <p:spPr>
            <a:xfrm>
              <a:off x="8956547" y="507339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1033" name="object 548">
              <a:extLst>
                <a:ext uri="{FF2B5EF4-FFF2-40B4-BE49-F238E27FC236}">
                  <a16:creationId xmlns:a16="http://schemas.microsoft.com/office/drawing/2014/main" id="{60C9F977-F4A7-43B7-9D90-77B82935A160}"/>
                </a:ext>
              </a:extLst>
            </p:cNvPr>
            <p:cNvSpPr/>
            <p:nvPr/>
          </p:nvSpPr>
          <p:spPr>
            <a:xfrm>
              <a:off x="8590788" y="481736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solidFill>
              <a:srgbClr val="E7FFBD"/>
            </a:solidFill>
          </p:spPr>
          <p:txBody>
            <a:bodyPr wrap="square" lIns="0" tIns="0" rIns="0" bIns="0" rtlCol="0"/>
            <a:lstStyle/>
            <a:p>
              <a:endParaRPr/>
            </a:p>
          </p:txBody>
        </p:sp>
        <p:sp>
          <p:nvSpPr>
            <p:cNvPr id="1034" name="object 549">
              <a:extLst>
                <a:ext uri="{FF2B5EF4-FFF2-40B4-BE49-F238E27FC236}">
                  <a16:creationId xmlns:a16="http://schemas.microsoft.com/office/drawing/2014/main" id="{C65AD9F9-DBC2-431B-BBBC-B713274636AA}"/>
                </a:ext>
              </a:extLst>
            </p:cNvPr>
            <p:cNvSpPr/>
            <p:nvPr/>
          </p:nvSpPr>
          <p:spPr>
            <a:xfrm>
              <a:off x="8590788" y="481736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1035" name="object 550">
              <a:extLst>
                <a:ext uri="{FF2B5EF4-FFF2-40B4-BE49-F238E27FC236}">
                  <a16:creationId xmlns:a16="http://schemas.microsoft.com/office/drawing/2014/main" id="{2E1AD979-306A-4DBE-A383-D111FE90D755}"/>
                </a:ext>
              </a:extLst>
            </p:cNvPr>
            <p:cNvSpPr/>
            <p:nvPr/>
          </p:nvSpPr>
          <p:spPr>
            <a:xfrm>
              <a:off x="8683752"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36" name="object 551">
              <a:extLst>
                <a:ext uri="{FF2B5EF4-FFF2-40B4-BE49-F238E27FC236}">
                  <a16:creationId xmlns:a16="http://schemas.microsoft.com/office/drawing/2014/main" id="{B50EDAA5-D497-4286-9CD2-7757AE7C4C9D}"/>
                </a:ext>
              </a:extLst>
            </p:cNvPr>
            <p:cNvSpPr/>
            <p:nvPr/>
          </p:nvSpPr>
          <p:spPr>
            <a:xfrm>
              <a:off x="8683752"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37" name="object 552">
              <a:extLst>
                <a:ext uri="{FF2B5EF4-FFF2-40B4-BE49-F238E27FC236}">
                  <a16:creationId xmlns:a16="http://schemas.microsoft.com/office/drawing/2014/main" id="{0AA5D0B0-B0DB-4F76-85C6-8E9FAD879BD3}"/>
                </a:ext>
              </a:extLst>
            </p:cNvPr>
            <p:cNvSpPr/>
            <p:nvPr/>
          </p:nvSpPr>
          <p:spPr>
            <a:xfrm>
              <a:off x="8775192"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38" name="object 553">
              <a:extLst>
                <a:ext uri="{FF2B5EF4-FFF2-40B4-BE49-F238E27FC236}">
                  <a16:creationId xmlns:a16="http://schemas.microsoft.com/office/drawing/2014/main" id="{4DBDA313-16CB-4535-8081-16F098D4E57D}"/>
                </a:ext>
              </a:extLst>
            </p:cNvPr>
            <p:cNvSpPr/>
            <p:nvPr/>
          </p:nvSpPr>
          <p:spPr>
            <a:xfrm>
              <a:off x="8775192"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39" name="object 554">
              <a:extLst>
                <a:ext uri="{FF2B5EF4-FFF2-40B4-BE49-F238E27FC236}">
                  <a16:creationId xmlns:a16="http://schemas.microsoft.com/office/drawing/2014/main" id="{D5700C81-DF0B-47DD-90E1-FEE96D501F95}"/>
                </a:ext>
              </a:extLst>
            </p:cNvPr>
            <p:cNvSpPr/>
            <p:nvPr/>
          </p:nvSpPr>
          <p:spPr>
            <a:xfrm>
              <a:off x="8590788" y="4902706"/>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solidFill>
              <a:srgbClr val="E7FFBD"/>
            </a:solidFill>
          </p:spPr>
          <p:txBody>
            <a:bodyPr wrap="square" lIns="0" tIns="0" rIns="0" bIns="0" rtlCol="0"/>
            <a:lstStyle/>
            <a:p>
              <a:endParaRPr/>
            </a:p>
          </p:txBody>
        </p:sp>
        <p:sp>
          <p:nvSpPr>
            <p:cNvPr id="1040" name="object 555">
              <a:extLst>
                <a:ext uri="{FF2B5EF4-FFF2-40B4-BE49-F238E27FC236}">
                  <a16:creationId xmlns:a16="http://schemas.microsoft.com/office/drawing/2014/main" id="{42B106CF-BE9D-4F1D-B99B-ACE8C549BAD5}"/>
                </a:ext>
              </a:extLst>
            </p:cNvPr>
            <p:cNvSpPr/>
            <p:nvPr/>
          </p:nvSpPr>
          <p:spPr>
            <a:xfrm>
              <a:off x="8590788" y="4902706"/>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a:p>
          </p:txBody>
        </p:sp>
        <p:sp>
          <p:nvSpPr>
            <p:cNvPr id="1041" name="object 556">
              <a:extLst>
                <a:ext uri="{FF2B5EF4-FFF2-40B4-BE49-F238E27FC236}">
                  <a16:creationId xmlns:a16="http://schemas.microsoft.com/office/drawing/2014/main" id="{AD0E7329-7A64-49FD-8707-9B150864FBFD}"/>
                </a:ext>
              </a:extLst>
            </p:cNvPr>
            <p:cNvSpPr/>
            <p:nvPr/>
          </p:nvSpPr>
          <p:spPr>
            <a:xfrm>
              <a:off x="8683752"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1042" name="object 557">
              <a:extLst>
                <a:ext uri="{FF2B5EF4-FFF2-40B4-BE49-F238E27FC236}">
                  <a16:creationId xmlns:a16="http://schemas.microsoft.com/office/drawing/2014/main" id="{B4841023-BD35-4A28-997A-8792313D0C23}"/>
                </a:ext>
              </a:extLst>
            </p:cNvPr>
            <p:cNvSpPr/>
            <p:nvPr/>
          </p:nvSpPr>
          <p:spPr>
            <a:xfrm>
              <a:off x="8683752"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1043" name="object 558">
              <a:extLst>
                <a:ext uri="{FF2B5EF4-FFF2-40B4-BE49-F238E27FC236}">
                  <a16:creationId xmlns:a16="http://schemas.microsoft.com/office/drawing/2014/main" id="{0E048EC9-4843-43DE-AC8B-192C4113B958}"/>
                </a:ext>
              </a:extLst>
            </p:cNvPr>
            <p:cNvSpPr/>
            <p:nvPr/>
          </p:nvSpPr>
          <p:spPr>
            <a:xfrm>
              <a:off x="8775192"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1044" name="object 559">
              <a:extLst>
                <a:ext uri="{FF2B5EF4-FFF2-40B4-BE49-F238E27FC236}">
                  <a16:creationId xmlns:a16="http://schemas.microsoft.com/office/drawing/2014/main" id="{6AB08D14-2299-4A3D-BEBC-787F171DE54B}"/>
                </a:ext>
              </a:extLst>
            </p:cNvPr>
            <p:cNvSpPr/>
            <p:nvPr/>
          </p:nvSpPr>
          <p:spPr>
            <a:xfrm>
              <a:off x="8775192"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1045" name="object 560">
              <a:extLst>
                <a:ext uri="{FF2B5EF4-FFF2-40B4-BE49-F238E27FC236}">
                  <a16:creationId xmlns:a16="http://schemas.microsoft.com/office/drawing/2014/main" id="{9BB2E96C-FB76-4C1B-9022-8B728D7432A3}"/>
                </a:ext>
              </a:extLst>
            </p:cNvPr>
            <p:cNvSpPr/>
            <p:nvPr/>
          </p:nvSpPr>
          <p:spPr>
            <a:xfrm>
              <a:off x="8590788" y="498805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solidFill>
              <a:srgbClr val="E7FFBD"/>
            </a:solidFill>
          </p:spPr>
          <p:txBody>
            <a:bodyPr wrap="square" lIns="0" tIns="0" rIns="0" bIns="0" rtlCol="0"/>
            <a:lstStyle/>
            <a:p>
              <a:endParaRPr/>
            </a:p>
          </p:txBody>
        </p:sp>
        <p:sp>
          <p:nvSpPr>
            <p:cNvPr id="1046" name="object 561">
              <a:extLst>
                <a:ext uri="{FF2B5EF4-FFF2-40B4-BE49-F238E27FC236}">
                  <a16:creationId xmlns:a16="http://schemas.microsoft.com/office/drawing/2014/main" id="{78402EE0-063A-47DE-BAB3-E6D656C601BD}"/>
                </a:ext>
              </a:extLst>
            </p:cNvPr>
            <p:cNvSpPr/>
            <p:nvPr/>
          </p:nvSpPr>
          <p:spPr>
            <a:xfrm>
              <a:off x="8590788" y="498805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1047" name="object 562">
              <a:extLst>
                <a:ext uri="{FF2B5EF4-FFF2-40B4-BE49-F238E27FC236}">
                  <a16:creationId xmlns:a16="http://schemas.microsoft.com/office/drawing/2014/main" id="{D36203B4-AE03-4736-AE1E-523A3B1D4FF0}"/>
                </a:ext>
              </a:extLst>
            </p:cNvPr>
            <p:cNvSpPr/>
            <p:nvPr/>
          </p:nvSpPr>
          <p:spPr>
            <a:xfrm>
              <a:off x="8683752"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48" name="object 563">
              <a:extLst>
                <a:ext uri="{FF2B5EF4-FFF2-40B4-BE49-F238E27FC236}">
                  <a16:creationId xmlns:a16="http://schemas.microsoft.com/office/drawing/2014/main" id="{9896555B-28CB-4A52-8328-3A32216214CC}"/>
                </a:ext>
              </a:extLst>
            </p:cNvPr>
            <p:cNvSpPr/>
            <p:nvPr/>
          </p:nvSpPr>
          <p:spPr>
            <a:xfrm>
              <a:off x="8683752"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49" name="object 564">
              <a:extLst>
                <a:ext uri="{FF2B5EF4-FFF2-40B4-BE49-F238E27FC236}">
                  <a16:creationId xmlns:a16="http://schemas.microsoft.com/office/drawing/2014/main" id="{CF1E02C9-FDF5-4429-B6B6-A0479C67BCDE}"/>
                </a:ext>
              </a:extLst>
            </p:cNvPr>
            <p:cNvSpPr/>
            <p:nvPr/>
          </p:nvSpPr>
          <p:spPr>
            <a:xfrm>
              <a:off x="8775192"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50" name="object 565">
              <a:extLst>
                <a:ext uri="{FF2B5EF4-FFF2-40B4-BE49-F238E27FC236}">
                  <a16:creationId xmlns:a16="http://schemas.microsoft.com/office/drawing/2014/main" id="{8503E29F-69BC-40BB-9B5F-D0FC4AB47E9C}"/>
                </a:ext>
              </a:extLst>
            </p:cNvPr>
            <p:cNvSpPr/>
            <p:nvPr/>
          </p:nvSpPr>
          <p:spPr>
            <a:xfrm>
              <a:off x="8775192"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51" name="object 566">
              <a:extLst>
                <a:ext uri="{FF2B5EF4-FFF2-40B4-BE49-F238E27FC236}">
                  <a16:creationId xmlns:a16="http://schemas.microsoft.com/office/drawing/2014/main" id="{316F3B69-7E22-4F9F-9BA4-7F2BD5D56AAD}"/>
                </a:ext>
              </a:extLst>
            </p:cNvPr>
            <p:cNvSpPr/>
            <p:nvPr/>
          </p:nvSpPr>
          <p:spPr>
            <a:xfrm>
              <a:off x="8590788" y="507339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solidFill>
              <a:srgbClr val="E7FFBD"/>
            </a:solidFill>
          </p:spPr>
          <p:txBody>
            <a:bodyPr wrap="square" lIns="0" tIns="0" rIns="0" bIns="0" rtlCol="0"/>
            <a:lstStyle/>
            <a:p>
              <a:endParaRPr/>
            </a:p>
          </p:txBody>
        </p:sp>
        <p:sp>
          <p:nvSpPr>
            <p:cNvPr id="1052" name="object 567">
              <a:extLst>
                <a:ext uri="{FF2B5EF4-FFF2-40B4-BE49-F238E27FC236}">
                  <a16:creationId xmlns:a16="http://schemas.microsoft.com/office/drawing/2014/main" id="{77702E53-9B25-441B-8AEC-38E3B6ACBED0}"/>
                </a:ext>
              </a:extLst>
            </p:cNvPr>
            <p:cNvSpPr/>
            <p:nvPr/>
          </p:nvSpPr>
          <p:spPr>
            <a:xfrm>
              <a:off x="8590788" y="507339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a:p>
          </p:txBody>
        </p:sp>
        <p:sp>
          <p:nvSpPr>
            <p:cNvPr id="1053" name="object 568">
              <a:extLst>
                <a:ext uri="{FF2B5EF4-FFF2-40B4-BE49-F238E27FC236}">
                  <a16:creationId xmlns:a16="http://schemas.microsoft.com/office/drawing/2014/main" id="{BAB9FE0C-0209-4BA4-9F83-408177167823}"/>
                </a:ext>
              </a:extLst>
            </p:cNvPr>
            <p:cNvSpPr/>
            <p:nvPr/>
          </p:nvSpPr>
          <p:spPr>
            <a:xfrm>
              <a:off x="8683752"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54" name="object 569">
              <a:extLst>
                <a:ext uri="{FF2B5EF4-FFF2-40B4-BE49-F238E27FC236}">
                  <a16:creationId xmlns:a16="http://schemas.microsoft.com/office/drawing/2014/main" id="{3274F38C-2BE6-4637-A5E5-6F4A30E86122}"/>
                </a:ext>
              </a:extLst>
            </p:cNvPr>
            <p:cNvSpPr/>
            <p:nvPr/>
          </p:nvSpPr>
          <p:spPr>
            <a:xfrm>
              <a:off x="8683752"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55" name="object 570">
              <a:extLst>
                <a:ext uri="{FF2B5EF4-FFF2-40B4-BE49-F238E27FC236}">
                  <a16:creationId xmlns:a16="http://schemas.microsoft.com/office/drawing/2014/main" id="{4740F107-7DAF-419D-9057-1C01918CED42}"/>
                </a:ext>
              </a:extLst>
            </p:cNvPr>
            <p:cNvSpPr/>
            <p:nvPr/>
          </p:nvSpPr>
          <p:spPr>
            <a:xfrm>
              <a:off x="8775192"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56" name="object 571">
              <a:extLst>
                <a:ext uri="{FF2B5EF4-FFF2-40B4-BE49-F238E27FC236}">
                  <a16:creationId xmlns:a16="http://schemas.microsoft.com/office/drawing/2014/main" id="{0CB3A54D-6795-4787-8DA5-83868AE1C477}"/>
                </a:ext>
              </a:extLst>
            </p:cNvPr>
            <p:cNvSpPr/>
            <p:nvPr/>
          </p:nvSpPr>
          <p:spPr>
            <a:xfrm>
              <a:off x="8775192"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57" name="object 572">
              <a:extLst>
                <a:ext uri="{FF2B5EF4-FFF2-40B4-BE49-F238E27FC236}">
                  <a16:creationId xmlns:a16="http://schemas.microsoft.com/office/drawing/2014/main" id="{94016E7D-D09F-49D3-AF7D-ACD38DD33D78}"/>
                </a:ext>
              </a:extLst>
            </p:cNvPr>
            <p:cNvSpPr/>
            <p:nvPr/>
          </p:nvSpPr>
          <p:spPr>
            <a:xfrm>
              <a:off x="8866632" y="481736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1058" name="object 573">
              <a:extLst>
                <a:ext uri="{FF2B5EF4-FFF2-40B4-BE49-F238E27FC236}">
                  <a16:creationId xmlns:a16="http://schemas.microsoft.com/office/drawing/2014/main" id="{D76D5D27-FFA4-4258-A19D-6F29CE261945}"/>
                </a:ext>
              </a:extLst>
            </p:cNvPr>
            <p:cNvSpPr/>
            <p:nvPr/>
          </p:nvSpPr>
          <p:spPr>
            <a:xfrm>
              <a:off x="8866632" y="481736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1059" name="object 574">
              <a:extLst>
                <a:ext uri="{FF2B5EF4-FFF2-40B4-BE49-F238E27FC236}">
                  <a16:creationId xmlns:a16="http://schemas.microsoft.com/office/drawing/2014/main" id="{D7C6DCA1-58D3-4FE0-83D6-105A1603B12B}"/>
                </a:ext>
              </a:extLst>
            </p:cNvPr>
            <p:cNvSpPr/>
            <p:nvPr/>
          </p:nvSpPr>
          <p:spPr>
            <a:xfrm>
              <a:off x="8866632" y="490270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solidFill>
              <a:srgbClr val="E7FFBD"/>
            </a:solidFill>
          </p:spPr>
          <p:txBody>
            <a:bodyPr wrap="square" lIns="0" tIns="0" rIns="0" bIns="0" rtlCol="0"/>
            <a:lstStyle/>
            <a:p>
              <a:endParaRPr/>
            </a:p>
          </p:txBody>
        </p:sp>
        <p:sp>
          <p:nvSpPr>
            <p:cNvPr id="1060" name="object 575">
              <a:extLst>
                <a:ext uri="{FF2B5EF4-FFF2-40B4-BE49-F238E27FC236}">
                  <a16:creationId xmlns:a16="http://schemas.microsoft.com/office/drawing/2014/main" id="{33071EF2-7E76-4514-B53D-54152FB8BE75}"/>
                </a:ext>
              </a:extLst>
            </p:cNvPr>
            <p:cNvSpPr/>
            <p:nvPr/>
          </p:nvSpPr>
          <p:spPr>
            <a:xfrm>
              <a:off x="8866632" y="490270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a:p>
          </p:txBody>
        </p:sp>
        <p:sp>
          <p:nvSpPr>
            <p:cNvPr id="1061" name="object 576">
              <a:extLst>
                <a:ext uri="{FF2B5EF4-FFF2-40B4-BE49-F238E27FC236}">
                  <a16:creationId xmlns:a16="http://schemas.microsoft.com/office/drawing/2014/main" id="{A3DACBD0-9247-444D-AFAD-78044DBD5682}"/>
                </a:ext>
              </a:extLst>
            </p:cNvPr>
            <p:cNvSpPr/>
            <p:nvPr/>
          </p:nvSpPr>
          <p:spPr>
            <a:xfrm>
              <a:off x="8866632" y="49880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1062" name="object 577">
              <a:extLst>
                <a:ext uri="{FF2B5EF4-FFF2-40B4-BE49-F238E27FC236}">
                  <a16:creationId xmlns:a16="http://schemas.microsoft.com/office/drawing/2014/main" id="{BCCC9B77-689D-4F7F-9B10-964C6CE75A02}"/>
                </a:ext>
              </a:extLst>
            </p:cNvPr>
            <p:cNvSpPr/>
            <p:nvPr/>
          </p:nvSpPr>
          <p:spPr>
            <a:xfrm>
              <a:off x="8866632" y="49880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1063" name="object 578">
              <a:extLst>
                <a:ext uri="{FF2B5EF4-FFF2-40B4-BE49-F238E27FC236}">
                  <a16:creationId xmlns:a16="http://schemas.microsoft.com/office/drawing/2014/main" id="{5CF2C8C5-975B-44F2-9F8B-8199DC7413C9}"/>
                </a:ext>
              </a:extLst>
            </p:cNvPr>
            <p:cNvSpPr/>
            <p:nvPr/>
          </p:nvSpPr>
          <p:spPr>
            <a:xfrm>
              <a:off x="8866632" y="50733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solidFill>
              <a:srgbClr val="E7FFBD"/>
            </a:solidFill>
          </p:spPr>
          <p:txBody>
            <a:bodyPr wrap="square" lIns="0" tIns="0" rIns="0" bIns="0" rtlCol="0"/>
            <a:lstStyle/>
            <a:p>
              <a:endParaRPr/>
            </a:p>
          </p:txBody>
        </p:sp>
        <p:sp>
          <p:nvSpPr>
            <p:cNvPr id="1064" name="object 579">
              <a:extLst>
                <a:ext uri="{FF2B5EF4-FFF2-40B4-BE49-F238E27FC236}">
                  <a16:creationId xmlns:a16="http://schemas.microsoft.com/office/drawing/2014/main" id="{3C853537-F2C8-47A8-8A40-D53776D70A78}"/>
                </a:ext>
              </a:extLst>
            </p:cNvPr>
            <p:cNvSpPr/>
            <p:nvPr/>
          </p:nvSpPr>
          <p:spPr>
            <a:xfrm>
              <a:off x="8866632" y="50733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a:p>
          </p:txBody>
        </p:sp>
        <p:sp>
          <p:nvSpPr>
            <p:cNvPr id="1065" name="object 580">
              <a:extLst>
                <a:ext uri="{FF2B5EF4-FFF2-40B4-BE49-F238E27FC236}">
                  <a16:creationId xmlns:a16="http://schemas.microsoft.com/office/drawing/2014/main" id="{D05C26B3-7EEF-4007-86EC-71DA9B4C1DB6}"/>
                </a:ext>
              </a:extLst>
            </p:cNvPr>
            <p:cNvSpPr/>
            <p:nvPr/>
          </p:nvSpPr>
          <p:spPr>
            <a:xfrm>
              <a:off x="9232392" y="4817362"/>
              <a:ext cx="90170" cy="85725"/>
            </a:xfrm>
            <a:custGeom>
              <a:avLst/>
              <a:gdLst/>
              <a:ahLst/>
              <a:cxnLst/>
              <a:rect l="l" t="t" r="r" b="b"/>
              <a:pathLst>
                <a:path w="90170" h="85725">
                  <a:moveTo>
                    <a:pt x="0" y="85342"/>
                  </a:moveTo>
                  <a:lnTo>
                    <a:pt x="89911" y="85342"/>
                  </a:lnTo>
                  <a:lnTo>
                    <a:pt x="89911" y="0"/>
                  </a:lnTo>
                  <a:lnTo>
                    <a:pt x="0" y="0"/>
                  </a:lnTo>
                  <a:lnTo>
                    <a:pt x="0" y="85342"/>
                  </a:lnTo>
                  <a:close/>
                </a:path>
              </a:pathLst>
            </a:custGeom>
            <a:solidFill>
              <a:srgbClr val="E7FFBD"/>
            </a:solidFill>
          </p:spPr>
          <p:txBody>
            <a:bodyPr wrap="square" lIns="0" tIns="0" rIns="0" bIns="0" rtlCol="0"/>
            <a:lstStyle/>
            <a:p>
              <a:endParaRPr/>
            </a:p>
          </p:txBody>
        </p:sp>
        <p:sp>
          <p:nvSpPr>
            <p:cNvPr id="1066" name="object 581">
              <a:extLst>
                <a:ext uri="{FF2B5EF4-FFF2-40B4-BE49-F238E27FC236}">
                  <a16:creationId xmlns:a16="http://schemas.microsoft.com/office/drawing/2014/main" id="{73EA74A3-F6C0-4B59-87DF-9A38B1D8AD07}"/>
                </a:ext>
              </a:extLst>
            </p:cNvPr>
            <p:cNvSpPr/>
            <p:nvPr/>
          </p:nvSpPr>
          <p:spPr>
            <a:xfrm>
              <a:off x="9230868" y="4817362"/>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1067" name="object 582">
              <a:extLst>
                <a:ext uri="{FF2B5EF4-FFF2-40B4-BE49-F238E27FC236}">
                  <a16:creationId xmlns:a16="http://schemas.microsoft.com/office/drawing/2014/main" id="{7403D4F9-0461-4500-A5F6-99AACBCABDC6}"/>
                </a:ext>
              </a:extLst>
            </p:cNvPr>
            <p:cNvSpPr/>
            <p:nvPr/>
          </p:nvSpPr>
          <p:spPr>
            <a:xfrm>
              <a:off x="9232392" y="4902706"/>
              <a:ext cx="90170" cy="85725"/>
            </a:xfrm>
            <a:custGeom>
              <a:avLst/>
              <a:gdLst/>
              <a:ahLst/>
              <a:cxnLst/>
              <a:rect l="l" t="t" r="r" b="b"/>
              <a:pathLst>
                <a:path w="90170" h="85725">
                  <a:moveTo>
                    <a:pt x="0" y="85347"/>
                  </a:moveTo>
                  <a:lnTo>
                    <a:pt x="89911" y="85347"/>
                  </a:lnTo>
                  <a:lnTo>
                    <a:pt x="89911" y="0"/>
                  </a:lnTo>
                  <a:lnTo>
                    <a:pt x="0" y="0"/>
                  </a:lnTo>
                  <a:lnTo>
                    <a:pt x="0" y="85347"/>
                  </a:lnTo>
                  <a:close/>
                </a:path>
              </a:pathLst>
            </a:custGeom>
            <a:solidFill>
              <a:srgbClr val="E7FFBD"/>
            </a:solidFill>
          </p:spPr>
          <p:txBody>
            <a:bodyPr wrap="square" lIns="0" tIns="0" rIns="0" bIns="0" rtlCol="0"/>
            <a:lstStyle/>
            <a:p>
              <a:endParaRPr/>
            </a:p>
          </p:txBody>
        </p:sp>
        <p:sp>
          <p:nvSpPr>
            <p:cNvPr id="1068" name="object 583">
              <a:extLst>
                <a:ext uri="{FF2B5EF4-FFF2-40B4-BE49-F238E27FC236}">
                  <a16:creationId xmlns:a16="http://schemas.microsoft.com/office/drawing/2014/main" id="{D9F411DC-F014-4BFD-A4A0-766D37C6DC2C}"/>
                </a:ext>
              </a:extLst>
            </p:cNvPr>
            <p:cNvSpPr/>
            <p:nvPr/>
          </p:nvSpPr>
          <p:spPr>
            <a:xfrm>
              <a:off x="9230868" y="4902706"/>
              <a:ext cx="91440" cy="85725"/>
            </a:xfrm>
            <a:custGeom>
              <a:avLst/>
              <a:gdLst/>
              <a:ahLst/>
              <a:cxnLst/>
              <a:rect l="l" t="t" r="r" b="b"/>
              <a:pathLst>
                <a:path w="91440" h="85725">
                  <a:moveTo>
                    <a:pt x="0" y="85347"/>
                  </a:moveTo>
                  <a:lnTo>
                    <a:pt x="91435" y="85347"/>
                  </a:lnTo>
                  <a:lnTo>
                    <a:pt x="91435" y="0"/>
                  </a:lnTo>
                  <a:lnTo>
                    <a:pt x="0" y="0"/>
                  </a:lnTo>
                  <a:lnTo>
                    <a:pt x="0" y="85347"/>
                  </a:lnTo>
                  <a:close/>
                </a:path>
              </a:pathLst>
            </a:custGeom>
            <a:ln w="12700">
              <a:solidFill>
                <a:srgbClr val="000000"/>
              </a:solidFill>
            </a:ln>
          </p:spPr>
          <p:txBody>
            <a:bodyPr wrap="square" lIns="0" tIns="0" rIns="0" bIns="0" rtlCol="0"/>
            <a:lstStyle/>
            <a:p>
              <a:endParaRPr/>
            </a:p>
          </p:txBody>
        </p:sp>
        <p:sp>
          <p:nvSpPr>
            <p:cNvPr id="1069" name="object 584">
              <a:extLst>
                <a:ext uri="{FF2B5EF4-FFF2-40B4-BE49-F238E27FC236}">
                  <a16:creationId xmlns:a16="http://schemas.microsoft.com/office/drawing/2014/main" id="{58562D41-A1F4-46F6-B7B7-43548F653316}"/>
                </a:ext>
              </a:extLst>
            </p:cNvPr>
            <p:cNvSpPr/>
            <p:nvPr/>
          </p:nvSpPr>
          <p:spPr>
            <a:xfrm>
              <a:off x="9232392" y="4988054"/>
              <a:ext cx="90170" cy="85725"/>
            </a:xfrm>
            <a:custGeom>
              <a:avLst/>
              <a:gdLst/>
              <a:ahLst/>
              <a:cxnLst/>
              <a:rect l="l" t="t" r="r" b="b"/>
              <a:pathLst>
                <a:path w="90170" h="85725">
                  <a:moveTo>
                    <a:pt x="0" y="85342"/>
                  </a:moveTo>
                  <a:lnTo>
                    <a:pt x="89911" y="85342"/>
                  </a:lnTo>
                  <a:lnTo>
                    <a:pt x="89911" y="0"/>
                  </a:lnTo>
                  <a:lnTo>
                    <a:pt x="0" y="0"/>
                  </a:lnTo>
                  <a:lnTo>
                    <a:pt x="0" y="85342"/>
                  </a:lnTo>
                  <a:close/>
                </a:path>
              </a:pathLst>
            </a:custGeom>
            <a:solidFill>
              <a:srgbClr val="E7FFBD"/>
            </a:solidFill>
          </p:spPr>
          <p:txBody>
            <a:bodyPr wrap="square" lIns="0" tIns="0" rIns="0" bIns="0" rtlCol="0"/>
            <a:lstStyle/>
            <a:p>
              <a:endParaRPr/>
            </a:p>
          </p:txBody>
        </p:sp>
        <p:sp>
          <p:nvSpPr>
            <p:cNvPr id="1070" name="object 585">
              <a:extLst>
                <a:ext uri="{FF2B5EF4-FFF2-40B4-BE49-F238E27FC236}">
                  <a16:creationId xmlns:a16="http://schemas.microsoft.com/office/drawing/2014/main" id="{83C19730-0136-4577-9804-7571750C57CB}"/>
                </a:ext>
              </a:extLst>
            </p:cNvPr>
            <p:cNvSpPr/>
            <p:nvPr/>
          </p:nvSpPr>
          <p:spPr>
            <a:xfrm>
              <a:off x="9230868" y="4988054"/>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1071" name="object 586">
              <a:extLst>
                <a:ext uri="{FF2B5EF4-FFF2-40B4-BE49-F238E27FC236}">
                  <a16:creationId xmlns:a16="http://schemas.microsoft.com/office/drawing/2014/main" id="{19159FE5-29C6-4001-B3E0-BC2557F420FD}"/>
                </a:ext>
              </a:extLst>
            </p:cNvPr>
            <p:cNvSpPr/>
            <p:nvPr/>
          </p:nvSpPr>
          <p:spPr>
            <a:xfrm>
              <a:off x="9232392" y="5073396"/>
              <a:ext cx="90170" cy="85725"/>
            </a:xfrm>
            <a:custGeom>
              <a:avLst/>
              <a:gdLst/>
              <a:ahLst/>
              <a:cxnLst/>
              <a:rect l="l" t="t" r="r" b="b"/>
              <a:pathLst>
                <a:path w="90170" h="85725">
                  <a:moveTo>
                    <a:pt x="0" y="85342"/>
                  </a:moveTo>
                  <a:lnTo>
                    <a:pt x="89911" y="85342"/>
                  </a:lnTo>
                  <a:lnTo>
                    <a:pt x="89911" y="0"/>
                  </a:lnTo>
                  <a:lnTo>
                    <a:pt x="0" y="0"/>
                  </a:lnTo>
                  <a:lnTo>
                    <a:pt x="0" y="85342"/>
                  </a:lnTo>
                  <a:close/>
                </a:path>
              </a:pathLst>
            </a:custGeom>
            <a:solidFill>
              <a:srgbClr val="E7FFBD"/>
            </a:solidFill>
          </p:spPr>
          <p:txBody>
            <a:bodyPr wrap="square" lIns="0" tIns="0" rIns="0" bIns="0" rtlCol="0"/>
            <a:lstStyle/>
            <a:p>
              <a:endParaRPr/>
            </a:p>
          </p:txBody>
        </p:sp>
        <p:sp>
          <p:nvSpPr>
            <p:cNvPr id="1072" name="object 587">
              <a:extLst>
                <a:ext uri="{FF2B5EF4-FFF2-40B4-BE49-F238E27FC236}">
                  <a16:creationId xmlns:a16="http://schemas.microsoft.com/office/drawing/2014/main" id="{A7031862-AE0E-43AF-BC2B-5A2442D2E9FB}"/>
                </a:ext>
              </a:extLst>
            </p:cNvPr>
            <p:cNvSpPr/>
            <p:nvPr/>
          </p:nvSpPr>
          <p:spPr>
            <a:xfrm>
              <a:off x="9230868" y="5073396"/>
              <a:ext cx="91440" cy="85725"/>
            </a:xfrm>
            <a:custGeom>
              <a:avLst/>
              <a:gdLst/>
              <a:ahLst/>
              <a:cxnLst/>
              <a:rect l="l" t="t" r="r" b="b"/>
              <a:pathLst>
                <a:path w="91440" h="85725">
                  <a:moveTo>
                    <a:pt x="0" y="85342"/>
                  </a:moveTo>
                  <a:lnTo>
                    <a:pt x="91435" y="85342"/>
                  </a:lnTo>
                  <a:lnTo>
                    <a:pt x="91435" y="0"/>
                  </a:lnTo>
                  <a:lnTo>
                    <a:pt x="0" y="0"/>
                  </a:lnTo>
                  <a:lnTo>
                    <a:pt x="0" y="85342"/>
                  </a:lnTo>
                  <a:close/>
                </a:path>
              </a:pathLst>
            </a:custGeom>
            <a:ln w="12700">
              <a:solidFill>
                <a:srgbClr val="000000"/>
              </a:solidFill>
            </a:ln>
          </p:spPr>
          <p:txBody>
            <a:bodyPr wrap="square" lIns="0" tIns="0" rIns="0" bIns="0" rtlCol="0"/>
            <a:lstStyle/>
            <a:p>
              <a:endParaRPr/>
            </a:p>
          </p:txBody>
        </p:sp>
        <p:sp>
          <p:nvSpPr>
            <p:cNvPr id="1073" name="object 588">
              <a:extLst>
                <a:ext uri="{FF2B5EF4-FFF2-40B4-BE49-F238E27FC236}">
                  <a16:creationId xmlns:a16="http://schemas.microsoft.com/office/drawing/2014/main" id="{E9A19FE5-FE1F-4DF3-8B68-E792B52FF07D}"/>
                </a:ext>
              </a:extLst>
            </p:cNvPr>
            <p:cNvSpPr/>
            <p:nvPr/>
          </p:nvSpPr>
          <p:spPr>
            <a:xfrm>
              <a:off x="9049511"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74" name="object 589">
              <a:extLst>
                <a:ext uri="{FF2B5EF4-FFF2-40B4-BE49-F238E27FC236}">
                  <a16:creationId xmlns:a16="http://schemas.microsoft.com/office/drawing/2014/main" id="{B5CBFAD5-A354-4111-81DD-02A46B078570}"/>
                </a:ext>
              </a:extLst>
            </p:cNvPr>
            <p:cNvSpPr/>
            <p:nvPr/>
          </p:nvSpPr>
          <p:spPr>
            <a:xfrm>
              <a:off x="9049511"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75" name="object 590">
              <a:extLst>
                <a:ext uri="{FF2B5EF4-FFF2-40B4-BE49-F238E27FC236}">
                  <a16:creationId xmlns:a16="http://schemas.microsoft.com/office/drawing/2014/main" id="{9B7D15EA-2318-42FA-89C7-429447F0D978}"/>
                </a:ext>
              </a:extLst>
            </p:cNvPr>
            <p:cNvSpPr/>
            <p:nvPr/>
          </p:nvSpPr>
          <p:spPr>
            <a:xfrm>
              <a:off x="9049511"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1076" name="object 591">
              <a:extLst>
                <a:ext uri="{FF2B5EF4-FFF2-40B4-BE49-F238E27FC236}">
                  <a16:creationId xmlns:a16="http://schemas.microsoft.com/office/drawing/2014/main" id="{D3418F5C-179F-42AC-9F96-BCBE5F9AA45E}"/>
                </a:ext>
              </a:extLst>
            </p:cNvPr>
            <p:cNvSpPr/>
            <p:nvPr/>
          </p:nvSpPr>
          <p:spPr>
            <a:xfrm>
              <a:off x="9049511"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1077" name="object 592">
              <a:extLst>
                <a:ext uri="{FF2B5EF4-FFF2-40B4-BE49-F238E27FC236}">
                  <a16:creationId xmlns:a16="http://schemas.microsoft.com/office/drawing/2014/main" id="{899324AA-7885-4966-9C53-0E06DE8080DC}"/>
                </a:ext>
              </a:extLst>
            </p:cNvPr>
            <p:cNvSpPr/>
            <p:nvPr/>
          </p:nvSpPr>
          <p:spPr>
            <a:xfrm>
              <a:off x="9049511"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78" name="object 593">
              <a:extLst>
                <a:ext uri="{FF2B5EF4-FFF2-40B4-BE49-F238E27FC236}">
                  <a16:creationId xmlns:a16="http://schemas.microsoft.com/office/drawing/2014/main" id="{3719CD24-47DF-4228-B3B0-890AAEFE8293}"/>
                </a:ext>
              </a:extLst>
            </p:cNvPr>
            <p:cNvSpPr/>
            <p:nvPr/>
          </p:nvSpPr>
          <p:spPr>
            <a:xfrm>
              <a:off x="9049511"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79" name="object 594">
              <a:extLst>
                <a:ext uri="{FF2B5EF4-FFF2-40B4-BE49-F238E27FC236}">
                  <a16:creationId xmlns:a16="http://schemas.microsoft.com/office/drawing/2014/main" id="{FEA1CE80-88C8-4F14-9039-37F9E14E5E7C}"/>
                </a:ext>
              </a:extLst>
            </p:cNvPr>
            <p:cNvSpPr/>
            <p:nvPr/>
          </p:nvSpPr>
          <p:spPr>
            <a:xfrm>
              <a:off x="9049511"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80" name="object 595">
              <a:extLst>
                <a:ext uri="{FF2B5EF4-FFF2-40B4-BE49-F238E27FC236}">
                  <a16:creationId xmlns:a16="http://schemas.microsoft.com/office/drawing/2014/main" id="{16DD9FF1-5514-4321-91D8-F6300F1001FF}"/>
                </a:ext>
              </a:extLst>
            </p:cNvPr>
            <p:cNvSpPr/>
            <p:nvPr/>
          </p:nvSpPr>
          <p:spPr>
            <a:xfrm>
              <a:off x="9049511"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81" name="object 596">
              <a:extLst>
                <a:ext uri="{FF2B5EF4-FFF2-40B4-BE49-F238E27FC236}">
                  <a16:creationId xmlns:a16="http://schemas.microsoft.com/office/drawing/2014/main" id="{37D8507B-13E1-44AA-BA0C-6ABE529F92AC}"/>
                </a:ext>
              </a:extLst>
            </p:cNvPr>
            <p:cNvSpPr/>
            <p:nvPr/>
          </p:nvSpPr>
          <p:spPr>
            <a:xfrm>
              <a:off x="9140952"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82" name="object 597">
              <a:extLst>
                <a:ext uri="{FF2B5EF4-FFF2-40B4-BE49-F238E27FC236}">
                  <a16:creationId xmlns:a16="http://schemas.microsoft.com/office/drawing/2014/main" id="{EC19753B-5932-4E93-9AA5-DDBAD7F0D508}"/>
                </a:ext>
              </a:extLst>
            </p:cNvPr>
            <p:cNvSpPr/>
            <p:nvPr/>
          </p:nvSpPr>
          <p:spPr>
            <a:xfrm>
              <a:off x="9140952" y="481736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83" name="object 598">
              <a:extLst>
                <a:ext uri="{FF2B5EF4-FFF2-40B4-BE49-F238E27FC236}">
                  <a16:creationId xmlns:a16="http://schemas.microsoft.com/office/drawing/2014/main" id="{9A52DAB2-43F8-4B6B-92A0-901BFE43B640}"/>
                </a:ext>
              </a:extLst>
            </p:cNvPr>
            <p:cNvSpPr/>
            <p:nvPr/>
          </p:nvSpPr>
          <p:spPr>
            <a:xfrm>
              <a:off x="9140952"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solidFill>
              <a:srgbClr val="E7FFBD"/>
            </a:solidFill>
          </p:spPr>
          <p:txBody>
            <a:bodyPr wrap="square" lIns="0" tIns="0" rIns="0" bIns="0" rtlCol="0"/>
            <a:lstStyle/>
            <a:p>
              <a:endParaRPr/>
            </a:p>
          </p:txBody>
        </p:sp>
        <p:sp>
          <p:nvSpPr>
            <p:cNvPr id="1084" name="object 599">
              <a:extLst>
                <a:ext uri="{FF2B5EF4-FFF2-40B4-BE49-F238E27FC236}">
                  <a16:creationId xmlns:a16="http://schemas.microsoft.com/office/drawing/2014/main" id="{B44B1E62-9A15-4EAB-9DDB-B4FE0E180DDF}"/>
                </a:ext>
              </a:extLst>
            </p:cNvPr>
            <p:cNvSpPr/>
            <p:nvPr/>
          </p:nvSpPr>
          <p:spPr>
            <a:xfrm>
              <a:off x="9140952" y="490270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a:p>
          </p:txBody>
        </p:sp>
        <p:sp>
          <p:nvSpPr>
            <p:cNvPr id="1085" name="object 600">
              <a:extLst>
                <a:ext uri="{FF2B5EF4-FFF2-40B4-BE49-F238E27FC236}">
                  <a16:creationId xmlns:a16="http://schemas.microsoft.com/office/drawing/2014/main" id="{0929DFAB-A217-4954-A396-A0A7E9618D89}"/>
                </a:ext>
              </a:extLst>
            </p:cNvPr>
            <p:cNvSpPr/>
            <p:nvPr/>
          </p:nvSpPr>
          <p:spPr>
            <a:xfrm>
              <a:off x="9140952"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86" name="object 601">
              <a:extLst>
                <a:ext uri="{FF2B5EF4-FFF2-40B4-BE49-F238E27FC236}">
                  <a16:creationId xmlns:a16="http://schemas.microsoft.com/office/drawing/2014/main" id="{6B59FF5D-3C0E-44EF-B360-2FDFB91B2E2B}"/>
                </a:ext>
              </a:extLst>
            </p:cNvPr>
            <p:cNvSpPr/>
            <p:nvPr/>
          </p:nvSpPr>
          <p:spPr>
            <a:xfrm>
              <a:off x="9140952" y="498805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87" name="object 602">
              <a:extLst>
                <a:ext uri="{FF2B5EF4-FFF2-40B4-BE49-F238E27FC236}">
                  <a16:creationId xmlns:a16="http://schemas.microsoft.com/office/drawing/2014/main" id="{628C676D-4D06-41DB-87FF-258A5EF207D7}"/>
                </a:ext>
              </a:extLst>
            </p:cNvPr>
            <p:cNvSpPr/>
            <p:nvPr/>
          </p:nvSpPr>
          <p:spPr>
            <a:xfrm>
              <a:off x="9140952"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solidFill>
              <a:srgbClr val="E7FFBD"/>
            </a:solidFill>
          </p:spPr>
          <p:txBody>
            <a:bodyPr wrap="square" lIns="0" tIns="0" rIns="0" bIns="0" rtlCol="0"/>
            <a:lstStyle/>
            <a:p>
              <a:endParaRPr/>
            </a:p>
          </p:txBody>
        </p:sp>
        <p:sp>
          <p:nvSpPr>
            <p:cNvPr id="1088" name="object 603">
              <a:extLst>
                <a:ext uri="{FF2B5EF4-FFF2-40B4-BE49-F238E27FC236}">
                  <a16:creationId xmlns:a16="http://schemas.microsoft.com/office/drawing/2014/main" id="{6D62A5C8-C108-4ECA-A28F-CE28FF1E6875}"/>
                </a:ext>
              </a:extLst>
            </p:cNvPr>
            <p:cNvSpPr/>
            <p:nvPr/>
          </p:nvSpPr>
          <p:spPr>
            <a:xfrm>
              <a:off x="9140952" y="50733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a:p>
          </p:txBody>
        </p:sp>
        <p:sp>
          <p:nvSpPr>
            <p:cNvPr id="1089" name="object 604">
              <a:extLst>
                <a:ext uri="{FF2B5EF4-FFF2-40B4-BE49-F238E27FC236}">
                  <a16:creationId xmlns:a16="http://schemas.microsoft.com/office/drawing/2014/main" id="{1166F141-36F3-4EF4-8E14-9C4FE3973F8B}"/>
                </a:ext>
              </a:extLst>
            </p:cNvPr>
            <p:cNvSpPr txBox="1"/>
            <p:nvPr/>
          </p:nvSpPr>
          <p:spPr>
            <a:xfrm>
              <a:off x="8892285" y="4551426"/>
              <a:ext cx="114935" cy="239395"/>
            </a:xfrm>
            <a:prstGeom prst="rect">
              <a:avLst/>
            </a:prstGeom>
          </p:spPr>
          <p:txBody>
            <a:bodyPr vert="horz" wrap="square" lIns="0" tIns="12700" rIns="0" bIns="0" rtlCol="0">
              <a:spAutoFit/>
            </a:bodyPr>
            <a:lstStyle/>
            <a:p>
              <a:pPr marL="12700">
                <a:lnSpc>
                  <a:spcPct val="100000"/>
                </a:lnSpc>
                <a:spcBef>
                  <a:spcPts val="100"/>
                </a:spcBef>
              </a:pPr>
              <a:r>
                <a:rPr sz="1400" i="1" dirty="0">
                  <a:latin typeface="Arial"/>
                  <a:cs typeface="Arial"/>
                </a:rPr>
                <a:t>v</a:t>
              </a:r>
              <a:endParaRPr sz="1400">
                <a:latin typeface="Arial"/>
                <a:cs typeface="Arial"/>
              </a:endParaRPr>
            </a:p>
          </p:txBody>
        </p:sp>
        <p:sp>
          <p:nvSpPr>
            <p:cNvPr id="1090" name="object 605">
              <a:extLst>
                <a:ext uri="{FF2B5EF4-FFF2-40B4-BE49-F238E27FC236}">
                  <a16:creationId xmlns:a16="http://schemas.microsoft.com/office/drawing/2014/main" id="{04A39E23-4A2E-40CA-AF90-686E2DAA99D9}"/>
                </a:ext>
              </a:extLst>
            </p:cNvPr>
            <p:cNvSpPr txBox="1"/>
            <p:nvPr/>
          </p:nvSpPr>
          <p:spPr>
            <a:xfrm>
              <a:off x="8150095" y="4826306"/>
              <a:ext cx="17462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a:t>
              </a:r>
              <a:endParaRPr sz="2000">
                <a:latin typeface="Arial"/>
                <a:cs typeface="Arial"/>
              </a:endParaRPr>
            </a:p>
          </p:txBody>
        </p:sp>
        <p:sp>
          <p:nvSpPr>
            <p:cNvPr id="1091" name="object 606">
              <a:extLst>
                <a:ext uri="{FF2B5EF4-FFF2-40B4-BE49-F238E27FC236}">
                  <a16:creationId xmlns:a16="http://schemas.microsoft.com/office/drawing/2014/main" id="{9DD18E27-A51B-40FA-8E72-9E464259CA3F}"/>
                </a:ext>
              </a:extLst>
            </p:cNvPr>
            <p:cNvSpPr txBox="1"/>
            <p:nvPr/>
          </p:nvSpPr>
          <p:spPr>
            <a:xfrm>
              <a:off x="8032243" y="3457449"/>
              <a:ext cx="182245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SGD </a:t>
              </a:r>
              <a:r>
                <a:rPr sz="1400" b="1" spc="5" dirty="0">
                  <a:latin typeface="Arial"/>
                  <a:cs typeface="Arial"/>
                </a:rPr>
                <a:t>with</a:t>
              </a:r>
              <a:r>
                <a:rPr sz="1400" b="1" spc="-110" dirty="0">
                  <a:latin typeface="Arial"/>
                  <a:cs typeface="Arial"/>
                </a:rPr>
                <a:t> </a:t>
              </a:r>
              <a:r>
                <a:rPr sz="1400" b="1" spc="-5" dirty="0">
                  <a:latin typeface="Arial"/>
                  <a:cs typeface="Arial"/>
                </a:rPr>
                <a:t>momentum</a:t>
              </a:r>
              <a:endParaRPr sz="1400">
                <a:latin typeface="Arial"/>
                <a:cs typeface="Arial"/>
              </a:endParaRPr>
            </a:p>
          </p:txBody>
        </p:sp>
        <p:sp>
          <p:nvSpPr>
            <p:cNvPr id="1092" name="object 608">
              <a:extLst>
                <a:ext uri="{FF2B5EF4-FFF2-40B4-BE49-F238E27FC236}">
                  <a16:creationId xmlns:a16="http://schemas.microsoft.com/office/drawing/2014/main" id="{DCD1F323-7FC4-411E-B80A-BB222BE29519}"/>
                </a:ext>
              </a:extLst>
            </p:cNvPr>
            <p:cNvSpPr txBox="1"/>
            <p:nvPr/>
          </p:nvSpPr>
          <p:spPr>
            <a:xfrm>
              <a:off x="6666611" y="4118399"/>
              <a:ext cx="364490" cy="258404"/>
            </a:xfrm>
            <a:prstGeom prst="rect">
              <a:avLst/>
            </a:prstGeom>
          </p:spPr>
          <p:txBody>
            <a:bodyPr vert="horz" wrap="square" lIns="0" tIns="12065" rIns="0" bIns="0" rtlCol="0">
              <a:spAutoFit/>
            </a:bodyPr>
            <a:lstStyle/>
            <a:p>
              <a:pPr marL="38100">
                <a:lnSpc>
                  <a:spcPct val="100000"/>
                </a:lnSpc>
                <a:spcBef>
                  <a:spcPts val="95"/>
                </a:spcBef>
              </a:pPr>
              <a:r>
                <a:rPr sz="1400" i="1" spc="-30" dirty="0">
                  <a:latin typeface="Arial"/>
                  <a:cs typeface="Arial"/>
                </a:rPr>
                <a:t>µ</a:t>
              </a:r>
              <a:r>
                <a:rPr sz="2400" b="1" i="1" spc="-7" baseline="-6944" dirty="0">
                  <a:latin typeface="Arial"/>
                  <a:cs typeface="Arial"/>
                </a:rPr>
                <a:t>×</a:t>
              </a:r>
              <a:endParaRPr sz="2400" baseline="-6944" dirty="0">
                <a:latin typeface="Arial"/>
                <a:cs typeface="Arial"/>
              </a:endParaRPr>
            </a:p>
          </p:txBody>
        </p:sp>
      </p:grpSp>
    </p:spTree>
    <p:extLst>
      <p:ext uri="{BB962C8B-B14F-4D97-AF65-F5344CB8AC3E}">
        <p14:creationId xmlns:p14="http://schemas.microsoft.com/office/powerpoint/2010/main" val="20107841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92" grpId="0"/>
      <p:bldP spid="69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One Iteration for a Layer</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21</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 name="组合 2">
            <a:extLst>
              <a:ext uri="{FF2B5EF4-FFF2-40B4-BE49-F238E27FC236}">
                <a16:creationId xmlns:a16="http://schemas.microsoft.com/office/drawing/2014/main" id="{4E2C3DA3-0F20-4097-B776-F7BEA71234E9}"/>
              </a:ext>
            </a:extLst>
          </p:cNvPr>
          <p:cNvGrpSpPr/>
          <p:nvPr/>
        </p:nvGrpSpPr>
        <p:grpSpPr>
          <a:xfrm>
            <a:off x="541769" y="1595188"/>
            <a:ext cx="4648287" cy="1140464"/>
            <a:chOff x="541769" y="1595188"/>
            <a:chExt cx="4648287" cy="1140464"/>
          </a:xfrm>
        </p:grpSpPr>
        <p:grpSp>
          <p:nvGrpSpPr>
            <p:cNvPr id="491" name="object 5">
              <a:extLst>
                <a:ext uri="{FF2B5EF4-FFF2-40B4-BE49-F238E27FC236}">
                  <a16:creationId xmlns:a16="http://schemas.microsoft.com/office/drawing/2014/main" id="{8E19E843-CA8E-4C4A-93BF-F9CBA419CD22}"/>
                </a:ext>
              </a:extLst>
            </p:cNvPr>
            <p:cNvGrpSpPr/>
            <p:nvPr/>
          </p:nvGrpSpPr>
          <p:grpSpPr>
            <a:xfrm>
              <a:off x="3104999" y="1954174"/>
              <a:ext cx="826911" cy="395111"/>
              <a:chOff x="2482342" y="1360674"/>
              <a:chExt cx="744220" cy="355600"/>
            </a:xfrm>
          </p:grpSpPr>
          <p:sp>
            <p:nvSpPr>
              <p:cNvPr id="492" name="object 6">
                <a:extLst>
                  <a:ext uri="{FF2B5EF4-FFF2-40B4-BE49-F238E27FC236}">
                    <a16:creationId xmlns:a16="http://schemas.microsoft.com/office/drawing/2014/main" id="{3C312948-C2B0-48D5-B48E-DC9194289F78}"/>
                  </a:ext>
                </a:extLst>
              </p:cNvPr>
              <p:cNvSpPr/>
              <p:nvPr/>
            </p:nvSpPr>
            <p:spPr>
              <a:xfrm>
                <a:off x="2854452" y="13670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493" name="object 7">
                <a:extLst>
                  <a:ext uri="{FF2B5EF4-FFF2-40B4-BE49-F238E27FC236}">
                    <a16:creationId xmlns:a16="http://schemas.microsoft.com/office/drawing/2014/main" id="{6CA12346-6A87-4A8D-95B8-EEC8C0B1DB94}"/>
                  </a:ext>
                </a:extLst>
              </p:cNvPr>
              <p:cNvSpPr/>
              <p:nvPr/>
            </p:nvSpPr>
            <p:spPr>
              <a:xfrm>
                <a:off x="2854452" y="13670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94" name="object 8">
                <a:extLst>
                  <a:ext uri="{FF2B5EF4-FFF2-40B4-BE49-F238E27FC236}">
                    <a16:creationId xmlns:a16="http://schemas.microsoft.com/office/drawing/2014/main" id="{969DFADF-12F6-4F20-A843-CB2C59EB7C90}"/>
                  </a:ext>
                </a:extLst>
              </p:cNvPr>
              <p:cNvSpPr/>
              <p:nvPr/>
            </p:nvSpPr>
            <p:spPr>
              <a:xfrm>
                <a:off x="2854452" y="14523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95" name="object 9">
                <a:extLst>
                  <a:ext uri="{FF2B5EF4-FFF2-40B4-BE49-F238E27FC236}">
                    <a16:creationId xmlns:a16="http://schemas.microsoft.com/office/drawing/2014/main" id="{2F37E149-DF30-4451-B8FB-1BD4AE6297A0}"/>
                  </a:ext>
                </a:extLst>
              </p:cNvPr>
              <p:cNvSpPr/>
              <p:nvPr/>
            </p:nvSpPr>
            <p:spPr>
              <a:xfrm>
                <a:off x="2854452" y="14523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6" name="object 10">
                <a:extLst>
                  <a:ext uri="{FF2B5EF4-FFF2-40B4-BE49-F238E27FC236}">
                    <a16:creationId xmlns:a16="http://schemas.microsoft.com/office/drawing/2014/main" id="{A5638E77-33C0-408D-901B-0CFF435DF403}"/>
                  </a:ext>
                </a:extLst>
              </p:cNvPr>
              <p:cNvSpPr/>
              <p:nvPr/>
            </p:nvSpPr>
            <p:spPr>
              <a:xfrm>
                <a:off x="2854452" y="15377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97" name="object 11">
                <a:extLst>
                  <a:ext uri="{FF2B5EF4-FFF2-40B4-BE49-F238E27FC236}">
                    <a16:creationId xmlns:a16="http://schemas.microsoft.com/office/drawing/2014/main" id="{95F9C16A-1296-44EB-AD50-5D24841644F7}"/>
                  </a:ext>
                </a:extLst>
              </p:cNvPr>
              <p:cNvSpPr/>
              <p:nvPr/>
            </p:nvSpPr>
            <p:spPr>
              <a:xfrm>
                <a:off x="2854452" y="15377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8" name="object 12">
                <a:extLst>
                  <a:ext uri="{FF2B5EF4-FFF2-40B4-BE49-F238E27FC236}">
                    <a16:creationId xmlns:a16="http://schemas.microsoft.com/office/drawing/2014/main" id="{B68E15AB-709B-4454-A0E7-365983BFC5BD}"/>
                  </a:ext>
                </a:extLst>
              </p:cNvPr>
              <p:cNvSpPr/>
              <p:nvPr/>
            </p:nvSpPr>
            <p:spPr>
              <a:xfrm>
                <a:off x="2854452" y="1623062"/>
                <a:ext cx="93345" cy="86995"/>
              </a:xfrm>
              <a:custGeom>
                <a:avLst/>
                <a:gdLst/>
                <a:ahLst/>
                <a:cxnLst/>
                <a:rect l="l" t="t" r="r" b="b"/>
                <a:pathLst>
                  <a:path w="93344" h="86994">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499" name="object 13">
                <a:extLst>
                  <a:ext uri="{FF2B5EF4-FFF2-40B4-BE49-F238E27FC236}">
                    <a16:creationId xmlns:a16="http://schemas.microsoft.com/office/drawing/2014/main" id="{4D38663E-B8D0-4695-8504-3540215AB4BC}"/>
                  </a:ext>
                </a:extLst>
              </p:cNvPr>
              <p:cNvSpPr/>
              <p:nvPr/>
            </p:nvSpPr>
            <p:spPr>
              <a:xfrm>
                <a:off x="2854452" y="1623062"/>
                <a:ext cx="93345" cy="86995"/>
              </a:xfrm>
              <a:custGeom>
                <a:avLst/>
                <a:gdLst/>
                <a:ahLst/>
                <a:cxnLst/>
                <a:rect l="l" t="t" r="r" b="b"/>
                <a:pathLst>
                  <a:path w="93344" h="86994">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00" name="object 14">
                <a:extLst>
                  <a:ext uri="{FF2B5EF4-FFF2-40B4-BE49-F238E27FC236}">
                    <a16:creationId xmlns:a16="http://schemas.microsoft.com/office/drawing/2014/main" id="{C454F88C-AA10-4CAC-BF10-B983F130F553}"/>
                  </a:ext>
                </a:extLst>
              </p:cNvPr>
              <p:cNvSpPr/>
              <p:nvPr/>
            </p:nvSpPr>
            <p:spPr>
              <a:xfrm>
                <a:off x="2488692"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01" name="object 15">
                <a:extLst>
                  <a:ext uri="{FF2B5EF4-FFF2-40B4-BE49-F238E27FC236}">
                    <a16:creationId xmlns:a16="http://schemas.microsoft.com/office/drawing/2014/main" id="{28DE09B3-9367-4079-A683-CC42AE44324A}"/>
                  </a:ext>
                </a:extLst>
              </p:cNvPr>
              <p:cNvSpPr/>
              <p:nvPr/>
            </p:nvSpPr>
            <p:spPr>
              <a:xfrm>
                <a:off x="2488692"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02" name="object 16">
                <a:extLst>
                  <a:ext uri="{FF2B5EF4-FFF2-40B4-BE49-F238E27FC236}">
                    <a16:creationId xmlns:a16="http://schemas.microsoft.com/office/drawing/2014/main" id="{085B0921-E3A1-4210-A648-C3B70FDFC1AC}"/>
                  </a:ext>
                </a:extLst>
              </p:cNvPr>
              <p:cNvSpPr/>
              <p:nvPr/>
            </p:nvSpPr>
            <p:spPr>
              <a:xfrm>
                <a:off x="2580132" y="13670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503" name="object 17">
                <a:extLst>
                  <a:ext uri="{FF2B5EF4-FFF2-40B4-BE49-F238E27FC236}">
                    <a16:creationId xmlns:a16="http://schemas.microsoft.com/office/drawing/2014/main" id="{CF7919CF-22F4-48B3-A9A5-962AB704CE5A}"/>
                  </a:ext>
                </a:extLst>
              </p:cNvPr>
              <p:cNvSpPr/>
              <p:nvPr/>
            </p:nvSpPr>
            <p:spPr>
              <a:xfrm>
                <a:off x="2580132" y="13670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04" name="object 18">
                <a:extLst>
                  <a:ext uri="{FF2B5EF4-FFF2-40B4-BE49-F238E27FC236}">
                    <a16:creationId xmlns:a16="http://schemas.microsoft.com/office/drawing/2014/main" id="{DF9553EA-B4C2-43AC-BB1A-E70F1E1A454D}"/>
                  </a:ext>
                </a:extLst>
              </p:cNvPr>
              <p:cNvSpPr/>
              <p:nvPr/>
            </p:nvSpPr>
            <p:spPr>
              <a:xfrm>
                <a:off x="2673096"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05" name="object 19">
                <a:extLst>
                  <a:ext uri="{FF2B5EF4-FFF2-40B4-BE49-F238E27FC236}">
                    <a16:creationId xmlns:a16="http://schemas.microsoft.com/office/drawing/2014/main" id="{2A0970FB-4E16-4989-8343-9A4FFC03D9E8}"/>
                  </a:ext>
                </a:extLst>
              </p:cNvPr>
              <p:cNvSpPr/>
              <p:nvPr/>
            </p:nvSpPr>
            <p:spPr>
              <a:xfrm>
                <a:off x="2673096"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06" name="object 20">
                <a:extLst>
                  <a:ext uri="{FF2B5EF4-FFF2-40B4-BE49-F238E27FC236}">
                    <a16:creationId xmlns:a16="http://schemas.microsoft.com/office/drawing/2014/main" id="{3A511FCF-FEBD-4E8C-BDD3-3FE860B2CCB1}"/>
                  </a:ext>
                </a:extLst>
              </p:cNvPr>
              <p:cNvSpPr/>
              <p:nvPr/>
            </p:nvSpPr>
            <p:spPr>
              <a:xfrm>
                <a:off x="2488692"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07" name="object 21">
                <a:extLst>
                  <a:ext uri="{FF2B5EF4-FFF2-40B4-BE49-F238E27FC236}">
                    <a16:creationId xmlns:a16="http://schemas.microsoft.com/office/drawing/2014/main" id="{487CB38F-D0AB-4A77-9232-1B398860682A}"/>
                  </a:ext>
                </a:extLst>
              </p:cNvPr>
              <p:cNvSpPr/>
              <p:nvPr/>
            </p:nvSpPr>
            <p:spPr>
              <a:xfrm>
                <a:off x="2488692"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08" name="object 22">
                <a:extLst>
                  <a:ext uri="{FF2B5EF4-FFF2-40B4-BE49-F238E27FC236}">
                    <a16:creationId xmlns:a16="http://schemas.microsoft.com/office/drawing/2014/main" id="{B0BA94E9-E590-428C-AE85-EAEB31AE40D4}"/>
                  </a:ext>
                </a:extLst>
              </p:cNvPr>
              <p:cNvSpPr/>
              <p:nvPr/>
            </p:nvSpPr>
            <p:spPr>
              <a:xfrm>
                <a:off x="2580132" y="14523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09" name="object 23">
                <a:extLst>
                  <a:ext uri="{FF2B5EF4-FFF2-40B4-BE49-F238E27FC236}">
                    <a16:creationId xmlns:a16="http://schemas.microsoft.com/office/drawing/2014/main" id="{8F6C7063-0663-422A-8821-2EBE8EEB9D60}"/>
                  </a:ext>
                </a:extLst>
              </p:cNvPr>
              <p:cNvSpPr/>
              <p:nvPr/>
            </p:nvSpPr>
            <p:spPr>
              <a:xfrm>
                <a:off x="2580132" y="14523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0" name="object 24">
                <a:extLst>
                  <a:ext uri="{FF2B5EF4-FFF2-40B4-BE49-F238E27FC236}">
                    <a16:creationId xmlns:a16="http://schemas.microsoft.com/office/drawing/2014/main" id="{8E762F54-2064-49AD-9C37-3553A0D929B3}"/>
                  </a:ext>
                </a:extLst>
              </p:cNvPr>
              <p:cNvSpPr/>
              <p:nvPr/>
            </p:nvSpPr>
            <p:spPr>
              <a:xfrm>
                <a:off x="2673096"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11" name="object 25">
                <a:extLst>
                  <a:ext uri="{FF2B5EF4-FFF2-40B4-BE49-F238E27FC236}">
                    <a16:creationId xmlns:a16="http://schemas.microsoft.com/office/drawing/2014/main" id="{1B8A3CBC-4CE8-4112-BC4D-81B6EDAE2C7D}"/>
                  </a:ext>
                </a:extLst>
              </p:cNvPr>
              <p:cNvSpPr/>
              <p:nvPr/>
            </p:nvSpPr>
            <p:spPr>
              <a:xfrm>
                <a:off x="2673096"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2" name="object 26">
                <a:extLst>
                  <a:ext uri="{FF2B5EF4-FFF2-40B4-BE49-F238E27FC236}">
                    <a16:creationId xmlns:a16="http://schemas.microsoft.com/office/drawing/2014/main" id="{8852D17C-22E2-4452-81F6-F3E6D975B8D0}"/>
                  </a:ext>
                </a:extLst>
              </p:cNvPr>
              <p:cNvSpPr/>
              <p:nvPr/>
            </p:nvSpPr>
            <p:spPr>
              <a:xfrm>
                <a:off x="2488692"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13" name="object 27">
                <a:extLst>
                  <a:ext uri="{FF2B5EF4-FFF2-40B4-BE49-F238E27FC236}">
                    <a16:creationId xmlns:a16="http://schemas.microsoft.com/office/drawing/2014/main" id="{967B69B8-481A-456D-A3DD-EA1590BC98D3}"/>
                  </a:ext>
                </a:extLst>
              </p:cNvPr>
              <p:cNvSpPr/>
              <p:nvPr/>
            </p:nvSpPr>
            <p:spPr>
              <a:xfrm>
                <a:off x="2488692"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4" name="object 28">
                <a:extLst>
                  <a:ext uri="{FF2B5EF4-FFF2-40B4-BE49-F238E27FC236}">
                    <a16:creationId xmlns:a16="http://schemas.microsoft.com/office/drawing/2014/main" id="{D51860F0-4511-4898-A4D3-80EB8D296F51}"/>
                  </a:ext>
                </a:extLst>
              </p:cNvPr>
              <p:cNvSpPr/>
              <p:nvPr/>
            </p:nvSpPr>
            <p:spPr>
              <a:xfrm>
                <a:off x="2580132" y="15377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15" name="object 29">
                <a:extLst>
                  <a:ext uri="{FF2B5EF4-FFF2-40B4-BE49-F238E27FC236}">
                    <a16:creationId xmlns:a16="http://schemas.microsoft.com/office/drawing/2014/main" id="{E46AD9E8-8FA3-42C0-BF9D-20AF4BD7DB91}"/>
                  </a:ext>
                </a:extLst>
              </p:cNvPr>
              <p:cNvSpPr/>
              <p:nvPr/>
            </p:nvSpPr>
            <p:spPr>
              <a:xfrm>
                <a:off x="2580132" y="15377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6" name="object 30">
                <a:extLst>
                  <a:ext uri="{FF2B5EF4-FFF2-40B4-BE49-F238E27FC236}">
                    <a16:creationId xmlns:a16="http://schemas.microsoft.com/office/drawing/2014/main" id="{98B1299E-AB7C-4E0A-ACFB-AE7D30A0FD07}"/>
                  </a:ext>
                </a:extLst>
              </p:cNvPr>
              <p:cNvSpPr/>
              <p:nvPr/>
            </p:nvSpPr>
            <p:spPr>
              <a:xfrm>
                <a:off x="2673096"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17" name="object 31">
                <a:extLst>
                  <a:ext uri="{FF2B5EF4-FFF2-40B4-BE49-F238E27FC236}">
                    <a16:creationId xmlns:a16="http://schemas.microsoft.com/office/drawing/2014/main" id="{16760BA7-052D-4620-8EB1-DF614F8D6F2F}"/>
                  </a:ext>
                </a:extLst>
              </p:cNvPr>
              <p:cNvSpPr/>
              <p:nvPr/>
            </p:nvSpPr>
            <p:spPr>
              <a:xfrm>
                <a:off x="2673096"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8" name="object 32">
                <a:extLst>
                  <a:ext uri="{FF2B5EF4-FFF2-40B4-BE49-F238E27FC236}">
                    <a16:creationId xmlns:a16="http://schemas.microsoft.com/office/drawing/2014/main" id="{1B199A13-4728-4C63-BEA3-0F9AFDC7C736}"/>
                  </a:ext>
                </a:extLst>
              </p:cNvPr>
              <p:cNvSpPr/>
              <p:nvPr/>
            </p:nvSpPr>
            <p:spPr>
              <a:xfrm>
                <a:off x="2488692"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19" name="object 33">
                <a:extLst>
                  <a:ext uri="{FF2B5EF4-FFF2-40B4-BE49-F238E27FC236}">
                    <a16:creationId xmlns:a16="http://schemas.microsoft.com/office/drawing/2014/main" id="{13F39886-72A5-4744-AD3A-5B6BBAD672C4}"/>
                  </a:ext>
                </a:extLst>
              </p:cNvPr>
              <p:cNvSpPr/>
              <p:nvPr/>
            </p:nvSpPr>
            <p:spPr>
              <a:xfrm>
                <a:off x="2488692"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20" name="object 34">
                <a:extLst>
                  <a:ext uri="{FF2B5EF4-FFF2-40B4-BE49-F238E27FC236}">
                    <a16:creationId xmlns:a16="http://schemas.microsoft.com/office/drawing/2014/main" id="{08902FEC-BC85-4EB3-BAF2-716A21C70D71}"/>
                  </a:ext>
                </a:extLst>
              </p:cNvPr>
              <p:cNvSpPr/>
              <p:nvPr/>
            </p:nvSpPr>
            <p:spPr>
              <a:xfrm>
                <a:off x="2580132" y="1623062"/>
                <a:ext cx="93345" cy="86995"/>
              </a:xfrm>
              <a:custGeom>
                <a:avLst/>
                <a:gdLst/>
                <a:ahLst/>
                <a:cxnLst/>
                <a:rect l="l" t="t" r="r" b="b"/>
                <a:pathLst>
                  <a:path w="93344" h="86994">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521" name="object 35">
                <a:extLst>
                  <a:ext uri="{FF2B5EF4-FFF2-40B4-BE49-F238E27FC236}">
                    <a16:creationId xmlns:a16="http://schemas.microsoft.com/office/drawing/2014/main" id="{DBC86774-EDE3-47F0-BEFE-DC770C777AD9}"/>
                  </a:ext>
                </a:extLst>
              </p:cNvPr>
              <p:cNvSpPr/>
              <p:nvPr/>
            </p:nvSpPr>
            <p:spPr>
              <a:xfrm>
                <a:off x="2580132" y="1623062"/>
                <a:ext cx="93345" cy="86995"/>
              </a:xfrm>
              <a:custGeom>
                <a:avLst/>
                <a:gdLst/>
                <a:ahLst/>
                <a:cxnLst/>
                <a:rect l="l" t="t" r="r" b="b"/>
                <a:pathLst>
                  <a:path w="93344" h="86994">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22" name="object 36">
                <a:extLst>
                  <a:ext uri="{FF2B5EF4-FFF2-40B4-BE49-F238E27FC236}">
                    <a16:creationId xmlns:a16="http://schemas.microsoft.com/office/drawing/2014/main" id="{A23D727D-B505-4DAF-84AB-95DA77516CDD}"/>
                  </a:ext>
                </a:extLst>
              </p:cNvPr>
              <p:cNvSpPr/>
              <p:nvPr/>
            </p:nvSpPr>
            <p:spPr>
              <a:xfrm>
                <a:off x="2673096"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23" name="object 37">
                <a:extLst>
                  <a:ext uri="{FF2B5EF4-FFF2-40B4-BE49-F238E27FC236}">
                    <a16:creationId xmlns:a16="http://schemas.microsoft.com/office/drawing/2014/main" id="{BA5B8E49-262C-46B8-B6BB-26468DDB8814}"/>
                  </a:ext>
                </a:extLst>
              </p:cNvPr>
              <p:cNvSpPr/>
              <p:nvPr/>
            </p:nvSpPr>
            <p:spPr>
              <a:xfrm>
                <a:off x="2673096"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24" name="object 38">
                <a:extLst>
                  <a:ext uri="{FF2B5EF4-FFF2-40B4-BE49-F238E27FC236}">
                    <a16:creationId xmlns:a16="http://schemas.microsoft.com/office/drawing/2014/main" id="{E12F662D-246E-4639-B06D-2F535E8E8D5F}"/>
                  </a:ext>
                </a:extLst>
              </p:cNvPr>
              <p:cNvSpPr/>
              <p:nvPr/>
            </p:nvSpPr>
            <p:spPr>
              <a:xfrm>
                <a:off x="2764536" y="13670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525" name="object 39">
                <a:extLst>
                  <a:ext uri="{FF2B5EF4-FFF2-40B4-BE49-F238E27FC236}">
                    <a16:creationId xmlns:a16="http://schemas.microsoft.com/office/drawing/2014/main" id="{138DF7CC-E264-47D7-ACC4-920C67CA9658}"/>
                  </a:ext>
                </a:extLst>
              </p:cNvPr>
              <p:cNvSpPr/>
              <p:nvPr/>
            </p:nvSpPr>
            <p:spPr>
              <a:xfrm>
                <a:off x="2764536" y="13670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26" name="object 40">
                <a:extLst>
                  <a:ext uri="{FF2B5EF4-FFF2-40B4-BE49-F238E27FC236}">
                    <a16:creationId xmlns:a16="http://schemas.microsoft.com/office/drawing/2014/main" id="{B968843D-76EE-4994-82C5-AF2728EA84DB}"/>
                  </a:ext>
                </a:extLst>
              </p:cNvPr>
              <p:cNvSpPr/>
              <p:nvPr/>
            </p:nvSpPr>
            <p:spPr>
              <a:xfrm>
                <a:off x="2764536" y="14523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27" name="object 41">
                <a:extLst>
                  <a:ext uri="{FF2B5EF4-FFF2-40B4-BE49-F238E27FC236}">
                    <a16:creationId xmlns:a16="http://schemas.microsoft.com/office/drawing/2014/main" id="{F1125081-3539-4DFE-B91F-D6924D617DB2}"/>
                  </a:ext>
                </a:extLst>
              </p:cNvPr>
              <p:cNvSpPr/>
              <p:nvPr/>
            </p:nvSpPr>
            <p:spPr>
              <a:xfrm>
                <a:off x="2764536" y="14523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28" name="object 42">
                <a:extLst>
                  <a:ext uri="{FF2B5EF4-FFF2-40B4-BE49-F238E27FC236}">
                    <a16:creationId xmlns:a16="http://schemas.microsoft.com/office/drawing/2014/main" id="{B7A77C98-28D2-413F-860F-8FC927513C28}"/>
                  </a:ext>
                </a:extLst>
              </p:cNvPr>
              <p:cNvSpPr/>
              <p:nvPr/>
            </p:nvSpPr>
            <p:spPr>
              <a:xfrm>
                <a:off x="2764536" y="15377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29" name="object 43">
                <a:extLst>
                  <a:ext uri="{FF2B5EF4-FFF2-40B4-BE49-F238E27FC236}">
                    <a16:creationId xmlns:a16="http://schemas.microsoft.com/office/drawing/2014/main" id="{FB13F16E-D245-4122-B0B8-FCC748E7389B}"/>
                  </a:ext>
                </a:extLst>
              </p:cNvPr>
              <p:cNvSpPr/>
              <p:nvPr/>
            </p:nvSpPr>
            <p:spPr>
              <a:xfrm>
                <a:off x="2764536" y="15377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0" name="object 44">
                <a:extLst>
                  <a:ext uri="{FF2B5EF4-FFF2-40B4-BE49-F238E27FC236}">
                    <a16:creationId xmlns:a16="http://schemas.microsoft.com/office/drawing/2014/main" id="{2517B25B-C6BB-4D9B-B9E4-0F925748EBDA}"/>
                  </a:ext>
                </a:extLst>
              </p:cNvPr>
              <p:cNvSpPr/>
              <p:nvPr/>
            </p:nvSpPr>
            <p:spPr>
              <a:xfrm>
                <a:off x="2764536" y="1623062"/>
                <a:ext cx="93345" cy="86995"/>
              </a:xfrm>
              <a:custGeom>
                <a:avLst/>
                <a:gdLst/>
                <a:ahLst/>
                <a:cxnLst/>
                <a:rect l="l" t="t" r="r" b="b"/>
                <a:pathLst>
                  <a:path w="93344" h="86994">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531" name="object 45">
                <a:extLst>
                  <a:ext uri="{FF2B5EF4-FFF2-40B4-BE49-F238E27FC236}">
                    <a16:creationId xmlns:a16="http://schemas.microsoft.com/office/drawing/2014/main" id="{F205C1FD-D28B-47DB-AF11-A58A7A0D8CA5}"/>
                  </a:ext>
                </a:extLst>
              </p:cNvPr>
              <p:cNvSpPr/>
              <p:nvPr/>
            </p:nvSpPr>
            <p:spPr>
              <a:xfrm>
                <a:off x="2764536" y="1623062"/>
                <a:ext cx="93345" cy="86995"/>
              </a:xfrm>
              <a:custGeom>
                <a:avLst/>
                <a:gdLst/>
                <a:ahLst/>
                <a:cxnLst/>
                <a:rect l="l" t="t" r="r" b="b"/>
                <a:pathLst>
                  <a:path w="93344" h="86994">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32" name="object 46">
                <a:extLst>
                  <a:ext uri="{FF2B5EF4-FFF2-40B4-BE49-F238E27FC236}">
                    <a16:creationId xmlns:a16="http://schemas.microsoft.com/office/drawing/2014/main" id="{FAC757D0-4B9E-4659-84E4-9E2CC9E49F43}"/>
                  </a:ext>
                </a:extLst>
              </p:cNvPr>
              <p:cNvSpPr/>
              <p:nvPr/>
            </p:nvSpPr>
            <p:spPr>
              <a:xfrm>
                <a:off x="2947416"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33" name="object 47">
                <a:extLst>
                  <a:ext uri="{FF2B5EF4-FFF2-40B4-BE49-F238E27FC236}">
                    <a16:creationId xmlns:a16="http://schemas.microsoft.com/office/drawing/2014/main" id="{479525E8-9733-42D1-8077-9971987A3B9B}"/>
                  </a:ext>
                </a:extLst>
              </p:cNvPr>
              <p:cNvSpPr/>
              <p:nvPr/>
            </p:nvSpPr>
            <p:spPr>
              <a:xfrm>
                <a:off x="2947416"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34" name="object 48">
                <a:extLst>
                  <a:ext uri="{FF2B5EF4-FFF2-40B4-BE49-F238E27FC236}">
                    <a16:creationId xmlns:a16="http://schemas.microsoft.com/office/drawing/2014/main" id="{9D8845C6-7D04-4CE4-8669-D03F12258E4E}"/>
                  </a:ext>
                </a:extLst>
              </p:cNvPr>
              <p:cNvSpPr/>
              <p:nvPr/>
            </p:nvSpPr>
            <p:spPr>
              <a:xfrm>
                <a:off x="2947416"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35" name="object 49">
                <a:extLst>
                  <a:ext uri="{FF2B5EF4-FFF2-40B4-BE49-F238E27FC236}">
                    <a16:creationId xmlns:a16="http://schemas.microsoft.com/office/drawing/2014/main" id="{B7FF1D13-F278-4138-8E0F-F931829E1E17}"/>
                  </a:ext>
                </a:extLst>
              </p:cNvPr>
              <p:cNvSpPr/>
              <p:nvPr/>
            </p:nvSpPr>
            <p:spPr>
              <a:xfrm>
                <a:off x="2947416"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6" name="object 50">
                <a:extLst>
                  <a:ext uri="{FF2B5EF4-FFF2-40B4-BE49-F238E27FC236}">
                    <a16:creationId xmlns:a16="http://schemas.microsoft.com/office/drawing/2014/main" id="{216025A9-176D-40B7-8E71-D30B759BE7F5}"/>
                  </a:ext>
                </a:extLst>
              </p:cNvPr>
              <p:cNvSpPr/>
              <p:nvPr/>
            </p:nvSpPr>
            <p:spPr>
              <a:xfrm>
                <a:off x="2947416"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37" name="object 51">
                <a:extLst>
                  <a:ext uri="{FF2B5EF4-FFF2-40B4-BE49-F238E27FC236}">
                    <a16:creationId xmlns:a16="http://schemas.microsoft.com/office/drawing/2014/main" id="{1D86EE09-7CE5-40BC-A466-F75C661E776E}"/>
                  </a:ext>
                </a:extLst>
              </p:cNvPr>
              <p:cNvSpPr/>
              <p:nvPr/>
            </p:nvSpPr>
            <p:spPr>
              <a:xfrm>
                <a:off x="2947416"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8" name="object 52">
                <a:extLst>
                  <a:ext uri="{FF2B5EF4-FFF2-40B4-BE49-F238E27FC236}">
                    <a16:creationId xmlns:a16="http://schemas.microsoft.com/office/drawing/2014/main" id="{685826D2-CDA7-4AEF-9884-8294E4764449}"/>
                  </a:ext>
                </a:extLst>
              </p:cNvPr>
              <p:cNvSpPr/>
              <p:nvPr/>
            </p:nvSpPr>
            <p:spPr>
              <a:xfrm>
                <a:off x="2947416"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39" name="object 53">
                <a:extLst>
                  <a:ext uri="{FF2B5EF4-FFF2-40B4-BE49-F238E27FC236}">
                    <a16:creationId xmlns:a16="http://schemas.microsoft.com/office/drawing/2014/main" id="{5C52A815-23D7-4C80-8592-818DABB7D5E7}"/>
                  </a:ext>
                </a:extLst>
              </p:cNvPr>
              <p:cNvSpPr/>
              <p:nvPr/>
            </p:nvSpPr>
            <p:spPr>
              <a:xfrm>
                <a:off x="2947416"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40" name="object 54">
                <a:extLst>
                  <a:ext uri="{FF2B5EF4-FFF2-40B4-BE49-F238E27FC236}">
                    <a16:creationId xmlns:a16="http://schemas.microsoft.com/office/drawing/2014/main" id="{3BFB074E-04AC-4368-80E7-AC0D427EFC48}"/>
                  </a:ext>
                </a:extLst>
              </p:cNvPr>
              <p:cNvSpPr/>
              <p:nvPr/>
            </p:nvSpPr>
            <p:spPr>
              <a:xfrm>
                <a:off x="3128772"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41" name="object 55">
                <a:extLst>
                  <a:ext uri="{FF2B5EF4-FFF2-40B4-BE49-F238E27FC236}">
                    <a16:creationId xmlns:a16="http://schemas.microsoft.com/office/drawing/2014/main" id="{1FCFCC04-9AB5-48F8-8368-8E73EE4002B7}"/>
                  </a:ext>
                </a:extLst>
              </p:cNvPr>
              <p:cNvSpPr/>
              <p:nvPr/>
            </p:nvSpPr>
            <p:spPr>
              <a:xfrm>
                <a:off x="3128772"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42" name="object 56">
                <a:extLst>
                  <a:ext uri="{FF2B5EF4-FFF2-40B4-BE49-F238E27FC236}">
                    <a16:creationId xmlns:a16="http://schemas.microsoft.com/office/drawing/2014/main" id="{F9F17EB4-4ACF-44F9-8F42-D51870F6D584}"/>
                  </a:ext>
                </a:extLst>
              </p:cNvPr>
              <p:cNvSpPr/>
              <p:nvPr/>
            </p:nvSpPr>
            <p:spPr>
              <a:xfrm>
                <a:off x="3128772"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43" name="object 57">
                <a:extLst>
                  <a:ext uri="{FF2B5EF4-FFF2-40B4-BE49-F238E27FC236}">
                    <a16:creationId xmlns:a16="http://schemas.microsoft.com/office/drawing/2014/main" id="{D2954AC7-7A53-4CCE-A1A0-830A9CE75E7E}"/>
                  </a:ext>
                </a:extLst>
              </p:cNvPr>
              <p:cNvSpPr/>
              <p:nvPr/>
            </p:nvSpPr>
            <p:spPr>
              <a:xfrm>
                <a:off x="3128772"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4" name="object 58">
                <a:extLst>
                  <a:ext uri="{FF2B5EF4-FFF2-40B4-BE49-F238E27FC236}">
                    <a16:creationId xmlns:a16="http://schemas.microsoft.com/office/drawing/2014/main" id="{139E8778-9161-4318-BD60-8BB267BAF227}"/>
                  </a:ext>
                </a:extLst>
              </p:cNvPr>
              <p:cNvSpPr/>
              <p:nvPr/>
            </p:nvSpPr>
            <p:spPr>
              <a:xfrm>
                <a:off x="3128772"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45" name="object 59">
                <a:extLst>
                  <a:ext uri="{FF2B5EF4-FFF2-40B4-BE49-F238E27FC236}">
                    <a16:creationId xmlns:a16="http://schemas.microsoft.com/office/drawing/2014/main" id="{98011C87-E526-44FE-A98D-839E373F86BC}"/>
                  </a:ext>
                </a:extLst>
              </p:cNvPr>
              <p:cNvSpPr/>
              <p:nvPr/>
            </p:nvSpPr>
            <p:spPr>
              <a:xfrm>
                <a:off x="3128772"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6" name="object 60">
                <a:extLst>
                  <a:ext uri="{FF2B5EF4-FFF2-40B4-BE49-F238E27FC236}">
                    <a16:creationId xmlns:a16="http://schemas.microsoft.com/office/drawing/2014/main" id="{7DF7978C-2D2F-4298-A48E-36400ED1A0A8}"/>
                  </a:ext>
                </a:extLst>
              </p:cNvPr>
              <p:cNvSpPr/>
              <p:nvPr/>
            </p:nvSpPr>
            <p:spPr>
              <a:xfrm>
                <a:off x="3128772"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47" name="object 61">
                <a:extLst>
                  <a:ext uri="{FF2B5EF4-FFF2-40B4-BE49-F238E27FC236}">
                    <a16:creationId xmlns:a16="http://schemas.microsoft.com/office/drawing/2014/main" id="{F3A95F1D-EA32-401B-8A73-677016A70578}"/>
                  </a:ext>
                </a:extLst>
              </p:cNvPr>
              <p:cNvSpPr/>
              <p:nvPr/>
            </p:nvSpPr>
            <p:spPr>
              <a:xfrm>
                <a:off x="3128772"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48" name="object 62">
                <a:extLst>
                  <a:ext uri="{FF2B5EF4-FFF2-40B4-BE49-F238E27FC236}">
                    <a16:creationId xmlns:a16="http://schemas.microsoft.com/office/drawing/2014/main" id="{E4081EDD-DC6E-4F5C-9F07-AA7A1DA90ECC}"/>
                  </a:ext>
                </a:extLst>
              </p:cNvPr>
              <p:cNvSpPr/>
              <p:nvPr/>
            </p:nvSpPr>
            <p:spPr>
              <a:xfrm>
                <a:off x="3038856"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49" name="object 63">
                <a:extLst>
                  <a:ext uri="{FF2B5EF4-FFF2-40B4-BE49-F238E27FC236}">
                    <a16:creationId xmlns:a16="http://schemas.microsoft.com/office/drawing/2014/main" id="{153673A1-4D5C-4F4D-84E7-CBBBB5239924}"/>
                  </a:ext>
                </a:extLst>
              </p:cNvPr>
              <p:cNvSpPr/>
              <p:nvPr/>
            </p:nvSpPr>
            <p:spPr>
              <a:xfrm>
                <a:off x="3038856"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50" name="object 64">
                <a:extLst>
                  <a:ext uri="{FF2B5EF4-FFF2-40B4-BE49-F238E27FC236}">
                    <a16:creationId xmlns:a16="http://schemas.microsoft.com/office/drawing/2014/main" id="{E8745ECD-3671-4D15-8E0F-86FDC61E2CA0}"/>
                  </a:ext>
                </a:extLst>
              </p:cNvPr>
              <p:cNvSpPr/>
              <p:nvPr/>
            </p:nvSpPr>
            <p:spPr>
              <a:xfrm>
                <a:off x="3038856"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51" name="object 65">
                <a:extLst>
                  <a:ext uri="{FF2B5EF4-FFF2-40B4-BE49-F238E27FC236}">
                    <a16:creationId xmlns:a16="http://schemas.microsoft.com/office/drawing/2014/main" id="{B683556B-E4FD-420E-86AB-3DE999E355C9}"/>
                  </a:ext>
                </a:extLst>
              </p:cNvPr>
              <p:cNvSpPr/>
              <p:nvPr/>
            </p:nvSpPr>
            <p:spPr>
              <a:xfrm>
                <a:off x="3038856"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2" name="object 66">
                <a:extLst>
                  <a:ext uri="{FF2B5EF4-FFF2-40B4-BE49-F238E27FC236}">
                    <a16:creationId xmlns:a16="http://schemas.microsoft.com/office/drawing/2014/main" id="{5EA500D1-04D1-4C04-82FE-8FA1A144A4C1}"/>
                  </a:ext>
                </a:extLst>
              </p:cNvPr>
              <p:cNvSpPr/>
              <p:nvPr/>
            </p:nvSpPr>
            <p:spPr>
              <a:xfrm>
                <a:off x="3038856"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53" name="object 67">
                <a:extLst>
                  <a:ext uri="{FF2B5EF4-FFF2-40B4-BE49-F238E27FC236}">
                    <a16:creationId xmlns:a16="http://schemas.microsoft.com/office/drawing/2014/main" id="{5D805B24-B18C-4722-9B93-2835E6F52F54}"/>
                  </a:ext>
                </a:extLst>
              </p:cNvPr>
              <p:cNvSpPr/>
              <p:nvPr/>
            </p:nvSpPr>
            <p:spPr>
              <a:xfrm>
                <a:off x="3038856"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4" name="object 68">
                <a:extLst>
                  <a:ext uri="{FF2B5EF4-FFF2-40B4-BE49-F238E27FC236}">
                    <a16:creationId xmlns:a16="http://schemas.microsoft.com/office/drawing/2014/main" id="{5E5118DC-606D-4CAD-A07C-D14C28D9E585}"/>
                  </a:ext>
                </a:extLst>
              </p:cNvPr>
              <p:cNvSpPr/>
              <p:nvPr/>
            </p:nvSpPr>
            <p:spPr>
              <a:xfrm>
                <a:off x="3038856"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55" name="object 69">
                <a:extLst>
                  <a:ext uri="{FF2B5EF4-FFF2-40B4-BE49-F238E27FC236}">
                    <a16:creationId xmlns:a16="http://schemas.microsoft.com/office/drawing/2014/main" id="{D0B5B832-096E-40A8-AB30-EC522DA3885F}"/>
                  </a:ext>
                </a:extLst>
              </p:cNvPr>
              <p:cNvSpPr/>
              <p:nvPr/>
            </p:nvSpPr>
            <p:spPr>
              <a:xfrm>
                <a:off x="3038856"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grpSp>
        <p:grpSp>
          <p:nvGrpSpPr>
            <p:cNvPr id="556" name="object 70">
              <a:extLst>
                <a:ext uri="{FF2B5EF4-FFF2-40B4-BE49-F238E27FC236}">
                  <a16:creationId xmlns:a16="http://schemas.microsoft.com/office/drawing/2014/main" id="{A3C4E514-F899-457F-8129-21B9B65C671F}"/>
                </a:ext>
              </a:extLst>
            </p:cNvPr>
            <p:cNvGrpSpPr/>
            <p:nvPr/>
          </p:nvGrpSpPr>
          <p:grpSpPr>
            <a:xfrm>
              <a:off x="4334359" y="1960952"/>
              <a:ext cx="217311" cy="774700"/>
              <a:chOff x="3588766" y="1366774"/>
              <a:chExt cx="195580" cy="697230"/>
            </a:xfrm>
          </p:grpSpPr>
          <p:sp>
            <p:nvSpPr>
              <p:cNvPr id="557" name="object 71">
                <a:extLst>
                  <a:ext uri="{FF2B5EF4-FFF2-40B4-BE49-F238E27FC236}">
                    <a16:creationId xmlns:a16="http://schemas.microsoft.com/office/drawing/2014/main" id="{CE0A31F0-BA4B-4DF3-826F-1E7B04C132D3}"/>
                  </a:ext>
                </a:extLst>
              </p:cNvPr>
              <p:cNvSpPr/>
              <p:nvPr/>
            </p:nvSpPr>
            <p:spPr>
              <a:xfrm>
                <a:off x="3595116" y="13731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58" name="object 72">
                <a:extLst>
                  <a:ext uri="{FF2B5EF4-FFF2-40B4-BE49-F238E27FC236}">
                    <a16:creationId xmlns:a16="http://schemas.microsoft.com/office/drawing/2014/main" id="{D1B05153-E241-43BD-A341-7804CAF18510}"/>
                  </a:ext>
                </a:extLst>
              </p:cNvPr>
              <p:cNvSpPr/>
              <p:nvPr/>
            </p:nvSpPr>
            <p:spPr>
              <a:xfrm>
                <a:off x="3595116" y="13731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9" name="object 73">
                <a:extLst>
                  <a:ext uri="{FF2B5EF4-FFF2-40B4-BE49-F238E27FC236}">
                    <a16:creationId xmlns:a16="http://schemas.microsoft.com/office/drawing/2014/main" id="{6CD34746-AC34-46B2-ACDF-5C4EF0FD5A9A}"/>
                  </a:ext>
                </a:extLst>
              </p:cNvPr>
              <p:cNvSpPr/>
              <p:nvPr/>
            </p:nvSpPr>
            <p:spPr>
              <a:xfrm>
                <a:off x="3595116" y="145846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60" name="object 74">
                <a:extLst>
                  <a:ext uri="{FF2B5EF4-FFF2-40B4-BE49-F238E27FC236}">
                    <a16:creationId xmlns:a16="http://schemas.microsoft.com/office/drawing/2014/main" id="{8A4032F9-9C5B-4C05-AC73-F8C3843A87AF}"/>
                  </a:ext>
                </a:extLst>
              </p:cNvPr>
              <p:cNvSpPr/>
              <p:nvPr/>
            </p:nvSpPr>
            <p:spPr>
              <a:xfrm>
                <a:off x="3595116" y="145846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61" name="object 75">
                <a:extLst>
                  <a:ext uri="{FF2B5EF4-FFF2-40B4-BE49-F238E27FC236}">
                    <a16:creationId xmlns:a16="http://schemas.microsoft.com/office/drawing/2014/main" id="{A6528EDD-480D-449C-978B-0BB2BDF20662}"/>
                  </a:ext>
                </a:extLst>
              </p:cNvPr>
              <p:cNvSpPr/>
              <p:nvPr/>
            </p:nvSpPr>
            <p:spPr>
              <a:xfrm>
                <a:off x="3595116" y="15438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2" name="object 76">
                <a:extLst>
                  <a:ext uri="{FF2B5EF4-FFF2-40B4-BE49-F238E27FC236}">
                    <a16:creationId xmlns:a16="http://schemas.microsoft.com/office/drawing/2014/main" id="{CE59C79B-F2CF-43B4-A480-D343D3ECC59D}"/>
                  </a:ext>
                </a:extLst>
              </p:cNvPr>
              <p:cNvSpPr/>
              <p:nvPr/>
            </p:nvSpPr>
            <p:spPr>
              <a:xfrm>
                <a:off x="3595116" y="15438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3" name="object 77">
                <a:extLst>
                  <a:ext uri="{FF2B5EF4-FFF2-40B4-BE49-F238E27FC236}">
                    <a16:creationId xmlns:a16="http://schemas.microsoft.com/office/drawing/2014/main" id="{098D466D-A351-4C63-9F35-5EFCBA70CFA0}"/>
                  </a:ext>
                </a:extLst>
              </p:cNvPr>
              <p:cNvSpPr/>
              <p:nvPr/>
            </p:nvSpPr>
            <p:spPr>
              <a:xfrm>
                <a:off x="3595116" y="16291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4" name="object 78">
                <a:extLst>
                  <a:ext uri="{FF2B5EF4-FFF2-40B4-BE49-F238E27FC236}">
                    <a16:creationId xmlns:a16="http://schemas.microsoft.com/office/drawing/2014/main" id="{3A16BD0F-247A-47BB-8697-171106719AC9}"/>
                  </a:ext>
                </a:extLst>
              </p:cNvPr>
              <p:cNvSpPr/>
              <p:nvPr/>
            </p:nvSpPr>
            <p:spPr>
              <a:xfrm>
                <a:off x="3595116" y="16291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5" name="object 79">
                <a:extLst>
                  <a:ext uri="{FF2B5EF4-FFF2-40B4-BE49-F238E27FC236}">
                    <a16:creationId xmlns:a16="http://schemas.microsoft.com/office/drawing/2014/main" id="{50ECA427-0FA4-4318-9999-B013C5CBE440}"/>
                  </a:ext>
                </a:extLst>
              </p:cNvPr>
              <p:cNvSpPr/>
              <p:nvPr/>
            </p:nvSpPr>
            <p:spPr>
              <a:xfrm>
                <a:off x="3595116" y="171450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6" name="object 80">
                <a:extLst>
                  <a:ext uri="{FF2B5EF4-FFF2-40B4-BE49-F238E27FC236}">
                    <a16:creationId xmlns:a16="http://schemas.microsoft.com/office/drawing/2014/main" id="{53381918-3A51-4A89-965A-70FC5784BCC7}"/>
                  </a:ext>
                </a:extLst>
              </p:cNvPr>
              <p:cNvSpPr/>
              <p:nvPr/>
            </p:nvSpPr>
            <p:spPr>
              <a:xfrm>
                <a:off x="3595116" y="17145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7" name="object 81">
                <a:extLst>
                  <a:ext uri="{FF2B5EF4-FFF2-40B4-BE49-F238E27FC236}">
                    <a16:creationId xmlns:a16="http://schemas.microsoft.com/office/drawing/2014/main" id="{54D80EE0-1DFE-4276-9AF8-84CFE6424309}"/>
                  </a:ext>
                </a:extLst>
              </p:cNvPr>
              <p:cNvSpPr/>
              <p:nvPr/>
            </p:nvSpPr>
            <p:spPr>
              <a:xfrm>
                <a:off x="3595116" y="179984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8" name="object 82">
                <a:extLst>
                  <a:ext uri="{FF2B5EF4-FFF2-40B4-BE49-F238E27FC236}">
                    <a16:creationId xmlns:a16="http://schemas.microsoft.com/office/drawing/2014/main" id="{86EB85EF-BC35-40C7-B87E-D5A930A25606}"/>
                  </a:ext>
                </a:extLst>
              </p:cNvPr>
              <p:cNvSpPr/>
              <p:nvPr/>
            </p:nvSpPr>
            <p:spPr>
              <a:xfrm>
                <a:off x="3595116" y="17998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9" name="object 83">
                <a:extLst>
                  <a:ext uri="{FF2B5EF4-FFF2-40B4-BE49-F238E27FC236}">
                    <a16:creationId xmlns:a16="http://schemas.microsoft.com/office/drawing/2014/main" id="{D279A644-1835-4B1E-B1B6-9C29BEE26FCF}"/>
                  </a:ext>
                </a:extLst>
              </p:cNvPr>
              <p:cNvSpPr/>
              <p:nvPr/>
            </p:nvSpPr>
            <p:spPr>
              <a:xfrm>
                <a:off x="3595116" y="188518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70" name="object 84">
                <a:extLst>
                  <a:ext uri="{FF2B5EF4-FFF2-40B4-BE49-F238E27FC236}">
                    <a16:creationId xmlns:a16="http://schemas.microsoft.com/office/drawing/2014/main" id="{48A0910E-5233-4053-ABBA-23153E6A4454}"/>
                  </a:ext>
                </a:extLst>
              </p:cNvPr>
              <p:cNvSpPr/>
              <p:nvPr/>
            </p:nvSpPr>
            <p:spPr>
              <a:xfrm>
                <a:off x="3595116" y="18851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71" name="object 85">
                <a:extLst>
                  <a:ext uri="{FF2B5EF4-FFF2-40B4-BE49-F238E27FC236}">
                    <a16:creationId xmlns:a16="http://schemas.microsoft.com/office/drawing/2014/main" id="{97680B16-EF68-410F-91AB-D23EA58AF5CE}"/>
                  </a:ext>
                </a:extLst>
              </p:cNvPr>
              <p:cNvSpPr/>
              <p:nvPr/>
            </p:nvSpPr>
            <p:spPr>
              <a:xfrm>
                <a:off x="3595116" y="1970533"/>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572" name="object 86">
                <a:extLst>
                  <a:ext uri="{FF2B5EF4-FFF2-40B4-BE49-F238E27FC236}">
                    <a16:creationId xmlns:a16="http://schemas.microsoft.com/office/drawing/2014/main" id="{A00C2D2D-3267-498C-AF28-EDDE271AE0E7}"/>
                  </a:ext>
                </a:extLst>
              </p:cNvPr>
              <p:cNvSpPr/>
              <p:nvPr/>
            </p:nvSpPr>
            <p:spPr>
              <a:xfrm>
                <a:off x="3595116" y="1970533"/>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73" name="object 87">
                <a:extLst>
                  <a:ext uri="{FF2B5EF4-FFF2-40B4-BE49-F238E27FC236}">
                    <a16:creationId xmlns:a16="http://schemas.microsoft.com/office/drawing/2014/main" id="{C6391CEA-B994-49CA-ACC9-44E6889A6359}"/>
                  </a:ext>
                </a:extLst>
              </p:cNvPr>
              <p:cNvSpPr/>
              <p:nvPr/>
            </p:nvSpPr>
            <p:spPr>
              <a:xfrm>
                <a:off x="3686556" y="13731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74" name="object 88">
                <a:extLst>
                  <a:ext uri="{FF2B5EF4-FFF2-40B4-BE49-F238E27FC236}">
                    <a16:creationId xmlns:a16="http://schemas.microsoft.com/office/drawing/2014/main" id="{ED4A91F8-7133-4602-B415-02B895635EC1}"/>
                  </a:ext>
                </a:extLst>
              </p:cNvPr>
              <p:cNvSpPr/>
              <p:nvPr/>
            </p:nvSpPr>
            <p:spPr>
              <a:xfrm>
                <a:off x="3686556" y="13731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75" name="object 89">
                <a:extLst>
                  <a:ext uri="{FF2B5EF4-FFF2-40B4-BE49-F238E27FC236}">
                    <a16:creationId xmlns:a16="http://schemas.microsoft.com/office/drawing/2014/main" id="{6A440A38-249F-47C6-898A-793071DCA254}"/>
                  </a:ext>
                </a:extLst>
              </p:cNvPr>
              <p:cNvSpPr/>
              <p:nvPr/>
            </p:nvSpPr>
            <p:spPr>
              <a:xfrm>
                <a:off x="3686556" y="145846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576" name="object 90">
                <a:extLst>
                  <a:ext uri="{FF2B5EF4-FFF2-40B4-BE49-F238E27FC236}">
                    <a16:creationId xmlns:a16="http://schemas.microsoft.com/office/drawing/2014/main" id="{E11F45EE-2172-4CA1-AE63-7DF5D085FEF3}"/>
                  </a:ext>
                </a:extLst>
              </p:cNvPr>
              <p:cNvSpPr/>
              <p:nvPr/>
            </p:nvSpPr>
            <p:spPr>
              <a:xfrm>
                <a:off x="3686556" y="145846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77" name="object 91">
                <a:extLst>
                  <a:ext uri="{FF2B5EF4-FFF2-40B4-BE49-F238E27FC236}">
                    <a16:creationId xmlns:a16="http://schemas.microsoft.com/office/drawing/2014/main" id="{FF8E6DFE-362C-4C66-A8D5-E5C828831440}"/>
                  </a:ext>
                </a:extLst>
              </p:cNvPr>
              <p:cNvSpPr/>
              <p:nvPr/>
            </p:nvSpPr>
            <p:spPr>
              <a:xfrm>
                <a:off x="3686556" y="15438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78" name="object 92">
                <a:extLst>
                  <a:ext uri="{FF2B5EF4-FFF2-40B4-BE49-F238E27FC236}">
                    <a16:creationId xmlns:a16="http://schemas.microsoft.com/office/drawing/2014/main" id="{DA590A0B-96FC-42A1-A4BB-BAAE124F9280}"/>
                  </a:ext>
                </a:extLst>
              </p:cNvPr>
              <p:cNvSpPr/>
              <p:nvPr/>
            </p:nvSpPr>
            <p:spPr>
              <a:xfrm>
                <a:off x="3686556" y="15438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79" name="object 93">
                <a:extLst>
                  <a:ext uri="{FF2B5EF4-FFF2-40B4-BE49-F238E27FC236}">
                    <a16:creationId xmlns:a16="http://schemas.microsoft.com/office/drawing/2014/main" id="{04895905-B291-4FDB-A664-86A143792C81}"/>
                  </a:ext>
                </a:extLst>
              </p:cNvPr>
              <p:cNvSpPr/>
              <p:nvPr/>
            </p:nvSpPr>
            <p:spPr>
              <a:xfrm>
                <a:off x="3686556" y="16291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80" name="object 94">
                <a:extLst>
                  <a:ext uri="{FF2B5EF4-FFF2-40B4-BE49-F238E27FC236}">
                    <a16:creationId xmlns:a16="http://schemas.microsoft.com/office/drawing/2014/main" id="{3178615C-2A2E-4330-B693-13A2F4FB2904}"/>
                  </a:ext>
                </a:extLst>
              </p:cNvPr>
              <p:cNvSpPr/>
              <p:nvPr/>
            </p:nvSpPr>
            <p:spPr>
              <a:xfrm>
                <a:off x="3686556" y="16291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81" name="object 95">
                <a:extLst>
                  <a:ext uri="{FF2B5EF4-FFF2-40B4-BE49-F238E27FC236}">
                    <a16:creationId xmlns:a16="http://schemas.microsoft.com/office/drawing/2014/main" id="{5461777F-D80B-4EF5-A6B6-4FD32265C2A6}"/>
                  </a:ext>
                </a:extLst>
              </p:cNvPr>
              <p:cNvSpPr/>
              <p:nvPr/>
            </p:nvSpPr>
            <p:spPr>
              <a:xfrm>
                <a:off x="3686556" y="171450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82" name="object 96">
                <a:extLst>
                  <a:ext uri="{FF2B5EF4-FFF2-40B4-BE49-F238E27FC236}">
                    <a16:creationId xmlns:a16="http://schemas.microsoft.com/office/drawing/2014/main" id="{F2507328-0CE8-4340-B7D3-34ADFC65B8F5}"/>
                  </a:ext>
                </a:extLst>
              </p:cNvPr>
              <p:cNvSpPr/>
              <p:nvPr/>
            </p:nvSpPr>
            <p:spPr>
              <a:xfrm>
                <a:off x="3686556" y="17145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83" name="object 97">
                <a:extLst>
                  <a:ext uri="{FF2B5EF4-FFF2-40B4-BE49-F238E27FC236}">
                    <a16:creationId xmlns:a16="http://schemas.microsoft.com/office/drawing/2014/main" id="{98261970-2DB6-410A-8856-3AE601FC9AE9}"/>
                  </a:ext>
                </a:extLst>
              </p:cNvPr>
              <p:cNvSpPr/>
              <p:nvPr/>
            </p:nvSpPr>
            <p:spPr>
              <a:xfrm>
                <a:off x="3686556" y="179984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84" name="object 98">
                <a:extLst>
                  <a:ext uri="{FF2B5EF4-FFF2-40B4-BE49-F238E27FC236}">
                    <a16:creationId xmlns:a16="http://schemas.microsoft.com/office/drawing/2014/main" id="{41A3F77E-B363-491B-99E6-B4F98F25FC61}"/>
                  </a:ext>
                </a:extLst>
              </p:cNvPr>
              <p:cNvSpPr/>
              <p:nvPr/>
            </p:nvSpPr>
            <p:spPr>
              <a:xfrm>
                <a:off x="3686556" y="17998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85" name="object 99">
                <a:extLst>
                  <a:ext uri="{FF2B5EF4-FFF2-40B4-BE49-F238E27FC236}">
                    <a16:creationId xmlns:a16="http://schemas.microsoft.com/office/drawing/2014/main" id="{93195C72-B208-4B83-93FE-D8952DA2C03F}"/>
                  </a:ext>
                </a:extLst>
              </p:cNvPr>
              <p:cNvSpPr/>
              <p:nvPr/>
            </p:nvSpPr>
            <p:spPr>
              <a:xfrm>
                <a:off x="3686556" y="188518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586" name="object 100">
                <a:extLst>
                  <a:ext uri="{FF2B5EF4-FFF2-40B4-BE49-F238E27FC236}">
                    <a16:creationId xmlns:a16="http://schemas.microsoft.com/office/drawing/2014/main" id="{120CE0BE-3415-4F5F-9385-50D200C74EF3}"/>
                  </a:ext>
                </a:extLst>
              </p:cNvPr>
              <p:cNvSpPr/>
              <p:nvPr/>
            </p:nvSpPr>
            <p:spPr>
              <a:xfrm>
                <a:off x="3686556" y="18851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87" name="object 101">
                <a:extLst>
                  <a:ext uri="{FF2B5EF4-FFF2-40B4-BE49-F238E27FC236}">
                    <a16:creationId xmlns:a16="http://schemas.microsoft.com/office/drawing/2014/main" id="{0AB19352-5A54-4D6D-888B-A1C3BB1C24DE}"/>
                  </a:ext>
                </a:extLst>
              </p:cNvPr>
              <p:cNvSpPr/>
              <p:nvPr/>
            </p:nvSpPr>
            <p:spPr>
              <a:xfrm>
                <a:off x="3686556" y="1970533"/>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BBB800"/>
              </a:solidFill>
            </p:spPr>
            <p:txBody>
              <a:bodyPr wrap="square" lIns="0" tIns="0" rIns="0" bIns="0" rtlCol="0"/>
              <a:lstStyle/>
              <a:p>
                <a:endParaRPr sz="2000"/>
              </a:p>
            </p:txBody>
          </p:sp>
          <p:sp>
            <p:nvSpPr>
              <p:cNvPr id="588" name="object 102">
                <a:extLst>
                  <a:ext uri="{FF2B5EF4-FFF2-40B4-BE49-F238E27FC236}">
                    <a16:creationId xmlns:a16="http://schemas.microsoft.com/office/drawing/2014/main" id="{53E4FF99-9BA4-47A8-BCB8-FCDB8770E9E7}"/>
                  </a:ext>
                </a:extLst>
              </p:cNvPr>
              <p:cNvSpPr/>
              <p:nvPr/>
            </p:nvSpPr>
            <p:spPr>
              <a:xfrm>
                <a:off x="3686556" y="1970533"/>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grpSp>
        <p:sp>
          <p:nvSpPr>
            <p:cNvPr id="589" name="object 103">
              <a:extLst>
                <a:ext uri="{FF2B5EF4-FFF2-40B4-BE49-F238E27FC236}">
                  <a16:creationId xmlns:a16="http://schemas.microsoft.com/office/drawing/2014/main" id="{8BE870A0-7F96-4EB3-9EDA-40A46D42030F}"/>
                </a:ext>
              </a:extLst>
            </p:cNvPr>
            <p:cNvSpPr/>
            <p:nvPr/>
          </p:nvSpPr>
          <p:spPr>
            <a:xfrm>
              <a:off x="4971052" y="1954175"/>
              <a:ext cx="219004" cy="395114"/>
            </a:xfrm>
            <a:prstGeom prst="rect">
              <a:avLst/>
            </a:prstGeom>
            <a:blipFill>
              <a:blip r:embed="rId2" cstate="print"/>
              <a:stretch>
                <a:fillRect/>
              </a:stretch>
            </a:blipFill>
          </p:spPr>
          <p:txBody>
            <a:bodyPr wrap="square" lIns="0" tIns="0" rIns="0" bIns="0" rtlCol="0"/>
            <a:lstStyle/>
            <a:p>
              <a:endParaRPr sz="2000"/>
            </a:p>
          </p:txBody>
        </p:sp>
        <p:sp>
          <p:nvSpPr>
            <p:cNvPr id="590" name="object 104">
              <a:extLst>
                <a:ext uri="{FF2B5EF4-FFF2-40B4-BE49-F238E27FC236}">
                  <a16:creationId xmlns:a16="http://schemas.microsoft.com/office/drawing/2014/main" id="{AC64F346-23D4-456D-8A29-1BDD731E5053}"/>
                </a:ext>
              </a:extLst>
            </p:cNvPr>
            <p:cNvSpPr txBox="1"/>
            <p:nvPr/>
          </p:nvSpPr>
          <p:spPr>
            <a:xfrm>
              <a:off x="4049315" y="196335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591" name="object 105">
              <a:extLst>
                <a:ext uri="{FF2B5EF4-FFF2-40B4-BE49-F238E27FC236}">
                  <a16:creationId xmlns:a16="http://schemas.microsoft.com/office/drawing/2014/main" id="{87DFF31B-C8E0-4492-AC8D-B8714A99C0AD}"/>
                </a:ext>
              </a:extLst>
            </p:cNvPr>
            <p:cNvSpPr txBox="1"/>
            <p:nvPr/>
          </p:nvSpPr>
          <p:spPr>
            <a:xfrm>
              <a:off x="4666250" y="1968088"/>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592" name="object 106">
              <a:extLst>
                <a:ext uri="{FF2B5EF4-FFF2-40B4-BE49-F238E27FC236}">
                  <a16:creationId xmlns:a16="http://schemas.microsoft.com/office/drawing/2014/main" id="{0649D909-ACC1-4616-91F8-ECA134EF16AA}"/>
                </a:ext>
              </a:extLst>
            </p:cNvPr>
            <p:cNvSpPr txBox="1"/>
            <p:nvPr/>
          </p:nvSpPr>
          <p:spPr>
            <a:xfrm>
              <a:off x="3491781" y="1598010"/>
              <a:ext cx="215900"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W</a:t>
              </a:r>
              <a:endParaRPr sz="1556">
                <a:latin typeface="Arial"/>
                <a:cs typeface="Arial"/>
              </a:endParaRPr>
            </a:p>
          </p:txBody>
        </p:sp>
        <p:sp>
          <p:nvSpPr>
            <p:cNvPr id="593" name="object 107">
              <a:extLst>
                <a:ext uri="{FF2B5EF4-FFF2-40B4-BE49-F238E27FC236}">
                  <a16:creationId xmlns:a16="http://schemas.microsoft.com/office/drawing/2014/main" id="{8F2AF1CA-0CAB-45F5-A45A-678CA5686652}"/>
                </a:ext>
              </a:extLst>
            </p:cNvPr>
            <p:cNvSpPr txBox="1"/>
            <p:nvPr/>
          </p:nvSpPr>
          <p:spPr>
            <a:xfrm>
              <a:off x="4374008" y="1598010"/>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X</a:t>
              </a:r>
              <a:endParaRPr sz="1556">
                <a:latin typeface="Arial"/>
                <a:cs typeface="Arial"/>
              </a:endParaRPr>
            </a:p>
          </p:txBody>
        </p:sp>
        <p:sp>
          <p:nvSpPr>
            <p:cNvPr id="594" name="object 108">
              <a:extLst>
                <a:ext uri="{FF2B5EF4-FFF2-40B4-BE49-F238E27FC236}">
                  <a16:creationId xmlns:a16="http://schemas.microsoft.com/office/drawing/2014/main" id="{2FBEA796-0FCE-4DC3-9066-07653DBB83B3}"/>
                </a:ext>
              </a:extLst>
            </p:cNvPr>
            <p:cNvSpPr txBox="1"/>
            <p:nvPr/>
          </p:nvSpPr>
          <p:spPr>
            <a:xfrm>
              <a:off x="5011124" y="1595188"/>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Y</a:t>
              </a:r>
              <a:endParaRPr sz="1556">
                <a:latin typeface="Arial"/>
                <a:cs typeface="Arial"/>
              </a:endParaRPr>
            </a:p>
          </p:txBody>
        </p:sp>
        <p:sp>
          <p:nvSpPr>
            <p:cNvPr id="595" name="object 109">
              <a:extLst>
                <a:ext uri="{FF2B5EF4-FFF2-40B4-BE49-F238E27FC236}">
                  <a16:creationId xmlns:a16="http://schemas.microsoft.com/office/drawing/2014/main" id="{9D810617-B225-430C-A9ED-6E90C2060655}"/>
                </a:ext>
              </a:extLst>
            </p:cNvPr>
            <p:cNvSpPr txBox="1"/>
            <p:nvPr/>
          </p:nvSpPr>
          <p:spPr>
            <a:xfrm>
              <a:off x="541769" y="1915315"/>
              <a:ext cx="1640803" cy="261183"/>
            </a:xfrm>
            <a:prstGeom prst="rect">
              <a:avLst/>
            </a:prstGeom>
          </p:spPr>
          <p:txBody>
            <a:bodyPr vert="horz" wrap="square" lIns="0" tIns="14817" rIns="0" bIns="0" rtlCol="0">
              <a:spAutoFit/>
            </a:bodyPr>
            <a:lstStyle/>
            <a:p>
              <a:pPr marL="14111">
                <a:spcBef>
                  <a:spcPts val="117"/>
                </a:spcBef>
              </a:pPr>
              <a:r>
                <a:rPr lang="en-US" sz="1600" b="1" dirty="0">
                  <a:solidFill>
                    <a:srgbClr val="FF0000"/>
                  </a:solidFill>
                  <a:latin typeface="Arial"/>
                  <a:cs typeface="Arial"/>
                </a:rPr>
                <a:t>1, </a:t>
              </a:r>
              <a:r>
                <a:rPr sz="1600" b="1" dirty="0">
                  <a:solidFill>
                    <a:srgbClr val="FF0000"/>
                  </a:solidFill>
                  <a:latin typeface="Arial"/>
                  <a:cs typeface="Arial"/>
                </a:rPr>
                <a:t>Forward</a:t>
              </a:r>
              <a:r>
                <a:rPr sz="1600" b="1" spc="-117" dirty="0">
                  <a:solidFill>
                    <a:srgbClr val="FF0000"/>
                  </a:solidFill>
                  <a:latin typeface="Arial"/>
                  <a:cs typeface="Arial"/>
                </a:rPr>
                <a:t> </a:t>
              </a:r>
              <a:r>
                <a:rPr sz="1600" b="1" dirty="0">
                  <a:solidFill>
                    <a:srgbClr val="FF0000"/>
                  </a:solidFill>
                  <a:latin typeface="Arial"/>
                  <a:cs typeface="Arial"/>
                </a:rPr>
                <a:t>Pass</a:t>
              </a:r>
              <a:r>
                <a:rPr lang="en-US" sz="1600" b="1" dirty="0">
                  <a:solidFill>
                    <a:srgbClr val="FF0000"/>
                  </a:solidFill>
                  <a:latin typeface="Arial"/>
                  <a:cs typeface="Arial"/>
                </a:rPr>
                <a:t>:</a:t>
              </a:r>
              <a:endParaRPr sz="1600" dirty="0">
                <a:solidFill>
                  <a:srgbClr val="FF0000"/>
                </a:solidFill>
                <a:latin typeface="Arial"/>
                <a:cs typeface="Arial"/>
              </a:endParaRPr>
            </a:p>
          </p:txBody>
        </p:sp>
      </p:grpSp>
      <p:grpSp>
        <p:nvGrpSpPr>
          <p:cNvPr id="4" name="组合 3">
            <a:extLst>
              <a:ext uri="{FF2B5EF4-FFF2-40B4-BE49-F238E27FC236}">
                <a16:creationId xmlns:a16="http://schemas.microsoft.com/office/drawing/2014/main" id="{1966A770-AD99-49E5-A391-980BC38928BD}"/>
              </a:ext>
            </a:extLst>
          </p:cNvPr>
          <p:cNvGrpSpPr/>
          <p:nvPr/>
        </p:nvGrpSpPr>
        <p:grpSpPr>
          <a:xfrm>
            <a:off x="526500" y="2953779"/>
            <a:ext cx="5023950" cy="743517"/>
            <a:chOff x="526500" y="2953779"/>
            <a:chExt cx="5023950" cy="743517"/>
          </a:xfrm>
        </p:grpSpPr>
        <p:grpSp>
          <p:nvGrpSpPr>
            <p:cNvPr id="596" name="object 110">
              <a:extLst>
                <a:ext uri="{FF2B5EF4-FFF2-40B4-BE49-F238E27FC236}">
                  <a16:creationId xmlns:a16="http://schemas.microsoft.com/office/drawing/2014/main" id="{C96A4727-B973-46E7-8879-8A952C7DEBAF}"/>
                </a:ext>
              </a:extLst>
            </p:cNvPr>
            <p:cNvGrpSpPr/>
            <p:nvPr/>
          </p:nvGrpSpPr>
          <p:grpSpPr>
            <a:xfrm>
              <a:off x="4723539" y="3302185"/>
              <a:ext cx="826911" cy="395111"/>
              <a:chOff x="4135882" y="2820671"/>
              <a:chExt cx="744220" cy="355600"/>
            </a:xfrm>
          </p:grpSpPr>
          <p:sp>
            <p:nvSpPr>
              <p:cNvPr id="597" name="object 111">
                <a:extLst>
                  <a:ext uri="{FF2B5EF4-FFF2-40B4-BE49-F238E27FC236}">
                    <a16:creationId xmlns:a16="http://schemas.microsoft.com/office/drawing/2014/main" id="{AD7516D5-0910-4CC4-8388-D38577505830}"/>
                  </a:ext>
                </a:extLst>
              </p:cNvPr>
              <p:cNvSpPr/>
              <p:nvPr/>
            </p:nvSpPr>
            <p:spPr>
              <a:xfrm>
                <a:off x="4507992" y="2827021"/>
                <a:ext cx="91440" cy="85342"/>
              </a:xfrm>
              <a:prstGeom prst="rect">
                <a:avLst/>
              </a:prstGeom>
              <a:blipFill>
                <a:blip r:embed="rId3" cstate="print"/>
                <a:stretch>
                  <a:fillRect/>
                </a:stretch>
              </a:blipFill>
            </p:spPr>
            <p:txBody>
              <a:bodyPr wrap="square" lIns="0" tIns="0" rIns="0" bIns="0" rtlCol="0"/>
              <a:lstStyle/>
              <a:p>
                <a:endParaRPr sz="2000"/>
              </a:p>
            </p:txBody>
          </p:sp>
          <p:sp>
            <p:nvSpPr>
              <p:cNvPr id="598" name="object 112">
                <a:extLst>
                  <a:ext uri="{FF2B5EF4-FFF2-40B4-BE49-F238E27FC236}">
                    <a16:creationId xmlns:a16="http://schemas.microsoft.com/office/drawing/2014/main" id="{CCA56222-9519-451D-AFCA-5892ECF28E91}"/>
                  </a:ext>
                </a:extLst>
              </p:cNvPr>
              <p:cNvSpPr/>
              <p:nvPr/>
            </p:nvSpPr>
            <p:spPr>
              <a:xfrm>
                <a:off x="4507992"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99" name="object 113">
                <a:extLst>
                  <a:ext uri="{FF2B5EF4-FFF2-40B4-BE49-F238E27FC236}">
                    <a16:creationId xmlns:a16="http://schemas.microsoft.com/office/drawing/2014/main" id="{8B481F7C-F68F-404E-B53F-270093FC9460}"/>
                  </a:ext>
                </a:extLst>
              </p:cNvPr>
              <p:cNvSpPr/>
              <p:nvPr/>
            </p:nvSpPr>
            <p:spPr>
              <a:xfrm>
                <a:off x="4507992" y="2912365"/>
                <a:ext cx="91440" cy="85342"/>
              </a:xfrm>
              <a:prstGeom prst="rect">
                <a:avLst/>
              </a:prstGeom>
              <a:blipFill>
                <a:blip r:embed="rId4" cstate="print"/>
                <a:stretch>
                  <a:fillRect/>
                </a:stretch>
              </a:blipFill>
            </p:spPr>
            <p:txBody>
              <a:bodyPr wrap="square" lIns="0" tIns="0" rIns="0" bIns="0" rtlCol="0"/>
              <a:lstStyle/>
              <a:p>
                <a:endParaRPr sz="2000"/>
              </a:p>
            </p:txBody>
          </p:sp>
          <p:sp>
            <p:nvSpPr>
              <p:cNvPr id="600" name="object 114">
                <a:extLst>
                  <a:ext uri="{FF2B5EF4-FFF2-40B4-BE49-F238E27FC236}">
                    <a16:creationId xmlns:a16="http://schemas.microsoft.com/office/drawing/2014/main" id="{6AC3550B-1B94-403A-91DF-E9FDFA78A863}"/>
                  </a:ext>
                </a:extLst>
              </p:cNvPr>
              <p:cNvSpPr/>
              <p:nvPr/>
            </p:nvSpPr>
            <p:spPr>
              <a:xfrm>
                <a:off x="4507992"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1" name="object 115">
                <a:extLst>
                  <a:ext uri="{FF2B5EF4-FFF2-40B4-BE49-F238E27FC236}">
                    <a16:creationId xmlns:a16="http://schemas.microsoft.com/office/drawing/2014/main" id="{8EAF8394-FF2E-4B79-A415-11EE9D1D6EE1}"/>
                  </a:ext>
                </a:extLst>
              </p:cNvPr>
              <p:cNvSpPr/>
              <p:nvPr/>
            </p:nvSpPr>
            <p:spPr>
              <a:xfrm>
                <a:off x="4507992" y="2997705"/>
                <a:ext cx="91440" cy="86870"/>
              </a:xfrm>
              <a:prstGeom prst="rect">
                <a:avLst/>
              </a:prstGeom>
              <a:blipFill>
                <a:blip r:embed="rId5" cstate="print"/>
                <a:stretch>
                  <a:fillRect/>
                </a:stretch>
              </a:blipFill>
            </p:spPr>
            <p:txBody>
              <a:bodyPr wrap="square" lIns="0" tIns="0" rIns="0" bIns="0" rtlCol="0"/>
              <a:lstStyle/>
              <a:p>
                <a:endParaRPr sz="2000"/>
              </a:p>
            </p:txBody>
          </p:sp>
          <p:sp>
            <p:nvSpPr>
              <p:cNvPr id="602" name="object 116">
                <a:extLst>
                  <a:ext uri="{FF2B5EF4-FFF2-40B4-BE49-F238E27FC236}">
                    <a16:creationId xmlns:a16="http://schemas.microsoft.com/office/drawing/2014/main" id="{47D218B4-2FCB-45FE-9221-3707906FE35B}"/>
                  </a:ext>
                </a:extLst>
              </p:cNvPr>
              <p:cNvSpPr/>
              <p:nvPr/>
            </p:nvSpPr>
            <p:spPr>
              <a:xfrm>
                <a:off x="4507992"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03" name="object 117">
                <a:extLst>
                  <a:ext uri="{FF2B5EF4-FFF2-40B4-BE49-F238E27FC236}">
                    <a16:creationId xmlns:a16="http://schemas.microsoft.com/office/drawing/2014/main" id="{2716A7BD-AE0E-41AB-B6D0-6EED9D7F74BB}"/>
                  </a:ext>
                </a:extLst>
              </p:cNvPr>
              <p:cNvSpPr/>
              <p:nvPr/>
            </p:nvSpPr>
            <p:spPr>
              <a:xfrm>
                <a:off x="4507992" y="3084577"/>
                <a:ext cx="91440" cy="85342"/>
              </a:xfrm>
              <a:prstGeom prst="rect">
                <a:avLst/>
              </a:prstGeom>
              <a:blipFill>
                <a:blip r:embed="rId6" cstate="print"/>
                <a:stretch>
                  <a:fillRect/>
                </a:stretch>
              </a:blipFill>
            </p:spPr>
            <p:txBody>
              <a:bodyPr wrap="square" lIns="0" tIns="0" rIns="0" bIns="0" rtlCol="0"/>
              <a:lstStyle/>
              <a:p>
                <a:endParaRPr sz="2000"/>
              </a:p>
            </p:txBody>
          </p:sp>
          <p:sp>
            <p:nvSpPr>
              <p:cNvPr id="604" name="object 118">
                <a:extLst>
                  <a:ext uri="{FF2B5EF4-FFF2-40B4-BE49-F238E27FC236}">
                    <a16:creationId xmlns:a16="http://schemas.microsoft.com/office/drawing/2014/main" id="{C3968656-BA62-401B-B06D-7248BE97415C}"/>
                  </a:ext>
                </a:extLst>
              </p:cNvPr>
              <p:cNvSpPr/>
              <p:nvPr/>
            </p:nvSpPr>
            <p:spPr>
              <a:xfrm>
                <a:off x="4507992"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5" name="object 119">
                <a:extLst>
                  <a:ext uri="{FF2B5EF4-FFF2-40B4-BE49-F238E27FC236}">
                    <a16:creationId xmlns:a16="http://schemas.microsoft.com/office/drawing/2014/main" id="{29364629-8D68-4CC0-8D27-67943916F3A2}"/>
                  </a:ext>
                </a:extLst>
              </p:cNvPr>
              <p:cNvSpPr/>
              <p:nvPr/>
            </p:nvSpPr>
            <p:spPr>
              <a:xfrm>
                <a:off x="4142232" y="2827021"/>
                <a:ext cx="91440" cy="85342"/>
              </a:xfrm>
              <a:prstGeom prst="rect">
                <a:avLst/>
              </a:prstGeom>
              <a:blipFill>
                <a:blip r:embed="rId7" cstate="print"/>
                <a:stretch>
                  <a:fillRect/>
                </a:stretch>
              </a:blipFill>
            </p:spPr>
            <p:txBody>
              <a:bodyPr wrap="square" lIns="0" tIns="0" rIns="0" bIns="0" rtlCol="0"/>
              <a:lstStyle/>
              <a:p>
                <a:endParaRPr sz="2000"/>
              </a:p>
            </p:txBody>
          </p:sp>
          <p:sp>
            <p:nvSpPr>
              <p:cNvPr id="606" name="object 120">
                <a:extLst>
                  <a:ext uri="{FF2B5EF4-FFF2-40B4-BE49-F238E27FC236}">
                    <a16:creationId xmlns:a16="http://schemas.microsoft.com/office/drawing/2014/main" id="{DF887B69-2F11-463B-B717-EB583C30DB63}"/>
                  </a:ext>
                </a:extLst>
              </p:cNvPr>
              <p:cNvSpPr/>
              <p:nvPr/>
            </p:nvSpPr>
            <p:spPr>
              <a:xfrm>
                <a:off x="4142232"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7" name="object 121">
                <a:extLst>
                  <a:ext uri="{FF2B5EF4-FFF2-40B4-BE49-F238E27FC236}">
                    <a16:creationId xmlns:a16="http://schemas.microsoft.com/office/drawing/2014/main" id="{C77B2CCD-7442-46A8-8436-40DEC903796B}"/>
                  </a:ext>
                </a:extLst>
              </p:cNvPr>
              <p:cNvSpPr/>
              <p:nvPr/>
            </p:nvSpPr>
            <p:spPr>
              <a:xfrm>
                <a:off x="4233672" y="2827021"/>
                <a:ext cx="92962" cy="85342"/>
              </a:xfrm>
              <a:prstGeom prst="rect">
                <a:avLst/>
              </a:prstGeom>
              <a:blipFill>
                <a:blip r:embed="rId8" cstate="print"/>
                <a:stretch>
                  <a:fillRect/>
                </a:stretch>
              </a:blipFill>
            </p:spPr>
            <p:txBody>
              <a:bodyPr wrap="square" lIns="0" tIns="0" rIns="0" bIns="0" rtlCol="0"/>
              <a:lstStyle/>
              <a:p>
                <a:endParaRPr sz="2000"/>
              </a:p>
            </p:txBody>
          </p:sp>
          <p:sp>
            <p:nvSpPr>
              <p:cNvPr id="608" name="object 122">
                <a:extLst>
                  <a:ext uri="{FF2B5EF4-FFF2-40B4-BE49-F238E27FC236}">
                    <a16:creationId xmlns:a16="http://schemas.microsoft.com/office/drawing/2014/main" id="{99170834-DE63-4B19-9DB4-3732A2B01AF8}"/>
                  </a:ext>
                </a:extLst>
              </p:cNvPr>
              <p:cNvSpPr/>
              <p:nvPr/>
            </p:nvSpPr>
            <p:spPr>
              <a:xfrm>
                <a:off x="4233672" y="2827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9" name="object 123">
                <a:extLst>
                  <a:ext uri="{FF2B5EF4-FFF2-40B4-BE49-F238E27FC236}">
                    <a16:creationId xmlns:a16="http://schemas.microsoft.com/office/drawing/2014/main" id="{863F758D-3043-4F09-893B-E09726F058F2}"/>
                  </a:ext>
                </a:extLst>
              </p:cNvPr>
              <p:cNvSpPr/>
              <p:nvPr/>
            </p:nvSpPr>
            <p:spPr>
              <a:xfrm>
                <a:off x="4326636" y="2827021"/>
                <a:ext cx="91440" cy="85342"/>
              </a:xfrm>
              <a:prstGeom prst="rect">
                <a:avLst/>
              </a:prstGeom>
              <a:blipFill>
                <a:blip r:embed="rId9" cstate="print"/>
                <a:stretch>
                  <a:fillRect/>
                </a:stretch>
              </a:blipFill>
            </p:spPr>
            <p:txBody>
              <a:bodyPr wrap="square" lIns="0" tIns="0" rIns="0" bIns="0" rtlCol="0"/>
              <a:lstStyle/>
              <a:p>
                <a:endParaRPr sz="2000"/>
              </a:p>
            </p:txBody>
          </p:sp>
          <p:sp>
            <p:nvSpPr>
              <p:cNvPr id="610" name="object 124">
                <a:extLst>
                  <a:ext uri="{FF2B5EF4-FFF2-40B4-BE49-F238E27FC236}">
                    <a16:creationId xmlns:a16="http://schemas.microsoft.com/office/drawing/2014/main" id="{4C7DE064-1DA5-4273-936E-F46C2530A84C}"/>
                  </a:ext>
                </a:extLst>
              </p:cNvPr>
              <p:cNvSpPr/>
              <p:nvPr/>
            </p:nvSpPr>
            <p:spPr>
              <a:xfrm>
                <a:off x="4326636"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1" name="object 125">
                <a:extLst>
                  <a:ext uri="{FF2B5EF4-FFF2-40B4-BE49-F238E27FC236}">
                    <a16:creationId xmlns:a16="http://schemas.microsoft.com/office/drawing/2014/main" id="{16E05BFF-9CC3-486C-8964-42D122113475}"/>
                  </a:ext>
                </a:extLst>
              </p:cNvPr>
              <p:cNvSpPr/>
              <p:nvPr/>
            </p:nvSpPr>
            <p:spPr>
              <a:xfrm>
                <a:off x="4142232" y="2912365"/>
                <a:ext cx="91440" cy="85342"/>
              </a:xfrm>
              <a:prstGeom prst="rect">
                <a:avLst/>
              </a:prstGeom>
              <a:blipFill>
                <a:blip r:embed="rId10" cstate="print"/>
                <a:stretch>
                  <a:fillRect/>
                </a:stretch>
              </a:blipFill>
            </p:spPr>
            <p:txBody>
              <a:bodyPr wrap="square" lIns="0" tIns="0" rIns="0" bIns="0" rtlCol="0"/>
              <a:lstStyle/>
              <a:p>
                <a:endParaRPr sz="2000"/>
              </a:p>
            </p:txBody>
          </p:sp>
          <p:sp>
            <p:nvSpPr>
              <p:cNvPr id="612" name="object 126">
                <a:extLst>
                  <a:ext uri="{FF2B5EF4-FFF2-40B4-BE49-F238E27FC236}">
                    <a16:creationId xmlns:a16="http://schemas.microsoft.com/office/drawing/2014/main" id="{C2410AE7-A518-469B-9A1E-6DB72D448524}"/>
                  </a:ext>
                </a:extLst>
              </p:cNvPr>
              <p:cNvSpPr/>
              <p:nvPr/>
            </p:nvSpPr>
            <p:spPr>
              <a:xfrm>
                <a:off x="4142232"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3" name="object 127">
                <a:extLst>
                  <a:ext uri="{FF2B5EF4-FFF2-40B4-BE49-F238E27FC236}">
                    <a16:creationId xmlns:a16="http://schemas.microsoft.com/office/drawing/2014/main" id="{DEA85839-CD50-4CD2-9B4D-25660F6D4E4B}"/>
                  </a:ext>
                </a:extLst>
              </p:cNvPr>
              <p:cNvSpPr/>
              <p:nvPr/>
            </p:nvSpPr>
            <p:spPr>
              <a:xfrm>
                <a:off x="4233672" y="2912365"/>
                <a:ext cx="92962" cy="85342"/>
              </a:xfrm>
              <a:prstGeom prst="rect">
                <a:avLst/>
              </a:prstGeom>
              <a:blipFill>
                <a:blip r:embed="rId11" cstate="print"/>
                <a:stretch>
                  <a:fillRect/>
                </a:stretch>
              </a:blipFill>
            </p:spPr>
            <p:txBody>
              <a:bodyPr wrap="square" lIns="0" tIns="0" rIns="0" bIns="0" rtlCol="0"/>
              <a:lstStyle/>
              <a:p>
                <a:endParaRPr sz="2000"/>
              </a:p>
            </p:txBody>
          </p:sp>
          <p:sp>
            <p:nvSpPr>
              <p:cNvPr id="614" name="object 128">
                <a:extLst>
                  <a:ext uri="{FF2B5EF4-FFF2-40B4-BE49-F238E27FC236}">
                    <a16:creationId xmlns:a16="http://schemas.microsoft.com/office/drawing/2014/main" id="{7C8009F8-9712-4388-A551-58E16999B95A}"/>
                  </a:ext>
                </a:extLst>
              </p:cNvPr>
              <p:cNvSpPr/>
              <p:nvPr/>
            </p:nvSpPr>
            <p:spPr>
              <a:xfrm>
                <a:off x="4233672" y="2912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5" name="object 129">
                <a:extLst>
                  <a:ext uri="{FF2B5EF4-FFF2-40B4-BE49-F238E27FC236}">
                    <a16:creationId xmlns:a16="http://schemas.microsoft.com/office/drawing/2014/main" id="{427EFEBF-39EF-4C37-AC73-72DA80EAFFAA}"/>
                  </a:ext>
                </a:extLst>
              </p:cNvPr>
              <p:cNvSpPr/>
              <p:nvPr/>
            </p:nvSpPr>
            <p:spPr>
              <a:xfrm>
                <a:off x="4326636" y="2912365"/>
                <a:ext cx="91440" cy="85342"/>
              </a:xfrm>
              <a:prstGeom prst="rect">
                <a:avLst/>
              </a:prstGeom>
              <a:blipFill>
                <a:blip r:embed="rId12" cstate="print"/>
                <a:stretch>
                  <a:fillRect/>
                </a:stretch>
              </a:blipFill>
            </p:spPr>
            <p:txBody>
              <a:bodyPr wrap="square" lIns="0" tIns="0" rIns="0" bIns="0" rtlCol="0"/>
              <a:lstStyle/>
              <a:p>
                <a:endParaRPr sz="2000"/>
              </a:p>
            </p:txBody>
          </p:sp>
          <p:sp>
            <p:nvSpPr>
              <p:cNvPr id="616" name="object 130">
                <a:extLst>
                  <a:ext uri="{FF2B5EF4-FFF2-40B4-BE49-F238E27FC236}">
                    <a16:creationId xmlns:a16="http://schemas.microsoft.com/office/drawing/2014/main" id="{AB0ADDF7-F74C-45D2-B920-E3291FD244C1}"/>
                  </a:ext>
                </a:extLst>
              </p:cNvPr>
              <p:cNvSpPr/>
              <p:nvPr/>
            </p:nvSpPr>
            <p:spPr>
              <a:xfrm>
                <a:off x="4326636"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7" name="object 131">
                <a:extLst>
                  <a:ext uri="{FF2B5EF4-FFF2-40B4-BE49-F238E27FC236}">
                    <a16:creationId xmlns:a16="http://schemas.microsoft.com/office/drawing/2014/main" id="{ECB8EA69-1AD0-4861-B73E-A8902C3B10F6}"/>
                  </a:ext>
                </a:extLst>
              </p:cNvPr>
              <p:cNvSpPr/>
              <p:nvPr/>
            </p:nvSpPr>
            <p:spPr>
              <a:xfrm>
                <a:off x="4142232" y="2997705"/>
                <a:ext cx="91440" cy="86870"/>
              </a:xfrm>
              <a:prstGeom prst="rect">
                <a:avLst/>
              </a:prstGeom>
              <a:blipFill>
                <a:blip r:embed="rId13" cstate="print"/>
                <a:stretch>
                  <a:fillRect/>
                </a:stretch>
              </a:blipFill>
            </p:spPr>
            <p:txBody>
              <a:bodyPr wrap="square" lIns="0" tIns="0" rIns="0" bIns="0" rtlCol="0"/>
              <a:lstStyle/>
              <a:p>
                <a:endParaRPr sz="2000"/>
              </a:p>
            </p:txBody>
          </p:sp>
          <p:sp>
            <p:nvSpPr>
              <p:cNvPr id="618" name="object 132">
                <a:extLst>
                  <a:ext uri="{FF2B5EF4-FFF2-40B4-BE49-F238E27FC236}">
                    <a16:creationId xmlns:a16="http://schemas.microsoft.com/office/drawing/2014/main" id="{73FEC51D-4C44-4379-9941-95F19181B4F0}"/>
                  </a:ext>
                </a:extLst>
              </p:cNvPr>
              <p:cNvSpPr/>
              <p:nvPr/>
            </p:nvSpPr>
            <p:spPr>
              <a:xfrm>
                <a:off x="4142232"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19" name="object 133">
                <a:extLst>
                  <a:ext uri="{FF2B5EF4-FFF2-40B4-BE49-F238E27FC236}">
                    <a16:creationId xmlns:a16="http://schemas.microsoft.com/office/drawing/2014/main" id="{D1F3F7A0-6EAA-44F7-9330-D3BF6876A18D}"/>
                  </a:ext>
                </a:extLst>
              </p:cNvPr>
              <p:cNvSpPr/>
              <p:nvPr/>
            </p:nvSpPr>
            <p:spPr>
              <a:xfrm>
                <a:off x="4233672" y="2997705"/>
                <a:ext cx="92962" cy="86870"/>
              </a:xfrm>
              <a:prstGeom prst="rect">
                <a:avLst/>
              </a:prstGeom>
              <a:blipFill>
                <a:blip r:embed="rId14" cstate="print"/>
                <a:stretch>
                  <a:fillRect/>
                </a:stretch>
              </a:blipFill>
            </p:spPr>
            <p:txBody>
              <a:bodyPr wrap="square" lIns="0" tIns="0" rIns="0" bIns="0" rtlCol="0"/>
              <a:lstStyle/>
              <a:p>
                <a:endParaRPr sz="2000"/>
              </a:p>
            </p:txBody>
          </p:sp>
          <p:sp>
            <p:nvSpPr>
              <p:cNvPr id="620" name="object 134">
                <a:extLst>
                  <a:ext uri="{FF2B5EF4-FFF2-40B4-BE49-F238E27FC236}">
                    <a16:creationId xmlns:a16="http://schemas.microsoft.com/office/drawing/2014/main" id="{EE979FCD-8E27-480E-9C1A-024678313AE2}"/>
                  </a:ext>
                </a:extLst>
              </p:cNvPr>
              <p:cNvSpPr/>
              <p:nvPr/>
            </p:nvSpPr>
            <p:spPr>
              <a:xfrm>
                <a:off x="4233672" y="2997705"/>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21" name="object 135">
                <a:extLst>
                  <a:ext uri="{FF2B5EF4-FFF2-40B4-BE49-F238E27FC236}">
                    <a16:creationId xmlns:a16="http://schemas.microsoft.com/office/drawing/2014/main" id="{F1AB2B57-D73F-4D13-8529-FDB078FE5511}"/>
                  </a:ext>
                </a:extLst>
              </p:cNvPr>
              <p:cNvSpPr/>
              <p:nvPr/>
            </p:nvSpPr>
            <p:spPr>
              <a:xfrm>
                <a:off x="4326636" y="2997705"/>
                <a:ext cx="91440" cy="86870"/>
              </a:xfrm>
              <a:prstGeom prst="rect">
                <a:avLst/>
              </a:prstGeom>
              <a:blipFill>
                <a:blip r:embed="rId15" cstate="print"/>
                <a:stretch>
                  <a:fillRect/>
                </a:stretch>
              </a:blipFill>
            </p:spPr>
            <p:txBody>
              <a:bodyPr wrap="square" lIns="0" tIns="0" rIns="0" bIns="0" rtlCol="0"/>
              <a:lstStyle/>
              <a:p>
                <a:endParaRPr sz="2000"/>
              </a:p>
            </p:txBody>
          </p:sp>
          <p:sp>
            <p:nvSpPr>
              <p:cNvPr id="622" name="object 136">
                <a:extLst>
                  <a:ext uri="{FF2B5EF4-FFF2-40B4-BE49-F238E27FC236}">
                    <a16:creationId xmlns:a16="http://schemas.microsoft.com/office/drawing/2014/main" id="{8ED2E9E1-2322-4BD3-AB8F-E71E413F3553}"/>
                  </a:ext>
                </a:extLst>
              </p:cNvPr>
              <p:cNvSpPr/>
              <p:nvPr/>
            </p:nvSpPr>
            <p:spPr>
              <a:xfrm>
                <a:off x="4326636"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23" name="object 137">
                <a:extLst>
                  <a:ext uri="{FF2B5EF4-FFF2-40B4-BE49-F238E27FC236}">
                    <a16:creationId xmlns:a16="http://schemas.microsoft.com/office/drawing/2014/main" id="{32A73151-ED41-4F39-84F3-E54B6A172853}"/>
                  </a:ext>
                </a:extLst>
              </p:cNvPr>
              <p:cNvSpPr/>
              <p:nvPr/>
            </p:nvSpPr>
            <p:spPr>
              <a:xfrm>
                <a:off x="4142232" y="3084577"/>
                <a:ext cx="91440" cy="85342"/>
              </a:xfrm>
              <a:prstGeom prst="rect">
                <a:avLst/>
              </a:prstGeom>
              <a:blipFill>
                <a:blip r:embed="rId16" cstate="print"/>
                <a:stretch>
                  <a:fillRect/>
                </a:stretch>
              </a:blipFill>
            </p:spPr>
            <p:txBody>
              <a:bodyPr wrap="square" lIns="0" tIns="0" rIns="0" bIns="0" rtlCol="0"/>
              <a:lstStyle/>
              <a:p>
                <a:endParaRPr sz="2000"/>
              </a:p>
            </p:txBody>
          </p:sp>
          <p:sp>
            <p:nvSpPr>
              <p:cNvPr id="624" name="object 138">
                <a:extLst>
                  <a:ext uri="{FF2B5EF4-FFF2-40B4-BE49-F238E27FC236}">
                    <a16:creationId xmlns:a16="http://schemas.microsoft.com/office/drawing/2014/main" id="{ED57622A-DF7F-4D0D-8BBB-75570AC5626C}"/>
                  </a:ext>
                </a:extLst>
              </p:cNvPr>
              <p:cNvSpPr/>
              <p:nvPr/>
            </p:nvSpPr>
            <p:spPr>
              <a:xfrm>
                <a:off x="4142232"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25" name="object 139">
                <a:extLst>
                  <a:ext uri="{FF2B5EF4-FFF2-40B4-BE49-F238E27FC236}">
                    <a16:creationId xmlns:a16="http://schemas.microsoft.com/office/drawing/2014/main" id="{21A1F467-9098-46BA-8C05-DD5786380D4F}"/>
                  </a:ext>
                </a:extLst>
              </p:cNvPr>
              <p:cNvSpPr/>
              <p:nvPr/>
            </p:nvSpPr>
            <p:spPr>
              <a:xfrm>
                <a:off x="4233672" y="3084577"/>
                <a:ext cx="92962" cy="85342"/>
              </a:xfrm>
              <a:prstGeom prst="rect">
                <a:avLst/>
              </a:prstGeom>
              <a:blipFill>
                <a:blip r:embed="rId17" cstate="print"/>
                <a:stretch>
                  <a:fillRect/>
                </a:stretch>
              </a:blipFill>
            </p:spPr>
            <p:txBody>
              <a:bodyPr wrap="square" lIns="0" tIns="0" rIns="0" bIns="0" rtlCol="0"/>
              <a:lstStyle/>
              <a:p>
                <a:endParaRPr sz="2000"/>
              </a:p>
            </p:txBody>
          </p:sp>
          <p:sp>
            <p:nvSpPr>
              <p:cNvPr id="626" name="object 140">
                <a:extLst>
                  <a:ext uri="{FF2B5EF4-FFF2-40B4-BE49-F238E27FC236}">
                    <a16:creationId xmlns:a16="http://schemas.microsoft.com/office/drawing/2014/main" id="{BC97244E-4424-4A50-8259-D90CF469A8A4}"/>
                  </a:ext>
                </a:extLst>
              </p:cNvPr>
              <p:cNvSpPr/>
              <p:nvPr/>
            </p:nvSpPr>
            <p:spPr>
              <a:xfrm>
                <a:off x="4233672" y="30845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27" name="object 141">
                <a:extLst>
                  <a:ext uri="{FF2B5EF4-FFF2-40B4-BE49-F238E27FC236}">
                    <a16:creationId xmlns:a16="http://schemas.microsoft.com/office/drawing/2014/main" id="{B4230C61-9F39-4354-873F-D9EC992C54FF}"/>
                  </a:ext>
                </a:extLst>
              </p:cNvPr>
              <p:cNvSpPr/>
              <p:nvPr/>
            </p:nvSpPr>
            <p:spPr>
              <a:xfrm>
                <a:off x="4326636" y="3084577"/>
                <a:ext cx="91440" cy="85342"/>
              </a:xfrm>
              <a:prstGeom prst="rect">
                <a:avLst/>
              </a:prstGeom>
              <a:blipFill>
                <a:blip r:embed="rId18" cstate="print"/>
                <a:stretch>
                  <a:fillRect/>
                </a:stretch>
              </a:blipFill>
            </p:spPr>
            <p:txBody>
              <a:bodyPr wrap="square" lIns="0" tIns="0" rIns="0" bIns="0" rtlCol="0"/>
              <a:lstStyle/>
              <a:p>
                <a:endParaRPr sz="2000"/>
              </a:p>
            </p:txBody>
          </p:sp>
          <p:sp>
            <p:nvSpPr>
              <p:cNvPr id="628" name="object 142">
                <a:extLst>
                  <a:ext uri="{FF2B5EF4-FFF2-40B4-BE49-F238E27FC236}">
                    <a16:creationId xmlns:a16="http://schemas.microsoft.com/office/drawing/2014/main" id="{DA0CADA2-9866-4D40-9CB1-F5AB72BDCE1A}"/>
                  </a:ext>
                </a:extLst>
              </p:cNvPr>
              <p:cNvSpPr/>
              <p:nvPr/>
            </p:nvSpPr>
            <p:spPr>
              <a:xfrm>
                <a:off x="4326636"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29" name="object 143">
                <a:extLst>
                  <a:ext uri="{FF2B5EF4-FFF2-40B4-BE49-F238E27FC236}">
                    <a16:creationId xmlns:a16="http://schemas.microsoft.com/office/drawing/2014/main" id="{8605491F-E0C8-4496-9160-F98263BAA228}"/>
                  </a:ext>
                </a:extLst>
              </p:cNvPr>
              <p:cNvSpPr/>
              <p:nvPr/>
            </p:nvSpPr>
            <p:spPr>
              <a:xfrm>
                <a:off x="4418076" y="2827021"/>
                <a:ext cx="91440" cy="85342"/>
              </a:xfrm>
              <a:prstGeom prst="rect">
                <a:avLst/>
              </a:prstGeom>
              <a:blipFill>
                <a:blip r:embed="rId19" cstate="print"/>
                <a:stretch>
                  <a:fillRect/>
                </a:stretch>
              </a:blipFill>
            </p:spPr>
            <p:txBody>
              <a:bodyPr wrap="square" lIns="0" tIns="0" rIns="0" bIns="0" rtlCol="0"/>
              <a:lstStyle/>
              <a:p>
                <a:endParaRPr sz="2000"/>
              </a:p>
            </p:txBody>
          </p:sp>
          <p:sp>
            <p:nvSpPr>
              <p:cNvPr id="630" name="object 144">
                <a:extLst>
                  <a:ext uri="{FF2B5EF4-FFF2-40B4-BE49-F238E27FC236}">
                    <a16:creationId xmlns:a16="http://schemas.microsoft.com/office/drawing/2014/main" id="{9C610BFF-447B-46D1-AE83-FE8442C653AA}"/>
                  </a:ext>
                </a:extLst>
              </p:cNvPr>
              <p:cNvSpPr/>
              <p:nvPr/>
            </p:nvSpPr>
            <p:spPr>
              <a:xfrm>
                <a:off x="4418076"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1" name="object 145">
                <a:extLst>
                  <a:ext uri="{FF2B5EF4-FFF2-40B4-BE49-F238E27FC236}">
                    <a16:creationId xmlns:a16="http://schemas.microsoft.com/office/drawing/2014/main" id="{2D707291-01CA-4C94-A46D-629AE95C8F74}"/>
                  </a:ext>
                </a:extLst>
              </p:cNvPr>
              <p:cNvSpPr/>
              <p:nvPr/>
            </p:nvSpPr>
            <p:spPr>
              <a:xfrm>
                <a:off x="4418076" y="2912365"/>
                <a:ext cx="91440" cy="85342"/>
              </a:xfrm>
              <a:prstGeom prst="rect">
                <a:avLst/>
              </a:prstGeom>
              <a:blipFill>
                <a:blip r:embed="rId20" cstate="print"/>
                <a:stretch>
                  <a:fillRect/>
                </a:stretch>
              </a:blipFill>
            </p:spPr>
            <p:txBody>
              <a:bodyPr wrap="square" lIns="0" tIns="0" rIns="0" bIns="0" rtlCol="0"/>
              <a:lstStyle/>
              <a:p>
                <a:endParaRPr sz="2000"/>
              </a:p>
            </p:txBody>
          </p:sp>
          <p:sp>
            <p:nvSpPr>
              <p:cNvPr id="632" name="object 146">
                <a:extLst>
                  <a:ext uri="{FF2B5EF4-FFF2-40B4-BE49-F238E27FC236}">
                    <a16:creationId xmlns:a16="http://schemas.microsoft.com/office/drawing/2014/main" id="{DD919074-B208-499A-A468-58C9938E53E4}"/>
                  </a:ext>
                </a:extLst>
              </p:cNvPr>
              <p:cNvSpPr/>
              <p:nvPr/>
            </p:nvSpPr>
            <p:spPr>
              <a:xfrm>
                <a:off x="4418076"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3" name="object 147">
                <a:extLst>
                  <a:ext uri="{FF2B5EF4-FFF2-40B4-BE49-F238E27FC236}">
                    <a16:creationId xmlns:a16="http://schemas.microsoft.com/office/drawing/2014/main" id="{8CEC559F-2C85-48EF-B6FC-DBDFAA62AE7E}"/>
                  </a:ext>
                </a:extLst>
              </p:cNvPr>
              <p:cNvSpPr/>
              <p:nvPr/>
            </p:nvSpPr>
            <p:spPr>
              <a:xfrm>
                <a:off x="4418076" y="2997705"/>
                <a:ext cx="91440" cy="86870"/>
              </a:xfrm>
              <a:prstGeom prst="rect">
                <a:avLst/>
              </a:prstGeom>
              <a:blipFill>
                <a:blip r:embed="rId21" cstate="print"/>
                <a:stretch>
                  <a:fillRect/>
                </a:stretch>
              </a:blipFill>
            </p:spPr>
            <p:txBody>
              <a:bodyPr wrap="square" lIns="0" tIns="0" rIns="0" bIns="0" rtlCol="0"/>
              <a:lstStyle/>
              <a:p>
                <a:endParaRPr sz="2000"/>
              </a:p>
            </p:txBody>
          </p:sp>
          <p:sp>
            <p:nvSpPr>
              <p:cNvPr id="634" name="object 148">
                <a:extLst>
                  <a:ext uri="{FF2B5EF4-FFF2-40B4-BE49-F238E27FC236}">
                    <a16:creationId xmlns:a16="http://schemas.microsoft.com/office/drawing/2014/main" id="{FB9CBD14-87C9-466C-9BAA-CCA3E85AA6D7}"/>
                  </a:ext>
                </a:extLst>
              </p:cNvPr>
              <p:cNvSpPr/>
              <p:nvPr/>
            </p:nvSpPr>
            <p:spPr>
              <a:xfrm>
                <a:off x="4418076"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35" name="object 149">
                <a:extLst>
                  <a:ext uri="{FF2B5EF4-FFF2-40B4-BE49-F238E27FC236}">
                    <a16:creationId xmlns:a16="http://schemas.microsoft.com/office/drawing/2014/main" id="{1067FDE3-8768-418A-AEC5-DC39917D2C72}"/>
                  </a:ext>
                </a:extLst>
              </p:cNvPr>
              <p:cNvSpPr/>
              <p:nvPr/>
            </p:nvSpPr>
            <p:spPr>
              <a:xfrm>
                <a:off x="4418076" y="3084577"/>
                <a:ext cx="91440" cy="85342"/>
              </a:xfrm>
              <a:prstGeom prst="rect">
                <a:avLst/>
              </a:prstGeom>
              <a:blipFill>
                <a:blip r:embed="rId22" cstate="print"/>
                <a:stretch>
                  <a:fillRect/>
                </a:stretch>
              </a:blipFill>
            </p:spPr>
            <p:txBody>
              <a:bodyPr wrap="square" lIns="0" tIns="0" rIns="0" bIns="0" rtlCol="0"/>
              <a:lstStyle/>
              <a:p>
                <a:endParaRPr sz="2000"/>
              </a:p>
            </p:txBody>
          </p:sp>
          <p:sp>
            <p:nvSpPr>
              <p:cNvPr id="636" name="object 150">
                <a:extLst>
                  <a:ext uri="{FF2B5EF4-FFF2-40B4-BE49-F238E27FC236}">
                    <a16:creationId xmlns:a16="http://schemas.microsoft.com/office/drawing/2014/main" id="{FCC45330-DA74-4580-8D39-D48ED55DFB9C}"/>
                  </a:ext>
                </a:extLst>
              </p:cNvPr>
              <p:cNvSpPr/>
              <p:nvPr/>
            </p:nvSpPr>
            <p:spPr>
              <a:xfrm>
                <a:off x="4418076"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7" name="object 151">
                <a:extLst>
                  <a:ext uri="{FF2B5EF4-FFF2-40B4-BE49-F238E27FC236}">
                    <a16:creationId xmlns:a16="http://schemas.microsoft.com/office/drawing/2014/main" id="{0451675F-C132-4C1F-9389-5D6BA0DE4BC9}"/>
                  </a:ext>
                </a:extLst>
              </p:cNvPr>
              <p:cNvSpPr/>
              <p:nvPr/>
            </p:nvSpPr>
            <p:spPr>
              <a:xfrm>
                <a:off x="4599432" y="2827021"/>
                <a:ext cx="92962" cy="85342"/>
              </a:xfrm>
              <a:prstGeom prst="rect">
                <a:avLst/>
              </a:prstGeom>
              <a:blipFill>
                <a:blip r:embed="rId23" cstate="print"/>
                <a:stretch>
                  <a:fillRect/>
                </a:stretch>
              </a:blipFill>
            </p:spPr>
            <p:txBody>
              <a:bodyPr wrap="square" lIns="0" tIns="0" rIns="0" bIns="0" rtlCol="0"/>
              <a:lstStyle/>
              <a:p>
                <a:endParaRPr sz="2000"/>
              </a:p>
            </p:txBody>
          </p:sp>
          <p:sp>
            <p:nvSpPr>
              <p:cNvPr id="638" name="object 152">
                <a:extLst>
                  <a:ext uri="{FF2B5EF4-FFF2-40B4-BE49-F238E27FC236}">
                    <a16:creationId xmlns:a16="http://schemas.microsoft.com/office/drawing/2014/main" id="{2BDAF386-BB91-4742-A4A9-77946FAE57EF}"/>
                  </a:ext>
                </a:extLst>
              </p:cNvPr>
              <p:cNvSpPr/>
              <p:nvPr/>
            </p:nvSpPr>
            <p:spPr>
              <a:xfrm>
                <a:off x="4599432" y="2827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9" name="object 153">
                <a:extLst>
                  <a:ext uri="{FF2B5EF4-FFF2-40B4-BE49-F238E27FC236}">
                    <a16:creationId xmlns:a16="http://schemas.microsoft.com/office/drawing/2014/main" id="{6AE73419-05EE-4E81-83DE-B1EF6A6DFCF7}"/>
                  </a:ext>
                </a:extLst>
              </p:cNvPr>
              <p:cNvSpPr/>
              <p:nvPr/>
            </p:nvSpPr>
            <p:spPr>
              <a:xfrm>
                <a:off x="4599432" y="2912365"/>
                <a:ext cx="92962" cy="85342"/>
              </a:xfrm>
              <a:prstGeom prst="rect">
                <a:avLst/>
              </a:prstGeom>
              <a:blipFill>
                <a:blip r:embed="rId24" cstate="print"/>
                <a:stretch>
                  <a:fillRect/>
                </a:stretch>
              </a:blipFill>
            </p:spPr>
            <p:txBody>
              <a:bodyPr wrap="square" lIns="0" tIns="0" rIns="0" bIns="0" rtlCol="0"/>
              <a:lstStyle/>
              <a:p>
                <a:endParaRPr sz="2000"/>
              </a:p>
            </p:txBody>
          </p:sp>
          <p:sp>
            <p:nvSpPr>
              <p:cNvPr id="640" name="object 154">
                <a:extLst>
                  <a:ext uri="{FF2B5EF4-FFF2-40B4-BE49-F238E27FC236}">
                    <a16:creationId xmlns:a16="http://schemas.microsoft.com/office/drawing/2014/main" id="{1E20B57F-E291-4E32-87F8-49B9B7F4E5B9}"/>
                  </a:ext>
                </a:extLst>
              </p:cNvPr>
              <p:cNvSpPr/>
              <p:nvPr/>
            </p:nvSpPr>
            <p:spPr>
              <a:xfrm>
                <a:off x="4599432" y="2912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1" name="object 155">
                <a:extLst>
                  <a:ext uri="{FF2B5EF4-FFF2-40B4-BE49-F238E27FC236}">
                    <a16:creationId xmlns:a16="http://schemas.microsoft.com/office/drawing/2014/main" id="{E7CD93E6-F483-4C62-A786-1CFA20D7A58B}"/>
                  </a:ext>
                </a:extLst>
              </p:cNvPr>
              <p:cNvSpPr/>
              <p:nvPr/>
            </p:nvSpPr>
            <p:spPr>
              <a:xfrm>
                <a:off x="4599432" y="2997705"/>
                <a:ext cx="92962" cy="86870"/>
              </a:xfrm>
              <a:prstGeom prst="rect">
                <a:avLst/>
              </a:prstGeom>
              <a:blipFill>
                <a:blip r:embed="rId25" cstate="print"/>
                <a:stretch>
                  <a:fillRect/>
                </a:stretch>
              </a:blipFill>
            </p:spPr>
            <p:txBody>
              <a:bodyPr wrap="square" lIns="0" tIns="0" rIns="0" bIns="0" rtlCol="0"/>
              <a:lstStyle/>
              <a:p>
                <a:endParaRPr sz="2000"/>
              </a:p>
            </p:txBody>
          </p:sp>
          <p:sp>
            <p:nvSpPr>
              <p:cNvPr id="642" name="object 156">
                <a:extLst>
                  <a:ext uri="{FF2B5EF4-FFF2-40B4-BE49-F238E27FC236}">
                    <a16:creationId xmlns:a16="http://schemas.microsoft.com/office/drawing/2014/main" id="{779C488F-7E97-4249-94B4-97D7C232D922}"/>
                  </a:ext>
                </a:extLst>
              </p:cNvPr>
              <p:cNvSpPr/>
              <p:nvPr/>
            </p:nvSpPr>
            <p:spPr>
              <a:xfrm>
                <a:off x="4599432" y="2997705"/>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43" name="object 157">
                <a:extLst>
                  <a:ext uri="{FF2B5EF4-FFF2-40B4-BE49-F238E27FC236}">
                    <a16:creationId xmlns:a16="http://schemas.microsoft.com/office/drawing/2014/main" id="{940CB547-94E2-4F19-95EB-D1EA5BF61750}"/>
                  </a:ext>
                </a:extLst>
              </p:cNvPr>
              <p:cNvSpPr/>
              <p:nvPr/>
            </p:nvSpPr>
            <p:spPr>
              <a:xfrm>
                <a:off x="4599432" y="3084577"/>
                <a:ext cx="92962" cy="85342"/>
              </a:xfrm>
              <a:prstGeom prst="rect">
                <a:avLst/>
              </a:prstGeom>
              <a:blipFill>
                <a:blip r:embed="rId26" cstate="print"/>
                <a:stretch>
                  <a:fillRect/>
                </a:stretch>
              </a:blipFill>
            </p:spPr>
            <p:txBody>
              <a:bodyPr wrap="square" lIns="0" tIns="0" rIns="0" bIns="0" rtlCol="0"/>
              <a:lstStyle/>
              <a:p>
                <a:endParaRPr sz="2000"/>
              </a:p>
            </p:txBody>
          </p:sp>
          <p:sp>
            <p:nvSpPr>
              <p:cNvPr id="644" name="object 158">
                <a:extLst>
                  <a:ext uri="{FF2B5EF4-FFF2-40B4-BE49-F238E27FC236}">
                    <a16:creationId xmlns:a16="http://schemas.microsoft.com/office/drawing/2014/main" id="{04F68F46-93A4-4972-9E3F-E5B95323D53E}"/>
                  </a:ext>
                </a:extLst>
              </p:cNvPr>
              <p:cNvSpPr/>
              <p:nvPr/>
            </p:nvSpPr>
            <p:spPr>
              <a:xfrm>
                <a:off x="4599432" y="30845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5" name="object 159">
                <a:extLst>
                  <a:ext uri="{FF2B5EF4-FFF2-40B4-BE49-F238E27FC236}">
                    <a16:creationId xmlns:a16="http://schemas.microsoft.com/office/drawing/2014/main" id="{AEBD26CB-25BD-4F48-823D-C92AE274C1DC}"/>
                  </a:ext>
                </a:extLst>
              </p:cNvPr>
              <p:cNvSpPr/>
              <p:nvPr/>
            </p:nvSpPr>
            <p:spPr>
              <a:xfrm>
                <a:off x="4782312" y="2827021"/>
                <a:ext cx="91440" cy="85342"/>
              </a:xfrm>
              <a:prstGeom prst="rect">
                <a:avLst/>
              </a:prstGeom>
              <a:blipFill>
                <a:blip r:embed="rId27" cstate="print"/>
                <a:stretch>
                  <a:fillRect/>
                </a:stretch>
              </a:blipFill>
            </p:spPr>
            <p:txBody>
              <a:bodyPr wrap="square" lIns="0" tIns="0" rIns="0" bIns="0" rtlCol="0"/>
              <a:lstStyle/>
              <a:p>
                <a:endParaRPr sz="2000"/>
              </a:p>
            </p:txBody>
          </p:sp>
          <p:sp>
            <p:nvSpPr>
              <p:cNvPr id="646" name="object 160">
                <a:extLst>
                  <a:ext uri="{FF2B5EF4-FFF2-40B4-BE49-F238E27FC236}">
                    <a16:creationId xmlns:a16="http://schemas.microsoft.com/office/drawing/2014/main" id="{78A0FBAB-9114-4014-B6D2-2D568A5777A0}"/>
                  </a:ext>
                </a:extLst>
              </p:cNvPr>
              <p:cNvSpPr/>
              <p:nvPr/>
            </p:nvSpPr>
            <p:spPr>
              <a:xfrm>
                <a:off x="4782312"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7" name="object 161">
                <a:extLst>
                  <a:ext uri="{FF2B5EF4-FFF2-40B4-BE49-F238E27FC236}">
                    <a16:creationId xmlns:a16="http://schemas.microsoft.com/office/drawing/2014/main" id="{34E4DC9E-1042-4789-99CA-173AF143E824}"/>
                  </a:ext>
                </a:extLst>
              </p:cNvPr>
              <p:cNvSpPr/>
              <p:nvPr/>
            </p:nvSpPr>
            <p:spPr>
              <a:xfrm>
                <a:off x="4782312" y="2912365"/>
                <a:ext cx="91440" cy="85342"/>
              </a:xfrm>
              <a:prstGeom prst="rect">
                <a:avLst/>
              </a:prstGeom>
              <a:blipFill>
                <a:blip r:embed="rId28" cstate="print"/>
                <a:stretch>
                  <a:fillRect/>
                </a:stretch>
              </a:blipFill>
            </p:spPr>
            <p:txBody>
              <a:bodyPr wrap="square" lIns="0" tIns="0" rIns="0" bIns="0" rtlCol="0"/>
              <a:lstStyle/>
              <a:p>
                <a:endParaRPr sz="2000"/>
              </a:p>
            </p:txBody>
          </p:sp>
          <p:sp>
            <p:nvSpPr>
              <p:cNvPr id="648" name="object 162">
                <a:extLst>
                  <a:ext uri="{FF2B5EF4-FFF2-40B4-BE49-F238E27FC236}">
                    <a16:creationId xmlns:a16="http://schemas.microsoft.com/office/drawing/2014/main" id="{4722F650-8338-49C2-87AA-14CD7CDF9DBE}"/>
                  </a:ext>
                </a:extLst>
              </p:cNvPr>
              <p:cNvSpPr/>
              <p:nvPr/>
            </p:nvSpPr>
            <p:spPr>
              <a:xfrm>
                <a:off x="4782312"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9" name="object 163">
                <a:extLst>
                  <a:ext uri="{FF2B5EF4-FFF2-40B4-BE49-F238E27FC236}">
                    <a16:creationId xmlns:a16="http://schemas.microsoft.com/office/drawing/2014/main" id="{20FA62C8-46C0-490F-9CE3-8D662732A3F5}"/>
                  </a:ext>
                </a:extLst>
              </p:cNvPr>
              <p:cNvSpPr/>
              <p:nvPr/>
            </p:nvSpPr>
            <p:spPr>
              <a:xfrm>
                <a:off x="4782312" y="2997705"/>
                <a:ext cx="91440" cy="86870"/>
              </a:xfrm>
              <a:prstGeom prst="rect">
                <a:avLst/>
              </a:prstGeom>
              <a:blipFill>
                <a:blip r:embed="rId29" cstate="print"/>
                <a:stretch>
                  <a:fillRect/>
                </a:stretch>
              </a:blipFill>
            </p:spPr>
            <p:txBody>
              <a:bodyPr wrap="square" lIns="0" tIns="0" rIns="0" bIns="0" rtlCol="0"/>
              <a:lstStyle/>
              <a:p>
                <a:endParaRPr sz="2000"/>
              </a:p>
            </p:txBody>
          </p:sp>
          <p:sp>
            <p:nvSpPr>
              <p:cNvPr id="650" name="object 164">
                <a:extLst>
                  <a:ext uri="{FF2B5EF4-FFF2-40B4-BE49-F238E27FC236}">
                    <a16:creationId xmlns:a16="http://schemas.microsoft.com/office/drawing/2014/main" id="{5DD6AED4-93AC-4224-9283-803F90FD3A76}"/>
                  </a:ext>
                </a:extLst>
              </p:cNvPr>
              <p:cNvSpPr/>
              <p:nvPr/>
            </p:nvSpPr>
            <p:spPr>
              <a:xfrm>
                <a:off x="4782312"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51" name="object 165">
                <a:extLst>
                  <a:ext uri="{FF2B5EF4-FFF2-40B4-BE49-F238E27FC236}">
                    <a16:creationId xmlns:a16="http://schemas.microsoft.com/office/drawing/2014/main" id="{7593EC5C-1E5B-4F52-82F9-BA46724CCDD7}"/>
                  </a:ext>
                </a:extLst>
              </p:cNvPr>
              <p:cNvSpPr/>
              <p:nvPr/>
            </p:nvSpPr>
            <p:spPr>
              <a:xfrm>
                <a:off x="4782312" y="3084577"/>
                <a:ext cx="91440" cy="85342"/>
              </a:xfrm>
              <a:prstGeom prst="rect">
                <a:avLst/>
              </a:prstGeom>
              <a:blipFill>
                <a:blip r:embed="rId30" cstate="print"/>
                <a:stretch>
                  <a:fillRect/>
                </a:stretch>
              </a:blipFill>
            </p:spPr>
            <p:txBody>
              <a:bodyPr wrap="square" lIns="0" tIns="0" rIns="0" bIns="0" rtlCol="0"/>
              <a:lstStyle/>
              <a:p>
                <a:endParaRPr sz="2000"/>
              </a:p>
            </p:txBody>
          </p:sp>
          <p:sp>
            <p:nvSpPr>
              <p:cNvPr id="652" name="object 166">
                <a:extLst>
                  <a:ext uri="{FF2B5EF4-FFF2-40B4-BE49-F238E27FC236}">
                    <a16:creationId xmlns:a16="http://schemas.microsoft.com/office/drawing/2014/main" id="{F49D6949-7052-4D32-BC0C-02D3D2801537}"/>
                  </a:ext>
                </a:extLst>
              </p:cNvPr>
              <p:cNvSpPr/>
              <p:nvPr/>
            </p:nvSpPr>
            <p:spPr>
              <a:xfrm>
                <a:off x="4782312"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3" name="object 167">
                <a:extLst>
                  <a:ext uri="{FF2B5EF4-FFF2-40B4-BE49-F238E27FC236}">
                    <a16:creationId xmlns:a16="http://schemas.microsoft.com/office/drawing/2014/main" id="{2EC4377B-6370-4EC9-9448-84FDC9B329C2}"/>
                  </a:ext>
                </a:extLst>
              </p:cNvPr>
              <p:cNvSpPr/>
              <p:nvPr/>
            </p:nvSpPr>
            <p:spPr>
              <a:xfrm>
                <a:off x="4692396" y="2827021"/>
                <a:ext cx="91440" cy="85342"/>
              </a:xfrm>
              <a:prstGeom prst="rect">
                <a:avLst/>
              </a:prstGeom>
              <a:blipFill>
                <a:blip r:embed="rId31" cstate="print"/>
                <a:stretch>
                  <a:fillRect/>
                </a:stretch>
              </a:blipFill>
            </p:spPr>
            <p:txBody>
              <a:bodyPr wrap="square" lIns="0" tIns="0" rIns="0" bIns="0" rtlCol="0"/>
              <a:lstStyle/>
              <a:p>
                <a:endParaRPr sz="2000"/>
              </a:p>
            </p:txBody>
          </p:sp>
          <p:sp>
            <p:nvSpPr>
              <p:cNvPr id="654" name="object 168">
                <a:extLst>
                  <a:ext uri="{FF2B5EF4-FFF2-40B4-BE49-F238E27FC236}">
                    <a16:creationId xmlns:a16="http://schemas.microsoft.com/office/drawing/2014/main" id="{8AD65A41-FADD-4283-B46B-EFB2762BED72}"/>
                  </a:ext>
                </a:extLst>
              </p:cNvPr>
              <p:cNvSpPr/>
              <p:nvPr/>
            </p:nvSpPr>
            <p:spPr>
              <a:xfrm>
                <a:off x="4692396"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5" name="object 169">
                <a:extLst>
                  <a:ext uri="{FF2B5EF4-FFF2-40B4-BE49-F238E27FC236}">
                    <a16:creationId xmlns:a16="http://schemas.microsoft.com/office/drawing/2014/main" id="{52BB3AAC-4365-494D-8C04-312C0F67A1DD}"/>
                  </a:ext>
                </a:extLst>
              </p:cNvPr>
              <p:cNvSpPr/>
              <p:nvPr/>
            </p:nvSpPr>
            <p:spPr>
              <a:xfrm>
                <a:off x="4692396" y="2912365"/>
                <a:ext cx="91440" cy="85342"/>
              </a:xfrm>
              <a:prstGeom prst="rect">
                <a:avLst/>
              </a:prstGeom>
              <a:blipFill>
                <a:blip r:embed="rId32" cstate="print"/>
                <a:stretch>
                  <a:fillRect/>
                </a:stretch>
              </a:blipFill>
            </p:spPr>
            <p:txBody>
              <a:bodyPr wrap="square" lIns="0" tIns="0" rIns="0" bIns="0" rtlCol="0"/>
              <a:lstStyle/>
              <a:p>
                <a:endParaRPr sz="2000"/>
              </a:p>
            </p:txBody>
          </p:sp>
          <p:sp>
            <p:nvSpPr>
              <p:cNvPr id="656" name="object 170">
                <a:extLst>
                  <a:ext uri="{FF2B5EF4-FFF2-40B4-BE49-F238E27FC236}">
                    <a16:creationId xmlns:a16="http://schemas.microsoft.com/office/drawing/2014/main" id="{99879013-4718-4CFE-9F46-A3B9D36EC5C7}"/>
                  </a:ext>
                </a:extLst>
              </p:cNvPr>
              <p:cNvSpPr/>
              <p:nvPr/>
            </p:nvSpPr>
            <p:spPr>
              <a:xfrm>
                <a:off x="4692396"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7" name="object 171">
                <a:extLst>
                  <a:ext uri="{FF2B5EF4-FFF2-40B4-BE49-F238E27FC236}">
                    <a16:creationId xmlns:a16="http://schemas.microsoft.com/office/drawing/2014/main" id="{41A29B23-C360-43AC-B1E4-EA12B641CE91}"/>
                  </a:ext>
                </a:extLst>
              </p:cNvPr>
              <p:cNvSpPr/>
              <p:nvPr/>
            </p:nvSpPr>
            <p:spPr>
              <a:xfrm>
                <a:off x="4692396" y="2997705"/>
                <a:ext cx="91440" cy="86870"/>
              </a:xfrm>
              <a:prstGeom prst="rect">
                <a:avLst/>
              </a:prstGeom>
              <a:blipFill>
                <a:blip r:embed="rId33" cstate="print"/>
                <a:stretch>
                  <a:fillRect/>
                </a:stretch>
              </a:blipFill>
            </p:spPr>
            <p:txBody>
              <a:bodyPr wrap="square" lIns="0" tIns="0" rIns="0" bIns="0" rtlCol="0"/>
              <a:lstStyle/>
              <a:p>
                <a:endParaRPr sz="2000"/>
              </a:p>
            </p:txBody>
          </p:sp>
          <p:sp>
            <p:nvSpPr>
              <p:cNvPr id="658" name="object 172">
                <a:extLst>
                  <a:ext uri="{FF2B5EF4-FFF2-40B4-BE49-F238E27FC236}">
                    <a16:creationId xmlns:a16="http://schemas.microsoft.com/office/drawing/2014/main" id="{979CACD2-35EA-4698-A3CD-D8352C16E9E6}"/>
                  </a:ext>
                </a:extLst>
              </p:cNvPr>
              <p:cNvSpPr/>
              <p:nvPr/>
            </p:nvSpPr>
            <p:spPr>
              <a:xfrm>
                <a:off x="4692396"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59" name="object 173">
                <a:extLst>
                  <a:ext uri="{FF2B5EF4-FFF2-40B4-BE49-F238E27FC236}">
                    <a16:creationId xmlns:a16="http://schemas.microsoft.com/office/drawing/2014/main" id="{935DCDB0-E3B5-463A-8844-BF78439CBFE8}"/>
                  </a:ext>
                </a:extLst>
              </p:cNvPr>
              <p:cNvSpPr/>
              <p:nvPr/>
            </p:nvSpPr>
            <p:spPr>
              <a:xfrm>
                <a:off x="4692396" y="3084577"/>
                <a:ext cx="91440" cy="85342"/>
              </a:xfrm>
              <a:prstGeom prst="rect">
                <a:avLst/>
              </a:prstGeom>
              <a:blipFill>
                <a:blip r:embed="rId34" cstate="print"/>
                <a:stretch>
                  <a:fillRect/>
                </a:stretch>
              </a:blipFill>
            </p:spPr>
            <p:txBody>
              <a:bodyPr wrap="square" lIns="0" tIns="0" rIns="0" bIns="0" rtlCol="0"/>
              <a:lstStyle/>
              <a:p>
                <a:endParaRPr sz="2000"/>
              </a:p>
            </p:txBody>
          </p:sp>
          <p:sp>
            <p:nvSpPr>
              <p:cNvPr id="660" name="object 174">
                <a:extLst>
                  <a:ext uri="{FF2B5EF4-FFF2-40B4-BE49-F238E27FC236}">
                    <a16:creationId xmlns:a16="http://schemas.microsoft.com/office/drawing/2014/main" id="{26ABBF41-C3BF-44FA-B3C3-200B79DF1CC1}"/>
                  </a:ext>
                </a:extLst>
              </p:cNvPr>
              <p:cNvSpPr/>
              <p:nvPr/>
            </p:nvSpPr>
            <p:spPr>
              <a:xfrm>
                <a:off x="4692396"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661" name="object 175">
              <a:extLst>
                <a:ext uri="{FF2B5EF4-FFF2-40B4-BE49-F238E27FC236}">
                  <a16:creationId xmlns:a16="http://schemas.microsoft.com/office/drawing/2014/main" id="{B519737B-301D-4F66-BDD8-79E867CB6B0D}"/>
                </a:ext>
              </a:extLst>
            </p:cNvPr>
            <p:cNvGrpSpPr/>
            <p:nvPr/>
          </p:nvGrpSpPr>
          <p:grpSpPr>
            <a:xfrm>
              <a:off x="2955699" y="3298797"/>
              <a:ext cx="219428" cy="395111"/>
              <a:chOff x="2544826" y="2817622"/>
              <a:chExt cx="197485" cy="355600"/>
            </a:xfrm>
          </p:grpSpPr>
          <p:sp>
            <p:nvSpPr>
              <p:cNvPr id="662" name="object 176">
                <a:extLst>
                  <a:ext uri="{FF2B5EF4-FFF2-40B4-BE49-F238E27FC236}">
                    <a16:creationId xmlns:a16="http://schemas.microsoft.com/office/drawing/2014/main" id="{A7BFFB62-366B-41B2-A78B-6896BE33FFCA}"/>
                  </a:ext>
                </a:extLst>
              </p:cNvPr>
              <p:cNvSpPr/>
              <p:nvPr/>
            </p:nvSpPr>
            <p:spPr>
              <a:xfrm>
                <a:off x="2551176" y="2823972"/>
                <a:ext cx="92962" cy="85342"/>
              </a:xfrm>
              <a:prstGeom prst="rect">
                <a:avLst/>
              </a:prstGeom>
              <a:blipFill>
                <a:blip r:embed="rId35" cstate="print"/>
                <a:stretch>
                  <a:fillRect/>
                </a:stretch>
              </a:blipFill>
            </p:spPr>
            <p:txBody>
              <a:bodyPr wrap="square" lIns="0" tIns="0" rIns="0" bIns="0" rtlCol="0"/>
              <a:lstStyle/>
              <a:p>
                <a:endParaRPr sz="2000"/>
              </a:p>
            </p:txBody>
          </p:sp>
          <p:sp>
            <p:nvSpPr>
              <p:cNvPr id="663" name="object 177">
                <a:extLst>
                  <a:ext uri="{FF2B5EF4-FFF2-40B4-BE49-F238E27FC236}">
                    <a16:creationId xmlns:a16="http://schemas.microsoft.com/office/drawing/2014/main" id="{CA6E8BD8-C80D-4EB5-AA11-DD460BE6AB33}"/>
                  </a:ext>
                </a:extLst>
              </p:cNvPr>
              <p:cNvSpPr/>
              <p:nvPr/>
            </p:nvSpPr>
            <p:spPr>
              <a:xfrm>
                <a:off x="2551176" y="28239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4" name="object 178">
                <a:extLst>
                  <a:ext uri="{FF2B5EF4-FFF2-40B4-BE49-F238E27FC236}">
                    <a16:creationId xmlns:a16="http://schemas.microsoft.com/office/drawing/2014/main" id="{5B985C41-9BFC-4FCD-A7CC-C61B8863CEF5}"/>
                  </a:ext>
                </a:extLst>
              </p:cNvPr>
              <p:cNvSpPr/>
              <p:nvPr/>
            </p:nvSpPr>
            <p:spPr>
              <a:xfrm>
                <a:off x="2551176" y="2909316"/>
                <a:ext cx="92962" cy="85342"/>
              </a:xfrm>
              <a:prstGeom prst="rect">
                <a:avLst/>
              </a:prstGeom>
              <a:blipFill>
                <a:blip r:embed="rId36" cstate="print"/>
                <a:stretch>
                  <a:fillRect/>
                </a:stretch>
              </a:blipFill>
            </p:spPr>
            <p:txBody>
              <a:bodyPr wrap="square" lIns="0" tIns="0" rIns="0" bIns="0" rtlCol="0"/>
              <a:lstStyle/>
              <a:p>
                <a:endParaRPr sz="2000"/>
              </a:p>
            </p:txBody>
          </p:sp>
          <p:sp>
            <p:nvSpPr>
              <p:cNvPr id="665" name="object 179">
                <a:extLst>
                  <a:ext uri="{FF2B5EF4-FFF2-40B4-BE49-F238E27FC236}">
                    <a16:creationId xmlns:a16="http://schemas.microsoft.com/office/drawing/2014/main" id="{8CD0AF72-51E9-4F65-85B1-0DA6F089EBDF}"/>
                  </a:ext>
                </a:extLst>
              </p:cNvPr>
              <p:cNvSpPr/>
              <p:nvPr/>
            </p:nvSpPr>
            <p:spPr>
              <a:xfrm>
                <a:off x="2551176" y="29093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6" name="object 180">
                <a:extLst>
                  <a:ext uri="{FF2B5EF4-FFF2-40B4-BE49-F238E27FC236}">
                    <a16:creationId xmlns:a16="http://schemas.microsoft.com/office/drawing/2014/main" id="{131CB703-A232-454E-B4B0-15E9F8C6C9F9}"/>
                  </a:ext>
                </a:extLst>
              </p:cNvPr>
              <p:cNvSpPr/>
              <p:nvPr/>
            </p:nvSpPr>
            <p:spPr>
              <a:xfrm>
                <a:off x="2551176" y="2994660"/>
                <a:ext cx="92962" cy="85342"/>
              </a:xfrm>
              <a:prstGeom prst="rect">
                <a:avLst/>
              </a:prstGeom>
              <a:blipFill>
                <a:blip r:embed="rId37" cstate="print"/>
                <a:stretch>
                  <a:fillRect/>
                </a:stretch>
              </a:blipFill>
            </p:spPr>
            <p:txBody>
              <a:bodyPr wrap="square" lIns="0" tIns="0" rIns="0" bIns="0" rtlCol="0"/>
              <a:lstStyle/>
              <a:p>
                <a:endParaRPr sz="2000"/>
              </a:p>
            </p:txBody>
          </p:sp>
          <p:sp>
            <p:nvSpPr>
              <p:cNvPr id="667" name="object 181">
                <a:extLst>
                  <a:ext uri="{FF2B5EF4-FFF2-40B4-BE49-F238E27FC236}">
                    <a16:creationId xmlns:a16="http://schemas.microsoft.com/office/drawing/2014/main" id="{CA7E47DE-6DE6-4118-8E8F-40C10C9A5D49}"/>
                  </a:ext>
                </a:extLst>
              </p:cNvPr>
              <p:cNvSpPr/>
              <p:nvPr/>
            </p:nvSpPr>
            <p:spPr>
              <a:xfrm>
                <a:off x="2551176" y="299466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8" name="object 182">
                <a:extLst>
                  <a:ext uri="{FF2B5EF4-FFF2-40B4-BE49-F238E27FC236}">
                    <a16:creationId xmlns:a16="http://schemas.microsoft.com/office/drawing/2014/main" id="{48908FE7-50D1-4A3E-8EDA-311A116443CA}"/>
                  </a:ext>
                </a:extLst>
              </p:cNvPr>
              <p:cNvSpPr/>
              <p:nvPr/>
            </p:nvSpPr>
            <p:spPr>
              <a:xfrm>
                <a:off x="2551176" y="3080001"/>
                <a:ext cx="92962" cy="86870"/>
              </a:xfrm>
              <a:prstGeom prst="rect">
                <a:avLst/>
              </a:prstGeom>
              <a:blipFill>
                <a:blip r:embed="rId38" cstate="print"/>
                <a:stretch>
                  <a:fillRect/>
                </a:stretch>
              </a:blipFill>
            </p:spPr>
            <p:txBody>
              <a:bodyPr wrap="square" lIns="0" tIns="0" rIns="0" bIns="0" rtlCol="0"/>
              <a:lstStyle/>
              <a:p>
                <a:endParaRPr sz="2000"/>
              </a:p>
            </p:txBody>
          </p:sp>
          <p:sp>
            <p:nvSpPr>
              <p:cNvPr id="669" name="object 183">
                <a:extLst>
                  <a:ext uri="{FF2B5EF4-FFF2-40B4-BE49-F238E27FC236}">
                    <a16:creationId xmlns:a16="http://schemas.microsoft.com/office/drawing/2014/main" id="{6A2E1CBD-3B96-4A5B-BAE3-6BC7FFD4D556}"/>
                  </a:ext>
                </a:extLst>
              </p:cNvPr>
              <p:cNvSpPr/>
              <p:nvPr/>
            </p:nvSpPr>
            <p:spPr>
              <a:xfrm>
                <a:off x="2551176" y="3080001"/>
                <a:ext cx="93345" cy="86995"/>
              </a:xfrm>
              <a:custGeom>
                <a:avLst/>
                <a:gdLst/>
                <a:ahLst/>
                <a:cxnLst/>
                <a:rect l="l" t="t" r="r" b="b"/>
                <a:pathLst>
                  <a:path w="93344"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70" name="object 184">
                <a:extLst>
                  <a:ext uri="{FF2B5EF4-FFF2-40B4-BE49-F238E27FC236}">
                    <a16:creationId xmlns:a16="http://schemas.microsoft.com/office/drawing/2014/main" id="{CABE3994-CB96-41C1-A690-5A18AFA8EF11}"/>
                  </a:ext>
                </a:extLst>
              </p:cNvPr>
              <p:cNvSpPr/>
              <p:nvPr/>
            </p:nvSpPr>
            <p:spPr>
              <a:xfrm>
                <a:off x="2644140" y="2823972"/>
                <a:ext cx="91440" cy="85342"/>
              </a:xfrm>
              <a:prstGeom prst="rect">
                <a:avLst/>
              </a:prstGeom>
              <a:blipFill>
                <a:blip r:embed="rId39" cstate="print"/>
                <a:stretch>
                  <a:fillRect/>
                </a:stretch>
              </a:blipFill>
            </p:spPr>
            <p:txBody>
              <a:bodyPr wrap="square" lIns="0" tIns="0" rIns="0" bIns="0" rtlCol="0"/>
              <a:lstStyle/>
              <a:p>
                <a:endParaRPr sz="2000"/>
              </a:p>
            </p:txBody>
          </p:sp>
          <p:sp>
            <p:nvSpPr>
              <p:cNvPr id="671" name="object 185">
                <a:extLst>
                  <a:ext uri="{FF2B5EF4-FFF2-40B4-BE49-F238E27FC236}">
                    <a16:creationId xmlns:a16="http://schemas.microsoft.com/office/drawing/2014/main" id="{5A1F6003-36E7-4D4B-85E6-6E8C2A5AAF3E}"/>
                  </a:ext>
                </a:extLst>
              </p:cNvPr>
              <p:cNvSpPr/>
              <p:nvPr/>
            </p:nvSpPr>
            <p:spPr>
              <a:xfrm>
                <a:off x="2644140" y="28239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2" name="object 186">
                <a:extLst>
                  <a:ext uri="{FF2B5EF4-FFF2-40B4-BE49-F238E27FC236}">
                    <a16:creationId xmlns:a16="http://schemas.microsoft.com/office/drawing/2014/main" id="{3DB06D65-0CB6-4757-B31C-28E7086E47DE}"/>
                  </a:ext>
                </a:extLst>
              </p:cNvPr>
              <p:cNvSpPr/>
              <p:nvPr/>
            </p:nvSpPr>
            <p:spPr>
              <a:xfrm>
                <a:off x="2644140" y="2909316"/>
                <a:ext cx="91440" cy="85342"/>
              </a:xfrm>
              <a:prstGeom prst="rect">
                <a:avLst/>
              </a:prstGeom>
              <a:blipFill>
                <a:blip r:embed="rId40" cstate="print"/>
                <a:stretch>
                  <a:fillRect/>
                </a:stretch>
              </a:blipFill>
            </p:spPr>
            <p:txBody>
              <a:bodyPr wrap="square" lIns="0" tIns="0" rIns="0" bIns="0" rtlCol="0"/>
              <a:lstStyle/>
              <a:p>
                <a:endParaRPr sz="2000"/>
              </a:p>
            </p:txBody>
          </p:sp>
          <p:sp>
            <p:nvSpPr>
              <p:cNvPr id="673" name="object 187">
                <a:extLst>
                  <a:ext uri="{FF2B5EF4-FFF2-40B4-BE49-F238E27FC236}">
                    <a16:creationId xmlns:a16="http://schemas.microsoft.com/office/drawing/2014/main" id="{793B68B5-29C5-4E90-9664-AEFCC85EB91F}"/>
                  </a:ext>
                </a:extLst>
              </p:cNvPr>
              <p:cNvSpPr/>
              <p:nvPr/>
            </p:nvSpPr>
            <p:spPr>
              <a:xfrm>
                <a:off x="2644140" y="29093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4" name="object 188">
                <a:extLst>
                  <a:ext uri="{FF2B5EF4-FFF2-40B4-BE49-F238E27FC236}">
                    <a16:creationId xmlns:a16="http://schemas.microsoft.com/office/drawing/2014/main" id="{31AE966A-03B7-4A07-BA86-85F25352D2D8}"/>
                  </a:ext>
                </a:extLst>
              </p:cNvPr>
              <p:cNvSpPr/>
              <p:nvPr/>
            </p:nvSpPr>
            <p:spPr>
              <a:xfrm>
                <a:off x="2644140" y="2994660"/>
                <a:ext cx="91440" cy="85342"/>
              </a:xfrm>
              <a:prstGeom prst="rect">
                <a:avLst/>
              </a:prstGeom>
              <a:blipFill>
                <a:blip r:embed="rId41" cstate="print"/>
                <a:stretch>
                  <a:fillRect/>
                </a:stretch>
              </a:blipFill>
            </p:spPr>
            <p:txBody>
              <a:bodyPr wrap="square" lIns="0" tIns="0" rIns="0" bIns="0" rtlCol="0"/>
              <a:lstStyle/>
              <a:p>
                <a:endParaRPr sz="2000"/>
              </a:p>
            </p:txBody>
          </p:sp>
          <p:sp>
            <p:nvSpPr>
              <p:cNvPr id="675" name="object 189">
                <a:extLst>
                  <a:ext uri="{FF2B5EF4-FFF2-40B4-BE49-F238E27FC236}">
                    <a16:creationId xmlns:a16="http://schemas.microsoft.com/office/drawing/2014/main" id="{1302B833-C87A-424C-88F1-947A5F697208}"/>
                  </a:ext>
                </a:extLst>
              </p:cNvPr>
              <p:cNvSpPr/>
              <p:nvPr/>
            </p:nvSpPr>
            <p:spPr>
              <a:xfrm>
                <a:off x="2644140" y="29946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6" name="object 190">
                <a:extLst>
                  <a:ext uri="{FF2B5EF4-FFF2-40B4-BE49-F238E27FC236}">
                    <a16:creationId xmlns:a16="http://schemas.microsoft.com/office/drawing/2014/main" id="{61A10CF9-2014-4255-8CDA-3692DA625DE3}"/>
                  </a:ext>
                </a:extLst>
              </p:cNvPr>
              <p:cNvSpPr/>
              <p:nvPr/>
            </p:nvSpPr>
            <p:spPr>
              <a:xfrm>
                <a:off x="2644140" y="3080001"/>
                <a:ext cx="91440" cy="86870"/>
              </a:xfrm>
              <a:prstGeom prst="rect">
                <a:avLst/>
              </a:prstGeom>
              <a:blipFill>
                <a:blip r:embed="rId42" cstate="print"/>
                <a:stretch>
                  <a:fillRect/>
                </a:stretch>
              </a:blipFill>
            </p:spPr>
            <p:txBody>
              <a:bodyPr wrap="square" lIns="0" tIns="0" rIns="0" bIns="0" rtlCol="0"/>
              <a:lstStyle/>
              <a:p>
                <a:endParaRPr sz="2000"/>
              </a:p>
            </p:txBody>
          </p:sp>
          <p:sp>
            <p:nvSpPr>
              <p:cNvPr id="677" name="object 191">
                <a:extLst>
                  <a:ext uri="{FF2B5EF4-FFF2-40B4-BE49-F238E27FC236}">
                    <a16:creationId xmlns:a16="http://schemas.microsoft.com/office/drawing/2014/main" id="{F604A33C-7364-451D-B555-17379872EC89}"/>
                  </a:ext>
                </a:extLst>
              </p:cNvPr>
              <p:cNvSpPr/>
              <p:nvPr/>
            </p:nvSpPr>
            <p:spPr>
              <a:xfrm>
                <a:off x="2644140" y="308000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grpSp>
        <p:sp>
          <p:nvSpPr>
            <p:cNvPr id="678" name="object 192">
              <a:extLst>
                <a:ext uri="{FF2B5EF4-FFF2-40B4-BE49-F238E27FC236}">
                  <a16:creationId xmlns:a16="http://schemas.microsoft.com/office/drawing/2014/main" id="{1866231E-C53A-4F34-A796-781C9F63A6A9}"/>
                </a:ext>
              </a:extLst>
            </p:cNvPr>
            <p:cNvSpPr txBox="1"/>
            <p:nvPr/>
          </p:nvSpPr>
          <p:spPr>
            <a:xfrm>
              <a:off x="3254854" y="322508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679" name="object 193">
              <a:extLst>
                <a:ext uri="{FF2B5EF4-FFF2-40B4-BE49-F238E27FC236}">
                  <a16:creationId xmlns:a16="http://schemas.microsoft.com/office/drawing/2014/main" id="{835FCDAB-129C-4EB1-BB1E-685358A18794}"/>
                </a:ext>
              </a:extLst>
            </p:cNvPr>
            <p:cNvSpPr txBox="1"/>
            <p:nvPr/>
          </p:nvSpPr>
          <p:spPr>
            <a:xfrm>
              <a:off x="4432988" y="3231064"/>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680" name="object 194">
              <a:extLst>
                <a:ext uri="{FF2B5EF4-FFF2-40B4-BE49-F238E27FC236}">
                  <a16:creationId xmlns:a16="http://schemas.microsoft.com/office/drawing/2014/main" id="{483D1327-350D-4D63-BA4E-405CE2A2654E}"/>
                </a:ext>
              </a:extLst>
            </p:cNvPr>
            <p:cNvGrpSpPr/>
            <p:nvPr/>
          </p:nvGrpSpPr>
          <p:grpSpPr>
            <a:xfrm>
              <a:off x="3522965" y="3302183"/>
              <a:ext cx="773289" cy="217311"/>
              <a:chOff x="3055366" y="2820669"/>
              <a:chExt cx="695960" cy="195580"/>
            </a:xfrm>
          </p:grpSpPr>
          <p:sp>
            <p:nvSpPr>
              <p:cNvPr id="681" name="object 195">
                <a:extLst>
                  <a:ext uri="{FF2B5EF4-FFF2-40B4-BE49-F238E27FC236}">
                    <a16:creationId xmlns:a16="http://schemas.microsoft.com/office/drawing/2014/main" id="{696E6420-BEAE-4564-B011-D1B1021B6B11}"/>
                  </a:ext>
                </a:extLst>
              </p:cNvPr>
              <p:cNvSpPr/>
              <p:nvPr/>
            </p:nvSpPr>
            <p:spPr>
              <a:xfrm>
                <a:off x="3061716"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82" name="object 196">
                <a:extLst>
                  <a:ext uri="{FF2B5EF4-FFF2-40B4-BE49-F238E27FC236}">
                    <a16:creationId xmlns:a16="http://schemas.microsoft.com/office/drawing/2014/main" id="{130D6A13-943A-489F-BE31-6DACB207DDD0}"/>
                  </a:ext>
                </a:extLst>
              </p:cNvPr>
              <p:cNvSpPr/>
              <p:nvPr/>
            </p:nvSpPr>
            <p:spPr>
              <a:xfrm>
                <a:off x="3061716"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3" name="object 197">
                <a:extLst>
                  <a:ext uri="{FF2B5EF4-FFF2-40B4-BE49-F238E27FC236}">
                    <a16:creationId xmlns:a16="http://schemas.microsoft.com/office/drawing/2014/main" id="{B7257598-9CBD-4FC7-958F-4FB5E3650DF9}"/>
                  </a:ext>
                </a:extLst>
              </p:cNvPr>
              <p:cNvSpPr/>
              <p:nvPr/>
            </p:nvSpPr>
            <p:spPr>
              <a:xfrm>
                <a:off x="3147060"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84" name="object 198">
                <a:extLst>
                  <a:ext uri="{FF2B5EF4-FFF2-40B4-BE49-F238E27FC236}">
                    <a16:creationId xmlns:a16="http://schemas.microsoft.com/office/drawing/2014/main" id="{C0282623-DCAA-4724-9EDA-B8F63F655169}"/>
                  </a:ext>
                </a:extLst>
              </p:cNvPr>
              <p:cNvSpPr/>
              <p:nvPr/>
            </p:nvSpPr>
            <p:spPr>
              <a:xfrm>
                <a:off x="3147060"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5" name="object 199">
                <a:extLst>
                  <a:ext uri="{FF2B5EF4-FFF2-40B4-BE49-F238E27FC236}">
                    <a16:creationId xmlns:a16="http://schemas.microsoft.com/office/drawing/2014/main" id="{F4642604-682B-4B4D-BB5A-6D7E390927BA}"/>
                  </a:ext>
                </a:extLst>
              </p:cNvPr>
              <p:cNvSpPr/>
              <p:nvPr/>
            </p:nvSpPr>
            <p:spPr>
              <a:xfrm>
                <a:off x="3232404"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86" name="object 200">
                <a:extLst>
                  <a:ext uri="{FF2B5EF4-FFF2-40B4-BE49-F238E27FC236}">
                    <a16:creationId xmlns:a16="http://schemas.microsoft.com/office/drawing/2014/main" id="{46015B5D-938F-4CA2-9748-BA5F08F3E8B9}"/>
                  </a:ext>
                </a:extLst>
              </p:cNvPr>
              <p:cNvSpPr/>
              <p:nvPr/>
            </p:nvSpPr>
            <p:spPr>
              <a:xfrm>
                <a:off x="3232404"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7" name="object 201">
                <a:extLst>
                  <a:ext uri="{FF2B5EF4-FFF2-40B4-BE49-F238E27FC236}">
                    <a16:creationId xmlns:a16="http://schemas.microsoft.com/office/drawing/2014/main" id="{445851D7-C6B8-4A22-AE1E-0677B076FAA1}"/>
                  </a:ext>
                </a:extLst>
              </p:cNvPr>
              <p:cNvSpPr/>
              <p:nvPr/>
            </p:nvSpPr>
            <p:spPr>
              <a:xfrm>
                <a:off x="3317748" y="2918459"/>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FFFD96"/>
              </a:solidFill>
            </p:spPr>
            <p:txBody>
              <a:bodyPr wrap="square" lIns="0" tIns="0" rIns="0" bIns="0" rtlCol="0"/>
              <a:lstStyle/>
              <a:p>
                <a:endParaRPr sz="2000"/>
              </a:p>
            </p:txBody>
          </p:sp>
          <p:sp>
            <p:nvSpPr>
              <p:cNvPr id="688" name="object 202">
                <a:extLst>
                  <a:ext uri="{FF2B5EF4-FFF2-40B4-BE49-F238E27FC236}">
                    <a16:creationId xmlns:a16="http://schemas.microsoft.com/office/drawing/2014/main" id="{C72956EC-40AE-487A-83E7-7F00DB617BB4}"/>
                  </a:ext>
                </a:extLst>
              </p:cNvPr>
              <p:cNvSpPr/>
              <p:nvPr/>
            </p:nvSpPr>
            <p:spPr>
              <a:xfrm>
                <a:off x="3317748" y="2918459"/>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9" name="object 203">
                <a:extLst>
                  <a:ext uri="{FF2B5EF4-FFF2-40B4-BE49-F238E27FC236}">
                    <a16:creationId xmlns:a16="http://schemas.microsoft.com/office/drawing/2014/main" id="{C73A1160-D9EB-424C-B7C1-217F93D57421}"/>
                  </a:ext>
                </a:extLst>
              </p:cNvPr>
              <p:cNvSpPr/>
              <p:nvPr/>
            </p:nvSpPr>
            <p:spPr>
              <a:xfrm>
                <a:off x="3403092"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0" name="object 204">
                <a:extLst>
                  <a:ext uri="{FF2B5EF4-FFF2-40B4-BE49-F238E27FC236}">
                    <a16:creationId xmlns:a16="http://schemas.microsoft.com/office/drawing/2014/main" id="{0B7A5275-719B-4787-970B-9CE4F35CC4A5}"/>
                  </a:ext>
                </a:extLst>
              </p:cNvPr>
              <p:cNvSpPr/>
              <p:nvPr/>
            </p:nvSpPr>
            <p:spPr>
              <a:xfrm>
                <a:off x="3403092"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1" name="object 205">
                <a:extLst>
                  <a:ext uri="{FF2B5EF4-FFF2-40B4-BE49-F238E27FC236}">
                    <a16:creationId xmlns:a16="http://schemas.microsoft.com/office/drawing/2014/main" id="{685D7EE9-9DF3-4ED7-A428-EA6842FBA6A2}"/>
                  </a:ext>
                </a:extLst>
              </p:cNvPr>
              <p:cNvSpPr/>
              <p:nvPr/>
            </p:nvSpPr>
            <p:spPr>
              <a:xfrm>
                <a:off x="3488436"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2" name="object 206">
                <a:extLst>
                  <a:ext uri="{FF2B5EF4-FFF2-40B4-BE49-F238E27FC236}">
                    <a16:creationId xmlns:a16="http://schemas.microsoft.com/office/drawing/2014/main" id="{F32A0261-6FB0-4F19-956C-A0A48931FD37}"/>
                  </a:ext>
                </a:extLst>
              </p:cNvPr>
              <p:cNvSpPr/>
              <p:nvPr/>
            </p:nvSpPr>
            <p:spPr>
              <a:xfrm>
                <a:off x="3488436"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3" name="object 207">
                <a:extLst>
                  <a:ext uri="{FF2B5EF4-FFF2-40B4-BE49-F238E27FC236}">
                    <a16:creationId xmlns:a16="http://schemas.microsoft.com/office/drawing/2014/main" id="{5BCF0BB4-9928-4FEF-8DD1-2B9362D8C13F}"/>
                  </a:ext>
                </a:extLst>
              </p:cNvPr>
              <p:cNvSpPr/>
              <p:nvPr/>
            </p:nvSpPr>
            <p:spPr>
              <a:xfrm>
                <a:off x="3573780"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4" name="object 208">
                <a:extLst>
                  <a:ext uri="{FF2B5EF4-FFF2-40B4-BE49-F238E27FC236}">
                    <a16:creationId xmlns:a16="http://schemas.microsoft.com/office/drawing/2014/main" id="{D9A1EC10-88FC-4342-918A-84BD577EE283}"/>
                  </a:ext>
                </a:extLst>
              </p:cNvPr>
              <p:cNvSpPr/>
              <p:nvPr/>
            </p:nvSpPr>
            <p:spPr>
              <a:xfrm>
                <a:off x="3573780"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5" name="object 209">
                <a:extLst>
                  <a:ext uri="{FF2B5EF4-FFF2-40B4-BE49-F238E27FC236}">
                    <a16:creationId xmlns:a16="http://schemas.microsoft.com/office/drawing/2014/main" id="{D1C2F488-172A-493B-ACBA-35B26B1CA0CE}"/>
                  </a:ext>
                </a:extLst>
              </p:cNvPr>
              <p:cNvSpPr/>
              <p:nvPr/>
            </p:nvSpPr>
            <p:spPr>
              <a:xfrm>
                <a:off x="3659124"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6" name="object 210">
                <a:extLst>
                  <a:ext uri="{FF2B5EF4-FFF2-40B4-BE49-F238E27FC236}">
                    <a16:creationId xmlns:a16="http://schemas.microsoft.com/office/drawing/2014/main" id="{FC4D0731-F295-4B44-8E16-0848E85BD92D}"/>
                  </a:ext>
                </a:extLst>
              </p:cNvPr>
              <p:cNvSpPr/>
              <p:nvPr/>
            </p:nvSpPr>
            <p:spPr>
              <a:xfrm>
                <a:off x="3659124"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7" name="object 211">
                <a:extLst>
                  <a:ext uri="{FF2B5EF4-FFF2-40B4-BE49-F238E27FC236}">
                    <a16:creationId xmlns:a16="http://schemas.microsoft.com/office/drawing/2014/main" id="{94554369-8A07-4F6B-A064-4DE963DBC079}"/>
                  </a:ext>
                </a:extLst>
              </p:cNvPr>
              <p:cNvSpPr/>
              <p:nvPr/>
            </p:nvSpPr>
            <p:spPr>
              <a:xfrm>
                <a:off x="3061716"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698" name="object 212">
                <a:extLst>
                  <a:ext uri="{FF2B5EF4-FFF2-40B4-BE49-F238E27FC236}">
                    <a16:creationId xmlns:a16="http://schemas.microsoft.com/office/drawing/2014/main" id="{3B55DDD9-2A8A-43AF-B1DC-34899ED35E6D}"/>
                  </a:ext>
                </a:extLst>
              </p:cNvPr>
              <p:cNvSpPr/>
              <p:nvPr/>
            </p:nvSpPr>
            <p:spPr>
              <a:xfrm>
                <a:off x="3061716"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9" name="object 213">
                <a:extLst>
                  <a:ext uri="{FF2B5EF4-FFF2-40B4-BE49-F238E27FC236}">
                    <a16:creationId xmlns:a16="http://schemas.microsoft.com/office/drawing/2014/main" id="{BFF67A6B-B94C-43E8-ACB9-060CE47E05A4}"/>
                  </a:ext>
                </a:extLst>
              </p:cNvPr>
              <p:cNvSpPr/>
              <p:nvPr/>
            </p:nvSpPr>
            <p:spPr>
              <a:xfrm>
                <a:off x="3147060"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0" name="object 214">
                <a:extLst>
                  <a:ext uri="{FF2B5EF4-FFF2-40B4-BE49-F238E27FC236}">
                    <a16:creationId xmlns:a16="http://schemas.microsoft.com/office/drawing/2014/main" id="{8F9F6CA2-01A3-4A43-BD5C-5E55ED25B0C8}"/>
                  </a:ext>
                </a:extLst>
              </p:cNvPr>
              <p:cNvSpPr/>
              <p:nvPr/>
            </p:nvSpPr>
            <p:spPr>
              <a:xfrm>
                <a:off x="3147060"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1" name="object 215">
                <a:extLst>
                  <a:ext uri="{FF2B5EF4-FFF2-40B4-BE49-F238E27FC236}">
                    <a16:creationId xmlns:a16="http://schemas.microsoft.com/office/drawing/2014/main" id="{8F4E5558-DEBA-421B-833F-B3509B7F1514}"/>
                  </a:ext>
                </a:extLst>
              </p:cNvPr>
              <p:cNvSpPr/>
              <p:nvPr/>
            </p:nvSpPr>
            <p:spPr>
              <a:xfrm>
                <a:off x="3232404"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2" name="object 216">
                <a:extLst>
                  <a:ext uri="{FF2B5EF4-FFF2-40B4-BE49-F238E27FC236}">
                    <a16:creationId xmlns:a16="http://schemas.microsoft.com/office/drawing/2014/main" id="{771EB150-9F7B-4216-B8C5-2D5A03D80B80}"/>
                  </a:ext>
                </a:extLst>
              </p:cNvPr>
              <p:cNvSpPr/>
              <p:nvPr/>
            </p:nvSpPr>
            <p:spPr>
              <a:xfrm>
                <a:off x="3232404"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3" name="object 217">
                <a:extLst>
                  <a:ext uri="{FF2B5EF4-FFF2-40B4-BE49-F238E27FC236}">
                    <a16:creationId xmlns:a16="http://schemas.microsoft.com/office/drawing/2014/main" id="{CF40BDFF-DB09-4548-84B5-7816F94756C9}"/>
                  </a:ext>
                </a:extLst>
              </p:cNvPr>
              <p:cNvSpPr/>
              <p:nvPr/>
            </p:nvSpPr>
            <p:spPr>
              <a:xfrm>
                <a:off x="3317748" y="2827019"/>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BBB800"/>
              </a:solidFill>
            </p:spPr>
            <p:txBody>
              <a:bodyPr wrap="square" lIns="0" tIns="0" rIns="0" bIns="0" rtlCol="0"/>
              <a:lstStyle/>
              <a:p>
                <a:endParaRPr sz="2000"/>
              </a:p>
            </p:txBody>
          </p:sp>
          <p:sp>
            <p:nvSpPr>
              <p:cNvPr id="704" name="object 218">
                <a:extLst>
                  <a:ext uri="{FF2B5EF4-FFF2-40B4-BE49-F238E27FC236}">
                    <a16:creationId xmlns:a16="http://schemas.microsoft.com/office/drawing/2014/main" id="{F44B8FC0-7032-43C8-88F5-EAA067307C79}"/>
                  </a:ext>
                </a:extLst>
              </p:cNvPr>
              <p:cNvSpPr/>
              <p:nvPr/>
            </p:nvSpPr>
            <p:spPr>
              <a:xfrm>
                <a:off x="3317748" y="2827019"/>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5" name="object 219">
                <a:extLst>
                  <a:ext uri="{FF2B5EF4-FFF2-40B4-BE49-F238E27FC236}">
                    <a16:creationId xmlns:a16="http://schemas.microsoft.com/office/drawing/2014/main" id="{92609EBA-D49C-4F0F-A52B-45A4609D5671}"/>
                  </a:ext>
                </a:extLst>
              </p:cNvPr>
              <p:cNvSpPr/>
              <p:nvPr/>
            </p:nvSpPr>
            <p:spPr>
              <a:xfrm>
                <a:off x="3403092"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6" name="object 220">
                <a:extLst>
                  <a:ext uri="{FF2B5EF4-FFF2-40B4-BE49-F238E27FC236}">
                    <a16:creationId xmlns:a16="http://schemas.microsoft.com/office/drawing/2014/main" id="{307C5344-DFA4-410E-B3DF-041ECCDB6974}"/>
                  </a:ext>
                </a:extLst>
              </p:cNvPr>
              <p:cNvSpPr/>
              <p:nvPr/>
            </p:nvSpPr>
            <p:spPr>
              <a:xfrm>
                <a:off x="3403092"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7" name="object 221">
                <a:extLst>
                  <a:ext uri="{FF2B5EF4-FFF2-40B4-BE49-F238E27FC236}">
                    <a16:creationId xmlns:a16="http://schemas.microsoft.com/office/drawing/2014/main" id="{B9EC102D-C604-4DF9-A829-39A264184976}"/>
                  </a:ext>
                </a:extLst>
              </p:cNvPr>
              <p:cNvSpPr/>
              <p:nvPr/>
            </p:nvSpPr>
            <p:spPr>
              <a:xfrm>
                <a:off x="3488436"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8" name="object 222">
                <a:extLst>
                  <a:ext uri="{FF2B5EF4-FFF2-40B4-BE49-F238E27FC236}">
                    <a16:creationId xmlns:a16="http://schemas.microsoft.com/office/drawing/2014/main" id="{9703682D-9239-40FE-9429-DED9F7862D20}"/>
                  </a:ext>
                </a:extLst>
              </p:cNvPr>
              <p:cNvSpPr/>
              <p:nvPr/>
            </p:nvSpPr>
            <p:spPr>
              <a:xfrm>
                <a:off x="3488436"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9" name="object 223">
                <a:extLst>
                  <a:ext uri="{FF2B5EF4-FFF2-40B4-BE49-F238E27FC236}">
                    <a16:creationId xmlns:a16="http://schemas.microsoft.com/office/drawing/2014/main" id="{911CD29F-E74F-49A9-97ED-CA8D3E1D5FC5}"/>
                  </a:ext>
                </a:extLst>
              </p:cNvPr>
              <p:cNvSpPr/>
              <p:nvPr/>
            </p:nvSpPr>
            <p:spPr>
              <a:xfrm>
                <a:off x="3573780"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10" name="object 224">
                <a:extLst>
                  <a:ext uri="{FF2B5EF4-FFF2-40B4-BE49-F238E27FC236}">
                    <a16:creationId xmlns:a16="http://schemas.microsoft.com/office/drawing/2014/main" id="{43ABE142-9167-45EA-9D98-2704CE91C7A9}"/>
                  </a:ext>
                </a:extLst>
              </p:cNvPr>
              <p:cNvSpPr/>
              <p:nvPr/>
            </p:nvSpPr>
            <p:spPr>
              <a:xfrm>
                <a:off x="3573780"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11" name="object 225">
                <a:extLst>
                  <a:ext uri="{FF2B5EF4-FFF2-40B4-BE49-F238E27FC236}">
                    <a16:creationId xmlns:a16="http://schemas.microsoft.com/office/drawing/2014/main" id="{02566CB6-A7CF-4A8F-A92D-9CA4303D071C}"/>
                  </a:ext>
                </a:extLst>
              </p:cNvPr>
              <p:cNvSpPr/>
              <p:nvPr/>
            </p:nvSpPr>
            <p:spPr>
              <a:xfrm>
                <a:off x="3659124"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12" name="object 226">
                <a:extLst>
                  <a:ext uri="{FF2B5EF4-FFF2-40B4-BE49-F238E27FC236}">
                    <a16:creationId xmlns:a16="http://schemas.microsoft.com/office/drawing/2014/main" id="{D9A6034D-B650-4871-B777-67BABD9BD2BD}"/>
                  </a:ext>
                </a:extLst>
              </p:cNvPr>
              <p:cNvSpPr/>
              <p:nvPr/>
            </p:nvSpPr>
            <p:spPr>
              <a:xfrm>
                <a:off x="3659124"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grpSp>
        <p:sp>
          <p:nvSpPr>
            <p:cNvPr id="713" name="object 227">
              <a:extLst>
                <a:ext uri="{FF2B5EF4-FFF2-40B4-BE49-F238E27FC236}">
                  <a16:creationId xmlns:a16="http://schemas.microsoft.com/office/drawing/2014/main" id="{7833B927-157F-42C2-9E66-500D99F257B6}"/>
                </a:ext>
              </a:extLst>
            </p:cNvPr>
            <p:cNvSpPr txBox="1"/>
            <p:nvPr/>
          </p:nvSpPr>
          <p:spPr>
            <a:xfrm>
              <a:off x="4970765" y="3009941"/>
              <a:ext cx="325261"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dW</a:t>
              </a:r>
              <a:endParaRPr sz="1556">
                <a:latin typeface="Arial"/>
                <a:cs typeface="Arial"/>
              </a:endParaRPr>
            </a:p>
          </p:txBody>
        </p:sp>
        <p:sp>
          <p:nvSpPr>
            <p:cNvPr id="714" name="object 228">
              <a:extLst>
                <a:ext uri="{FF2B5EF4-FFF2-40B4-BE49-F238E27FC236}">
                  <a16:creationId xmlns:a16="http://schemas.microsoft.com/office/drawing/2014/main" id="{F76482D3-6BCE-430C-A2A1-7C61764023DC}"/>
                </a:ext>
              </a:extLst>
            </p:cNvPr>
            <p:cNvSpPr txBox="1"/>
            <p:nvPr/>
          </p:nvSpPr>
          <p:spPr>
            <a:xfrm>
              <a:off x="2935379" y="3012621"/>
              <a:ext cx="270933"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dY</a:t>
              </a:r>
              <a:endParaRPr sz="1556">
                <a:latin typeface="Arial"/>
                <a:cs typeface="Arial"/>
              </a:endParaRPr>
            </a:p>
          </p:txBody>
        </p:sp>
        <p:sp>
          <p:nvSpPr>
            <p:cNvPr id="715" name="object 229">
              <a:extLst>
                <a:ext uri="{FF2B5EF4-FFF2-40B4-BE49-F238E27FC236}">
                  <a16:creationId xmlns:a16="http://schemas.microsoft.com/office/drawing/2014/main" id="{29F5E0F3-CDD1-460E-B40B-3E48D312698F}"/>
                </a:ext>
              </a:extLst>
            </p:cNvPr>
            <p:cNvSpPr txBox="1"/>
            <p:nvPr/>
          </p:nvSpPr>
          <p:spPr>
            <a:xfrm>
              <a:off x="3775275" y="2953779"/>
              <a:ext cx="330200" cy="254323"/>
            </a:xfrm>
            <a:prstGeom prst="rect">
              <a:avLst/>
            </a:prstGeom>
          </p:spPr>
          <p:txBody>
            <a:bodyPr vert="horz" wrap="square" lIns="0" tIns="14817" rIns="0" bIns="0" rtlCol="0">
              <a:spAutoFit/>
            </a:bodyPr>
            <a:lstStyle/>
            <a:p>
              <a:pPr marL="42333">
                <a:spcBef>
                  <a:spcPts val="117"/>
                </a:spcBef>
              </a:pPr>
              <a:r>
                <a:rPr sz="2333" i="1" baseline="-15873" dirty="0">
                  <a:latin typeface="Arial"/>
                  <a:cs typeface="Arial"/>
                </a:rPr>
                <a:t>X</a:t>
              </a:r>
              <a:r>
                <a:rPr sz="2333" i="1" spc="-350" baseline="-15873" dirty="0">
                  <a:latin typeface="Arial"/>
                  <a:cs typeface="Arial"/>
                </a:rPr>
                <a:t> </a:t>
              </a:r>
              <a:r>
                <a:rPr sz="1000" spc="22" dirty="0">
                  <a:latin typeface="Arial"/>
                  <a:cs typeface="Arial"/>
                </a:rPr>
                <a:t>T</a:t>
              </a:r>
              <a:endParaRPr sz="1000">
                <a:latin typeface="Arial"/>
                <a:cs typeface="Arial"/>
              </a:endParaRPr>
            </a:p>
          </p:txBody>
        </p:sp>
        <p:sp>
          <p:nvSpPr>
            <p:cNvPr id="716" name="object 230">
              <a:extLst>
                <a:ext uri="{FF2B5EF4-FFF2-40B4-BE49-F238E27FC236}">
                  <a16:creationId xmlns:a16="http://schemas.microsoft.com/office/drawing/2014/main" id="{4E1A07EC-74DE-44F7-9500-D75E0475A488}"/>
                </a:ext>
              </a:extLst>
            </p:cNvPr>
            <p:cNvSpPr txBox="1"/>
            <p:nvPr/>
          </p:nvSpPr>
          <p:spPr>
            <a:xfrm>
              <a:off x="526500" y="3066243"/>
              <a:ext cx="1863064" cy="507404"/>
            </a:xfrm>
            <a:prstGeom prst="rect">
              <a:avLst/>
            </a:prstGeom>
          </p:spPr>
          <p:txBody>
            <a:bodyPr vert="horz" wrap="square" lIns="0" tIns="14817" rIns="0" bIns="0" rtlCol="0">
              <a:spAutoFit/>
            </a:bodyPr>
            <a:lstStyle/>
            <a:p>
              <a:pPr marL="14111">
                <a:spcBef>
                  <a:spcPts val="117"/>
                </a:spcBef>
              </a:pPr>
              <a:r>
                <a:rPr lang="en-US" sz="1600" b="1" dirty="0">
                  <a:solidFill>
                    <a:srgbClr val="0070C0"/>
                  </a:solidFill>
                  <a:latin typeface="Arial"/>
                  <a:cs typeface="Arial"/>
                </a:rPr>
                <a:t>2, </a:t>
              </a:r>
              <a:r>
                <a:rPr sz="1600" b="1" dirty="0">
                  <a:solidFill>
                    <a:srgbClr val="0070C0"/>
                  </a:solidFill>
                  <a:latin typeface="Arial"/>
                  <a:cs typeface="Arial"/>
                </a:rPr>
                <a:t>Backward</a:t>
              </a:r>
              <a:r>
                <a:rPr sz="1600" b="1" spc="-122" dirty="0">
                  <a:solidFill>
                    <a:srgbClr val="0070C0"/>
                  </a:solidFill>
                  <a:latin typeface="Arial"/>
                  <a:cs typeface="Arial"/>
                </a:rPr>
                <a:t> </a:t>
              </a:r>
              <a:r>
                <a:rPr sz="1600" b="1" dirty="0">
                  <a:solidFill>
                    <a:srgbClr val="0070C0"/>
                  </a:solidFill>
                  <a:latin typeface="Arial"/>
                  <a:cs typeface="Arial"/>
                </a:rPr>
                <a:t>Pass:</a:t>
              </a:r>
              <a:endParaRPr sz="1600" dirty="0">
                <a:solidFill>
                  <a:srgbClr val="0070C0"/>
                </a:solidFill>
                <a:latin typeface="Arial"/>
                <a:cs typeface="Arial"/>
              </a:endParaRPr>
            </a:p>
            <a:p>
              <a:pPr marL="14111"/>
              <a:r>
                <a:rPr sz="1600" spc="-6" dirty="0">
                  <a:solidFill>
                    <a:srgbClr val="0070C0"/>
                  </a:solidFill>
                  <a:latin typeface="Arial"/>
                  <a:cs typeface="Arial"/>
                </a:rPr>
                <a:t>weight</a:t>
              </a:r>
              <a:r>
                <a:rPr sz="1600" spc="-33" dirty="0">
                  <a:solidFill>
                    <a:srgbClr val="0070C0"/>
                  </a:solidFill>
                  <a:latin typeface="Arial"/>
                  <a:cs typeface="Arial"/>
                </a:rPr>
                <a:t> </a:t>
              </a:r>
              <a:r>
                <a:rPr sz="1600" dirty="0">
                  <a:solidFill>
                    <a:srgbClr val="0070C0"/>
                  </a:solidFill>
                  <a:latin typeface="Arial"/>
                  <a:cs typeface="Arial"/>
                </a:rPr>
                <a:t>gradients</a:t>
              </a:r>
            </a:p>
          </p:txBody>
        </p:sp>
      </p:grpSp>
      <p:grpSp>
        <p:nvGrpSpPr>
          <p:cNvPr id="5" name="组合 4">
            <a:extLst>
              <a:ext uri="{FF2B5EF4-FFF2-40B4-BE49-F238E27FC236}">
                <a16:creationId xmlns:a16="http://schemas.microsoft.com/office/drawing/2014/main" id="{E7833618-3203-405C-96A5-1192E05C38E7}"/>
              </a:ext>
            </a:extLst>
          </p:cNvPr>
          <p:cNvGrpSpPr/>
          <p:nvPr/>
        </p:nvGrpSpPr>
        <p:grpSpPr>
          <a:xfrm>
            <a:off x="526500" y="4036832"/>
            <a:ext cx="4474181" cy="1176302"/>
            <a:chOff x="526500" y="4036832"/>
            <a:chExt cx="4474181" cy="1176302"/>
          </a:xfrm>
        </p:grpSpPr>
        <p:sp>
          <p:nvSpPr>
            <p:cNvPr id="717" name="object 231">
              <a:extLst>
                <a:ext uri="{FF2B5EF4-FFF2-40B4-BE49-F238E27FC236}">
                  <a16:creationId xmlns:a16="http://schemas.microsoft.com/office/drawing/2014/main" id="{85B0E525-1129-4C9C-A470-4FDCA57D08B6}"/>
                </a:ext>
              </a:extLst>
            </p:cNvPr>
            <p:cNvSpPr txBox="1"/>
            <p:nvPr/>
          </p:nvSpPr>
          <p:spPr>
            <a:xfrm>
              <a:off x="3802082" y="4404566"/>
              <a:ext cx="822678" cy="356202"/>
            </a:xfrm>
            <a:prstGeom prst="rect">
              <a:avLst/>
            </a:prstGeom>
          </p:spPr>
          <p:txBody>
            <a:bodyPr vert="horz" wrap="square" lIns="0" tIns="14111" rIns="0" bIns="0" rtlCol="0">
              <a:spAutoFit/>
            </a:bodyPr>
            <a:lstStyle/>
            <a:p>
              <a:pPr marL="14111">
                <a:spcBef>
                  <a:spcPts val="111"/>
                </a:spcBef>
                <a:tabLst>
                  <a:tab pos="642755" algn="l"/>
                </a:tabLst>
              </a:pPr>
              <a:r>
                <a:rPr sz="2222" b="1" dirty="0">
                  <a:latin typeface="Arial"/>
                  <a:cs typeface="Arial"/>
                </a:rPr>
                <a:t>×	=</a:t>
              </a:r>
              <a:endParaRPr sz="2222">
                <a:latin typeface="Arial"/>
                <a:cs typeface="Arial"/>
              </a:endParaRPr>
            </a:p>
          </p:txBody>
        </p:sp>
        <p:grpSp>
          <p:nvGrpSpPr>
            <p:cNvPr id="718" name="object 232">
              <a:extLst>
                <a:ext uri="{FF2B5EF4-FFF2-40B4-BE49-F238E27FC236}">
                  <a16:creationId xmlns:a16="http://schemas.microsoft.com/office/drawing/2014/main" id="{AC439E98-DA72-441C-A801-2594B178F680}"/>
                </a:ext>
              </a:extLst>
            </p:cNvPr>
            <p:cNvGrpSpPr/>
            <p:nvPr/>
          </p:nvGrpSpPr>
          <p:grpSpPr>
            <a:xfrm>
              <a:off x="3333311" y="4386223"/>
              <a:ext cx="393700" cy="826911"/>
              <a:chOff x="2884677" y="3962146"/>
              <a:chExt cx="354330" cy="744220"/>
            </a:xfrm>
          </p:grpSpPr>
          <p:sp>
            <p:nvSpPr>
              <p:cNvPr id="719" name="object 233">
                <a:extLst>
                  <a:ext uri="{FF2B5EF4-FFF2-40B4-BE49-F238E27FC236}">
                    <a16:creationId xmlns:a16="http://schemas.microsoft.com/office/drawing/2014/main" id="{059B1A31-4938-4B32-9BD2-5A847BEF306F}"/>
                  </a:ext>
                </a:extLst>
              </p:cNvPr>
              <p:cNvSpPr/>
              <p:nvPr/>
            </p:nvSpPr>
            <p:spPr>
              <a:xfrm>
                <a:off x="3147059" y="433425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0" name="object 234">
                <a:extLst>
                  <a:ext uri="{FF2B5EF4-FFF2-40B4-BE49-F238E27FC236}">
                    <a16:creationId xmlns:a16="http://schemas.microsoft.com/office/drawing/2014/main" id="{82FB94C9-7BDA-4351-AB65-DC0EFA90E638}"/>
                  </a:ext>
                </a:extLst>
              </p:cNvPr>
              <p:cNvSpPr/>
              <p:nvPr/>
            </p:nvSpPr>
            <p:spPr>
              <a:xfrm>
                <a:off x="3147059" y="433425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1" name="object 235">
                <a:extLst>
                  <a:ext uri="{FF2B5EF4-FFF2-40B4-BE49-F238E27FC236}">
                    <a16:creationId xmlns:a16="http://schemas.microsoft.com/office/drawing/2014/main" id="{85DB29D6-C55D-4D17-97B9-BCE14D63F1D2}"/>
                  </a:ext>
                </a:extLst>
              </p:cNvPr>
              <p:cNvSpPr/>
              <p:nvPr/>
            </p:nvSpPr>
            <p:spPr>
              <a:xfrm>
                <a:off x="3061715" y="433425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2" name="object 236">
                <a:extLst>
                  <a:ext uri="{FF2B5EF4-FFF2-40B4-BE49-F238E27FC236}">
                    <a16:creationId xmlns:a16="http://schemas.microsoft.com/office/drawing/2014/main" id="{9734ABBF-4F58-4105-8674-7A409E0E9308}"/>
                  </a:ext>
                </a:extLst>
              </p:cNvPr>
              <p:cNvSpPr/>
              <p:nvPr/>
            </p:nvSpPr>
            <p:spPr>
              <a:xfrm>
                <a:off x="3061715" y="433425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3" name="object 237">
                <a:extLst>
                  <a:ext uri="{FF2B5EF4-FFF2-40B4-BE49-F238E27FC236}">
                    <a16:creationId xmlns:a16="http://schemas.microsoft.com/office/drawing/2014/main" id="{A3D7044C-B599-4F3F-BC22-4F8C557AB3DF}"/>
                  </a:ext>
                </a:extLst>
              </p:cNvPr>
              <p:cNvSpPr/>
              <p:nvPr/>
            </p:nvSpPr>
            <p:spPr>
              <a:xfrm>
                <a:off x="2976371" y="433425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4" name="object 238">
                <a:extLst>
                  <a:ext uri="{FF2B5EF4-FFF2-40B4-BE49-F238E27FC236}">
                    <a16:creationId xmlns:a16="http://schemas.microsoft.com/office/drawing/2014/main" id="{5E461839-F162-4C5B-86BD-3A75EC4D5A63}"/>
                  </a:ext>
                </a:extLst>
              </p:cNvPr>
              <p:cNvSpPr/>
              <p:nvPr/>
            </p:nvSpPr>
            <p:spPr>
              <a:xfrm>
                <a:off x="2976371" y="433425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5" name="object 239">
                <a:extLst>
                  <a:ext uri="{FF2B5EF4-FFF2-40B4-BE49-F238E27FC236}">
                    <a16:creationId xmlns:a16="http://schemas.microsoft.com/office/drawing/2014/main" id="{587BDCCE-F524-42D8-AA35-322C7128BD1B}"/>
                  </a:ext>
                </a:extLst>
              </p:cNvPr>
              <p:cNvSpPr/>
              <p:nvPr/>
            </p:nvSpPr>
            <p:spPr>
              <a:xfrm>
                <a:off x="2891027" y="4334256"/>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26" name="object 240">
                <a:extLst>
                  <a:ext uri="{FF2B5EF4-FFF2-40B4-BE49-F238E27FC236}">
                    <a16:creationId xmlns:a16="http://schemas.microsoft.com/office/drawing/2014/main" id="{2F7A56E6-9155-4F90-9302-17BF42E08C2F}"/>
                  </a:ext>
                </a:extLst>
              </p:cNvPr>
              <p:cNvSpPr/>
              <p:nvPr/>
            </p:nvSpPr>
            <p:spPr>
              <a:xfrm>
                <a:off x="2891027" y="4334256"/>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7" name="object 241">
                <a:extLst>
                  <a:ext uri="{FF2B5EF4-FFF2-40B4-BE49-F238E27FC236}">
                    <a16:creationId xmlns:a16="http://schemas.microsoft.com/office/drawing/2014/main" id="{AF127AA4-C1A8-418A-AF66-0943439F37DC}"/>
                  </a:ext>
                </a:extLst>
              </p:cNvPr>
              <p:cNvSpPr/>
              <p:nvPr/>
            </p:nvSpPr>
            <p:spPr>
              <a:xfrm>
                <a:off x="3147059" y="39684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8" name="object 242">
                <a:extLst>
                  <a:ext uri="{FF2B5EF4-FFF2-40B4-BE49-F238E27FC236}">
                    <a16:creationId xmlns:a16="http://schemas.microsoft.com/office/drawing/2014/main" id="{0457AF67-7C39-4080-808D-FF84BECB8D3D}"/>
                  </a:ext>
                </a:extLst>
              </p:cNvPr>
              <p:cNvSpPr/>
              <p:nvPr/>
            </p:nvSpPr>
            <p:spPr>
              <a:xfrm>
                <a:off x="3147059" y="39684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9" name="object 243">
                <a:extLst>
                  <a:ext uri="{FF2B5EF4-FFF2-40B4-BE49-F238E27FC236}">
                    <a16:creationId xmlns:a16="http://schemas.microsoft.com/office/drawing/2014/main" id="{1DCFB9C1-5C4C-497A-9A1E-F33EA55FB5BB}"/>
                  </a:ext>
                </a:extLst>
              </p:cNvPr>
              <p:cNvSpPr/>
              <p:nvPr/>
            </p:nvSpPr>
            <p:spPr>
              <a:xfrm>
                <a:off x="3147059" y="40599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30" name="object 244">
                <a:extLst>
                  <a:ext uri="{FF2B5EF4-FFF2-40B4-BE49-F238E27FC236}">
                    <a16:creationId xmlns:a16="http://schemas.microsoft.com/office/drawing/2014/main" id="{10C29333-47D1-4252-840B-24FE9C4A2087}"/>
                  </a:ext>
                </a:extLst>
              </p:cNvPr>
              <p:cNvSpPr/>
              <p:nvPr/>
            </p:nvSpPr>
            <p:spPr>
              <a:xfrm>
                <a:off x="3147059" y="40599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31" name="object 245">
                <a:extLst>
                  <a:ext uri="{FF2B5EF4-FFF2-40B4-BE49-F238E27FC236}">
                    <a16:creationId xmlns:a16="http://schemas.microsoft.com/office/drawing/2014/main" id="{F670D28A-5FC4-427D-9AC7-6A16A634022A}"/>
                  </a:ext>
                </a:extLst>
              </p:cNvPr>
              <p:cNvSpPr/>
              <p:nvPr/>
            </p:nvSpPr>
            <p:spPr>
              <a:xfrm>
                <a:off x="3147059" y="415290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32" name="object 246">
                <a:extLst>
                  <a:ext uri="{FF2B5EF4-FFF2-40B4-BE49-F238E27FC236}">
                    <a16:creationId xmlns:a16="http://schemas.microsoft.com/office/drawing/2014/main" id="{4DBA5CF1-FD0C-4E9D-9561-A48056C1826A}"/>
                  </a:ext>
                </a:extLst>
              </p:cNvPr>
              <p:cNvSpPr/>
              <p:nvPr/>
            </p:nvSpPr>
            <p:spPr>
              <a:xfrm>
                <a:off x="3147059" y="415290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33" name="object 247">
                <a:extLst>
                  <a:ext uri="{FF2B5EF4-FFF2-40B4-BE49-F238E27FC236}">
                    <a16:creationId xmlns:a16="http://schemas.microsoft.com/office/drawing/2014/main" id="{C3A83BB8-1453-450A-AD56-0ED5259C7C78}"/>
                  </a:ext>
                </a:extLst>
              </p:cNvPr>
              <p:cNvSpPr/>
              <p:nvPr/>
            </p:nvSpPr>
            <p:spPr>
              <a:xfrm>
                <a:off x="3061715" y="39684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34" name="object 248">
                <a:extLst>
                  <a:ext uri="{FF2B5EF4-FFF2-40B4-BE49-F238E27FC236}">
                    <a16:creationId xmlns:a16="http://schemas.microsoft.com/office/drawing/2014/main" id="{61975D8E-081D-4E4E-8DAA-DE3DC1D160A7}"/>
                  </a:ext>
                </a:extLst>
              </p:cNvPr>
              <p:cNvSpPr/>
              <p:nvPr/>
            </p:nvSpPr>
            <p:spPr>
              <a:xfrm>
                <a:off x="3061715" y="39684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35" name="object 249">
                <a:extLst>
                  <a:ext uri="{FF2B5EF4-FFF2-40B4-BE49-F238E27FC236}">
                    <a16:creationId xmlns:a16="http://schemas.microsoft.com/office/drawing/2014/main" id="{B2FCDEC1-2C6D-474D-B569-24D41D087013}"/>
                  </a:ext>
                </a:extLst>
              </p:cNvPr>
              <p:cNvSpPr/>
              <p:nvPr/>
            </p:nvSpPr>
            <p:spPr>
              <a:xfrm>
                <a:off x="3061715" y="40599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36" name="object 250">
                <a:extLst>
                  <a:ext uri="{FF2B5EF4-FFF2-40B4-BE49-F238E27FC236}">
                    <a16:creationId xmlns:a16="http://schemas.microsoft.com/office/drawing/2014/main" id="{66776637-3E5C-47F7-BB8D-821E561501FE}"/>
                  </a:ext>
                </a:extLst>
              </p:cNvPr>
              <p:cNvSpPr/>
              <p:nvPr/>
            </p:nvSpPr>
            <p:spPr>
              <a:xfrm>
                <a:off x="3061715" y="40599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37" name="object 251">
                <a:extLst>
                  <a:ext uri="{FF2B5EF4-FFF2-40B4-BE49-F238E27FC236}">
                    <a16:creationId xmlns:a16="http://schemas.microsoft.com/office/drawing/2014/main" id="{C87B8748-7B11-4C64-B2D8-0C93A120AF6F}"/>
                  </a:ext>
                </a:extLst>
              </p:cNvPr>
              <p:cNvSpPr/>
              <p:nvPr/>
            </p:nvSpPr>
            <p:spPr>
              <a:xfrm>
                <a:off x="3061715" y="415290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38" name="object 252">
                <a:extLst>
                  <a:ext uri="{FF2B5EF4-FFF2-40B4-BE49-F238E27FC236}">
                    <a16:creationId xmlns:a16="http://schemas.microsoft.com/office/drawing/2014/main" id="{616C642A-3507-4C41-9C58-21CF8D4D9E9D}"/>
                  </a:ext>
                </a:extLst>
              </p:cNvPr>
              <p:cNvSpPr/>
              <p:nvPr/>
            </p:nvSpPr>
            <p:spPr>
              <a:xfrm>
                <a:off x="3061715" y="415290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39" name="object 253">
                <a:extLst>
                  <a:ext uri="{FF2B5EF4-FFF2-40B4-BE49-F238E27FC236}">
                    <a16:creationId xmlns:a16="http://schemas.microsoft.com/office/drawing/2014/main" id="{20944DE4-5B89-4557-AB7D-95586EDF82EB}"/>
                  </a:ext>
                </a:extLst>
              </p:cNvPr>
              <p:cNvSpPr/>
              <p:nvPr/>
            </p:nvSpPr>
            <p:spPr>
              <a:xfrm>
                <a:off x="2976371" y="39684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40" name="object 254">
                <a:extLst>
                  <a:ext uri="{FF2B5EF4-FFF2-40B4-BE49-F238E27FC236}">
                    <a16:creationId xmlns:a16="http://schemas.microsoft.com/office/drawing/2014/main" id="{CDA80507-D7A0-400A-80C5-0E8FA17CC9BA}"/>
                  </a:ext>
                </a:extLst>
              </p:cNvPr>
              <p:cNvSpPr/>
              <p:nvPr/>
            </p:nvSpPr>
            <p:spPr>
              <a:xfrm>
                <a:off x="2976371" y="39684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41" name="object 255">
                <a:extLst>
                  <a:ext uri="{FF2B5EF4-FFF2-40B4-BE49-F238E27FC236}">
                    <a16:creationId xmlns:a16="http://schemas.microsoft.com/office/drawing/2014/main" id="{AE9CDD25-36CB-4226-AE3A-5A8542CAC348}"/>
                  </a:ext>
                </a:extLst>
              </p:cNvPr>
              <p:cNvSpPr/>
              <p:nvPr/>
            </p:nvSpPr>
            <p:spPr>
              <a:xfrm>
                <a:off x="2976371" y="40599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42" name="object 256">
                <a:extLst>
                  <a:ext uri="{FF2B5EF4-FFF2-40B4-BE49-F238E27FC236}">
                    <a16:creationId xmlns:a16="http://schemas.microsoft.com/office/drawing/2014/main" id="{A4EC1F5A-6493-49B3-91AB-50D75E256724}"/>
                  </a:ext>
                </a:extLst>
              </p:cNvPr>
              <p:cNvSpPr/>
              <p:nvPr/>
            </p:nvSpPr>
            <p:spPr>
              <a:xfrm>
                <a:off x="2976371" y="40599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43" name="object 257">
                <a:extLst>
                  <a:ext uri="{FF2B5EF4-FFF2-40B4-BE49-F238E27FC236}">
                    <a16:creationId xmlns:a16="http://schemas.microsoft.com/office/drawing/2014/main" id="{925E3941-8FEF-4DDE-9721-619D4C00CF34}"/>
                  </a:ext>
                </a:extLst>
              </p:cNvPr>
              <p:cNvSpPr/>
              <p:nvPr/>
            </p:nvSpPr>
            <p:spPr>
              <a:xfrm>
                <a:off x="2976371" y="415290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44" name="object 258">
                <a:extLst>
                  <a:ext uri="{FF2B5EF4-FFF2-40B4-BE49-F238E27FC236}">
                    <a16:creationId xmlns:a16="http://schemas.microsoft.com/office/drawing/2014/main" id="{2A301DD1-CDC7-49FE-A0B9-7E99DCBE7CE4}"/>
                  </a:ext>
                </a:extLst>
              </p:cNvPr>
              <p:cNvSpPr/>
              <p:nvPr/>
            </p:nvSpPr>
            <p:spPr>
              <a:xfrm>
                <a:off x="2976371" y="415290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45" name="object 259">
                <a:extLst>
                  <a:ext uri="{FF2B5EF4-FFF2-40B4-BE49-F238E27FC236}">
                    <a16:creationId xmlns:a16="http://schemas.microsoft.com/office/drawing/2014/main" id="{9E78984D-765E-4446-82CE-A97910746A6D}"/>
                  </a:ext>
                </a:extLst>
              </p:cNvPr>
              <p:cNvSpPr/>
              <p:nvPr/>
            </p:nvSpPr>
            <p:spPr>
              <a:xfrm>
                <a:off x="2891027" y="3968496"/>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46" name="object 260">
                <a:extLst>
                  <a:ext uri="{FF2B5EF4-FFF2-40B4-BE49-F238E27FC236}">
                    <a16:creationId xmlns:a16="http://schemas.microsoft.com/office/drawing/2014/main" id="{73FD7553-76BB-48B4-8CFF-BE9D5F4487DB}"/>
                  </a:ext>
                </a:extLst>
              </p:cNvPr>
              <p:cNvSpPr/>
              <p:nvPr/>
            </p:nvSpPr>
            <p:spPr>
              <a:xfrm>
                <a:off x="2891027" y="3968496"/>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47" name="object 261">
                <a:extLst>
                  <a:ext uri="{FF2B5EF4-FFF2-40B4-BE49-F238E27FC236}">
                    <a16:creationId xmlns:a16="http://schemas.microsoft.com/office/drawing/2014/main" id="{A3A8F9DC-E89C-4BE3-961C-539F0A64A94A}"/>
                  </a:ext>
                </a:extLst>
              </p:cNvPr>
              <p:cNvSpPr/>
              <p:nvPr/>
            </p:nvSpPr>
            <p:spPr>
              <a:xfrm>
                <a:off x="2891027" y="4059937"/>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E3C2F5"/>
              </a:solidFill>
            </p:spPr>
            <p:txBody>
              <a:bodyPr wrap="square" lIns="0" tIns="0" rIns="0" bIns="0" rtlCol="0"/>
              <a:lstStyle/>
              <a:p>
                <a:endParaRPr sz="2000"/>
              </a:p>
            </p:txBody>
          </p:sp>
          <p:sp>
            <p:nvSpPr>
              <p:cNvPr id="748" name="object 262">
                <a:extLst>
                  <a:ext uri="{FF2B5EF4-FFF2-40B4-BE49-F238E27FC236}">
                    <a16:creationId xmlns:a16="http://schemas.microsoft.com/office/drawing/2014/main" id="{86970661-B830-4186-9125-5623A12E5B60}"/>
                  </a:ext>
                </a:extLst>
              </p:cNvPr>
              <p:cNvSpPr/>
              <p:nvPr/>
            </p:nvSpPr>
            <p:spPr>
              <a:xfrm>
                <a:off x="2891027" y="4059937"/>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49" name="object 263">
                <a:extLst>
                  <a:ext uri="{FF2B5EF4-FFF2-40B4-BE49-F238E27FC236}">
                    <a16:creationId xmlns:a16="http://schemas.microsoft.com/office/drawing/2014/main" id="{B5610042-2554-40D6-82F2-EC9BDAD28ED3}"/>
                  </a:ext>
                </a:extLst>
              </p:cNvPr>
              <p:cNvSpPr/>
              <p:nvPr/>
            </p:nvSpPr>
            <p:spPr>
              <a:xfrm>
                <a:off x="2891027" y="415290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50" name="object 264">
                <a:extLst>
                  <a:ext uri="{FF2B5EF4-FFF2-40B4-BE49-F238E27FC236}">
                    <a16:creationId xmlns:a16="http://schemas.microsoft.com/office/drawing/2014/main" id="{319DA714-6031-4F67-A402-33E87E6ECD56}"/>
                  </a:ext>
                </a:extLst>
              </p:cNvPr>
              <p:cNvSpPr/>
              <p:nvPr/>
            </p:nvSpPr>
            <p:spPr>
              <a:xfrm>
                <a:off x="2891027" y="415290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1" name="object 265">
                <a:extLst>
                  <a:ext uri="{FF2B5EF4-FFF2-40B4-BE49-F238E27FC236}">
                    <a16:creationId xmlns:a16="http://schemas.microsoft.com/office/drawing/2014/main" id="{6467A7F6-BC44-4F47-A2BA-9478A8B10A4B}"/>
                  </a:ext>
                </a:extLst>
              </p:cNvPr>
              <p:cNvSpPr/>
              <p:nvPr/>
            </p:nvSpPr>
            <p:spPr>
              <a:xfrm>
                <a:off x="3147059" y="424434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52" name="object 266">
                <a:extLst>
                  <a:ext uri="{FF2B5EF4-FFF2-40B4-BE49-F238E27FC236}">
                    <a16:creationId xmlns:a16="http://schemas.microsoft.com/office/drawing/2014/main" id="{600C6170-84C0-4CF8-9E12-893808194BFE}"/>
                  </a:ext>
                </a:extLst>
              </p:cNvPr>
              <p:cNvSpPr/>
              <p:nvPr/>
            </p:nvSpPr>
            <p:spPr>
              <a:xfrm>
                <a:off x="3147059" y="424434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3" name="object 267">
                <a:extLst>
                  <a:ext uri="{FF2B5EF4-FFF2-40B4-BE49-F238E27FC236}">
                    <a16:creationId xmlns:a16="http://schemas.microsoft.com/office/drawing/2014/main" id="{814840D5-2260-4B0F-BF8C-4831FD4F2365}"/>
                  </a:ext>
                </a:extLst>
              </p:cNvPr>
              <p:cNvSpPr/>
              <p:nvPr/>
            </p:nvSpPr>
            <p:spPr>
              <a:xfrm>
                <a:off x="3061715" y="424434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54" name="object 268">
                <a:extLst>
                  <a:ext uri="{FF2B5EF4-FFF2-40B4-BE49-F238E27FC236}">
                    <a16:creationId xmlns:a16="http://schemas.microsoft.com/office/drawing/2014/main" id="{8760C6B1-F8C0-4AA6-AEE6-768510AE7BBC}"/>
                  </a:ext>
                </a:extLst>
              </p:cNvPr>
              <p:cNvSpPr/>
              <p:nvPr/>
            </p:nvSpPr>
            <p:spPr>
              <a:xfrm>
                <a:off x="3061715" y="424434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5" name="object 269">
                <a:extLst>
                  <a:ext uri="{FF2B5EF4-FFF2-40B4-BE49-F238E27FC236}">
                    <a16:creationId xmlns:a16="http://schemas.microsoft.com/office/drawing/2014/main" id="{6484BBC5-FFC1-47A2-80C0-893E6AB39BC2}"/>
                  </a:ext>
                </a:extLst>
              </p:cNvPr>
              <p:cNvSpPr/>
              <p:nvPr/>
            </p:nvSpPr>
            <p:spPr>
              <a:xfrm>
                <a:off x="2976371" y="424434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56" name="object 270">
                <a:extLst>
                  <a:ext uri="{FF2B5EF4-FFF2-40B4-BE49-F238E27FC236}">
                    <a16:creationId xmlns:a16="http://schemas.microsoft.com/office/drawing/2014/main" id="{DDDBB86C-3196-41BC-9755-039ACD62E8ED}"/>
                  </a:ext>
                </a:extLst>
              </p:cNvPr>
              <p:cNvSpPr/>
              <p:nvPr/>
            </p:nvSpPr>
            <p:spPr>
              <a:xfrm>
                <a:off x="2976371" y="424434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7" name="object 271">
                <a:extLst>
                  <a:ext uri="{FF2B5EF4-FFF2-40B4-BE49-F238E27FC236}">
                    <a16:creationId xmlns:a16="http://schemas.microsoft.com/office/drawing/2014/main" id="{6DBED94A-8491-4FFA-8ED2-E6A9AB38A7B0}"/>
                  </a:ext>
                </a:extLst>
              </p:cNvPr>
              <p:cNvSpPr/>
              <p:nvPr/>
            </p:nvSpPr>
            <p:spPr>
              <a:xfrm>
                <a:off x="2891027" y="424434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58" name="object 272">
                <a:extLst>
                  <a:ext uri="{FF2B5EF4-FFF2-40B4-BE49-F238E27FC236}">
                    <a16:creationId xmlns:a16="http://schemas.microsoft.com/office/drawing/2014/main" id="{47C302C2-04C2-49F6-BCB5-FCEE2B0FDFC7}"/>
                  </a:ext>
                </a:extLst>
              </p:cNvPr>
              <p:cNvSpPr/>
              <p:nvPr/>
            </p:nvSpPr>
            <p:spPr>
              <a:xfrm>
                <a:off x="2891027" y="424434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9" name="object 273">
                <a:extLst>
                  <a:ext uri="{FF2B5EF4-FFF2-40B4-BE49-F238E27FC236}">
                    <a16:creationId xmlns:a16="http://schemas.microsoft.com/office/drawing/2014/main" id="{949580CE-05EE-4295-B64E-F6F752D83F80}"/>
                  </a:ext>
                </a:extLst>
              </p:cNvPr>
              <p:cNvSpPr/>
              <p:nvPr/>
            </p:nvSpPr>
            <p:spPr>
              <a:xfrm>
                <a:off x="3147059" y="442569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60" name="object 274">
                <a:extLst>
                  <a:ext uri="{FF2B5EF4-FFF2-40B4-BE49-F238E27FC236}">
                    <a16:creationId xmlns:a16="http://schemas.microsoft.com/office/drawing/2014/main" id="{C012AAC9-4CD3-4554-A920-E9A009AE32E0}"/>
                  </a:ext>
                </a:extLst>
              </p:cNvPr>
              <p:cNvSpPr/>
              <p:nvPr/>
            </p:nvSpPr>
            <p:spPr>
              <a:xfrm>
                <a:off x="3147059" y="442569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1" name="object 275">
                <a:extLst>
                  <a:ext uri="{FF2B5EF4-FFF2-40B4-BE49-F238E27FC236}">
                    <a16:creationId xmlns:a16="http://schemas.microsoft.com/office/drawing/2014/main" id="{48E6AAF6-9A65-4B55-9A07-2495C209492F}"/>
                  </a:ext>
                </a:extLst>
              </p:cNvPr>
              <p:cNvSpPr/>
              <p:nvPr/>
            </p:nvSpPr>
            <p:spPr>
              <a:xfrm>
                <a:off x="3061715" y="442569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62" name="object 276">
                <a:extLst>
                  <a:ext uri="{FF2B5EF4-FFF2-40B4-BE49-F238E27FC236}">
                    <a16:creationId xmlns:a16="http://schemas.microsoft.com/office/drawing/2014/main" id="{F3D1AB4B-126A-4204-A167-59A8FD915FE3}"/>
                  </a:ext>
                </a:extLst>
              </p:cNvPr>
              <p:cNvSpPr/>
              <p:nvPr/>
            </p:nvSpPr>
            <p:spPr>
              <a:xfrm>
                <a:off x="3061715" y="442569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3" name="object 277">
                <a:extLst>
                  <a:ext uri="{FF2B5EF4-FFF2-40B4-BE49-F238E27FC236}">
                    <a16:creationId xmlns:a16="http://schemas.microsoft.com/office/drawing/2014/main" id="{80198D3C-7AF7-4C46-AFCD-9C66681098D0}"/>
                  </a:ext>
                </a:extLst>
              </p:cNvPr>
              <p:cNvSpPr/>
              <p:nvPr/>
            </p:nvSpPr>
            <p:spPr>
              <a:xfrm>
                <a:off x="2976371" y="442569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64" name="object 278">
                <a:extLst>
                  <a:ext uri="{FF2B5EF4-FFF2-40B4-BE49-F238E27FC236}">
                    <a16:creationId xmlns:a16="http://schemas.microsoft.com/office/drawing/2014/main" id="{49AB147A-3571-4644-A781-FECCBF752867}"/>
                  </a:ext>
                </a:extLst>
              </p:cNvPr>
              <p:cNvSpPr/>
              <p:nvPr/>
            </p:nvSpPr>
            <p:spPr>
              <a:xfrm>
                <a:off x="2976371" y="442569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5" name="object 279">
                <a:extLst>
                  <a:ext uri="{FF2B5EF4-FFF2-40B4-BE49-F238E27FC236}">
                    <a16:creationId xmlns:a16="http://schemas.microsoft.com/office/drawing/2014/main" id="{D5CA579E-46A7-444F-9D53-734013C28528}"/>
                  </a:ext>
                </a:extLst>
              </p:cNvPr>
              <p:cNvSpPr/>
              <p:nvPr/>
            </p:nvSpPr>
            <p:spPr>
              <a:xfrm>
                <a:off x="2891027" y="4425697"/>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E3C2F5"/>
              </a:solidFill>
            </p:spPr>
            <p:txBody>
              <a:bodyPr wrap="square" lIns="0" tIns="0" rIns="0" bIns="0" rtlCol="0"/>
              <a:lstStyle/>
              <a:p>
                <a:endParaRPr sz="2000"/>
              </a:p>
            </p:txBody>
          </p:sp>
          <p:sp>
            <p:nvSpPr>
              <p:cNvPr id="766" name="object 280">
                <a:extLst>
                  <a:ext uri="{FF2B5EF4-FFF2-40B4-BE49-F238E27FC236}">
                    <a16:creationId xmlns:a16="http://schemas.microsoft.com/office/drawing/2014/main" id="{21F1E79E-DE26-412C-AE5D-91111A64EFD3}"/>
                  </a:ext>
                </a:extLst>
              </p:cNvPr>
              <p:cNvSpPr/>
              <p:nvPr/>
            </p:nvSpPr>
            <p:spPr>
              <a:xfrm>
                <a:off x="2891027" y="4425697"/>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7" name="object 281">
                <a:extLst>
                  <a:ext uri="{FF2B5EF4-FFF2-40B4-BE49-F238E27FC236}">
                    <a16:creationId xmlns:a16="http://schemas.microsoft.com/office/drawing/2014/main" id="{4281B46B-CCF0-4B85-9BA2-ECDC6740EB49}"/>
                  </a:ext>
                </a:extLst>
              </p:cNvPr>
              <p:cNvSpPr/>
              <p:nvPr/>
            </p:nvSpPr>
            <p:spPr>
              <a:xfrm>
                <a:off x="3147059" y="460857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68" name="object 282">
                <a:extLst>
                  <a:ext uri="{FF2B5EF4-FFF2-40B4-BE49-F238E27FC236}">
                    <a16:creationId xmlns:a16="http://schemas.microsoft.com/office/drawing/2014/main" id="{C49DAF49-57BE-40A7-BB6E-A9753F95E595}"/>
                  </a:ext>
                </a:extLst>
              </p:cNvPr>
              <p:cNvSpPr/>
              <p:nvPr/>
            </p:nvSpPr>
            <p:spPr>
              <a:xfrm>
                <a:off x="3147059" y="460857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69" name="object 283">
                <a:extLst>
                  <a:ext uri="{FF2B5EF4-FFF2-40B4-BE49-F238E27FC236}">
                    <a16:creationId xmlns:a16="http://schemas.microsoft.com/office/drawing/2014/main" id="{74522BE6-D19C-4E46-ADC5-24D115204AB7}"/>
                  </a:ext>
                </a:extLst>
              </p:cNvPr>
              <p:cNvSpPr/>
              <p:nvPr/>
            </p:nvSpPr>
            <p:spPr>
              <a:xfrm>
                <a:off x="3061715" y="460857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0" name="object 284">
                <a:extLst>
                  <a:ext uri="{FF2B5EF4-FFF2-40B4-BE49-F238E27FC236}">
                    <a16:creationId xmlns:a16="http://schemas.microsoft.com/office/drawing/2014/main" id="{D9BC49DF-BE50-4E06-8922-80284A25CDA6}"/>
                  </a:ext>
                </a:extLst>
              </p:cNvPr>
              <p:cNvSpPr/>
              <p:nvPr/>
            </p:nvSpPr>
            <p:spPr>
              <a:xfrm>
                <a:off x="3061715" y="460857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1" name="object 285">
                <a:extLst>
                  <a:ext uri="{FF2B5EF4-FFF2-40B4-BE49-F238E27FC236}">
                    <a16:creationId xmlns:a16="http://schemas.microsoft.com/office/drawing/2014/main" id="{78609BCC-1B77-4133-8388-26FFB484326A}"/>
                  </a:ext>
                </a:extLst>
              </p:cNvPr>
              <p:cNvSpPr/>
              <p:nvPr/>
            </p:nvSpPr>
            <p:spPr>
              <a:xfrm>
                <a:off x="2976371" y="460857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2" name="object 286">
                <a:extLst>
                  <a:ext uri="{FF2B5EF4-FFF2-40B4-BE49-F238E27FC236}">
                    <a16:creationId xmlns:a16="http://schemas.microsoft.com/office/drawing/2014/main" id="{1144FA07-7A41-43D6-900E-58E7C8814799}"/>
                  </a:ext>
                </a:extLst>
              </p:cNvPr>
              <p:cNvSpPr/>
              <p:nvPr/>
            </p:nvSpPr>
            <p:spPr>
              <a:xfrm>
                <a:off x="2976371" y="460857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3" name="object 287">
                <a:extLst>
                  <a:ext uri="{FF2B5EF4-FFF2-40B4-BE49-F238E27FC236}">
                    <a16:creationId xmlns:a16="http://schemas.microsoft.com/office/drawing/2014/main" id="{64D57B3B-C84F-4348-8EF3-182894BBD6DB}"/>
                  </a:ext>
                </a:extLst>
              </p:cNvPr>
              <p:cNvSpPr/>
              <p:nvPr/>
            </p:nvSpPr>
            <p:spPr>
              <a:xfrm>
                <a:off x="2891027" y="4608576"/>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74" name="object 288">
                <a:extLst>
                  <a:ext uri="{FF2B5EF4-FFF2-40B4-BE49-F238E27FC236}">
                    <a16:creationId xmlns:a16="http://schemas.microsoft.com/office/drawing/2014/main" id="{F77152F7-DA61-4C32-A07C-A1D0072E8BB6}"/>
                  </a:ext>
                </a:extLst>
              </p:cNvPr>
              <p:cNvSpPr/>
              <p:nvPr/>
            </p:nvSpPr>
            <p:spPr>
              <a:xfrm>
                <a:off x="2891027" y="4608576"/>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5" name="object 289">
                <a:extLst>
                  <a:ext uri="{FF2B5EF4-FFF2-40B4-BE49-F238E27FC236}">
                    <a16:creationId xmlns:a16="http://schemas.microsoft.com/office/drawing/2014/main" id="{33D1FBAB-03D6-44AE-BC2A-7FBAF047FF83}"/>
                  </a:ext>
                </a:extLst>
              </p:cNvPr>
              <p:cNvSpPr/>
              <p:nvPr/>
            </p:nvSpPr>
            <p:spPr>
              <a:xfrm>
                <a:off x="3147059" y="45186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6" name="object 290">
                <a:extLst>
                  <a:ext uri="{FF2B5EF4-FFF2-40B4-BE49-F238E27FC236}">
                    <a16:creationId xmlns:a16="http://schemas.microsoft.com/office/drawing/2014/main" id="{50F2ED1C-F556-40B8-9793-37953285003D}"/>
                  </a:ext>
                </a:extLst>
              </p:cNvPr>
              <p:cNvSpPr/>
              <p:nvPr/>
            </p:nvSpPr>
            <p:spPr>
              <a:xfrm>
                <a:off x="3147059" y="45186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7" name="object 291">
                <a:extLst>
                  <a:ext uri="{FF2B5EF4-FFF2-40B4-BE49-F238E27FC236}">
                    <a16:creationId xmlns:a16="http://schemas.microsoft.com/office/drawing/2014/main" id="{FD91DD6C-48E6-45E3-996F-97BEA105EA61}"/>
                  </a:ext>
                </a:extLst>
              </p:cNvPr>
              <p:cNvSpPr/>
              <p:nvPr/>
            </p:nvSpPr>
            <p:spPr>
              <a:xfrm>
                <a:off x="3061715" y="45186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8" name="object 292">
                <a:extLst>
                  <a:ext uri="{FF2B5EF4-FFF2-40B4-BE49-F238E27FC236}">
                    <a16:creationId xmlns:a16="http://schemas.microsoft.com/office/drawing/2014/main" id="{B96EF209-0B91-4576-9979-45637A5D7AF9}"/>
                  </a:ext>
                </a:extLst>
              </p:cNvPr>
              <p:cNvSpPr/>
              <p:nvPr/>
            </p:nvSpPr>
            <p:spPr>
              <a:xfrm>
                <a:off x="3061715" y="45186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9" name="object 293">
                <a:extLst>
                  <a:ext uri="{FF2B5EF4-FFF2-40B4-BE49-F238E27FC236}">
                    <a16:creationId xmlns:a16="http://schemas.microsoft.com/office/drawing/2014/main" id="{D9796F41-95EE-4CF0-B84F-79D2752BE9A5}"/>
                  </a:ext>
                </a:extLst>
              </p:cNvPr>
              <p:cNvSpPr/>
              <p:nvPr/>
            </p:nvSpPr>
            <p:spPr>
              <a:xfrm>
                <a:off x="2976371" y="45186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80" name="object 294">
                <a:extLst>
                  <a:ext uri="{FF2B5EF4-FFF2-40B4-BE49-F238E27FC236}">
                    <a16:creationId xmlns:a16="http://schemas.microsoft.com/office/drawing/2014/main" id="{9251F79B-6BE0-4A6D-922D-CC0ADA6AD230}"/>
                  </a:ext>
                </a:extLst>
              </p:cNvPr>
              <p:cNvSpPr/>
              <p:nvPr/>
            </p:nvSpPr>
            <p:spPr>
              <a:xfrm>
                <a:off x="2976371" y="45186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81" name="object 295">
                <a:extLst>
                  <a:ext uri="{FF2B5EF4-FFF2-40B4-BE49-F238E27FC236}">
                    <a16:creationId xmlns:a16="http://schemas.microsoft.com/office/drawing/2014/main" id="{2617935E-EB63-4ED8-ADA4-4B17C303893E}"/>
                  </a:ext>
                </a:extLst>
              </p:cNvPr>
              <p:cNvSpPr/>
              <p:nvPr/>
            </p:nvSpPr>
            <p:spPr>
              <a:xfrm>
                <a:off x="2891027" y="451866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82" name="object 296">
                <a:extLst>
                  <a:ext uri="{FF2B5EF4-FFF2-40B4-BE49-F238E27FC236}">
                    <a16:creationId xmlns:a16="http://schemas.microsoft.com/office/drawing/2014/main" id="{E8DA62E1-18D8-4E67-9DD9-7A6CBE054DD4}"/>
                  </a:ext>
                </a:extLst>
              </p:cNvPr>
              <p:cNvSpPr/>
              <p:nvPr/>
            </p:nvSpPr>
            <p:spPr>
              <a:xfrm>
                <a:off x="2891027" y="451866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grpSp>
        <p:grpSp>
          <p:nvGrpSpPr>
            <p:cNvPr id="783" name="object 297">
              <a:extLst>
                <a:ext uri="{FF2B5EF4-FFF2-40B4-BE49-F238E27FC236}">
                  <a16:creationId xmlns:a16="http://schemas.microsoft.com/office/drawing/2014/main" id="{A6890E54-71EA-4F3B-AF57-6CF84C60E731}"/>
                </a:ext>
              </a:extLst>
            </p:cNvPr>
            <p:cNvGrpSpPr/>
            <p:nvPr/>
          </p:nvGrpSpPr>
          <p:grpSpPr>
            <a:xfrm>
              <a:off x="4732006" y="4369290"/>
              <a:ext cx="219428" cy="774700"/>
              <a:chOff x="4143502" y="3946907"/>
              <a:chExt cx="197485" cy="697230"/>
            </a:xfrm>
          </p:grpSpPr>
          <p:sp>
            <p:nvSpPr>
              <p:cNvPr id="784" name="object 298">
                <a:extLst>
                  <a:ext uri="{FF2B5EF4-FFF2-40B4-BE49-F238E27FC236}">
                    <a16:creationId xmlns:a16="http://schemas.microsoft.com/office/drawing/2014/main" id="{6113D654-16E1-4BC5-BB95-E6F19381F678}"/>
                  </a:ext>
                </a:extLst>
              </p:cNvPr>
              <p:cNvSpPr/>
              <p:nvPr/>
            </p:nvSpPr>
            <p:spPr>
              <a:xfrm>
                <a:off x="4149852" y="3953257"/>
                <a:ext cx="91440" cy="85342"/>
              </a:xfrm>
              <a:prstGeom prst="rect">
                <a:avLst/>
              </a:prstGeom>
              <a:blipFill>
                <a:blip r:embed="rId43" cstate="print"/>
                <a:stretch>
                  <a:fillRect/>
                </a:stretch>
              </a:blipFill>
            </p:spPr>
            <p:txBody>
              <a:bodyPr wrap="square" lIns="0" tIns="0" rIns="0" bIns="0" rtlCol="0"/>
              <a:lstStyle/>
              <a:p>
                <a:endParaRPr sz="2000"/>
              </a:p>
            </p:txBody>
          </p:sp>
          <p:sp>
            <p:nvSpPr>
              <p:cNvPr id="785" name="object 299">
                <a:extLst>
                  <a:ext uri="{FF2B5EF4-FFF2-40B4-BE49-F238E27FC236}">
                    <a16:creationId xmlns:a16="http://schemas.microsoft.com/office/drawing/2014/main" id="{3046ABB0-4BC4-43A0-A7DB-415BF6376E50}"/>
                  </a:ext>
                </a:extLst>
              </p:cNvPr>
              <p:cNvSpPr/>
              <p:nvPr/>
            </p:nvSpPr>
            <p:spPr>
              <a:xfrm>
                <a:off x="4149852" y="39532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6" name="object 300">
                <a:extLst>
                  <a:ext uri="{FF2B5EF4-FFF2-40B4-BE49-F238E27FC236}">
                    <a16:creationId xmlns:a16="http://schemas.microsoft.com/office/drawing/2014/main" id="{E31AE4E8-0B76-41DE-9707-99FCE0992CDE}"/>
                  </a:ext>
                </a:extLst>
              </p:cNvPr>
              <p:cNvSpPr/>
              <p:nvPr/>
            </p:nvSpPr>
            <p:spPr>
              <a:xfrm>
                <a:off x="4149852" y="4038601"/>
                <a:ext cx="91440" cy="85342"/>
              </a:xfrm>
              <a:prstGeom prst="rect">
                <a:avLst/>
              </a:prstGeom>
              <a:blipFill>
                <a:blip r:embed="rId44" cstate="print"/>
                <a:stretch>
                  <a:fillRect/>
                </a:stretch>
              </a:blipFill>
            </p:spPr>
            <p:txBody>
              <a:bodyPr wrap="square" lIns="0" tIns="0" rIns="0" bIns="0" rtlCol="0"/>
              <a:lstStyle/>
              <a:p>
                <a:endParaRPr sz="2000"/>
              </a:p>
            </p:txBody>
          </p:sp>
          <p:sp>
            <p:nvSpPr>
              <p:cNvPr id="787" name="object 301">
                <a:extLst>
                  <a:ext uri="{FF2B5EF4-FFF2-40B4-BE49-F238E27FC236}">
                    <a16:creationId xmlns:a16="http://schemas.microsoft.com/office/drawing/2014/main" id="{F1243517-7C9A-4E11-BB78-41E2313C423E}"/>
                  </a:ext>
                </a:extLst>
              </p:cNvPr>
              <p:cNvSpPr/>
              <p:nvPr/>
            </p:nvSpPr>
            <p:spPr>
              <a:xfrm>
                <a:off x="4149852" y="403860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8" name="object 302">
                <a:extLst>
                  <a:ext uri="{FF2B5EF4-FFF2-40B4-BE49-F238E27FC236}">
                    <a16:creationId xmlns:a16="http://schemas.microsoft.com/office/drawing/2014/main" id="{E0B4745C-793E-4AE1-9487-272E5670AF14}"/>
                  </a:ext>
                </a:extLst>
              </p:cNvPr>
              <p:cNvSpPr/>
              <p:nvPr/>
            </p:nvSpPr>
            <p:spPr>
              <a:xfrm>
                <a:off x="4149852" y="4123945"/>
                <a:ext cx="91440" cy="85342"/>
              </a:xfrm>
              <a:prstGeom prst="rect">
                <a:avLst/>
              </a:prstGeom>
              <a:blipFill>
                <a:blip r:embed="rId45" cstate="print"/>
                <a:stretch>
                  <a:fillRect/>
                </a:stretch>
              </a:blipFill>
            </p:spPr>
            <p:txBody>
              <a:bodyPr wrap="square" lIns="0" tIns="0" rIns="0" bIns="0" rtlCol="0"/>
              <a:lstStyle/>
              <a:p>
                <a:endParaRPr sz="2000"/>
              </a:p>
            </p:txBody>
          </p:sp>
          <p:sp>
            <p:nvSpPr>
              <p:cNvPr id="789" name="object 303">
                <a:extLst>
                  <a:ext uri="{FF2B5EF4-FFF2-40B4-BE49-F238E27FC236}">
                    <a16:creationId xmlns:a16="http://schemas.microsoft.com/office/drawing/2014/main" id="{FD53CDFF-64E9-4DBB-BE7C-E67EA9E4CE10}"/>
                  </a:ext>
                </a:extLst>
              </p:cNvPr>
              <p:cNvSpPr/>
              <p:nvPr/>
            </p:nvSpPr>
            <p:spPr>
              <a:xfrm>
                <a:off x="4149852" y="412394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0" name="object 304">
                <a:extLst>
                  <a:ext uri="{FF2B5EF4-FFF2-40B4-BE49-F238E27FC236}">
                    <a16:creationId xmlns:a16="http://schemas.microsoft.com/office/drawing/2014/main" id="{AB50F31C-499D-4CCD-AF8A-0ABF77722FF6}"/>
                  </a:ext>
                </a:extLst>
              </p:cNvPr>
              <p:cNvSpPr/>
              <p:nvPr/>
            </p:nvSpPr>
            <p:spPr>
              <a:xfrm>
                <a:off x="4149852" y="4209284"/>
                <a:ext cx="91440" cy="85347"/>
              </a:xfrm>
              <a:prstGeom prst="rect">
                <a:avLst/>
              </a:prstGeom>
              <a:blipFill>
                <a:blip r:embed="rId46" cstate="print"/>
                <a:stretch>
                  <a:fillRect/>
                </a:stretch>
              </a:blipFill>
            </p:spPr>
            <p:txBody>
              <a:bodyPr wrap="square" lIns="0" tIns="0" rIns="0" bIns="0" rtlCol="0"/>
              <a:lstStyle/>
              <a:p>
                <a:endParaRPr sz="2000"/>
              </a:p>
            </p:txBody>
          </p:sp>
          <p:sp>
            <p:nvSpPr>
              <p:cNvPr id="791" name="object 305">
                <a:extLst>
                  <a:ext uri="{FF2B5EF4-FFF2-40B4-BE49-F238E27FC236}">
                    <a16:creationId xmlns:a16="http://schemas.microsoft.com/office/drawing/2014/main" id="{3A61C225-5970-4BD6-B223-C654EE47EE8B}"/>
                  </a:ext>
                </a:extLst>
              </p:cNvPr>
              <p:cNvSpPr/>
              <p:nvPr/>
            </p:nvSpPr>
            <p:spPr>
              <a:xfrm>
                <a:off x="4149852" y="420928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792" name="object 306">
                <a:extLst>
                  <a:ext uri="{FF2B5EF4-FFF2-40B4-BE49-F238E27FC236}">
                    <a16:creationId xmlns:a16="http://schemas.microsoft.com/office/drawing/2014/main" id="{F1BD9608-F638-4711-9F3B-AA765E4A73D4}"/>
                  </a:ext>
                </a:extLst>
              </p:cNvPr>
              <p:cNvSpPr/>
              <p:nvPr/>
            </p:nvSpPr>
            <p:spPr>
              <a:xfrm>
                <a:off x="4149852" y="4294633"/>
                <a:ext cx="91440" cy="85342"/>
              </a:xfrm>
              <a:prstGeom prst="rect">
                <a:avLst/>
              </a:prstGeom>
              <a:blipFill>
                <a:blip r:embed="rId47" cstate="print"/>
                <a:stretch>
                  <a:fillRect/>
                </a:stretch>
              </a:blipFill>
            </p:spPr>
            <p:txBody>
              <a:bodyPr wrap="square" lIns="0" tIns="0" rIns="0" bIns="0" rtlCol="0"/>
              <a:lstStyle/>
              <a:p>
                <a:endParaRPr sz="2000"/>
              </a:p>
            </p:txBody>
          </p:sp>
          <p:sp>
            <p:nvSpPr>
              <p:cNvPr id="793" name="object 307">
                <a:extLst>
                  <a:ext uri="{FF2B5EF4-FFF2-40B4-BE49-F238E27FC236}">
                    <a16:creationId xmlns:a16="http://schemas.microsoft.com/office/drawing/2014/main" id="{E846C169-7C4B-48FE-A4DB-0118EADFD534}"/>
                  </a:ext>
                </a:extLst>
              </p:cNvPr>
              <p:cNvSpPr/>
              <p:nvPr/>
            </p:nvSpPr>
            <p:spPr>
              <a:xfrm>
                <a:off x="4149852" y="42946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4" name="object 308">
                <a:extLst>
                  <a:ext uri="{FF2B5EF4-FFF2-40B4-BE49-F238E27FC236}">
                    <a16:creationId xmlns:a16="http://schemas.microsoft.com/office/drawing/2014/main" id="{FCC9ACAC-D2FA-4930-BE34-934E1863607D}"/>
                  </a:ext>
                </a:extLst>
              </p:cNvPr>
              <p:cNvSpPr/>
              <p:nvPr/>
            </p:nvSpPr>
            <p:spPr>
              <a:xfrm>
                <a:off x="4149852" y="4379977"/>
                <a:ext cx="91440" cy="85342"/>
              </a:xfrm>
              <a:prstGeom prst="rect">
                <a:avLst/>
              </a:prstGeom>
              <a:blipFill>
                <a:blip r:embed="rId48" cstate="print"/>
                <a:stretch>
                  <a:fillRect/>
                </a:stretch>
              </a:blipFill>
            </p:spPr>
            <p:txBody>
              <a:bodyPr wrap="square" lIns="0" tIns="0" rIns="0" bIns="0" rtlCol="0"/>
              <a:lstStyle/>
              <a:p>
                <a:endParaRPr sz="2000"/>
              </a:p>
            </p:txBody>
          </p:sp>
          <p:sp>
            <p:nvSpPr>
              <p:cNvPr id="795" name="object 309">
                <a:extLst>
                  <a:ext uri="{FF2B5EF4-FFF2-40B4-BE49-F238E27FC236}">
                    <a16:creationId xmlns:a16="http://schemas.microsoft.com/office/drawing/2014/main" id="{746D8934-6214-40CB-805D-75463FF9D442}"/>
                  </a:ext>
                </a:extLst>
              </p:cNvPr>
              <p:cNvSpPr/>
              <p:nvPr/>
            </p:nvSpPr>
            <p:spPr>
              <a:xfrm>
                <a:off x="4149852" y="43799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6" name="object 310">
                <a:extLst>
                  <a:ext uri="{FF2B5EF4-FFF2-40B4-BE49-F238E27FC236}">
                    <a16:creationId xmlns:a16="http://schemas.microsoft.com/office/drawing/2014/main" id="{B141FF82-A5BB-4F54-BC0C-23A7707675A2}"/>
                  </a:ext>
                </a:extLst>
              </p:cNvPr>
              <p:cNvSpPr/>
              <p:nvPr/>
            </p:nvSpPr>
            <p:spPr>
              <a:xfrm>
                <a:off x="4149852" y="4465321"/>
                <a:ext cx="91440" cy="85342"/>
              </a:xfrm>
              <a:prstGeom prst="rect">
                <a:avLst/>
              </a:prstGeom>
              <a:blipFill>
                <a:blip r:embed="rId49" cstate="print"/>
                <a:stretch>
                  <a:fillRect/>
                </a:stretch>
              </a:blipFill>
            </p:spPr>
            <p:txBody>
              <a:bodyPr wrap="square" lIns="0" tIns="0" rIns="0" bIns="0" rtlCol="0"/>
              <a:lstStyle/>
              <a:p>
                <a:endParaRPr sz="2000"/>
              </a:p>
            </p:txBody>
          </p:sp>
          <p:sp>
            <p:nvSpPr>
              <p:cNvPr id="797" name="object 311">
                <a:extLst>
                  <a:ext uri="{FF2B5EF4-FFF2-40B4-BE49-F238E27FC236}">
                    <a16:creationId xmlns:a16="http://schemas.microsoft.com/office/drawing/2014/main" id="{995BD370-FC87-4A1E-9D79-5CF93C90D0E4}"/>
                  </a:ext>
                </a:extLst>
              </p:cNvPr>
              <p:cNvSpPr/>
              <p:nvPr/>
            </p:nvSpPr>
            <p:spPr>
              <a:xfrm>
                <a:off x="4149852" y="44653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8" name="object 312">
                <a:extLst>
                  <a:ext uri="{FF2B5EF4-FFF2-40B4-BE49-F238E27FC236}">
                    <a16:creationId xmlns:a16="http://schemas.microsoft.com/office/drawing/2014/main" id="{563016BA-1DA4-47B4-B52A-8BAAA01DA477}"/>
                  </a:ext>
                </a:extLst>
              </p:cNvPr>
              <p:cNvSpPr/>
              <p:nvPr/>
            </p:nvSpPr>
            <p:spPr>
              <a:xfrm>
                <a:off x="4149852" y="4550661"/>
                <a:ext cx="91440" cy="86870"/>
              </a:xfrm>
              <a:prstGeom prst="rect">
                <a:avLst/>
              </a:prstGeom>
              <a:blipFill>
                <a:blip r:embed="rId50" cstate="print"/>
                <a:stretch>
                  <a:fillRect/>
                </a:stretch>
              </a:blipFill>
            </p:spPr>
            <p:txBody>
              <a:bodyPr wrap="square" lIns="0" tIns="0" rIns="0" bIns="0" rtlCol="0"/>
              <a:lstStyle/>
              <a:p>
                <a:endParaRPr sz="2000"/>
              </a:p>
            </p:txBody>
          </p:sp>
          <p:sp>
            <p:nvSpPr>
              <p:cNvPr id="799" name="object 313">
                <a:extLst>
                  <a:ext uri="{FF2B5EF4-FFF2-40B4-BE49-F238E27FC236}">
                    <a16:creationId xmlns:a16="http://schemas.microsoft.com/office/drawing/2014/main" id="{CA9F5D3D-A683-4E5B-AF5A-CB70EF7058B7}"/>
                  </a:ext>
                </a:extLst>
              </p:cNvPr>
              <p:cNvSpPr/>
              <p:nvPr/>
            </p:nvSpPr>
            <p:spPr>
              <a:xfrm>
                <a:off x="4149852" y="45506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800" name="object 314">
                <a:extLst>
                  <a:ext uri="{FF2B5EF4-FFF2-40B4-BE49-F238E27FC236}">
                    <a16:creationId xmlns:a16="http://schemas.microsoft.com/office/drawing/2014/main" id="{33385A59-55F3-4A1B-9A77-9AE34DEC0429}"/>
                  </a:ext>
                </a:extLst>
              </p:cNvPr>
              <p:cNvSpPr/>
              <p:nvPr/>
            </p:nvSpPr>
            <p:spPr>
              <a:xfrm>
                <a:off x="4241292" y="3953257"/>
                <a:ext cx="92962" cy="85342"/>
              </a:xfrm>
              <a:prstGeom prst="rect">
                <a:avLst/>
              </a:prstGeom>
              <a:blipFill>
                <a:blip r:embed="rId51" cstate="print"/>
                <a:stretch>
                  <a:fillRect/>
                </a:stretch>
              </a:blipFill>
            </p:spPr>
            <p:txBody>
              <a:bodyPr wrap="square" lIns="0" tIns="0" rIns="0" bIns="0" rtlCol="0"/>
              <a:lstStyle/>
              <a:p>
                <a:endParaRPr sz="2000"/>
              </a:p>
            </p:txBody>
          </p:sp>
          <p:sp>
            <p:nvSpPr>
              <p:cNvPr id="801" name="object 315">
                <a:extLst>
                  <a:ext uri="{FF2B5EF4-FFF2-40B4-BE49-F238E27FC236}">
                    <a16:creationId xmlns:a16="http://schemas.microsoft.com/office/drawing/2014/main" id="{AB6E5A15-499F-41FC-89C8-04F1394727FE}"/>
                  </a:ext>
                </a:extLst>
              </p:cNvPr>
              <p:cNvSpPr/>
              <p:nvPr/>
            </p:nvSpPr>
            <p:spPr>
              <a:xfrm>
                <a:off x="4241292" y="39532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2" name="object 316">
                <a:extLst>
                  <a:ext uri="{FF2B5EF4-FFF2-40B4-BE49-F238E27FC236}">
                    <a16:creationId xmlns:a16="http://schemas.microsoft.com/office/drawing/2014/main" id="{F891D1D5-F69C-45E1-ACED-E81942A0B468}"/>
                  </a:ext>
                </a:extLst>
              </p:cNvPr>
              <p:cNvSpPr/>
              <p:nvPr/>
            </p:nvSpPr>
            <p:spPr>
              <a:xfrm>
                <a:off x="4241292" y="4038601"/>
                <a:ext cx="92962" cy="85342"/>
              </a:xfrm>
              <a:prstGeom prst="rect">
                <a:avLst/>
              </a:prstGeom>
              <a:blipFill>
                <a:blip r:embed="rId52" cstate="print"/>
                <a:stretch>
                  <a:fillRect/>
                </a:stretch>
              </a:blipFill>
            </p:spPr>
            <p:txBody>
              <a:bodyPr wrap="square" lIns="0" tIns="0" rIns="0" bIns="0" rtlCol="0"/>
              <a:lstStyle/>
              <a:p>
                <a:endParaRPr sz="2000"/>
              </a:p>
            </p:txBody>
          </p:sp>
          <p:sp>
            <p:nvSpPr>
              <p:cNvPr id="803" name="object 317">
                <a:extLst>
                  <a:ext uri="{FF2B5EF4-FFF2-40B4-BE49-F238E27FC236}">
                    <a16:creationId xmlns:a16="http://schemas.microsoft.com/office/drawing/2014/main" id="{525C23E7-64E1-4ACD-8B55-7D82F0A54614}"/>
                  </a:ext>
                </a:extLst>
              </p:cNvPr>
              <p:cNvSpPr/>
              <p:nvPr/>
            </p:nvSpPr>
            <p:spPr>
              <a:xfrm>
                <a:off x="4241292" y="40386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4" name="object 318">
                <a:extLst>
                  <a:ext uri="{FF2B5EF4-FFF2-40B4-BE49-F238E27FC236}">
                    <a16:creationId xmlns:a16="http://schemas.microsoft.com/office/drawing/2014/main" id="{54CFB682-B5A5-4FB7-AA21-6C8EAA2D0E4C}"/>
                  </a:ext>
                </a:extLst>
              </p:cNvPr>
              <p:cNvSpPr/>
              <p:nvPr/>
            </p:nvSpPr>
            <p:spPr>
              <a:xfrm>
                <a:off x="4241292" y="4123945"/>
                <a:ext cx="92962" cy="85342"/>
              </a:xfrm>
              <a:prstGeom prst="rect">
                <a:avLst/>
              </a:prstGeom>
              <a:blipFill>
                <a:blip r:embed="rId53" cstate="print"/>
                <a:stretch>
                  <a:fillRect/>
                </a:stretch>
              </a:blipFill>
            </p:spPr>
            <p:txBody>
              <a:bodyPr wrap="square" lIns="0" tIns="0" rIns="0" bIns="0" rtlCol="0"/>
              <a:lstStyle/>
              <a:p>
                <a:endParaRPr sz="2000"/>
              </a:p>
            </p:txBody>
          </p:sp>
          <p:sp>
            <p:nvSpPr>
              <p:cNvPr id="805" name="object 319">
                <a:extLst>
                  <a:ext uri="{FF2B5EF4-FFF2-40B4-BE49-F238E27FC236}">
                    <a16:creationId xmlns:a16="http://schemas.microsoft.com/office/drawing/2014/main" id="{1E27ED55-09E6-471D-9754-927582A09CA2}"/>
                  </a:ext>
                </a:extLst>
              </p:cNvPr>
              <p:cNvSpPr/>
              <p:nvPr/>
            </p:nvSpPr>
            <p:spPr>
              <a:xfrm>
                <a:off x="4241292" y="412394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6" name="object 320">
                <a:extLst>
                  <a:ext uri="{FF2B5EF4-FFF2-40B4-BE49-F238E27FC236}">
                    <a16:creationId xmlns:a16="http://schemas.microsoft.com/office/drawing/2014/main" id="{A12105C8-1F13-4FDF-ADD7-192C3340F5EE}"/>
                  </a:ext>
                </a:extLst>
              </p:cNvPr>
              <p:cNvSpPr/>
              <p:nvPr/>
            </p:nvSpPr>
            <p:spPr>
              <a:xfrm>
                <a:off x="4241292" y="4209284"/>
                <a:ext cx="92962" cy="85347"/>
              </a:xfrm>
              <a:prstGeom prst="rect">
                <a:avLst/>
              </a:prstGeom>
              <a:blipFill>
                <a:blip r:embed="rId54" cstate="print"/>
                <a:stretch>
                  <a:fillRect/>
                </a:stretch>
              </a:blipFill>
            </p:spPr>
            <p:txBody>
              <a:bodyPr wrap="square" lIns="0" tIns="0" rIns="0" bIns="0" rtlCol="0"/>
              <a:lstStyle/>
              <a:p>
                <a:endParaRPr sz="2000"/>
              </a:p>
            </p:txBody>
          </p:sp>
          <p:sp>
            <p:nvSpPr>
              <p:cNvPr id="807" name="object 321">
                <a:extLst>
                  <a:ext uri="{FF2B5EF4-FFF2-40B4-BE49-F238E27FC236}">
                    <a16:creationId xmlns:a16="http://schemas.microsoft.com/office/drawing/2014/main" id="{E4310CCE-6EE3-449E-8483-2CCACE87D7B9}"/>
                  </a:ext>
                </a:extLst>
              </p:cNvPr>
              <p:cNvSpPr/>
              <p:nvPr/>
            </p:nvSpPr>
            <p:spPr>
              <a:xfrm>
                <a:off x="4241292" y="42092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08" name="object 322">
                <a:extLst>
                  <a:ext uri="{FF2B5EF4-FFF2-40B4-BE49-F238E27FC236}">
                    <a16:creationId xmlns:a16="http://schemas.microsoft.com/office/drawing/2014/main" id="{6616425B-5236-467B-81BF-3A0CC7645EA6}"/>
                  </a:ext>
                </a:extLst>
              </p:cNvPr>
              <p:cNvSpPr/>
              <p:nvPr/>
            </p:nvSpPr>
            <p:spPr>
              <a:xfrm>
                <a:off x="4241292" y="4294633"/>
                <a:ext cx="92962" cy="85342"/>
              </a:xfrm>
              <a:prstGeom prst="rect">
                <a:avLst/>
              </a:prstGeom>
              <a:blipFill>
                <a:blip r:embed="rId55" cstate="print"/>
                <a:stretch>
                  <a:fillRect/>
                </a:stretch>
              </a:blipFill>
            </p:spPr>
            <p:txBody>
              <a:bodyPr wrap="square" lIns="0" tIns="0" rIns="0" bIns="0" rtlCol="0"/>
              <a:lstStyle/>
              <a:p>
                <a:endParaRPr sz="2000"/>
              </a:p>
            </p:txBody>
          </p:sp>
          <p:sp>
            <p:nvSpPr>
              <p:cNvPr id="809" name="object 323">
                <a:extLst>
                  <a:ext uri="{FF2B5EF4-FFF2-40B4-BE49-F238E27FC236}">
                    <a16:creationId xmlns:a16="http://schemas.microsoft.com/office/drawing/2014/main" id="{AC8EA31D-065F-4F6E-8404-6BECC0F62EC6}"/>
                  </a:ext>
                </a:extLst>
              </p:cNvPr>
              <p:cNvSpPr/>
              <p:nvPr/>
            </p:nvSpPr>
            <p:spPr>
              <a:xfrm>
                <a:off x="4241292" y="42946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0" name="object 324">
                <a:extLst>
                  <a:ext uri="{FF2B5EF4-FFF2-40B4-BE49-F238E27FC236}">
                    <a16:creationId xmlns:a16="http://schemas.microsoft.com/office/drawing/2014/main" id="{7AF428A4-21E7-428C-A05B-73CA893BFAA8}"/>
                  </a:ext>
                </a:extLst>
              </p:cNvPr>
              <p:cNvSpPr/>
              <p:nvPr/>
            </p:nvSpPr>
            <p:spPr>
              <a:xfrm>
                <a:off x="4241292" y="4379977"/>
                <a:ext cx="92962" cy="85342"/>
              </a:xfrm>
              <a:prstGeom prst="rect">
                <a:avLst/>
              </a:prstGeom>
              <a:blipFill>
                <a:blip r:embed="rId56" cstate="print"/>
                <a:stretch>
                  <a:fillRect/>
                </a:stretch>
              </a:blipFill>
            </p:spPr>
            <p:txBody>
              <a:bodyPr wrap="square" lIns="0" tIns="0" rIns="0" bIns="0" rtlCol="0"/>
              <a:lstStyle/>
              <a:p>
                <a:endParaRPr sz="2000"/>
              </a:p>
            </p:txBody>
          </p:sp>
          <p:sp>
            <p:nvSpPr>
              <p:cNvPr id="811" name="object 325">
                <a:extLst>
                  <a:ext uri="{FF2B5EF4-FFF2-40B4-BE49-F238E27FC236}">
                    <a16:creationId xmlns:a16="http://schemas.microsoft.com/office/drawing/2014/main" id="{6DEA6954-E7AC-408C-BFBD-022228F40B68}"/>
                  </a:ext>
                </a:extLst>
              </p:cNvPr>
              <p:cNvSpPr/>
              <p:nvPr/>
            </p:nvSpPr>
            <p:spPr>
              <a:xfrm>
                <a:off x="4241292" y="43799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2" name="object 326">
                <a:extLst>
                  <a:ext uri="{FF2B5EF4-FFF2-40B4-BE49-F238E27FC236}">
                    <a16:creationId xmlns:a16="http://schemas.microsoft.com/office/drawing/2014/main" id="{2EB68C2C-3DC8-4D5F-B399-39FD3770812F}"/>
                  </a:ext>
                </a:extLst>
              </p:cNvPr>
              <p:cNvSpPr/>
              <p:nvPr/>
            </p:nvSpPr>
            <p:spPr>
              <a:xfrm>
                <a:off x="4241292" y="4465321"/>
                <a:ext cx="92962" cy="85342"/>
              </a:xfrm>
              <a:prstGeom prst="rect">
                <a:avLst/>
              </a:prstGeom>
              <a:blipFill>
                <a:blip r:embed="rId57" cstate="print"/>
                <a:stretch>
                  <a:fillRect/>
                </a:stretch>
              </a:blipFill>
            </p:spPr>
            <p:txBody>
              <a:bodyPr wrap="square" lIns="0" tIns="0" rIns="0" bIns="0" rtlCol="0"/>
              <a:lstStyle/>
              <a:p>
                <a:endParaRPr sz="2000"/>
              </a:p>
            </p:txBody>
          </p:sp>
          <p:sp>
            <p:nvSpPr>
              <p:cNvPr id="813" name="object 327">
                <a:extLst>
                  <a:ext uri="{FF2B5EF4-FFF2-40B4-BE49-F238E27FC236}">
                    <a16:creationId xmlns:a16="http://schemas.microsoft.com/office/drawing/2014/main" id="{B66764E2-6EB5-460A-B3BD-31DF35E6EFC2}"/>
                  </a:ext>
                </a:extLst>
              </p:cNvPr>
              <p:cNvSpPr/>
              <p:nvPr/>
            </p:nvSpPr>
            <p:spPr>
              <a:xfrm>
                <a:off x="4241292" y="44653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4" name="object 328">
                <a:extLst>
                  <a:ext uri="{FF2B5EF4-FFF2-40B4-BE49-F238E27FC236}">
                    <a16:creationId xmlns:a16="http://schemas.microsoft.com/office/drawing/2014/main" id="{36A40B83-61BE-4AD3-BE88-C0E2687346DF}"/>
                  </a:ext>
                </a:extLst>
              </p:cNvPr>
              <p:cNvSpPr/>
              <p:nvPr/>
            </p:nvSpPr>
            <p:spPr>
              <a:xfrm>
                <a:off x="4241292" y="4550661"/>
                <a:ext cx="92962" cy="86870"/>
              </a:xfrm>
              <a:prstGeom prst="rect">
                <a:avLst/>
              </a:prstGeom>
              <a:blipFill>
                <a:blip r:embed="rId58" cstate="print"/>
                <a:stretch>
                  <a:fillRect/>
                </a:stretch>
              </a:blipFill>
            </p:spPr>
            <p:txBody>
              <a:bodyPr wrap="square" lIns="0" tIns="0" rIns="0" bIns="0" rtlCol="0"/>
              <a:lstStyle/>
              <a:p>
                <a:endParaRPr sz="2000"/>
              </a:p>
            </p:txBody>
          </p:sp>
          <p:sp>
            <p:nvSpPr>
              <p:cNvPr id="815" name="object 329">
                <a:extLst>
                  <a:ext uri="{FF2B5EF4-FFF2-40B4-BE49-F238E27FC236}">
                    <a16:creationId xmlns:a16="http://schemas.microsoft.com/office/drawing/2014/main" id="{0A36E0AC-F250-4A86-9B22-4A1965EAE256}"/>
                  </a:ext>
                </a:extLst>
              </p:cNvPr>
              <p:cNvSpPr/>
              <p:nvPr/>
            </p:nvSpPr>
            <p:spPr>
              <a:xfrm>
                <a:off x="4241292" y="4550661"/>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grpSp>
        <p:grpSp>
          <p:nvGrpSpPr>
            <p:cNvPr id="816" name="object 330">
              <a:extLst>
                <a:ext uri="{FF2B5EF4-FFF2-40B4-BE49-F238E27FC236}">
                  <a16:creationId xmlns:a16="http://schemas.microsoft.com/office/drawing/2014/main" id="{1852AE2E-30FF-4B9D-BD15-8B2915C2AF91}"/>
                </a:ext>
              </a:extLst>
            </p:cNvPr>
            <p:cNvGrpSpPr/>
            <p:nvPr/>
          </p:nvGrpSpPr>
          <p:grpSpPr>
            <a:xfrm>
              <a:off x="4093618" y="4392997"/>
              <a:ext cx="219428" cy="393700"/>
              <a:chOff x="3568953" y="3968243"/>
              <a:chExt cx="197485" cy="354330"/>
            </a:xfrm>
          </p:grpSpPr>
          <p:sp>
            <p:nvSpPr>
              <p:cNvPr id="817" name="object 331">
                <a:extLst>
                  <a:ext uri="{FF2B5EF4-FFF2-40B4-BE49-F238E27FC236}">
                    <a16:creationId xmlns:a16="http://schemas.microsoft.com/office/drawing/2014/main" id="{1D1D0735-19A7-4E57-8167-7FB0818341ED}"/>
                  </a:ext>
                </a:extLst>
              </p:cNvPr>
              <p:cNvSpPr/>
              <p:nvPr/>
            </p:nvSpPr>
            <p:spPr>
              <a:xfrm>
                <a:off x="3575303" y="3974593"/>
                <a:ext cx="91440" cy="85342"/>
              </a:xfrm>
              <a:prstGeom prst="rect">
                <a:avLst/>
              </a:prstGeom>
              <a:blipFill>
                <a:blip r:embed="rId59" cstate="print"/>
                <a:stretch>
                  <a:fillRect/>
                </a:stretch>
              </a:blipFill>
            </p:spPr>
            <p:txBody>
              <a:bodyPr wrap="square" lIns="0" tIns="0" rIns="0" bIns="0" rtlCol="0"/>
              <a:lstStyle/>
              <a:p>
                <a:endParaRPr sz="2000"/>
              </a:p>
            </p:txBody>
          </p:sp>
          <p:sp>
            <p:nvSpPr>
              <p:cNvPr id="818" name="object 332">
                <a:extLst>
                  <a:ext uri="{FF2B5EF4-FFF2-40B4-BE49-F238E27FC236}">
                    <a16:creationId xmlns:a16="http://schemas.microsoft.com/office/drawing/2014/main" id="{1EE4BB3D-8B1A-484C-B28D-D318CD34CBE1}"/>
                  </a:ext>
                </a:extLst>
              </p:cNvPr>
              <p:cNvSpPr/>
              <p:nvPr/>
            </p:nvSpPr>
            <p:spPr>
              <a:xfrm>
                <a:off x="3575303" y="39745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9" name="object 333">
                <a:extLst>
                  <a:ext uri="{FF2B5EF4-FFF2-40B4-BE49-F238E27FC236}">
                    <a16:creationId xmlns:a16="http://schemas.microsoft.com/office/drawing/2014/main" id="{A8954B1C-AD9A-4894-9603-64AC433B9723}"/>
                  </a:ext>
                </a:extLst>
              </p:cNvPr>
              <p:cNvSpPr/>
              <p:nvPr/>
            </p:nvSpPr>
            <p:spPr>
              <a:xfrm>
                <a:off x="3575303" y="4059937"/>
                <a:ext cx="91440" cy="85342"/>
              </a:xfrm>
              <a:prstGeom prst="rect">
                <a:avLst/>
              </a:prstGeom>
              <a:blipFill>
                <a:blip r:embed="rId60" cstate="print"/>
                <a:stretch>
                  <a:fillRect/>
                </a:stretch>
              </a:blipFill>
            </p:spPr>
            <p:txBody>
              <a:bodyPr wrap="square" lIns="0" tIns="0" rIns="0" bIns="0" rtlCol="0"/>
              <a:lstStyle/>
              <a:p>
                <a:endParaRPr sz="2000"/>
              </a:p>
            </p:txBody>
          </p:sp>
          <p:sp>
            <p:nvSpPr>
              <p:cNvPr id="820" name="object 334">
                <a:extLst>
                  <a:ext uri="{FF2B5EF4-FFF2-40B4-BE49-F238E27FC236}">
                    <a16:creationId xmlns:a16="http://schemas.microsoft.com/office/drawing/2014/main" id="{4D0CB639-D1E7-48DD-A8C5-51313214E571}"/>
                  </a:ext>
                </a:extLst>
              </p:cNvPr>
              <p:cNvSpPr/>
              <p:nvPr/>
            </p:nvSpPr>
            <p:spPr>
              <a:xfrm>
                <a:off x="3575303" y="40599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1" name="object 335">
                <a:extLst>
                  <a:ext uri="{FF2B5EF4-FFF2-40B4-BE49-F238E27FC236}">
                    <a16:creationId xmlns:a16="http://schemas.microsoft.com/office/drawing/2014/main" id="{E942755F-BC1B-4FFC-ACC6-F781B528EB40}"/>
                  </a:ext>
                </a:extLst>
              </p:cNvPr>
              <p:cNvSpPr/>
              <p:nvPr/>
            </p:nvSpPr>
            <p:spPr>
              <a:xfrm>
                <a:off x="3575303" y="4145281"/>
                <a:ext cx="91440" cy="85342"/>
              </a:xfrm>
              <a:prstGeom prst="rect">
                <a:avLst/>
              </a:prstGeom>
              <a:blipFill>
                <a:blip r:embed="rId61" cstate="print"/>
                <a:stretch>
                  <a:fillRect/>
                </a:stretch>
              </a:blipFill>
            </p:spPr>
            <p:txBody>
              <a:bodyPr wrap="square" lIns="0" tIns="0" rIns="0" bIns="0" rtlCol="0"/>
              <a:lstStyle/>
              <a:p>
                <a:endParaRPr sz="2000"/>
              </a:p>
            </p:txBody>
          </p:sp>
          <p:sp>
            <p:nvSpPr>
              <p:cNvPr id="822" name="object 336">
                <a:extLst>
                  <a:ext uri="{FF2B5EF4-FFF2-40B4-BE49-F238E27FC236}">
                    <a16:creationId xmlns:a16="http://schemas.microsoft.com/office/drawing/2014/main" id="{182D3808-3302-400F-B953-B62B40C7FD51}"/>
                  </a:ext>
                </a:extLst>
              </p:cNvPr>
              <p:cNvSpPr/>
              <p:nvPr/>
            </p:nvSpPr>
            <p:spPr>
              <a:xfrm>
                <a:off x="3575303" y="41452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3" name="object 337">
                <a:extLst>
                  <a:ext uri="{FF2B5EF4-FFF2-40B4-BE49-F238E27FC236}">
                    <a16:creationId xmlns:a16="http://schemas.microsoft.com/office/drawing/2014/main" id="{D40A6F03-C713-4DBF-A7A9-DC2A20DCB676}"/>
                  </a:ext>
                </a:extLst>
              </p:cNvPr>
              <p:cNvSpPr/>
              <p:nvPr/>
            </p:nvSpPr>
            <p:spPr>
              <a:xfrm>
                <a:off x="3575303" y="4230625"/>
                <a:ext cx="91440" cy="85342"/>
              </a:xfrm>
              <a:prstGeom prst="rect">
                <a:avLst/>
              </a:prstGeom>
              <a:blipFill>
                <a:blip r:embed="rId62" cstate="print"/>
                <a:stretch>
                  <a:fillRect/>
                </a:stretch>
              </a:blipFill>
            </p:spPr>
            <p:txBody>
              <a:bodyPr wrap="square" lIns="0" tIns="0" rIns="0" bIns="0" rtlCol="0"/>
              <a:lstStyle/>
              <a:p>
                <a:endParaRPr sz="2000"/>
              </a:p>
            </p:txBody>
          </p:sp>
          <p:sp>
            <p:nvSpPr>
              <p:cNvPr id="824" name="object 338">
                <a:extLst>
                  <a:ext uri="{FF2B5EF4-FFF2-40B4-BE49-F238E27FC236}">
                    <a16:creationId xmlns:a16="http://schemas.microsoft.com/office/drawing/2014/main" id="{EF76835F-CAD2-43F5-BC1F-BC8BED9D425C}"/>
                  </a:ext>
                </a:extLst>
              </p:cNvPr>
              <p:cNvSpPr/>
              <p:nvPr/>
            </p:nvSpPr>
            <p:spPr>
              <a:xfrm>
                <a:off x="3575303" y="42306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5" name="object 339">
                <a:extLst>
                  <a:ext uri="{FF2B5EF4-FFF2-40B4-BE49-F238E27FC236}">
                    <a16:creationId xmlns:a16="http://schemas.microsoft.com/office/drawing/2014/main" id="{3EC027B2-5B2F-455B-AB44-1F8DF6F675CC}"/>
                  </a:ext>
                </a:extLst>
              </p:cNvPr>
              <p:cNvSpPr/>
              <p:nvPr/>
            </p:nvSpPr>
            <p:spPr>
              <a:xfrm>
                <a:off x="3666743" y="3974593"/>
                <a:ext cx="92962" cy="85342"/>
              </a:xfrm>
              <a:prstGeom prst="rect">
                <a:avLst/>
              </a:prstGeom>
              <a:blipFill>
                <a:blip r:embed="rId63" cstate="print"/>
                <a:stretch>
                  <a:fillRect/>
                </a:stretch>
              </a:blipFill>
            </p:spPr>
            <p:txBody>
              <a:bodyPr wrap="square" lIns="0" tIns="0" rIns="0" bIns="0" rtlCol="0"/>
              <a:lstStyle/>
              <a:p>
                <a:endParaRPr sz="2000"/>
              </a:p>
            </p:txBody>
          </p:sp>
          <p:sp>
            <p:nvSpPr>
              <p:cNvPr id="826" name="object 340">
                <a:extLst>
                  <a:ext uri="{FF2B5EF4-FFF2-40B4-BE49-F238E27FC236}">
                    <a16:creationId xmlns:a16="http://schemas.microsoft.com/office/drawing/2014/main" id="{9B4BC980-FFEE-4DF4-A31A-1DEDF368FFD9}"/>
                  </a:ext>
                </a:extLst>
              </p:cNvPr>
              <p:cNvSpPr/>
              <p:nvPr/>
            </p:nvSpPr>
            <p:spPr>
              <a:xfrm>
                <a:off x="3666743" y="397459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7" name="object 341">
                <a:extLst>
                  <a:ext uri="{FF2B5EF4-FFF2-40B4-BE49-F238E27FC236}">
                    <a16:creationId xmlns:a16="http://schemas.microsoft.com/office/drawing/2014/main" id="{C004BBEB-7828-482E-873F-FFC0948B7120}"/>
                  </a:ext>
                </a:extLst>
              </p:cNvPr>
              <p:cNvSpPr/>
              <p:nvPr/>
            </p:nvSpPr>
            <p:spPr>
              <a:xfrm>
                <a:off x="3666743" y="4059937"/>
                <a:ext cx="92962" cy="85342"/>
              </a:xfrm>
              <a:prstGeom prst="rect">
                <a:avLst/>
              </a:prstGeom>
              <a:blipFill>
                <a:blip r:embed="rId64" cstate="print"/>
                <a:stretch>
                  <a:fillRect/>
                </a:stretch>
              </a:blipFill>
            </p:spPr>
            <p:txBody>
              <a:bodyPr wrap="square" lIns="0" tIns="0" rIns="0" bIns="0" rtlCol="0"/>
              <a:lstStyle/>
              <a:p>
                <a:endParaRPr sz="2000"/>
              </a:p>
            </p:txBody>
          </p:sp>
          <p:sp>
            <p:nvSpPr>
              <p:cNvPr id="828" name="object 342">
                <a:extLst>
                  <a:ext uri="{FF2B5EF4-FFF2-40B4-BE49-F238E27FC236}">
                    <a16:creationId xmlns:a16="http://schemas.microsoft.com/office/drawing/2014/main" id="{4C69AFCB-2463-4542-BC81-258CB2C44F13}"/>
                  </a:ext>
                </a:extLst>
              </p:cNvPr>
              <p:cNvSpPr/>
              <p:nvPr/>
            </p:nvSpPr>
            <p:spPr>
              <a:xfrm>
                <a:off x="3666743" y="405993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9" name="object 343">
                <a:extLst>
                  <a:ext uri="{FF2B5EF4-FFF2-40B4-BE49-F238E27FC236}">
                    <a16:creationId xmlns:a16="http://schemas.microsoft.com/office/drawing/2014/main" id="{F30EB7E1-D3F6-47C7-BDED-3A1547E8C667}"/>
                  </a:ext>
                </a:extLst>
              </p:cNvPr>
              <p:cNvSpPr/>
              <p:nvPr/>
            </p:nvSpPr>
            <p:spPr>
              <a:xfrm>
                <a:off x="3666743" y="4145281"/>
                <a:ext cx="92962" cy="85342"/>
              </a:xfrm>
              <a:prstGeom prst="rect">
                <a:avLst/>
              </a:prstGeom>
              <a:blipFill>
                <a:blip r:embed="rId65" cstate="print"/>
                <a:stretch>
                  <a:fillRect/>
                </a:stretch>
              </a:blipFill>
            </p:spPr>
            <p:txBody>
              <a:bodyPr wrap="square" lIns="0" tIns="0" rIns="0" bIns="0" rtlCol="0"/>
              <a:lstStyle/>
              <a:p>
                <a:endParaRPr sz="2000"/>
              </a:p>
            </p:txBody>
          </p:sp>
          <p:sp>
            <p:nvSpPr>
              <p:cNvPr id="830" name="object 344">
                <a:extLst>
                  <a:ext uri="{FF2B5EF4-FFF2-40B4-BE49-F238E27FC236}">
                    <a16:creationId xmlns:a16="http://schemas.microsoft.com/office/drawing/2014/main" id="{EA67AA75-4C0A-4414-B7E0-222EF3286BC7}"/>
                  </a:ext>
                </a:extLst>
              </p:cNvPr>
              <p:cNvSpPr/>
              <p:nvPr/>
            </p:nvSpPr>
            <p:spPr>
              <a:xfrm>
                <a:off x="3666743" y="414528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31" name="object 345">
                <a:extLst>
                  <a:ext uri="{FF2B5EF4-FFF2-40B4-BE49-F238E27FC236}">
                    <a16:creationId xmlns:a16="http://schemas.microsoft.com/office/drawing/2014/main" id="{6B30D367-CF9A-47B5-9C9C-63322247DC41}"/>
                  </a:ext>
                </a:extLst>
              </p:cNvPr>
              <p:cNvSpPr/>
              <p:nvPr/>
            </p:nvSpPr>
            <p:spPr>
              <a:xfrm>
                <a:off x="3666743" y="4230625"/>
                <a:ext cx="92962" cy="85342"/>
              </a:xfrm>
              <a:prstGeom prst="rect">
                <a:avLst/>
              </a:prstGeom>
              <a:blipFill>
                <a:blip r:embed="rId66" cstate="print"/>
                <a:stretch>
                  <a:fillRect/>
                </a:stretch>
              </a:blipFill>
            </p:spPr>
            <p:txBody>
              <a:bodyPr wrap="square" lIns="0" tIns="0" rIns="0" bIns="0" rtlCol="0"/>
              <a:lstStyle/>
              <a:p>
                <a:endParaRPr sz="2000"/>
              </a:p>
            </p:txBody>
          </p:sp>
          <p:sp>
            <p:nvSpPr>
              <p:cNvPr id="832" name="object 346">
                <a:extLst>
                  <a:ext uri="{FF2B5EF4-FFF2-40B4-BE49-F238E27FC236}">
                    <a16:creationId xmlns:a16="http://schemas.microsoft.com/office/drawing/2014/main" id="{459B9DBF-1FE3-4BC8-81B4-77D250442F55}"/>
                  </a:ext>
                </a:extLst>
              </p:cNvPr>
              <p:cNvSpPr/>
              <p:nvPr/>
            </p:nvSpPr>
            <p:spPr>
              <a:xfrm>
                <a:off x="3666743" y="423062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833" name="object 347">
              <a:extLst>
                <a:ext uri="{FF2B5EF4-FFF2-40B4-BE49-F238E27FC236}">
                  <a16:creationId xmlns:a16="http://schemas.microsoft.com/office/drawing/2014/main" id="{28274609-B818-4316-999E-F6C2B778BA28}"/>
                </a:ext>
              </a:extLst>
            </p:cNvPr>
            <p:cNvSpPr txBox="1"/>
            <p:nvPr/>
          </p:nvSpPr>
          <p:spPr>
            <a:xfrm>
              <a:off x="4729748" y="4062514"/>
              <a:ext cx="270933"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dX</a:t>
              </a:r>
              <a:endParaRPr sz="1556">
                <a:latin typeface="Arial"/>
                <a:cs typeface="Arial"/>
              </a:endParaRPr>
            </a:p>
          </p:txBody>
        </p:sp>
        <p:sp>
          <p:nvSpPr>
            <p:cNvPr id="834" name="object 348">
              <a:extLst>
                <a:ext uri="{FF2B5EF4-FFF2-40B4-BE49-F238E27FC236}">
                  <a16:creationId xmlns:a16="http://schemas.microsoft.com/office/drawing/2014/main" id="{3AB2C1A2-BCE5-4787-B85B-B9C140E2A0D7}"/>
                </a:ext>
              </a:extLst>
            </p:cNvPr>
            <p:cNvSpPr txBox="1"/>
            <p:nvPr/>
          </p:nvSpPr>
          <p:spPr>
            <a:xfrm>
              <a:off x="4077813" y="4070700"/>
              <a:ext cx="270933"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dY</a:t>
              </a:r>
              <a:endParaRPr sz="1556">
                <a:latin typeface="Arial"/>
                <a:cs typeface="Arial"/>
              </a:endParaRPr>
            </a:p>
          </p:txBody>
        </p:sp>
        <p:sp>
          <p:nvSpPr>
            <p:cNvPr id="835" name="object 349">
              <a:extLst>
                <a:ext uri="{FF2B5EF4-FFF2-40B4-BE49-F238E27FC236}">
                  <a16:creationId xmlns:a16="http://schemas.microsoft.com/office/drawing/2014/main" id="{E1079AD0-33C0-4D92-A998-7F221272BAB7}"/>
                </a:ext>
              </a:extLst>
            </p:cNvPr>
            <p:cNvSpPr txBox="1"/>
            <p:nvPr/>
          </p:nvSpPr>
          <p:spPr>
            <a:xfrm>
              <a:off x="3372257" y="4036832"/>
              <a:ext cx="383822" cy="253610"/>
            </a:xfrm>
            <a:prstGeom prst="rect">
              <a:avLst/>
            </a:prstGeom>
          </p:spPr>
          <p:txBody>
            <a:bodyPr vert="horz" wrap="square" lIns="0" tIns="14111" rIns="0" bIns="0" rtlCol="0">
              <a:spAutoFit/>
            </a:bodyPr>
            <a:lstStyle/>
            <a:p>
              <a:pPr marL="42333">
                <a:spcBef>
                  <a:spcPts val="111"/>
                </a:spcBef>
              </a:pPr>
              <a:r>
                <a:rPr sz="2333" i="1" baseline="-15873" dirty="0">
                  <a:latin typeface="Arial"/>
                  <a:cs typeface="Arial"/>
                </a:rPr>
                <a:t>W</a:t>
              </a:r>
              <a:r>
                <a:rPr sz="2333" i="1" spc="-350" baseline="-15873" dirty="0">
                  <a:latin typeface="Arial"/>
                  <a:cs typeface="Arial"/>
                </a:rPr>
                <a:t> </a:t>
              </a:r>
              <a:r>
                <a:rPr sz="1000" spc="22" dirty="0">
                  <a:latin typeface="Arial"/>
                  <a:cs typeface="Arial"/>
                </a:rPr>
                <a:t>T</a:t>
              </a:r>
              <a:endParaRPr sz="1000">
                <a:latin typeface="Arial"/>
                <a:cs typeface="Arial"/>
              </a:endParaRPr>
            </a:p>
          </p:txBody>
        </p:sp>
        <p:sp>
          <p:nvSpPr>
            <p:cNvPr id="836" name="object 350">
              <a:extLst>
                <a:ext uri="{FF2B5EF4-FFF2-40B4-BE49-F238E27FC236}">
                  <a16:creationId xmlns:a16="http://schemas.microsoft.com/office/drawing/2014/main" id="{5A47198B-6982-4E82-8259-7AC145B171CD}"/>
                </a:ext>
              </a:extLst>
            </p:cNvPr>
            <p:cNvSpPr txBox="1"/>
            <p:nvPr/>
          </p:nvSpPr>
          <p:spPr>
            <a:xfrm>
              <a:off x="526500" y="4389043"/>
              <a:ext cx="1956494" cy="506691"/>
            </a:xfrm>
            <a:prstGeom prst="rect">
              <a:avLst/>
            </a:prstGeom>
          </p:spPr>
          <p:txBody>
            <a:bodyPr vert="horz" wrap="square" lIns="0" tIns="14111" rIns="0" bIns="0" rtlCol="0">
              <a:spAutoFit/>
            </a:bodyPr>
            <a:lstStyle/>
            <a:p>
              <a:pPr marL="14111">
                <a:spcBef>
                  <a:spcPts val="111"/>
                </a:spcBef>
              </a:pPr>
              <a:r>
                <a:rPr lang="en-US" sz="1600" b="1" dirty="0">
                  <a:solidFill>
                    <a:srgbClr val="0070C0"/>
                  </a:solidFill>
                  <a:latin typeface="Arial"/>
                  <a:cs typeface="Arial"/>
                </a:rPr>
                <a:t>2, </a:t>
              </a:r>
              <a:r>
                <a:rPr sz="1600" b="1" dirty="0">
                  <a:solidFill>
                    <a:srgbClr val="0070C0"/>
                  </a:solidFill>
                  <a:latin typeface="Arial"/>
                  <a:cs typeface="Arial"/>
                </a:rPr>
                <a:t>Backward</a:t>
              </a:r>
              <a:r>
                <a:rPr sz="1600" b="1" spc="-72" dirty="0">
                  <a:solidFill>
                    <a:srgbClr val="0070C0"/>
                  </a:solidFill>
                  <a:latin typeface="Arial"/>
                  <a:cs typeface="Arial"/>
                </a:rPr>
                <a:t> </a:t>
              </a:r>
              <a:r>
                <a:rPr sz="1600" b="1" dirty="0">
                  <a:solidFill>
                    <a:srgbClr val="0070C0"/>
                  </a:solidFill>
                  <a:latin typeface="Arial"/>
                  <a:cs typeface="Arial"/>
                </a:rPr>
                <a:t>Pass:</a:t>
              </a:r>
              <a:endParaRPr sz="1600" dirty="0">
                <a:solidFill>
                  <a:srgbClr val="0070C0"/>
                </a:solidFill>
                <a:latin typeface="Arial"/>
                <a:cs typeface="Arial"/>
              </a:endParaRPr>
            </a:p>
            <a:p>
              <a:pPr marL="14111">
                <a:spcBef>
                  <a:spcPts val="6"/>
                </a:spcBef>
              </a:pPr>
              <a:r>
                <a:rPr sz="1600" spc="-6" dirty="0">
                  <a:solidFill>
                    <a:srgbClr val="0070C0"/>
                  </a:solidFill>
                  <a:latin typeface="Arial"/>
                  <a:cs typeface="Arial"/>
                </a:rPr>
                <a:t>activation</a:t>
              </a:r>
              <a:r>
                <a:rPr sz="1600" spc="-67" dirty="0">
                  <a:solidFill>
                    <a:srgbClr val="0070C0"/>
                  </a:solidFill>
                  <a:latin typeface="Arial"/>
                  <a:cs typeface="Arial"/>
                </a:rPr>
                <a:t> </a:t>
              </a:r>
              <a:r>
                <a:rPr sz="1600" dirty="0">
                  <a:solidFill>
                    <a:srgbClr val="0070C0"/>
                  </a:solidFill>
                  <a:latin typeface="Arial"/>
                  <a:cs typeface="Arial"/>
                </a:rPr>
                <a:t>gradients</a:t>
              </a:r>
            </a:p>
          </p:txBody>
        </p:sp>
      </p:grpSp>
      <p:grpSp>
        <p:nvGrpSpPr>
          <p:cNvPr id="6" name="组合 5">
            <a:extLst>
              <a:ext uri="{FF2B5EF4-FFF2-40B4-BE49-F238E27FC236}">
                <a16:creationId xmlns:a16="http://schemas.microsoft.com/office/drawing/2014/main" id="{B1747F48-B1AC-4728-8B4B-73E4F4DD33D7}"/>
              </a:ext>
            </a:extLst>
          </p:cNvPr>
          <p:cNvGrpSpPr/>
          <p:nvPr/>
        </p:nvGrpSpPr>
        <p:grpSpPr>
          <a:xfrm>
            <a:off x="539903" y="5562079"/>
            <a:ext cx="5532373" cy="749974"/>
            <a:chOff x="539903" y="5562079"/>
            <a:chExt cx="5532373" cy="749974"/>
          </a:xfrm>
        </p:grpSpPr>
        <p:sp>
          <p:nvSpPr>
            <p:cNvPr id="837" name="object 356">
              <a:extLst>
                <a:ext uri="{FF2B5EF4-FFF2-40B4-BE49-F238E27FC236}">
                  <a16:creationId xmlns:a16="http://schemas.microsoft.com/office/drawing/2014/main" id="{140A17A0-6998-4F58-9BEA-B1145BA73121}"/>
                </a:ext>
              </a:extLst>
            </p:cNvPr>
            <p:cNvSpPr txBox="1"/>
            <p:nvPr/>
          </p:nvSpPr>
          <p:spPr>
            <a:xfrm>
              <a:off x="539903" y="5879747"/>
              <a:ext cx="1765343" cy="260470"/>
            </a:xfrm>
            <a:prstGeom prst="rect">
              <a:avLst/>
            </a:prstGeom>
          </p:spPr>
          <p:txBody>
            <a:bodyPr vert="horz" wrap="square" lIns="0" tIns="14111" rIns="0" bIns="0" rtlCol="0">
              <a:spAutoFit/>
            </a:bodyPr>
            <a:lstStyle/>
            <a:p>
              <a:pPr marL="14111">
                <a:spcBef>
                  <a:spcPts val="111"/>
                </a:spcBef>
              </a:pPr>
              <a:r>
                <a:rPr lang="en-US" sz="1600" b="1" spc="-6" dirty="0">
                  <a:solidFill>
                    <a:srgbClr val="00B050"/>
                  </a:solidFill>
                  <a:latin typeface="Arial"/>
                  <a:cs typeface="Arial"/>
                </a:rPr>
                <a:t>3, </a:t>
              </a:r>
              <a:r>
                <a:rPr sz="1600" b="1" spc="-6" dirty="0">
                  <a:solidFill>
                    <a:srgbClr val="00B050"/>
                  </a:solidFill>
                  <a:latin typeface="Arial"/>
                  <a:cs typeface="Arial"/>
                </a:rPr>
                <a:t>Weight</a:t>
              </a:r>
              <a:r>
                <a:rPr sz="1600" b="1" spc="-78" dirty="0">
                  <a:solidFill>
                    <a:srgbClr val="00B050"/>
                  </a:solidFill>
                  <a:latin typeface="Arial"/>
                  <a:cs typeface="Arial"/>
                </a:rPr>
                <a:t> </a:t>
              </a:r>
              <a:r>
                <a:rPr sz="1600" b="1" spc="-6" dirty="0">
                  <a:solidFill>
                    <a:srgbClr val="00B050"/>
                  </a:solidFill>
                  <a:latin typeface="Arial"/>
                  <a:cs typeface="Arial"/>
                </a:rPr>
                <a:t>update:</a:t>
              </a:r>
              <a:endParaRPr sz="1600" dirty="0">
                <a:solidFill>
                  <a:srgbClr val="00B050"/>
                </a:solidFill>
                <a:latin typeface="Arial"/>
                <a:cs typeface="Arial"/>
              </a:endParaRPr>
            </a:p>
          </p:txBody>
        </p:sp>
        <p:grpSp>
          <p:nvGrpSpPr>
            <p:cNvPr id="838" name="object 357">
              <a:extLst>
                <a:ext uri="{FF2B5EF4-FFF2-40B4-BE49-F238E27FC236}">
                  <a16:creationId xmlns:a16="http://schemas.microsoft.com/office/drawing/2014/main" id="{D4B25282-A451-43AF-8784-E6435890ED25}"/>
                </a:ext>
              </a:extLst>
            </p:cNvPr>
            <p:cNvGrpSpPr/>
            <p:nvPr/>
          </p:nvGrpSpPr>
          <p:grpSpPr>
            <a:xfrm>
              <a:off x="2320553" y="5916942"/>
              <a:ext cx="829028" cy="395111"/>
              <a:chOff x="1961133" y="5521196"/>
              <a:chExt cx="746125" cy="355600"/>
            </a:xfrm>
          </p:grpSpPr>
          <p:sp>
            <p:nvSpPr>
              <p:cNvPr id="839" name="object 358">
                <a:extLst>
                  <a:ext uri="{FF2B5EF4-FFF2-40B4-BE49-F238E27FC236}">
                    <a16:creationId xmlns:a16="http://schemas.microsoft.com/office/drawing/2014/main" id="{73F520FA-CD74-415C-A00C-77A51109AD05}"/>
                  </a:ext>
                </a:extLst>
              </p:cNvPr>
              <p:cNvSpPr/>
              <p:nvPr/>
            </p:nvSpPr>
            <p:spPr>
              <a:xfrm>
                <a:off x="2334767"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40" name="object 359">
                <a:extLst>
                  <a:ext uri="{FF2B5EF4-FFF2-40B4-BE49-F238E27FC236}">
                    <a16:creationId xmlns:a16="http://schemas.microsoft.com/office/drawing/2014/main" id="{10613656-C29D-4C73-A803-836CC1F20884}"/>
                  </a:ext>
                </a:extLst>
              </p:cNvPr>
              <p:cNvSpPr/>
              <p:nvPr/>
            </p:nvSpPr>
            <p:spPr>
              <a:xfrm>
                <a:off x="2334767"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41" name="object 360">
                <a:extLst>
                  <a:ext uri="{FF2B5EF4-FFF2-40B4-BE49-F238E27FC236}">
                    <a16:creationId xmlns:a16="http://schemas.microsoft.com/office/drawing/2014/main" id="{1E00A96D-82FF-43A7-9D0F-368BA53A3D25}"/>
                  </a:ext>
                </a:extLst>
              </p:cNvPr>
              <p:cNvSpPr/>
              <p:nvPr/>
            </p:nvSpPr>
            <p:spPr>
              <a:xfrm>
                <a:off x="2334767"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42" name="object 361">
                <a:extLst>
                  <a:ext uri="{FF2B5EF4-FFF2-40B4-BE49-F238E27FC236}">
                    <a16:creationId xmlns:a16="http://schemas.microsoft.com/office/drawing/2014/main" id="{893AA70C-DCBD-40AB-BE28-C2D86D13CCD2}"/>
                  </a:ext>
                </a:extLst>
              </p:cNvPr>
              <p:cNvSpPr/>
              <p:nvPr/>
            </p:nvSpPr>
            <p:spPr>
              <a:xfrm>
                <a:off x="2334767"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43" name="object 362">
                <a:extLst>
                  <a:ext uri="{FF2B5EF4-FFF2-40B4-BE49-F238E27FC236}">
                    <a16:creationId xmlns:a16="http://schemas.microsoft.com/office/drawing/2014/main" id="{97AE1EAF-68BC-4C55-8C4C-9FC0D83DA403}"/>
                  </a:ext>
                </a:extLst>
              </p:cNvPr>
              <p:cNvSpPr/>
              <p:nvPr/>
            </p:nvSpPr>
            <p:spPr>
              <a:xfrm>
                <a:off x="2334767"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44" name="object 363">
                <a:extLst>
                  <a:ext uri="{FF2B5EF4-FFF2-40B4-BE49-F238E27FC236}">
                    <a16:creationId xmlns:a16="http://schemas.microsoft.com/office/drawing/2014/main" id="{5DE949B8-D721-4C3A-A733-8E14C00E285A}"/>
                  </a:ext>
                </a:extLst>
              </p:cNvPr>
              <p:cNvSpPr/>
              <p:nvPr/>
            </p:nvSpPr>
            <p:spPr>
              <a:xfrm>
                <a:off x="2334767"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45" name="object 364">
                <a:extLst>
                  <a:ext uri="{FF2B5EF4-FFF2-40B4-BE49-F238E27FC236}">
                    <a16:creationId xmlns:a16="http://schemas.microsoft.com/office/drawing/2014/main" id="{1BD6CB50-B4B1-4575-BFCE-B22C19F21894}"/>
                  </a:ext>
                </a:extLst>
              </p:cNvPr>
              <p:cNvSpPr/>
              <p:nvPr/>
            </p:nvSpPr>
            <p:spPr>
              <a:xfrm>
                <a:off x="2334767"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46" name="object 365">
                <a:extLst>
                  <a:ext uri="{FF2B5EF4-FFF2-40B4-BE49-F238E27FC236}">
                    <a16:creationId xmlns:a16="http://schemas.microsoft.com/office/drawing/2014/main" id="{86A10A4F-9186-49A5-B058-DE7A4F14BAB8}"/>
                  </a:ext>
                </a:extLst>
              </p:cNvPr>
              <p:cNvSpPr/>
              <p:nvPr/>
            </p:nvSpPr>
            <p:spPr>
              <a:xfrm>
                <a:off x="2334767"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47" name="object 366">
                <a:extLst>
                  <a:ext uri="{FF2B5EF4-FFF2-40B4-BE49-F238E27FC236}">
                    <a16:creationId xmlns:a16="http://schemas.microsoft.com/office/drawing/2014/main" id="{665C244C-3D76-4FB0-A9DD-C135A16772F8}"/>
                  </a:ext>
                </a:extLst>
              </p:cNvPr>
              <p:cNvSpPr/>
              <p:nvPr/>
            </p:nvSpPr>
            <p:spPr>
              <a:xfrm>
                <a:off x="1967483" y="5527546"/>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848" name="object 367">
                <a:extLst>
                  <a:ext uri="{FF2B5EF4-FFF2-40B4-BE49-F238E27FC236}">
                    <a16:creationId xmlns:a16="http://schemas.microsoft.com/office/drawing/2014/main" id="{94928F04-5BC2-47E3-94FD-1584B38B8FC3}"/>
                  </a:ext>
                </a:extLst>
              </p:cNvPr>
              <p:cNvSpPr/>
              <p:nvPr/>
            </p:nvSpPr>
            <p:spPr>
              <a:xfrm>
                <a:off x="1967483" y="5527546"/>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49" name="object 368">
                <a:extLst>
                  <a:ext uri="{FF2B5EF4-FFF2-40B4-BE49-F238E27FC236}">
                    <a16:creationId xmlns:a16="http://schemas.microsoft.com/office/drawing/2014/main" id="{E1207D4B-CAB1-4FFE-8258-C0F0DE0858D4}"/>
                  </a:ext>
                </a:extLst>
              </p:cNvPr>
              <p:cNvSpPr/>
              <p:nvPr/>
            </p:nvSpPr>
            <p:spPr>
              <a:xfrm>
                <a:off x="2060447"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50" name="object 369">
                <a:extLst>
                  <a:ext uri="{FF2B5EF4-FFF2-40B4-BE49-F238E27FC236}">
                    <a16:creationId xmlns:a16="http://schemas.microsoft.com/office/drawing/2014/main" id="{F8B8A279-6C68-40C2-879B-C099F48C0383}"/>
                  </a:ext>
                </a:extLst>
              </p:cNvPr>
              <p:cNvSpPr/>
              <p:nvPr/>
            </p:nvSpPr>
            <p:spPr>
              <a:xfrm>
                <a:off x="2060447"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51" name="object 370">
                <a:extLst>
                  <a:ext uri="{FF2B5EF4-FFF2-40B4-BE49-F238E27FC236}">
                    <a16:creationId xmlns:a16="http://schemas.microsoft.com/office/drawing/2014/main" id="{1BF956CE-1C1A-4C04-94B7-D056369ABEED}"/>
                  </a:ext>
                </a:extLst>
              </p:cNvPr>
              <p:cNvSpPr/>
              <p:nvPr/>
            </p:nvSpPr>
            <p:spPr>
              <a:xfrm>
                <a:off x="2151887" y="5527546"/>
                <a:ext cx="93345" cy="85725"/>
              </a:xfrm>
              <a:custGeom>
                <a:avLst/>
                <a:gdLst/>
                <a:ahLst/>
                <a:cxnLst/>
                <a:rect l="l" t="t" r="r" b="b"/>
                <a:pathLst>
                  <a:path w="93344" h="85725">
                    <a:moveTo>
                      <a:pt x="92967" y="0"/>
                    </a:moveTo>
                    <a:lnTo>
                      <a:pt x="0" y="0"/>
                    </a:lnTo>
                    <a:lnTo>
                      <a:pt x="0" y="85347"/>
                    </a:lnTo>
                    <a:lnTo>
                      <a:pt x="92967" y="85347"/>
                    </a:lnTo>
                    <a:lnTo>
                      <a:pt x="92967" y="0"/>
                    </a:lnTo>
                    <a:close/>
                  </a:path>
                </a:pathLst>
              </a:custGeom>
              <a:solidFill>
                <a:srgbClr val="E3C2F5"/>
              </a:solidFill>
            </p:spPr>
            <p:txBody>
              <a:bodyPr wrap="square" lIns="0" tIns="0" rIns="0" bIns="0" rtlCol="0"/>
              <a:lstStyle/>
              <a:p>
                <a:endParaRPr sz="2000"/>
              </a:p>
            </p:txBody>
          </p:sp>
          <p:sp>
            <p:nvSpPr>
              <p:cNvPr id="852" name="object 371">
                <a:extLst>
                  <a:ext uri="{FF2B5EF4-FFF2-40B4-BE49-F238E27FC236}">
                    <a16:creationId xmlns:a16="http://schemas.microsoft.com/office/drawing/2014/main" id="{0D116B18-DE58-4283-84C2-71CE36838E6C}"/>
                  </a:ext>
                </a:extLst>
              </p:cNvPr>
              <p:cNvSpPr/>
              <p:nvPr/>
            </p:nvSpPr>
            <p:spPr>
              <a:xfrm>
                <a:off x="2151887" y="5527546"/>
                <a:ext cx="93345" cy="85725"/>
              </a:xfrm>
              <a:custGeom>
                <a:avLst/>
                <a:gdLst/>
                <a:ahLst/>
                <a:cxnLst/>
                <a:rect l="l" t="t" r="r" b="b"/>
                <a:pathLst>
                  <a:path w="93344"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53" name="object 372">
                <a:extLst>
                  <a:ext uri="{FF2B5EF4-FFF2-40B4-BE49-F238E27FC236}">
                    <a16:creationId xmlns:a16="http://schemas.microsoft.com/office/drawing/2014/main" id="{FD0E6DB4-CC92-4876-9BA7-6FD17FD793DF}"/>
                  </a:ext>
                </a:extLst>
              </p:cNvPr>
              <p:cNvSpPr/>
              <p:nvPr/>
            </p:nvSpPr>
            <p:spPr>
              <a:xfrm>
                <a:off x="1967483" y="561289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54" name="object 373">
                <a:extLst>
                  <a:ext uri="{FF2B5EF4-FFF2-40B4-BE49-F238E27FC236}">
                    <a16:creationId xmlns:a16="http://schemas.microsoft.com/office/drawing/2014/main" id="{487B1DC9-1301-4C7C-99EA-8A4E5FCDB1E7}"/>
                  </a:ext>
                </a:extLst>
              </p:cNvPr>
              <p:cNvSpPr/>
              <p:nvPr/>
            </p:nvSpPr>
            <p:spPr>
              <a:xfrm>
                <a:off x="1967483" y="561289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5" name="object 374">
                <a:extLst>
                  <a:ext uri="{FF2B5EF4-FFF2-40B4-BE49-F238E27FC236}">
                    <a16:creationId xmlns:a16="http://schemas.microsoft.com/office/drawing/2014/main" id="{E4452351-306A-4B74-9E77-29BE0A6F9473}"/>
                  </a:ext>
                </a:extLst>
              </p:cNvPr>
              <p:cNvSpPr/>
              <p:nvPr/>
            </p:nvSpPr>
            <p:spPr>
              <a:xfrm>
                <a:off x="2060447"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56" name="object 375">
                <a:extLst>
                  <a:ext uri="{FF2B5EF4-FFF2-40B4-BE49-F238E27FC236}">
                    <a16:creationId xmlns:a16="http://schemas.microsoft.com/office/drawing/2014/main" id="{74A2A98E-6D68-4A48-80A9-A9588DF81B9F}"/>
                  </a:ext>
                </a:extLst>
              </p:cNvPr>
              <p:cNvSpPr/>
              <p:nvPr/>
            </p:nvSpPr>
            <p:spPr>
              <a:xfrm>
                <a:off x="2060447"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7" name="object 376">
                <a:extLst>
                  <a:ext uri="{FF2B5EF4-FFF2-40B4-BE49-F238E27FC236}">
                    <a16:creationId xmlns:a16="http://schemas.microsoft.com/office/drawing/2014/main" id="{7002F0B8-BFDA-47A2-B43B-58DC92E39079}"/>
                  </a:ext>
                </a:extLst>
              </p:cNvPr>
              <p:cNvSpPr/>
              <p:nvPr/>
            </p:nvSpPr>
            <p:spPr>
              <a:xfrm>
                <a:off x="2151887" y="561289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858" name="object 377">
                <a:extLst>
                  <a:ext uri="{FF2B5EF4-FFF2-40B4-BE49-F238E27FC236}">
                    <a16:creationId xmlns:a16="http://schemas.microsoft.com/office/drawing/2014/main" id="{EE99F794-708A-4ACA-97A8-07E3BC6D9884}"/>
                  </a:ext>
                </a:extLst>
              </p:cNvPr>
              <p:cNvSpPr/>
              <p:nvPr/>
            </p:nvSpPr>
            <p:spPr>
              <a:xfrm>
                <a:off x="2151887" y="561289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9" name="object 378">
                <a:extLst>
                  <a:ext uri="{FF2B5EF4-FFF2-40B4-BE49-F238E27FC236}">
                    <a16:creationId xmlns:a16="http://schemas.microsoft.com/office/drawing/2014/main" id="{77064DEC-BA5E-452F-851E-FE3A00A91376}"/>
                  </a:ext>
                </a:extLst>
              </p:cNvPr>
              <p:cNvSpPr/>
              <p:nvPr/>
            </p:nvSpPr>
            <p:spPr>
              <a:xfrm>
                <a:off x="1967483" y="56982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60" name="object 379">
                <a:extLst>
                  <a:ext uri="{FF2B5EF4-FFF2-40B4-BE49-F238E27FC236}">
                    <a16:creationId xmlns:a16="http://schemas.microsoft.com/office/drawing/2014/main" id="{91E4D345-4536-4841-B858-21B6FE9BBC86}"/>
                  </a:ext>
                </a:extLst>
              </p:cNvPr>
              <p:cNvSpPr/>
              <p:nvPr/>
            </p:nvSpPr>
            <p:spPr>
              <a:xfrm>
                <a:off x="1967483" y="56982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1" name="object 380">
                <a:extLst>
                  <a:ext uri="{FF2B5EF4-FFF2-40B4-BE49-F238E27FC236}">
                    <a16:creationId xmlns:a16="http://schemas.microsoft.com/office/drawing/2014/main" id="{15355364-0E1F-4930-8A7E-4CFCD6A4E811}"/>
                  </a:ext>
                </a:extLst>
              </p:cNvPr>
              <p:cNvSpPr/>
              <p:nvPr/>
            </p:nvSpPr>
            <p:spPr>
              <a:xfrm>
                <a:off x="2060447"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62" name="object 381">
                <a:extLst>
                  <a:ext uri="{FF2B5EF4-FFF2-40B4-BE49-F238E27FC236}">
                    <a16:creationId xmlns:a16="http://schemas.microsoft.com/office/drawing/2014/main" id="{4F9674F6-77E5-4893-8BD2-50C5D38B3F1E}"/>
                  </a:ext>
                </a:extLst>
              </p:cNvPr>
              <p:cNvSpPr/>
              <p:nvPr/>
            </p:nvSpPr>
            <p:spPr>
              <a:xfrm>
                <a:off x="2060447"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3" name="object 382">
                <a:extLst>
                  <a:ext uri="{FF2B5EF4-FFF2-40B4-BE49-F238E27FC236}">
                    <a16:creationId xmlns:a16="http://schemas.microsoft.com/office/drawing/2014/main" id="{37002AD5-A0CC-49D8-B8CF-B18815F6D7CC}"/>
                  </a:ext>
                </a:extLst>
              </p:cNvPr>
              <p:cNvSpPr/>
              <p:nvPr/>
            </p:nvSpPr>
            <p:spPr>
              <a:xfrm>
                <a:off x="2151887" y="56982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864" name="object 383">
                <a:extLst>
                  <a:ext uri="{FF2B5EF4-FFF2-40B4-BE49-F238E27FC236}">
                    <a16:creationId xmlns:a16="http://schemas.microsoft.com/office/drawing/2014/main" id="{631F3DED-7FE5-46DC-909F-84D68B3A7E7A}"/>
                  </a:ext>
                </a:extLst>
              </p:cNvPr>
              <p:cNvSpPr/>
              <p:nvPr/>
            </p:nvSpPr>
            <p:spPr>
              <a:xfrm>
                <a:off x="2151887" y="56982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5" name="object 384">
                <a:extLst>
                  <a:ext uri="{FF2B5EF4-FFF2-40B4-BE49-F238E27FC236}">
                    <a16:creationId xmlns:a16="http://schemas.microsoft.com/office/drawing/2014/main" id="{59103BBC-4C02-4EB8-9C84-965F4AF092DE}"/>
                  </a:ext>
                </a:extLst>
              </p:cNvPr>
              <p:cNvSpPr/>
              <p:nvPr/>
            </p:nvSpPr>
            <p:spPr>
              <a:xfrm>
                <a:off x="1967483" y="5783579"/>
                <a:ext cx="93345" cy="86995"/>
              </a:xfrm>
              <a:custGeom>
                <a:avLst/>
                <a:gdLst/>
                <a:ahLst/>
                <a:cxnLst/>
                <a:rect l="l" t="t" r="r" b="b"/>
                <a:pathLst>
                  <a:path w="93344" h="86995">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866" name="object 385">
                <a:extLst>
                  <a:ext uri="{FF2B5EF4-FFF2-40B4-BE49-F238E27FC236}">
                    <a16:creationId xmlns:a16="http://schemas.microsoft.com/office/drawing/2014/main" id="{1AD2157A-2596-4D4A-B3B7-B6D6745EDEA9}"/>
                  </a:ext>
                </a:extLst>
              </p:cNvPr>
              <p:cNvSpPr/>
              <p:nvPr/>
            </p:nvSpPr>
            <p:spPr>
              <a:xfrm>
                <a:off x="1967483" y="5783579"/>
                <a:ext cx="93345" cy="86995"/>
              </a:xfrm>
              <a:custGeom>
                <a:avLst/>
                <a:gdLst/>
                <a:ahLst/>
                <a:cxnLst/>
                <a:rect l="l" t="t" r="r" b="b"/>
                <a:pathLst>
                  <a:path w="93344"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67" name="object 386">
                <a:extLst>
                  <a:ext uri="{FF2B5EF4-FFF2-40B4-BE49-F238E27FC236}">
                    <a16:creationId xmlns:a16="http://schemas.microsoft.com/office/drawing/2014/main" id="{C0BC9BA2-1D87-4D6A-96A8-1EC51C6372C3}"/>
                  </a:ext>
                </a:extLst>
              </p:cNvPr>
              <p:cNvSpPr/>
              <p:nvPr/>
            </p:nvSpPr>
            <p:spPr>
              <a:xfrm>
                <a:off x="2060447"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68" name="object 387">
                <a:extLst>
                  <a:ext uri="{FF2B5EF4-FFF2-40B4-BE49-F238E27FC236}">
                    <a16:creationId xmlns:a16="http://schemas.microsoft.com/office/drawing/2014/main" id="{9ADF0A40-6581-4C60-8C3B-F0825E1BF2F9}"/>
                  </a:ext>
                </a:extLst>
              </p:cNvPr>
              <p:cNvSpPr/>
              <p:nvPr/>
            </p:nvSpPr>
            <p:spPr>
              <a:xfrm>
                <a:off x="2060447"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69" name="object 388">
                <a:extLst>
                  <a:ext uri="{FF2B5EF4-FFF2-40B4-BE49-F238E27FC236}">
                    <a16:creationId xmlns:a16="http://schemas.microsoft.com/office/drawing/2014/main" id="{B3CC8FD5-5833-4217-88A1-076A299DDF43}"/>
                  </a:ext>
                </a:extLst>
              </p:cNvPr>
              <p:cNvSpPr/>
              <p:nvPr/>
            </p:nvSpPr>
            <p:spPr>
              <a:xfrm>
                <a:off x="2151887" y="5783579"/>
                <a:ext cx="93345" cy="86995"/>
              </a:xfrm>
              <a:custGeom>
                <a:avLst/>
                <a:gdLst/>
                <a:ahLst/>
                <a:cxnLst/>
                <a:rect l="l" t="t" r="r" b="b"/>
                <a:pathLst>
                  <a:path w="93344" h="86995">
                    <a:moveTo>
                      <a:pt x="92967" y="0"/>
                    </a:moveTo>
                    <a:lnTo>
                      <a:pt x="0" y="0"/>
                    </a:lnTo>
                    <a:lnTo>
                      <a:pt x="0" y="86865"/>
                    </a:lnTo>
                    <a:lnTo>
                      <a:pt x="92967" y="86865"/>
                    </a:lnTo>
                    <a:lnTo>
                      <a:pt x="92967" y="0"/>
                    </a:lnTo>
                    <a:close/>
                  </a:path>
                </a:pathLst>
              </a:custGeom>
              <a:solidFill>
                <a:srgbClr val="E3C2F5"/>
              </a:solidFill>
            </p:spPr>
            <p:txBody>
              <a:bodyPr wrap="square" lIns="0" tIns="0" rIns="0" bIns="0" rtlCol="0"/>
              <a:lstStyle/>
              <a:p>
                <a:endParaRPr sz="2000"/>
              </a:p>
            </p:txBody>
          </p:sp>
          <p:sp>
            <p:nvSpPr>
              <p:cNvPr id="870" name="object 389">
                <a:extLst>
                  <a:ext uri="{FF2B5EF4-FFF2-40B4-BE49-F238E27FC236}">
                    <a16:creationId xmlns:a16="http://schemas.microsoft.com/office/drawing/2014/main" id="{65AA18E0-9FD8-494F-96E8-0EEFCCC3A658}"/>
                  </a:ext>
                </a:extLst>
              </p:cNvPr>
              <p:cNvSpPr/>
              <p:nvPr/>
            </p:nvSpPr>
            <p:spPr>
              <a:xfrm>
                <a:off x="2151887" y="5783579"/>
                <a:ext cx="93345" cy="86995"/>
              </a:xfrm>
              <a:custGeom>
                <a:avLst/>
                <a:gdLst/>
                <a:ahLst/>
                <a:cxnLst/>
                <a:rect l="l" t="t" r="r" b="b"/>
                <a:pathLst>
                  <a:path w="93344"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71" name="object 390">
                <a:extLst>
                  <a:ext uri="{FF2B5EF4-FFF2-40B4-BE49-F238E27FC236}">
                    <a16:creationId xmlns:a16="http://schemas.microsoft.com/office/drawing/2014/main" id="{21B564F1-1B0C-423B-BA40-37A55337DB97}"/>
                  </a:ext>
                </a:extLst>
              </p:cNvPr>
              <p:cNvSpPr/>
              <p:nvPr/>
            </p:nvSpPr>
            <p:spPr>
              <a:xfrm>
                <a:off x="2244851"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72" name="object 391">
                <a:extLst>
                  <a:ext uri="{FF2B5EF4-FFF2-40B4-BE49-F238E27FC236}">
                    <a16:creationId xmlns:a16="http://schemas.microsoft.com/office/drawing/2014/main" id="{89B0069B-CD79-4C1D-98E0-FF888506DB5A}"/>
                  </a:ext>
                </a:extLst>
              </p:cNvPr>
              <p:cNvSpPr/>
              <p:nvPr/>
            </p:nvSpPr>
            <p:spPr>
              <a:xfrm>
                <a:off x="2244851"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73" name="object 392">
                <a:extLst>
                  <a:ext uri="{FF2B5EF4-FFF2-40B4-BE49-F238E27FC236}">
                    <a16:creationId xmlns:a16="http://schemas.microsoft.com/office/drawing/2014/main" id="{DA228113-E3FE-40AC-B83C-ADB32C185F81}"/>
                  </a:ext>
                </a:extLst>
              </p:cNvPr>
              <p:cNvSpPr/>
              <p:nvPr/>
            </p:nvSpPr>
            <p:spPr>
              <a:xfrm>
                <a:off x="2244851"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74" name="object 393">
                <a:extLst>
                  <a:ext uri="{FF2B5EF4-FFF2-40B4-BE49-F238E27FC236}">
                    <a16:creationId xmlns:a16="http://schemas.microsoft.com/office/drawing/2014/main" id="{AE5CB690-91F9-4361-BCA0-BEED938730CB}"/>
                  </a:ext>
                </a:extLst>
              </p:cNvPr>
              <p:cNvSpPr/>
              <p:nvPr/>
            </p:nvSpPr>
            <p:spPr>
              <a:xfrm>
                <a:off x="2244851"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5" name="object 394">
                <a:extLst>
                  <a:ext uri="{FF2B5EF4-FFF2-40B4-BE49-F238E27FC236}">
                    <a16:creationId xmlns:a16="http://schemas.microsoft.com/office/drawing/2014/main" id="{564C956A-D4E7-44BB-9715-EEC16B202494}"/>
                  </a:ext>
                </a:extLst>
              </p:cNvPr>
              <p:cNvSpPr/>
              <p:nvPr/>
            </p:nvSpPr>
            <p:spPr>
              <a:xfrm>
                <a:off x="2244851"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76" name="object 395">
                <a:extLst>
                  <a:ext uri="{FF2B5EF4-FFF2-40B4-BE49-F238E27FC236}">
                    <a16:creationId xmlns:a16="http://schemas.microsoft.com/office/drawing/2014/main" id="{24AE0673-D5C5-420D-ABC9-40270FD16E10}"/>
                  </a:ext>
                </a:extLst>
              </p:cNvPr>
              <p:cNvSpPr/>
              <p:nvPr/>
            </p:nvSpPr>
            <p:spPr>
              <a:xfrm>
                <a:off x="2244851"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7" name="object 396">
                <a:extLst>
                  <a:ext uri="{FF2B5EF4-FFF2-40B4-BE49-F238E27FC236}">
                    <a16:creationId xmlns:a16="http://schemas.microsoft.com/office/drawing/2014/main" id="{C83780B3-71AE-41E9-ADDE-39D71007BE34}"/>
                  </a:ext>
                </a:extLst>
              </p:cNvPr>
              <p:cNvSpPr/>
              <p:nvPr/>
            </p:nvSpPr>
            <p:spPr>
              <a:xfrm>
                <a:off x="2244851"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78" name="object 397">
                <a:extLst>
                  <a:ext uri="{FF2B5EF4-FFF2-40B4-BE49-F238E27FC236}">
                    <a16:creationId xmlns:a16="http://schemas.microsoft.com/office/drawing/2014/main" id="{8027DE08-1640-4AC7-9C04-5323A640A6BA}"/>
                  </a:ext>
                </a:extLst>
              </p:cNvPr>
              <p:cNvSpPr/>
              <p:nvPr/>
            </p:nvSpPr>
            <p:spPr>
              <a:xfrm>
                <a:off x="2244851"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79" name="object 398">
                <a:extLst>
                  <a:ext uri="{FF2B5EF4-FFF2-40B4-BE49-F238E27FC236}">
                    <a16:creationId xmlns:a16="http://schemas.microsoft.com/office/drawing/2014/main" id="{07B3EE17-D0C9-4128-807C-DD59FED4C1CC}"/>
                  </a:ext>
                </a:extLst>
              </p:cNvPr>
              <p:cNvSpPr/>
              <p:nvPr/>
            </p:nvSpPr>
            <p:spPr>
              <a:xfrm>
                <a:off x="2426207"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80" name="object 399">
                <a:extLst>
                  <a:ext uri="{FF2B5EF4-FFF2-40B4-BE49-F238E27FC236}">
                    <a16:creationId xmlns:a16="http://schemas.microsoft.com/office/drawing/2014/main" id="{FD89B622-E095-4588-89AB-E713A15E18B7}"/>
                  </a:ext>
                </a:extLst>
              </p:cNvPr>
              <p:cNvSpPr/>
              <p:nvPr/>
            </p:nvSpPr>
            <p:spPr>
              <a:xfrm>
                <a:off x="2426207"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81" name="object 400">
                <a:extLst>
                  <a:ext uri="{FF2B5EF4-FFF2-40B4-BE49-F238E27FC236}">
                    <a16:creationId xmlns:a16="http://schemas.microsoft.com/office/drawing/2014/main" id="{8C1C7E3E-1A85-4959-9DC0-525BBA336E93}"/>
                  </a:ext>
                </a:extLst>
              </p:cNvPr>
              <p:cNvSpPr/>
              <p:nvPr/>
            </p:nvSpPr>
            <p:spPr>
              <a:xfrm>
                <a:off x="2426207"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82" name="object 401">
                <a:extLst>
                  <a:ext uri="{FF2B5EF4-FFF2-40B4-BE49-F238E27FC236}">
                    <a16:creationId xmlns:a16="http://schemas.microsoft.com/office/drawing/2014/main" id="{333AE6E0-1124-458D-BC48-2659FAA287BE}"/>
                  </a:ext>
                </a:extLst>
              </p:cNvPr>
              <p:cNvSpPr/>
              <p:nvPr/>
            </p:nvSpPr>
            <p:spPr>
              <a:xfrm>
                <a:off x="2426207"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3" name="object 402">
                <a:extLst>
                  <a:ext uri="{FF2B5EF4-FFF2-40B4-BE49-F238E27FC236}">
                    <a16:creationId xmlns:a16="http://schemas.microsoft.com/office/drawing/2014/main" id="{A22C644E-A8A5-4EFB-9A27-667186EDDE6F}"/>
                  </a:ext>
                </a:extLst>
              </p:cNvPr>
              <p:cNvSpPr/>
              <p:nvPr/>
            </p:nvSpPr>
            <p:spPr>
              <a:xfrm>
                <a:off x="2426207"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84" name="object 403">
                <a:extLst>
                  <a:ext uri="{FF2B5EF4-FFF2-40B4-BE49-F238E27FC236}">
                    <a16:creationId xmlns:a16="http://schemas.microsoft.com/office/drawing/2014/main" id="{7E2482FD-6D6E-4CDF-B9FE-54CEDCC44233}"/>
                  </a:ext>
                </a:extLst>
              </p:cNvPr>
              <p:cNvSpPr/>
              <p:nvPr/>
            </p:nvSpPr>
            <p:spPr>
              <a:xfrm>
                <a:off x="2426207"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5" name="object 404">
                <a:extLst>
                  <a:ext uri="{FF2B5EF4-FFF2-40B4-BE49-F238E27FC236}">
                    <a16:creationId xmlns:a16="http://schemas.microsoft.com/office/drawing/2014/main" id="{5B2C7795-8561-40C4-8FE8-A7D11D9D8048}"/>
                  </a:ext>
                </a:extLst>
              </p:cNvPr>
              <p:cNvSpPr/>
              <p:nvPr/>
            </p:nvSpPr>
            <p:spPr>
              <a:xfrm>
                <a:off x="2426207"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86" name="object 405">
                <a:extLst>
                  <a:ext uri="{FF2B5EF4-FFF2-40B4-BE49-F238E27FC236}">
                    <a16:creationId xmlns:a16="http://schemas.microsoft.com/office/drawing/2014/main" id="{4F57F027-DDE6-41AE-9FA9-F9B36D30940D}"/>
                  </a:ext>
                </a:extLst>
              </p:cNvPr>
              <p:cNvSpPr/>
              <p:nvPr/>
            </p:nvSpPr>
            <p:spPr>
              <a:xfrm>
                <a:off x="2426207"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87" name="object 406">
                <a:extLst>
                  <a:ext uri="{FF2B5EF4-FFF2-40B4-BE49-F238E27FC236}">
                    <a16:creationId xmlns:a16="http://schemas.microsoft.com/office/drawing/2014/main" id="{E395C9DC-0BE5-4D0B-9226-DA22075DA4C5}"/>
                  </a:ext>
                </a:extLst>
              </p:cNvPr>
              <p:cNvSpPr/>
              <p:nvPr/>
            </p:nvSpPr>
            <p:spPr>
              <a:xfrm>
                <a:off x="2607563" y="5527546"/>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888" name="object 407">
                <a:extLst>
                  <a:ext uri="{FF2B5EF4-FFF2-40B4-BE49-F238E27FC236}">
                    <a16:creationId xmlns:a16="http://schemas.microsoft.com/office/drawing/2014/main" id="{E4247437-6916-470D-9250-039E31DA156F}"/>
                  </a:ext>
                </a:extLst>
              </p:cNvPr>
              <p:cNvSpPr/>
              <p:nvPr/>
            </p:nvSpPr>
            <p:spPr>
              <a:xfrm>
                <a:off x="2607563" y="5527546"/>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89" name="object 408">
                <a:extLst>
                  <a:ext uri="{FF2B5EF4-FFF2-40B4-BE49-F238E27FC236}">
                    <a16:creationId xmlns:a16="http://schemas.microsoft.com/office/drawing/2014/main" id="{B85C2D50-E209-4BDF-B266-109C2CCEBD82}"/>
                  </a:ext>
                </a:extLst>
              </p:cNvPr>
              <p:cNvSpPr/>
              <p:nvPr/>
            </p:nvSpPr>
            <p:spPr>
              <a:xfrm>
                <a:off x="2607563" y="561289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90" name="object 409">
                <a:extLst>
                  <a:ext uri="{FF2B5EF4-FFF2-40B4-BE49-F238E27FC236}">
                    <a16:creationId xmlns:a16="http://schemas.microsoft.com/office/drawing/2014/main" id="{7343D852-BE5E-434F-9BE3-918E972053C7}"/>
                  </a:ext>
                </a:extLst>
              </p:cNvPr>
              <p:cNvSpPr/>
              <p:nvPr/>
            </p:nvSpPr>
            <p:spPr>
              <a:xfrm>
                <a:off x="2607563" y="561289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1" name="object 410">
                <a:extLst>
                  <a:ext uri="{FF2B5EF4-FFF2-40B4-BE49-F238E27FC236}">
                    <a16:creationId xmlns:a16="http://schemas.microsoft.com/office/drawing/2014/main" id="{81346043-CA84-4D04-B7F6-1CB0FC397EE3}"/>
                  </a:ext>
                </a:extLst>
              </p:cNvPr>
              <p:cNvSpPr/>
              <p:nvPr/>
            </p:nvSpPr>
            <p:spPr>
              <a:xfrm>
                <a:off x="2607563" y="56982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92" name="object 411">
                <a:extLst>
                  <a:ext uri="{FF2B5EF4-FFF2-40B4-BE49-F238E27FC236}">
                    <a16:creationId xmlns:a16="http://schemas.microsoft.com/office/drawing/2014/main" id="{0DE8C997-6177-4CBA-87C0-327B30B62EFF}"/>
                  </a:ext>
                </a:extLst>
              </p:cNvPr>
              <p:cNvSpPr/>
              <p:nvPr/>
            </p:nvSpPr>
            <p:spPr>
              <a:xfrm>
                <a:off x="2607563" y="56982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3" name="object 412">
                <a:extLst>
                  <a:ext uri="{FF2B5EF4-FFF2-40B4-BE49-F238E27FC236}">
                    <a16:creationId xmlns:a16="http://schemas.microsoft.com/office/drawing/2014/main" id="{C0FC3579-CA40-45D8-86A4-8024FF39E35D}"/>
                  </a:ext>
                </a:extLst>
              </p:cNvPr>
              <p:cNvSpPr/>
              <p:nvPr/>
            </p:nvSpPr>
            <p:spPr>
              <a:xfrm>
                <a:off x="2607563" y="5783579"/>
                <a:ext cx="93345" cy="86995"/>
              </a:xfrm>
              <a:custGeom>
                <a:avLst/>
                <a:gdLst/>
                <a:ahLst/>
                <a:cxnLst/>
                <a:rect l="l" t="t" r="r" b="b"/>
                <a:pathLst>
                  <a:path w="93344" h="86995">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894" name="object 413">
                <a:extLst>
                  <a:ext uri="{FF2B5EF4-FFF2-40B4-BE49-F238E27FC236}">
                    <a16:creationId xmlns:a16="http://schemas.microsoft.com/office/drawing/2014/main" id="{C0A16837-8D8B-4B16-8144-B081E9720A95}"/>
                  </a:ext>
                </a:extLst>
              </p:cNvPr>
              <p:cNvSpPr/>
              <p:nvPr/>
            </p:nvSpPr>
            <p:spPr>
              <a:xfrm>
                <a:off x="2607563" y="5783579"/>
                <a:ext cx="93345" cy="86995"/>
              </a:xfrm>
              <a:custGeom>
                <a:avLst/>
                <a:gdLst/>
                <a:ahLst/>
                <a:cxnLst/>
                <a:rect l="l" t="t" r="r" b="b"/>
                <a:pathLst>
                  <a:path w="93344"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95" name="object 414">
                <a:extLst>
                  <a:ext uri="{FF2B5EF4-FFF2-40B4-BE49-F238E27FC236}">
                    <a16:creationId xmlns:a16="http://schemas.microsoft.com/office/drawing/2014/main" id="{368C604A-8E4D-4C4A-A842-66D248EE2A98}"/>
                  </a:ext>
                </a:extLst>
              </p:cNvPr>
              <p:cNvSpPr/>
              <p:nvPr/>
            </p:nvSpPr>
            <p:spPr>
              <a:xfrm>
                <a:off x="2517647" y="5527546"/>
                <a:ext cx="93345" cy="85725"/>
              </a:xfrm>
              <a:custGeom>
                <a:avLst/>
                <a:gdLst/>
                <a:ahLst/>
                <a:cxnLst/>
                <a:rect l="l" t="t" r="r" b="b"/>
                <a:pathLst>
                  <a:path w="93344" h="85725">
                    <a:moveTo>
                      <a:pt x="92967" y="0"/>
                    </a:moveTo>
                    <a:lnTo>
                      <a:pt x="0" y="0"/>
                    </a:lnTo>
                    <a:lnTo>
                      <a:pt x="0" y="85347"/>
                    </a:lnTo>
                    <a:lnTo>
                      <a:pt x="92967" y="85347"/>
                    </a:lnTo>
                    <a:lnTo>
                      <a:pt x="92967" y="0"/>
                    </a:lnTo>
                    <a:close/>
                  </a:path>
                </a:pathLst>
              </a:custGeom>
              <a:solidFill>
                <a:srgbClr val="E3C2F5"/>
              </a:solidFill>
            </p:spPr>
            <p:txBody>
              <a:bodyPr wrap="square" lIns="0" tIns="0" rIns="0" bIns="0" rtlCol="0"/>
              <a:lstStyle/>
              <a:p>
                <a:endParaRPr sz="2000"/>
              </a:p>
            </p:txBody>
          </p:sp>
          <p:sp>
            <p:nvSpPr>
              <p:cNvPr id="896" name="object 415">
                <a:extLst>
                  <a:ext uri="{FF2B5EF4-FFF2-40B4-BE49-F238E27FC236}">
                    <a16:creationId xmlns:a16="http://schemas.microsoft.com/office/drawing/2014/main" id="{9925C31E-DA1A-4F59-B721-205A8AF38397}"/>
                  </a:ext>
                </a:extLst>
              </p:cNvPr>
              <p:cNvSpPr/>
              <p:nvPr/>
            </p:nvSpPr>
            <p:spPr>
              <a:xfrm>
                <a:off x="2517647" y="5527546"/>
                <a:ext cx="93345" cy="85725"/>
              </a:xfrm>
              <a:custGeom>
                <a:avLst/>
                <a:gdLst/>
                <a:ahLst/>
                <a:cxnLst/>
                <a:rect l="l" t="t" r="r" b="b"/>
                <a:pathLst>
                  <a:path w="93344"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97" name="object 416">
                <a:extLst>
                  <a:ext uri="{FF2B5EF4-FFF2-40B4-BE49-F238E27FC236}">
                    <a16:creationId xmlns:a16="http://schemas.microsoft.com/office/drawing/2014/main" id="{563F7BB0-CACF-4C54-B61A-8995CBA6396B}"/>
                  </a:ext>
                </a:extLst>
              </p:cNvPr>
              <p:cNvSpPr/>
              <p:nvPr/>
            </p:nvSpPr>
            <p:spPr>
              <a:xfrm>
                <a:off x="2517647" y="561289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898" name="object 417">
                <a:extLst>
                  <a:ext uri="{FF2B5EF4-FFF2-40B4-BE49-F238E27FC236}">
                    <a16:creationId xmlns:a16="http://schemas.microsoft.com/office/drawing/2014/main" id="{3CC59217-FEC5-47F7-8195-1D37BFBDE944}"/>
                  </a:ext>
                </a:extLst>
              </p:cNvPr>
              <p:cNvSpPr/>
              <p:nvPr/>
            </p:nvSpPr>
            <p:spPr>
              <a:xfrm>
                <a:off x="2517647" y="561289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9" name="object 418">
                <a:extLst>
                  <a:ext uri="{FF2B5EF4-FFF2-40B4-BE49-F238E27FC236}">
                    <a16:creationId xmlns:a16="http://schemas.microsoft.com/office/drawing/2014/main" id="{A7783929-7C01-454E-85D9-4464530C04DB}"/>
                  </a:ext>
                </a:extLst>
              </p:cNvPr>
              <p:cNvSpPr/>
              <p:nvPr/>
            </p:nvSpPr>
            <p:spPr>
              <a:xfrm>
                <a:off x="2517647" y="56982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00" name="object 419">
                <a:extLst>
                  <a:ext uri="{FF2B5EF4-FFF2-40B4-BE49-F238E27FC236}">
                    <a16:creationId xmlns:a16="http://schemas.microsoft.com/office/drawing/2014/main" id="{4B29552B-8BE7-4219-BD1C-5C2ABFDC560E}"/>
                  </a:ext>
                </a:extLst>
              </p:cNvPr>
              <p:cNvSpPr/>
              <p:nvPr/>
            </p:nvSpPr>
            <p:spPr>
              <a:xfrm>
                <a:off x="2517647" y="56982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1" name="object 420">
                <a:extLst>
                  <a:ext uri="{FF2B5EF4-FFF2-40B4-BE49-F238E27FC236}">
                    <a16:creationId xmlns:a16="http://schemas.microsoft.com/office/drawing/2014/main" id="{927AAD47-A1FF-4CBC-9CED-CE9D2F72DF42}"/>
                  </a:ext>
                </a:extLst>
              </p:cNvPr>
              <p:cNvSpPr/>
              <p:nvPr/>
            </p:nvSpPr>
            <p:spPr>
              <a:xfrm>
                <a:off x="2517647" y="5783579"/>
                <a:ext cx="93345" cy="86995"/>
              </a:xfrm>
              <a:custGeom>
                <a:avLst/>
                <a:gdLst/>
                <a:ahLst/>
                <a:cxnLst/>
                <a:rect l="l" t="t" r="r" b="b"/>
                <a:pathLst>
                  <a:path w="93344" h="86995">
                    <a:moveTo>
                      <a:pt x="92967" y="0"/>
                    </a:moveTo>
                    <a:lnTo>
                      <a:pt x="0" y="0"/>
                    </a:lnTo>
                    <a:lnTo>
                      <a:pt x="0" y="86865"/>
                    </a:lnTo>
                    <a:lnTo>
                      <a:pt x="92967" y="86865"/>
                    </a:lnTo>
                    <a:lnTo>
                      <a:pt x="92967" y="0"/>
                    </a:lnTo>
                    <a:close/>
                  </a:path>
                </a:pathLst>
              </a:custGeom>
              <a:solidFill>
                <a:srgbClr val="E3C2F5"/>
              </a:solidFill>
            </p:spPr>
            <p:txBody>
              <a:bodyPr wrap="square" lIns="0" tIns="0" rIns="0" bIns="0" rtlCol="0"/>
              <a:lstStyle/>
              <a:p>
                <a:endParaRPr sz="2000"/>
              </a:p>
            </p:txBody>
          </p:sp>
          <p:sp>
            <p:nvSpPr>
              <p:cNvPr id="902" name="object 421">
                <a:extLst>
                  <a:ext uri="{FF2B5EF4-FFF2-40B4-BE49-F238E27FC236}">
                    <a16:creationId xmlns:a16="http://schemas.microsoft.com/office/drawing/2014/main" id="{A7994DD1-D513-471C-82E7-2F0D71B923BB}"/>
                  </a:ext>
                </a:extLst>
              </p:cNvPr>
              <p:cNvSpPr/>
              <p:nvPr/>
            </p:nvSpPr>
            <p:spPr>
              <a:xfrm>
                <a:off x="2517647" y="5783579"/>
                <a:ext cx="93345" cy="86995"/>
              </a:xfrm>
              <a:custGeom>
                <a:avLst/>
                <a:gdLst/>
                <a:ahLst/>
                <a:cxnLst/>
                <a:rect l="l" t="t" r="r" b="b"/>
                <a:pathLst>
                  <a:path w="93344"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sz="2000"/>
              </a:p>
            </p:txBody>
          </p:sp>
        </p:grpSp>
        <p:sp>
          <p:nvSpPr>
            <p:cNvPr id="903" name="object 422">
              <a:extLst>
                <a:ext uri="{FF2B5EF4-FFF2-40B4-BE49-F238E27FC236}">
                  <a16:creationId xmlns:a16="http://schemas.microsoft.com/office/drawing/2014/main" id="{3ADA5300-D0D2-4284-8D35-3E09273E16CA}"/>
                </a:ext>
              </a:extLst>
            </p:cNvPr>
            <p:cNvSpPr txBox="1"/>
            <p:nvPr/>
          </p:nvSpPr>
          <p:spPr>
            <a:xfrm>
              <a:off x="4394605" y="5933934"/>
              <a:ext cx="786694"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 …</a:t>
              </a:r>
              <a:r>
                <a:rPr sz="2222" b="1" spc="-194" dirty="0">
                  <a:latin typeface="Arial"/>
                  <a:cs typeface="Arial"/>
                </a:rPr>
                <a:t> </a:t>
              </a:r>
              <a:r>
                <a:rPr sz="3333" b="1" baseline="1388" dirty="0">
                  <a:latin typeface="Arial"/>
                  <a:cs typeface="Arial"/>
                </a:rPr>
                <a:t>=</a:t>
              </a:r>
              <a:endParaRPr sz="3333" baseline="1388">
                <a:latin typeface="Arial"/>
                <a:cs typeface="Arial"/>
              </a:endParaRPr>
            </a:p>
          </p:txBody>
        </p:sp>
        <p:sp>
          <p:nvSpPr>
            <p:cNvPr id="904" name="object 423">
              <a:extLst>
                <a:ext uri="{FF2B5EF4-FFF2-40B4-BE49-F238E27FC236}">
                  <a16:creationId xmlns:a16="http://schemas.microsoft.com/office/drawing/2014/main" id="{7FB604F7-44FC-43ED-A150-0B92CFDE3450}"/>
                </a:ext>
              </a:extLst>
            </p:cNvPr>
            <p:cNvSpPr txBox="1"/>
            <p:nvPr/>
          </p:nvSpPr>
          <p:spPr>
            <a:xfrm>
              <a:off x="2708043" y="5562079"/>
              <a:ext cx="215900" cy="253673"/>
            </a:xfrm>
            <a:prstGeom prst="rect">
              <a:avLst/>
            </a:prstGeom>
          </p:spPr>
          <p:txBody>
            <a:bodyPr vert="horz" wrap="square" lIns="0" tIns="14111" rIns="0" bIns="0" rtlCol="0">
              <a:spAutoFit/>
            </a:bodyPr>
            <a:lstStyle/>
            <a:p>
              <a:pPr marL="14111">
                <a:spcBef>
                  <a:spcPts val="111"/>
                </a:spcBef>
              </a:pPr>
              <a:r>
                <a:rPr sz="1556" i="1" dirty="0">
                  <a:latin typeface="Arial"/>
                  <a:cs typeface="Arial"/>
                </a:rPr>
                <a:t>W</a:t>
              </a:r>
              <a:endParaRPr sz="1556">
                <a:latin typeface="Arial"/>
                <a:cs typeface="Arial"/>
              </a:endParaRPr>
            </a:p>
          </p:txBody>
        </p:sp>
        <p:grpSp>
          <p:nvGrpSpPr>
            <p:cNvPr id="905" name="object 424">
              <a:extLst>
                <a:ext uri="{FF2B5EF4-FFF2-40B4-BE49-F238E27FC236}">
                  <a16:creationId xmlns:a16="http://schemas.microsoft.com/office/drawing/2014/main" id="{8555335B-20B1-4CC7-B60E-49C1B3FB4AC4}"/>
                </a:ext>
              </a:extLst>
            </p:cNvPr>
            <p:cNvGrpSpPr/>
            <p:nvPr/>
          </p:nvGrpSpPr>
          <p:grpSpPr>
            <a:xfrm>
              <a:off x="5243248" y="5913557"/>
              <a:ext cx="829028" cy="395111"/>
              <a:chOff x="4591558" y="5518149"/>
              <a:chExt cx="746125" cy="355600"/>
            </a:xfrm>
          </p:grpSpPr>
          <p:sp>
            <p:nvSpPr>
              <p:cNvPr id="906" name="object 425">
                <a:extLst>
                  <a:ext uri="{FF2B5EF4-FFF2-40B4-BE49-F238E27FC236}">
                    <a16:creationId xmlns:a16="http://schemas.microsoft.com/office/drawing/2014/main" id="{E2B1EEDF-458C-49CE-9822-120C88BAC241}"/>
                  </a:ext>
                </a:extLst>
              </p:cNvPr>
              <p:cNvSpPr/>
              <p:nvPr/>
            </p:nvSpPr>
            <p:spPr>
              <a:xfrm>
                <a:off x="4965192"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07" name="object 426">
                <a:extLst>
                  <a:ext uri="{FF2B5EF4-FFF2-40B4-BE49-F238E27FC236}">
                    <a16:creationId xmlns:a16="http://schemas.microsoft.com/office/drawing/2014/main" id="{594B4EDF-0AEC-4AFE-8DE8-21C1C869B544}"/>
                  </a:ext>
                </a:extLst>
              </p:cNvPr>
              <p:cNvSpPr/>
              <p:nvPr/>
            </p:nvSpPr>
            <p:spPr>
              <a:xfrm>
                <a:off x="4965192"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8" name="object 427">
                <a:extLst>
                  <a:ext uri="{FF2B5EF4-FFF2-40B4-BE49-F238E27FC236}">
                    <a16:creationId xmlns:a16="http://schemas.microsoft.com/office/drawing/2014/main" id="{EDDE7004-DF1C-4F66-B0BC-289E59163CB0}"/>
                  </a:ext>
                </a:extLst>
              </p:cNvPr>
              <p:cNvSpPr/>
              <p:nvPr/>
            </p:nvSpPr>
            <p:spPr>
              <a:xfrm>
                <a:off x="4965192"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09" name="object 428">
                <a:extLst>
                  <a:ext uri="{FF2B5EF4-FFF2-40B4-BE49-F238E27FC236}">
                    <a16:creationId xmlns:a16="http://schemas.microsoft.com/office/drawing/2014/main" id="{F5D62BE0-6825-41DC-B4B6-B537E9179FA0}"/>
                  </a:ext>
                </a:extLst>
              </p:cNvPr>
              <p:cNvSpPr/>
              <p:nvPr/>
            </p:nvSpPr>
            <p:spPr>
              <a:xfrm>
                <a:off x="4965192"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0" name="object 429">
                <a:extLst>
                  <a:ext uri="{FF2B5EF4-FFF2-40B4-BE49-F238E27FC236}">
                    <a16:creationId xmlns:a16="http://schemas.microsoft.com/office/drawing/2014/main" id="{B35FD256-2933-41D2-BE56-5260CDC209D9}"/>
                  </a:ext>
                </a:extLst>
              </p:cNvPr>
              <p:cNvSpPr/>
              <p:nvPr/>
            </p:nvSpPr>
            <p:spPr>
              <a:xfrm>
                <a:off x="4965192"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11" name="object 430">
                <a:extLst>
                  <a:ext uri="{FF2B5EF4-FFF2-40B4-BE49-F238E27FC236}">
                    <a16:creationId xmlns:a16="http://schemas.microsoft.com/office/drawing/2014/main" id="{12C0F58A-D91F-467F-830F-2A88BEDE3A1E}"/>
                  </a:ext>
                </a:extLst>
              </p:cNvPr>
              <p:cNvSpPr/>
              <p:nvPr/>
            </p:nvSpPr>
            <p:spPr>
              <a:xfrm>
                <a:off x="4965192"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12" name="object 431">
                <a:extLst>
                  <a:ext uri="{FF2B5EF4-FFF2-40B4-BE49-F238E27FC236}">
                    <a16:creationId xmlns:a16="http://schemas.microsoft.com/office/drawing/2014/main" id="{FCAD6961-8F2F-464B-93D6-AE28C4E95CAB}"/>
                  </a:ext>
                </a:extLst>
              </p:cNvPr>
              <p:cNvSpPr/>
              <p:nvPr/>
            </p:nvSpPr>
            <p:spPr>
              <a:xfrm>
                <a:off x="4965192"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13" name="object 432">
                <a:extLst>
                  <a:ext uri="{FF2B5EF4-FFF2-40B4-BE49-F238E27FC236}">
                    <a16:creationId xmlns:a16="http://schemas.microsoft.com/office/drawing/2014/main" id="{6116F02F-40DE-43CA-BD39-55E511436508}"/>
                  </a:ext>
                </a:extLst>
              </p:cNvPr>
              <p:cNvSpPr/>
              <p:nvPr/>
            </p:nvSpPr>
            <p:spPr>
              <a:xfrm>
                <a:off x="4965192"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4" name="object 433">
                <a:extLst>
                  <a:ext uri="{FF2B5EF4-FFF2-40B4-BE49-F238E27FC236}">
                    <a16:creationId xmlns:a16="http://schemas.microsoft.com/office/drawing/2014/main" id="{D27B2F33-B73E-446A-9C7F-B4D3BF28E948}"/>
                  </a:ext>
                </a:extLst>
              </p:cNvPr>
              <p:cNvSpPr/>
              <p:nvPr/>
            </p:nvSpPr>
            <p:spPr>
              <a:xfrm>
                <a:off x="4597908" y="5524499"/>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15" name="object 434">
                <a:extLst>
                  <a:ext uri="{FF2B5EF4-FFF2-40B4-BE49-F238E27FC236}">
                    <a16:creationId xmlns:a16="http://schemas.microsoft.com/office/drawing/2014/main" id="{6EA29DD1-4D92-40C8-AF64-3D34AEFD31EC}"/>
                  </a:ext>
                </a:extLst>
              </p:cNvPr>
              <p:cNvSpPr/>
              <p:nvPr/>
            </p:nvSpPr>
            <p:spPr>
              <a:xfrm>
                <a:off x="4597908" y="5524499"/>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6" name="object 435">
                <a:extLst>
                  <a:ext uri="{FF2B5EF4-FFF2-40B4-BE49-F238E27FC236}">
                    <a16:creationId xmlns:a16="http://schemas.microsoft.com/office/drawing/2014/main" id="{7B404B8C-C55C-4D1A-B52F-8957F12B432B}"/>
                  </a:ext>
                </a:extLst>
              </p:cNvPr>
              <p:cNvSpPr/>
              <p:nvPr/>
            </p:nvSpPr>
            <p:spPr>
              <a:xfrm>
                <a:off x="4690872"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17" name="object 436">
                <a:extLst>
                  <a:ext uri="{FF2B5EF4-FFF2-40B4-BE49-F238E27FC236}">
                    <a16:creationId xmlns:a16="http://schemas.microsoft.com/office/drawing/2014/main" id="{E18DFF3F-CC32-4070-8910-CB557C821558}"/>
                  </a:ext>
                </a:extLst>
              </p:cNvPr>
              <p:cNvSpPr/>
              <p:nvPr/>
            </p:nvSpPr>
            <p:spPr>
              <a:xfrm>
                <a:off x="4690872"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8" name="object 437">
                <a:extLst>
                  <a:ext uri="{FF2B5EF4-FFF2-40B4-BE49-F238E27FC236}">
                    <a16:creationId xmlns:a16="http://schemas.microsoft.com/office/drawing/2014/main" id="{CAC8441E-80FC-4886-BCBF-5E65052C3E0F}"/>
                  </a:ext>
                </a:extLst>
              </p:cNvPr>
              <p:cNvSpPr/>
              <p:nvPr/>
            </p:nvSpPr>
            <p:spPr>
              <a:xfrm>
                <a:off x="4782312" y="552449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19" name="object 438">
                <a:extLst>
                  <a:ext uri="{FF2B5EF4-FFF2-40B4-BE49-F238E27FC236}">
                    <a16:creationId xmlns:a16="http://schemas.microsoft.com/office/drawing/2014/main" id="{853E2ADD-92DA-4B92-AD60-1099C9A7D0AD}"/>
                  </a:ext>
                </a:extLst>
              </p:cNvPr>
              <p:cNvSpPr/>
              <p:nvPr/>
            </p:nvSpPr>
            <p:spPr>
              <a:xfrm>
                <a:off x="4782312" y="55244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0" name="object 439">
                <a:extLst>
                  <a:ext uri="{FF2B5EF4-FFF2-40B4-BE49-F238E27FC236}">
                    <a16:creationId xmlns:a16="http://schemas.microsoft.com/office/drawing/2014/main" id="{73010F19-F43E-4576-871A-87E5E9A00900}"/>
                  </a:ext>
                </a:extLst>
              </p:cNvPr>
              <p:cNvSpPr/>
              <p:nvPr/>
            </p:nvSpPr>
            <p:spPr>
              <a:xfrm>
                <a:off x="4597908" y="5609842"/>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21" name="object 440">
                <a:extLst>
                  <a:ext uri="{FF2B5EF4-FFF2-40B4-BE49-F238E27FC236}">
                    <a16:creationId xmlns:a16="http://schemas.microsoft.com/office/drawing/2014/main" id="{1EC0A850-7145-4281-910B-D42157CD1CCA}"/>
                  </a:ext>
                </a:extLst>
              </p:cNvPr>
              <p:cNvSpPr/>
              <p:nvPr/>
            </p:nvSpPr>
            <p:spPr>
              <a:xfrm>
                <a:off x="4597908" y="560984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2" name="object 441">
                <a:extLst>
                  <a:ext uri="{FF2B5EF4-FFF2-40B4-BE49-F238E27FC236}">
                    <a16:creationId xmlns:a16="http://schemas.microsoft.com/office/drawing/2014/main" id="{145EDC14-37B2-4BD4-A32E-59C8A14EAB66}"/>
                  </a:ext>
                </a:extLst>
              </p:cNvPr>
              <p:cNvSpPr/>
              <p:nvPr/>
            </p:nvSpPr>
            <p:spPr>
              <a:xfrm>
                <a:off x="4690872"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23" name="object 442">
                <a:extLst>
                  <a:ext uri="{FF2B5EF4-FFF2-40B4-BE49-F238E27FC236}">
                    <a16:creationId xmlns:a16="http://schemas.microsoft.com/office/drawing/2014/main" id="{183E74A3-D54A-42F2-B3B5-D4359B97E15C}"/>
                  </a:ext>
                </a:extLst>
              </p:cNvPr>
              <p:cNvSpPr/>
              <p:nvPr/>
            </p:nvSpPr>
            <p:spPr>
              <a:xfrm>
                <a:off x="4690872"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4" name="object 443">
                <a:extLst>
                  <a:ext uri="{FF2B5EF4-FFF2-40B4-BE49-F238E27FC236}">
                    <a16:creationId xmlns:a16="http://schemas.microsoft.com/office/drawing/2014/main" id="{D9799D94-CD9B-45A5-8CED-56A8E840E81A}"/>
                  </a:ext>
                </a:extLst>
              </p:cNvPr>
              <p:cNvSpPr/>
              <p:nvPr/>
            </p:nvSpPr>
            <p:spPr>
              <a:xfrm>
                <a:off x="4782312" y="560984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25" name="object 444">
                <a:extLst>
                  <a:ext uri="{FF2B5EF4-FFF2-40B4-BE49-F238E27FC236}">
                    <a16:creationId xmlns:a16="http://schemas.microsoft.com/office/drawing/2014/main" id="{5D7621BB-EA13-4DC2-8525-F90E3BD97124}"/>
                  </a:ext>
                </a:extLst>
              </p:cNvPr>
              <p:cNvSpPr/>
              <p:nvPr/>
            </p:nvSpPr>
            <p:spPr>
              <a:xfrm>
                <a:off x="4782312" y="56098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6" name="object 445">
                <a:extLst>
                  <a:ext uri="{FF2B5EF4-FFF2-40B4-BE49-F238E27FC236}">
                    <a16:creationId xmlns:a16="http://schemas.microsoft.com/office/drawing/2014/main" id="{7C8D5FCB-225A-4CC0-80AE-E29481118F8B}"/>
                  </a:ext>
                </a:extLst>
              </p:cNvPr>
              <p:cNvSpPr/>
              <p:nvPr/>
            </p:nvSpPr>
            <p:spPr>
              <a:xfrm>
                <a:off x="4597908" y="5695186"/>
                <a:ext cx="93345" cy="86995"/>
              </a:xfrm>
              <a:custGeom>
                <a:avLst/>
                <a:gdLst/>
                <a:ahLst/>
                <a:cxnLst/>
                <a:rect l="l" t="t" r="r" b="b"/>
                <a:pathLst>
                  <a:path w="93345" h="86995">
                    <a:moveTo>
                      <a:pt x="92967" y="0"/>
                    </a:moveTo>
                    <a:lnTo>
                      <a:pt x="0" y="0"/>
                    </a:lnTo>
                    <a:lnTo>
                      <a:pt x="0" y="86870"/>
                    </a:lnTo>
                    <a:lnTo>
                      <a:pt x="92967" y="86870"/>
                    </a:lnTo>
                    <a:lnTo>
                      <a:pt x="92967" y="0"/>
                    </a:lnTo>
                    <a:close/>
                  </a:path>
                </a:pathLst>
              </a:custGeom>
              <a:solidFill>
                <a:srgbClr val="E3C2F5"/>
              </a:solidFill>
            </p:spPr>
            <p:txBody>
              <a:bodyPr wrap="square" lIns="0" tIns="0" rIns="0" bIns="0" rtlCol="0"/>
              <a:lstStyle/>
              <a:p>
                <a:endParaRPr sz="2000"/>
              </a:p>
            </p:txBody>
          </p:sp>
          <p:sp>
            <p:nvSpPr>
              <p:cNvPr id="927" name="object 446">
                <a:extLst>
                  <a:ext uri="{FF2B5EF4-FFF2-40B4-BE49-F238E27FC236}">
                    <a16:creationId xmlns:a16="http://schemas.microsoft.com/office/drawing/2014/main" id="{0B344443-4D3F-4C02-BEC8-69CCA6C1B5B8}"/>
                  </a:ext>
                </a:extLst>
              </p:cNvPr>
              <p:cNvSpPr/>
              <p:nvPr/>
            </p:nvSpPr>
            <p:spPr>
              <a:xfrm>
                <a:off x="4597908" y="5695186"/>
                <a:ext cx="93345" cy="86995"/>
              </a:xfrm>
              <a:custGeom>
                <a:avLst/>
                <a:gdLst/>
                <a:ahLst/>
                <a:cxnLst/>
                <a:rect l="l" t="t" r="r" b="b"/>
                <a:pathLst>
                  <a:path w="93345" h="86995">
                    <a:moveTo>
                      <a:pt x="0" y="86870"/>
                    </a:moveTo>
                    <a:lnTo>
                      <a:pt x="92967" y="86870"/>
                    </a:lnTo>
                    <a:lnTo>
                      <a:pt x="92967"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28" name="object 447">
                <a:extLst>
                  <a:ext uri="{FF2B5EF4-FFF2-40B4-BE49-F238E27FC236}">
                    <a16:creationId xmlns:a16="http://schemas.microsoft.com/office/drawing/2014/main" id="{C349D3BA-035E-4C9A-8315-13073A618FF0}"/>
                  </a:ext>
                </a:extLst>
              </p:cNvPr>
              <p:cNvSpPr/>
              <p:nvPr/>
            </p:nvSpPr>
            <p:spPr>
              <a:xfrm>
                <a:off x="4690872"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29" name="object 448">
                <a:extLst>
                  <a:ext uri="{FF2B5EF4-FFF2-40B4-BE49-F238E27FC236}">
                    <a16:creationId xmlns:a16="http://schemas.microsoft.com/office/drawing/2014/main" id="{FE55517C-1F6D-4265-91CF-4E8B9A97AB96}"/>
                  </a:ext>
                </a:extLst>
              </p:cNvPr>
              <p:cNvSpPr/>
              <p:nvPr/>
            </p:nvSpPr>
            <p:spPr>
              <a:xfrm>
                <a:off x="4690872"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30" name="object 449">
                <a:extLst>
                  <a:ext uri="{FF2B5EF4-FFF2-40B4-BE49-F238E27FC236}">
                    <a16:creationId xmlns:a16="http://schemas.microsoft.com/office/drawing/2014/main" id="{CA8DD2A4-ED7D-4DD4-A57F-162C4DB6FE38}"/>
                  </a:ext>
                </a:extLst>
              </p:cNvPr>
              <p:cNvSpPr/>
              <p:nvPr/>
            </p:nvSpPr>
            <p:spPr>
              <a:xfrm>
                <a:off x="4782312" y="5695186"/>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E3C2F5"/>
              </a:solidFill>
            </p:spPr>
            <p:txBody>
              <a:bodyPr wrap="square" lIns="0" tIns="0" rIns="0" bIns="0" rtlCol="0"/>
              <a:lstStyle/>
              <a:p>
                <a:endParaRPr sz="2000"/>
              </a:p>
            </p:txBody>
          </p:sp>
          <p:sp>
            <p:nvSpPr>
              <p:cNvPr id="931" name="object 450">
                <a:extLst>
                  <a:ext uri="{FF2B5EF4-FFF2-40B4-BE49-F238E27FC236}">
                    <a16:creationId xmlns:a16="http://schemas.microsoft.com/office/drawing/2014/main" id="{9763DF9B-5DC9-4075-9909-939F591E24E4}"/>
                  </a:ext>
                </a:extLst>
              </p:cNvPr>
              <p:cNvSpPr/>
              <p:nvPr/>
            </p:nvSpPr>
            <p:spPr>
              <a:xfrm>
                <a:off x="4782312" y="5695186"/>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32" name="object 451">
                <a:extLst>
                  <a:ext uri="{FF2B5EF4-FFF2-40B4-BE49-F238E27FC236}">
                    <a16:creationId xmlns:a16="http://schemas.microsoft.com/office/drawing/2014/main" id="{61CD7649-C7C7-45A1-A003-E359A1308813}"/>
                  </a:ext>
                </a:extLst>
              </p:cNvPr>
              <p:cNvSpPr/>
              <p:nvPr/>
            </p:nvSpPr>
            <p:spPr>
              <a:xfrm>
                <a:off x="4597908" y="5782056"/>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33" name="object 452">
                <a:extLst>
                  <a:ext uri="{FF2B5EF4-FFF2-40B4-BE49-F238E27FC236}">
                    <a16:creationId xmlns:a16="http://schemas.microsoft.com/office/drawing/2014/main" id="{C89F3225-0043-498A-85A9-72B2597F7ECF}"/>
                  </a:ext>
                </a:extLst>
              </p:cNvPr>
              <p:cNvSpPr/>
              <p:nvPr/>
            </p:nvSpPr>
            <p:spPr>
              <a:xfrm>
                <a:off x="4597908" y="578205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4" name="object 453">
                <a:extLst>
                  <a:ext uri="{FF2B5EF4-FFF2-40B4-BE49-F238E27FC236}">
                    <a16:creationId xmlns:a16="http://schemas.microsoft.com/office/drawing/2014/main" id="{8F453524-1F18-466E-992B-1CC9EE093E5A}"/>
                  </a:ext>
                </a:extLst>
              </p:cNvPr>
              <p:cNvSpPr/>
              <p:nvPr/>
            </p:nvSpPr>
            <p:spPr>
              <a:xfrm>
                <a:off x="4690872"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35" name="object 454">
                <a:extLst>
                  <a:ext uri="{FF2B5EF4-FFF2-40B4-BE49-F238E27FC236}">
                    <a16:creationId xmlns:a16="http://schemas.microsoft.com/office/drawing/2014/main" id="{5EA2B3D3-A795-4BB3-B061-BDFED2CF6257}"/>
                  </a:ext>
                </a:extLst>
              </p:cNvPr>
              <p:cNvSpPr/>
              <p:nvPr/>
            </p:nvSpPr>
            <p:spPr>
              <a:xfrm>
                <a:off x="4690872"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6" name="object 455">
                <a:extLst>
                  <a:ext uri="{FF2B5EF4-FFF2-40B4-BE49-F238E27FC236}">
                    <a16:creationId xmlns:a16="http://schemas.microsoft.com/office/drawing/2014/main" id="{18ADC3E1-74C5-496A-BB0A-6A54238EEF3C}"/>
                  </a:ext>
                </a:extLst>
              </p:cNvPr>
              <p:cNvSpPr/>
              <p:nvPr/>
            </p:nvSpPr>
            <p:spPr>
              <a:xfrm>
                <a:off x="4782312" y="5782056"/>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37" name="object 456">
                <a:extLst>
                  <a:ext uri="{FF2B5EF4-FFF2-40B4-BE49-F238E27FC236}">
                    <a16:creationId xmlns:a16="http://schemas.microsoft.com/office/drawing/2014/main" id="{8DB8DC2A-49F7-415A-A866-DB26F2015708}"/>
                  </a:ext>
                </a:extLst>
              </p:cNvPr>
              <p:cNvSpPr/>
              <p:nvPr/>
            </p:nvSpPr>
            <p:spPr>
              <a:xfrm>
                <a:off x="4782312" y="57820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8" name="object 457">
                <a:extLst>
                  <a:ext uri="{FF2B5EF4-FFF2-40B4-BE49-F238E27FC236}">
                    <a16:creationId xmlns:a16="http://schemas.microsoft.com/office/drawing/2014/main" id="{3ED68344-4EC4-43DF-B957-3C483EF3DC0B}"/>
                  </a:ext>
                </a:extLst>
              </p:cNvPr>
              <p:cNvSpPr/>
              <p:nvPr/>
            </p:nvSpPr>
            <p:spPr>
              <a:xfrm>
                <a:off x="4875276"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39" name="object 458">
                <a:extLst>
                  <a:ext uri="{FF2B5EF4-FFF2-40B4-BE49-F238E27FC236}">
                    <a16:creationId xmlns:a16="http://schemas.microsoft.com/office/drawing/2014/main" id="{C677856A-E3D0-4488-B1CB-83E4E9D6FC25}"/>
                  </a:ext>
                </a:extLst>
              </p:cNvPr>
              <p:cNvSpPr/>
              <p:nvPr/>
            </p:nvSpPr>
            <p:spPr>
              <a:xfrm>
                <a:off x="4875276"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0" name="object 459">
                <a:extLst>
                  <a:ext uri="{FF2B5EF4-FFF2-40B4-BE49-F238E27FC236}">
                    <a16:creationId xmlns:a16="http://schemas.microsoft.com/office/drawing/2014/main" id="{CFC1A407-03FB-41DB-B938-8CCD334802B9}"/>
                  </a:ext>
                </a:extLst>
              </p:cNvPr>
              <p:cNvSpPr/>
              <p:nvPr/>
            </p:nvSpPr>
            <p:spPr>
              <a:xfrm>
                <a:off x="4875276"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1" name="object 460">
                <a:extLst>
                  <a:ext uri="{FF2B5EF4-FFF2-40B4-BE49-F238E27FC236}">
                    <a16:creationId xmlns:a16="http://schemas.microsoft.com/office/drawing/2014/main" id="{317DECC8-D950-47B5-8503-4A18174E68D6}"/>
                  </a:ext>
                </a:extLst>
              </p:cNvPr>
              <p:cNvSpPr/>
              <p:nvPr/>
            </p:nvSpPr>
            <p:spPr>
              <a:xfrm>
                <a:off x="4875276"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2" name="object 461">
                <a:extLst>
                  <a:ext uri="{FF2B5EF4-FFF2-40B4-BE49-F238E27FC236}">
                    <a16:creationId xmlns:a16="http://schemas.microsoft.com/office/drawing/2014/main" id="{05DD126D-C5D5-4692-B92F-BF2BF76A644F}"/>
                  </a:ext>
                </a:extLst>
              </p:cNvPr>
              <p:cNvSpPr/>
              <p:nvPr/>
            </p:nvSpPr>
            <p:spPr>
              <a:xfrm>
                <a:off x="4875276"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43" name="object 462">
                <a:extLst>
                  <a:ext uri="{FF2B5EF4-FFF2-40B4-BE49-F238E27FC236}">
                    <a16:creationId xmlns:a16="http://schemas.microsoft.com/office/drawing/2014/main" id="{30F24875-8F1F-4F88-86BE-B0E3F21228A2}"/>
                  </a:ext>
                </a:extLst>
              </p:cNvPr>
              <p:cNvSpPr/>
              <p:nvPr/>
            </p:nvSpPr>
            <p:spPr>
              <a:xfrm>
                <a:off x="4875276"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44" name="object 463">
                <a:extLst>
                  <a:ext uri="{FF2B5EF4-FFF2-40B4-BE49-F238E27FC236}">
                    <a16:creationId xmlns:a16="http://schemas.microsoft.com/office/drawing/2014/main" id="{46F7E64B-BC91-4D52-AFF6-7ABBC1DD690E}"/>
                  </a:ext>
                </a:extLst>
              </p:cNvPr>
              <p:cNvSpPr/>
              <p:nvPr/>
            </p:nvSpPr>
            <p:spPr>
              <a:xfrm>
                <a:off x="4875276"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5" name="object 464">
                <a:extLst>
                  <a:ext uri="{FF2B5EF4-FFF2-40B4-BE49-F238E27FC236}">
                    <a16:creationId xmlns:a16="http://schemas.microsoft.com/office/drawing/2014/main" id="{62D08D82-8A48-4408-A7C8-70D2F2BBD87B}"/>
                  </a:ext>
                </a:extLst>
              </p:cNvPr>
              <p:cNvSpPr/>
              <p:nvPr/>
            </p:nvSpPr>
            <p:spPr>
              <a:xfrm>
                <a:off x="4875276"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6" name="object 465">
                <a:extLst>
                  <a:ext uri="{FF2B5EF4-FFF2-40B4-BE49-F238E27FC236}">
                    <a16:creationId xmlns:a16="http://schemas.microsoft.com/office/drawing/2014/main" id="{E17D73AB-3878-464B-91BF-5627F35C7FA7}"/>
                  </a:ext>
                </a:extLst>
              </p:cNvPr>
              <p:cNvSpPr/>
              <p:nvPr/>
            </p:nvSpPr>
            <p:spPr>
              <a:xfrm>
                <a:off x="5056632"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7" name="object 466">
                <a:extLst>
                  <a:ext uri="{FF2B5EF4-FFF2-40B4-BE49-F238E27FC236}">
                    <a16:creationId xmlns:a16="http://schemas.microsoft.com/office/drawing/2014/main" id="{9DFD7C9A-D3A5-422B-8273-660EDB6EFB82}"/>
                  </a:ext>
                </a:extLst>
              </p:cNvPr>
              <p:cNvSpPr/>
              <p:nvPr/>
            </p:nvSpPr>
            <p:spPr>
              <a:xfrm>
                <a:off x="5056632"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8" name="object 467">
                <a:extLst>
                  <a:ext uri="{FF2B5EF4-FFF2-40B4-BE49-F238E27FC236}">
                    <a16:creationId xmlns:a16="http://schemas.microsoft.com/office/drawing/2014/main" id="{B38BA726-A34A-4202-8E17-D558CE88C9B4}"/>
                  </a:ext>
                </a:extLst>
              </p:cNvPr>
              <p:cNvSpPr/>
              <p:nvPr/>
            </p:nvSpPr>
            <p:spPr>
              <a:xfrm>
                <a:off x="5056632"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9" name="object 468">
                <a:extLst>
                  <a:ext uri="{FF2B5EF4-FFF2-40B4-BE49-F238E27FC236}">
                    <a16:creationId xmlns:a16="http://schemas.microsoft.com/office/drawing/2014/main" id="{51FDDC51-A1F0-48E2-954F-284B0AB45EBD}"/>
                  </a:ext>
                </a:extLst>
              </p:cNvPr>
              <p:cNvSpPr/>
              <p:nvPr/>
            </p:nvSpPr>
            <p:spPr>
              <a:xfrm>
                <a:off x="5056632"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0" name="object 469">
                <a:extLst>
                  <a:ext uri="{FF2B5EF4-FFF2-40B4-BE49-F238E27FC236}">
                    <a16:creationId xmlns:a16="http://schemas.microsoft.com/office/drawing/2014/main" id="{D9B29010-A24D-4CF4-9EFA-1E7FB2607F88}"/>
                  </a:ext>
                </a:extLst>
              </p:cNvPr>
              <p:cNvSpPr/>
              <p:nvPr/>
            </p:nvSpPr>
            <p:spPr>
              <a:xfrm>
                <a:off x="5056632"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51" name="object 470">
                <a:extLst>
                  <a:ext uri="{FF2B5EF4-FFF2-40B4-BE49-F238E27FC236}">
                    <a16:creationId xmlns:a16="http://schemas.microsoft.com/office/drawing/2014/main" id="{33284440-C4A9-428E-B636-A8017F524EC6}"/>
                  </a:ext>
                </a:extLst>
              </p:cNvPr>
              <p:cNvSpPr/>
              <p:nvPr/>
            </p:nvSpPr>
            <p:spPr>
              <a:xfrm>
                <a:off x="5056632"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52" name="object 471">
                <a:extLst>
                  <a:ext uri="{FF2B5EF4-FFF2-40B4-BE49-F238E27FC236}">
                    <a16:creationId xmlns:a16="http://schemas.microsoft.com/office/drawing/2014/main" id="{E4E51A87-C920-4AC7-8F78-E1B1CFC4A0A5}"/>
                  </a:ext>
                </a:extLst>
              </p:cNvPr>
              <p:cNvSpPr/>
              <p:nvPr/>
            </p:nvSpPr>
            <p:spPr>
              <a:xfrm>
                <a:off x="5056632"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53" name="object 472">
                <a:extLst>
                  <a:ext uri="{FF2B5EF4-FFF2-40B4-BE49-F238E27FC236}">
                    <a16:creationId xmlns:a16="http://schemas.microsoft.com/office/drawing/2014/main" id="{1B396736-7CFC-46D7-8E8A-B48A16E5347B}"/>
                  </a:ext>
                </a:extLst>
              </p:cNvPr>
              <p:cNvSpPr/>
              <p:nvPr/>
            </p:nvSpPr>
            <p:spPr>
              <a:xfrm>
                <a:off x="5056632"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4" name="object 473">
                <a:extLst>
                  <a:ext uri="{FF2B5EF4-FFF2-40B4-BE49-F238E27FC236}">
                    <a16:creationId xmlns:a16="http://schemas.microsoft.com/office/drawing/2014/main" id="{95F7B0D6-7725-4CBA-B84B-4F4354771D80}"/>
                  </a:ext>
                </a:extLst>
              </p:cNvPr>
              <p:cNvSpPr/>
              <p:nvPr/>
            </p:nvSpPr>
            <p:spPr>
              <a:xfrm>
                <a:off x="5237988" y="5524499"/>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55" name="object 474">
                <a:extLst>
                  <a:ext uri="{FF2B5EF4-FFF2-40B4-BE49-F238E27FC236}">
                    <a16:creationId xmlns:a16="http://schemas.microsoft.com/office/drawing/2014/main" id="{90102457-3986-4B1E-AB61-33F82E28D543}"/>
                  </a:ext>
                </a:extLst>
              </p:cNvPr>
              <p:cNvSpPr/>
              <p:nvPr/>
            </p:nvSpPr>
            <p:spPr>
              <a:xfrm>
                <a:off x="5237988" y="5524499"/>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6" name="object 475">
                <a:extLst>
                  <a:ext uri="{FF2B5EF4-FFF2-40B4-BE49-F238E27FC236}">
                    <a16:creationId xmlns:a16="http://schemas.microsoft.com/office/drawing/2014/main" id="{F105F130-7BF2-462A-B48E-78D953A7FBEA}"/>
                  </a:ext>
                </a:extLst>
              </p:cNvPr>
              <p:cNvSpPr/>
              <p:nvPr/>
            </p:nvSpPr>
            <p:spPr>
              <a:xfrm>
                <a:off x="5237988" y="5609842"/>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57" name="object 476">
                <a:extLst>
                  <a:ext uri="{FF2B5EF4-FFF2-40B4-BE49-F238E27FC236}">
                    <a16:creationId xmlns:a16="http://schemas.microsoft.com/office/drawing/2014/main" id="{52F145DE-86AD-475F-A505-14A7E8819061}"/>
                  </a:ext>
                </a:extLst>
              </p:cNvPr>
              <p:cNvSpPr/>
              <p:nvPr/>
            </p:nvSpPr>
            <p:spPr>
              <a:xfrm>
                <a:off x="5237988" y="560984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8" name="object 477">
                <a:extLst>
                  <a:ext uri="{FF2B5EF4-FFF2-40B4-BE49-F238E27FC236}">
                    <a16:creationId xmlns:a16="http://schemas.microsoft.com/office/drawing/2014/main" id="{654C3529-EC5D-4B4A-A7CE-755CA47E9ED2}"/>
                  </a:ext>
                </a:extLst>
              </p:cNvPr>
              <p:cNvSpPr/>
              <p:nvPr/>
            </p:nvSpPr>
            <p:spPr>
              <a:xfrm>
                <a:off x="5237988" y="5695186"/>
                <a:ext cx="93345" cy="86995"/>
              </a:xfrm>
              <a:custGeom>
                <a:avLst/>
                <a:gdLst/>
                <a:ahLst/>
                <a:cxnLst/>
                <a:rect l="l" t="t" r="r" b="b"/>
                <a:pathLst>
                  <a:path w="93345" h="86995">
                    <a:moveTo>
                      <a:pt x="92967" y="0"/>
                    </a:moveTo>
                    <a:lnTo>
                      <a:pt x="0" y="0"/>
                    </a:lnTo>
                    <a:lnTo>
                      <a:pt x="0" y="86870"/>
                    </a:lnTo>
                    <a:lnTo>
                      <a:pt x="92967" y="86870"/>
                    </a:lnTo>
                    <a:lnTo>
                      <a:pt x="92967" y="0"/>
                    </a:lnTo>
                    <a:close/>
                  </a:path>
                </a:pathLst>
              </a:custGeom>
              <a:solidFill>
                <a:srgbClr val="E3C2F5"/>
              </a:solidFill>
            </p:spPr>
            <p:txBody>
              <a:bodyPr wrap="square" lIns="0" tIns="0" rIns="0" bIns="0" rtlCol="0"/>
              <a:lstStyle/>
              <a:p>
                <a:endParaRPr sz="2000"/>
              </a:p>
            </p:txBody>
          </p:sp>
          <p:sp>
            <p:nvSpPr>
              <p:cNvPr id="959" name="object 478">
                <a:extLst>
                  <a:ext uri="{FF2B5EF4-FFF2-40B4-BE49-F238E27FC236}">
                    <a16:creationId xmlns:a16="http://schemas.microsoft.com/office/drawing/2014/main" id="{697B8052-8921-486D-BAC8-7B1BDFC91B12}"/>
                  </a:ext>
                </a:extLst>
              </p:cNvPr>
              <p:cNvSpPr/>
              <p:nvPr/>
            </p:nvSpPr>
            <p:spPr>
              <a:xfrm>
                <a:off x="5237988" y="5695186"/>
                <a:ext cx="93345" cy="86995"/>
              </a:xfrm>
              <a:custGeom>
                <a:avLst/>
                <a:gdLst/>
                <a:ahLst/>
                <a:cxnLst/>
                <a:rect l="l" t="t" r="r" b="b"/>
                <a:pathLst>
                  <a:path w="93345" h="86995">
                    <a:moveTo>
                      <a:pt x="0" y="86870"/>
                    </a:moveTo>
                    <a:lnTo>
                      <a:pt x="92967" y="86870"/>
                    </a:lnTo>
                    <a:lnTo>
                      <a:pt x="92967"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60" name="object 479">
                <a:extLst>
                  <a:ext uri="{FF2B5EF4-FFF2-40B4-BE49-F238E27FC236}">
                    <a16:creationId xmlns:a16="http://schemas.microsoft.com/office/drawing/2014/main" id="{A8D8A402-AD35-411E-9F8B-7A011A8A360A}"/>
                  </a:ext>
                </a:extLst>
              </p:cNvPr>
              <p:cNvSpPr/>
              <p:nvPr/>
            </p:nvSpPr>
            <p:spPr>
              <a:xfrm>
                <a:off x="5237988" y="5782056"/>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61" name="object 480">
                <a:extLst>
                  <a:ext uri="{FF2B5EF4-FFF2-40B4-BE49-F238E27FC236}">
                    <a16:creationId xmlns:a16="http://schemas.microsoft.com/office/drawing/2014/main" id="{1E4755D8-61C6-448F-BCA2-89E930086A53}"/>
                  </a:ext>
                </a:extLst>
              </p:cNvPr>
              <p:cNvSpPr/>
              <p:nvPr/>
            </p:nvSpPr>
            <p:spPr>
              <a:xfrm>
                <a:off x="5237988" y="578205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2" name="object 481">
                <a:extLst>
                  <a:ext uri="{FF2B5EF4-FFF2-40B4-BE49-F238E27FC236}">
                    <a16:creationId xmlns:a16="http://schemas.microsoft.com/office/drawing/2014/main" id="{378D36AB-5980-4198-9739-4FB261A544F7}"/>
                  </a:ext>
                </a:extLst>
              </p:cNvPr>
              <p:cNvSpPr/>
              <p:nvPr/>
            </p:nvSpPr>
            <p:spPr>
              <a:xfrm>
                <a:off x="5148072" y="552449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63" name="object 482">
                <a:extLst>
                  <a:ext uri="{FF2B5EF4-FFF2-40B4-BE49-F238E27FC236}">
                    <a16:creationId xmlns:a16="http://schemas.microsoft.com/office/drawing/2014/main" id="{4917FCCF-E27B-4147-8886-7E6C7BAD284C}"/>
                  </a:ext>
                </a:extLst>
              </p:cNvPr>
              <p:cNvSpPr/>
              <p:nvPr/>
            </p:nvSpPr>
            <p:spPr>
              <a:xfrm>
                <a:off x="5148072" y="55244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4" name="object 483">
                <a:extLst>
                  <a:ext uri="{FF2B5EF4-FFF2-40B4-BE49-F238E27FC236}">
                    <a16:creationId xmlns:a16="http://schemas.microsoft.com/office/drawing/2014/main" id="{68D6EABE-7FAA-48A0-8E57-5B5DEB1453B8}"/>
                  </a:ext>
                </a:extLst>
              </p:cNvPr>
              <p:cNvSpPr/>
              <p:nvPr/>
            </p:nvSpPr>
            <p:spPr>
              <a:xfrm>
                <a:off x="5148072" y="560984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65" name="object 484">
                <a:extLst>
                  <a:ext uri="{FF2B5EF4-FFF2-40B4-BE49-F238E27FC236}">
                    <a16:creationId xmlns:a16="http://schemas.microsoft.com/office/drawing/2014/main" id="{3A44D7F3-4DF0-4CB4-AC7C-2B4333734493}"/>
                  </a:ext>
                </a:extLst>
              </p:cNvPr>
              <p:cNvSpPr/>
              <p:nvPr/>
            </p:nvSpPr>
            <p:spPr>
              <a:xfrm>
                <a:off x="5148072" y="56098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6" name="object 485">
                <a:extLst>
                  <a:ext uri="{FF2B5EF4-FFF2-40B4-BE49-F238E27FC236}">
                    <a16:creationId xmlns:a16="http://schemas.microsoft.com/office/drawing/2014/main" id="{BDBA914C-0865-4EFF-8C2F-D346E2879062}"/>
                  </a:ext>
                </a:extLst>
              </p:cNvPr>
              <p:cNvSpPr/>
              <p:nvPr/>
            </p:nvSpPr>
            <p:spPr>
              <a:xfrm>
                <a:off x="5148072" y="5695186"/>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E3C2F5"/>
              </a:solidFill>
            </p:spPr>
            <p:txBody>
              <a:bodyPr wrap="square" lIns="0" tIns="0" rIns="0" bIns="0" rtlCol="0"/>
              <a:lstStyle/>
              <a:p>
                <a:endParaRPr sz="2000"/>
              </a:p>
            </p:txBody>
          </p:sp>
          <p:sp>
            <p:nvSpPr>
              <p:cNvPr id="967" name="object 486">
                <a:extLst>
                  <a:ext uri="{FF2B5EF4-FFF2-40B4-BE49-F238E27FC236}">
                    <a16:creationId xmlns:a16="http://schemas.microsoft.com/office/drawing/2014/main" id="{6C96F4D3-546B-443A-93E0-264778A70608}"/>
                  </a:ext>
                </a:extLst>
              </p:cNvPr>
              <p:cNvSpPr/>
              <p:nvPr/>
            </p:nvSpPr>
            <p:spPr>
              <a:xfrm>
                <a:off x="5148072" y="5695186"/>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68" name="object 487">
                <a:extLst>
                  <a:ext uri="{FF2B5EF4-FFF2-40B4-BE49-F238E27FC236}">
                    <a16:creationId xmlns:a16="http://schemas.microsoft.com/office/drawing/2014/main" id="{56B6CF09-AFB7-4DFE-AA71-514BB008BE08}"/>
                  </a:ext>
                </a:extLst>
              </p:cNvPr>
              <p:cNvSpPr/>
              <p:nvPr/>
            </p:nvSpPr>
            <p:spPr>
              <a:xfrm>
                <a:off x="5148072" y="5782056"/>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69" name="object 488">
                <a:extLst>
                  <a:ext uri="{FF2B5EF4-FFF2-40B4-BE49-F238E27FC236}">
                    <a16:creationId xmlns:a16="http://schemas.microsoft.com/office/drawing/2014/main" id="{848EAC8C-FB23-49A1-A467-4648C913D63F}"/>
                  </a:ext>
                </a:extLst>
              </p:cNvPr>
              <p:cNvSpPr/>
              <p:nvPr/>
            </p:nvSpPr>
            <p:spPr>
              <a:xfrm>
                <a:off x="5148072" y="57820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970" name="object 489">
              <a:extLst>
                <a:ext uri="{FF2B5EF4-FFF2-40B4-BE49-F238E27FC236}">
                  <a16:creationId xmlns:a16="http://schemas.microsoft.com/office/drawing/2014/main" id="{CE708077-869B-488B-A44D-1F9C081BD488}"/>
                </a:ext>
              </a:extLst>
            </p:cNvPr>
            <p:cNvSpPr txBox="1"/>
            <p:nvPr/>
          </p:nvSpPr>
          <p:spPr>
            <a:xfrm>
              <a:off x="5541678" y="5570204"/>
              <a:ext cx="215900" cy="253673"/>
            </a:xfrm>
            <a:prstGeom prst="rect">
              <a:avLst/>
            </a:prstGeom>
          </p:spPr>
          <p:txBody>
            <a:bodyPr vert="horz" wrap="square" lIns="0" tIns="14111" rIns="0" bIns="0" rtlCol="0">
              <a:spAutoFit/>
            </a:bodyPr>
            <a:lstStyle/>
            <a:p>
              <a:pPr marL="14111">
                <a:spcBef>
                  <a:spcPts val="111"/>
                </a:spcBef>
              </a:pPr>
              <a:r>
                <a:rPr sz="1556" i="1" dirty="0">
                  <a:latin typeface="Arial"/>
                  <a:cs typeface="Arial"/>
                </a:rPr>
                <a:t>W</a:t>
              </a:r>
              <a:endParaRPr sz="1556" dirty="0">
                <a:latin typeface="Arial"/>
                <a:cs typeface="Arial"/>
              </a:endParaRPr>
            </a:p>
          </p:txBody>
        </p:sp>
        <p:grpSp>
          <p:nvGrpSpPr>
            <p:cNvPr id="971" name="object 490">
              <a:extLst>
                <a:ext uri="{FF2B5EF4-FFF2-40B4-BE49-F238E27FC236}">
                  <a16:creationId xmlns:a16="http://schemas.microsoft.com/office/drawing/2014/main" id="{4DD0F0DE-500E-4EF7-84EF-022C1BBDC93C}"/>
                </a:ext>
              </a:extLst>
            </p:cNvPr>
            <p:cNvGrpSpPr/>
            <p:nvPr/>
          </p:nvGrpSpPr>
          <p:grpSpPr>
            <a:xfrm>
              <a:off x="3475407" y="5916942"/>
              <a:ext cx="826911" cy="395111"/>
              <a:chOff x="3000502" y="5521196"/>
              <a:chExt cx="744220" cy="355600"/>
            </a:xfrm>
          </p:grpSpPr>
          <p:sp>
            <p:nvSpPr>
              <p:cNvPr id="972" name="object 491">
                <a:extLst>
                  <a:ext uri="{FF2B5EF4-FFF2-40B4-BE49-F238E27FC236}">
                    <a16:creationId xmlns:a16="http://schemas.microsoft.com/office/drawing/2014/main" id="{07E3155F-F980-427A-B289-44A4DED238C2}"/>
                  </a:ext>
                </a:extLst>
              </p:cNvPr>
              <p:cNvSpPr/>
              <p:nvPr/>
            </p:nvSpPr>
            <p:spPr>
              <a:xfrm>
                <a:off x="3372612" y="5527546"/>
                <a:ext cx="91440" cy="85347"/>
              </a:xfrm>
              <a:prstGeom prst="rect">
                <a:avLst/>
              </a:prstGeom>
              <a:blipFill>
                <a:blip r:embed="rId67" cstate="print"/>
                <a:stretch>
                  <a:fillRect/>
                </a:stretch>
              </a:blipFill>
            </p:spPr>
            <p:txBody>
              <a:bodyPr wrap="square" lIns="0" tIns="0" rIns="0" bIns="0" rtlCol="0"/>
              <a:lstStyle/>
              <a:p>
                <a:endParaRPr sz="2000"/>
              </a:p>
            </p:txBody>
          </p:sp>
          <p:sp>
            <p:nvSpPr>
              <p:cNvPr id="973" name="object 492">
                <a:extLst>
                  <a:ext uri="{FF2B5EF4-FFF2-40B4-BE49-F238E27FC236}">
                    <a16:creationId xmlns:a16="http://schemas.microsoft.com/office/drawing/2014/main" id="{4B53E38B-185B-4CCD-BF73-8AE7BA44B2E7}"/>
                  </a:ext>
                </a:extLst>
              </p:cNvPr>
              <p:cNvSpPr/>
              <p:nvPr/>
            </p:nvSpPr>
            <p:spPr>
              <a:xfrm>
                <a:off x="337261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74" name="object 493">
                <a:extLst>
                  <a:ext uri="{FF2B5EF4-FFF2-40B4-BE49-F238E27FC236}">
                    <a16:creationId xmlns:a16="http://schemas.microsoft.com/office/drawing/2014/main" id="{39BDC19A-918A-4508-B8CF-FECDE2E87B43}"/>
                  </a:ext>
                </a:extLst>
              </p:cNvPr>
              <p:cNvSpPr/>
              <p:nvPr/>
            </p:nvSpPr>
            <p:spPr>
              <a:xfrm>
                <a:off x="3372612" y="5612894"/>
                <a:ext cx="91440" cy="85342"/>
              </a:xfrm>
              <a:prstGeom prst="rect">
                <a:avLst/>
              </a:prstGeom>
              <a:blipFill>
                <a:blip r:embed="rId68" cstate="print"/>
                <a:stretch>
                  <a:fillRect/>
                </a:stretch>
              </a:blipFill>
            </p:spPr>
            <p:txBody>
              <a:bodyPr wrap="square" lIns="0" tIns="0" rIns="0" bIns="0" rtlCol="0"/>
              <a:lstStyle/>
              <a:p>
                <a:endParaRPr sz="2000"/>
              </a:p>
            </p:txBody>
          </p:sp>
          <p:sp>
            <p:nvSpPr>
              <p:cNvPr id="975" name="object 494">
                <a:extLst>
                  <a:ext uri="{FF2B5EF4-FFF2-40B4-BE49-F238E27FC236}">
                    <a16:creationId xmlns:a16="http://schemas.microsoft.com/office/drawing/2014/main" id="{5D4C6E00-5CCE-47DC-AA4E-3AEB277A2852}"/>
                  </a:ext>
                </a:extLst>
              </p:cNvPr>
              <p:cNvSpPr/>
              <p:nvPr/>
            </p:nvSpPr>
            <p:spPr>
              <a:xfrm>
                <a:off x="337261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6" name="object 495">
                <a:extLst>
                  <a:ext uri="{FF2B5EF4-FFF2-40B4-BE49-F238E27FC236}">
                    <a16:creationId xmlns:a16="http://schemas.microsoft.com/office/drawing/2014/main" id="{A0FEE1A2-F772-4769-95AD-62C8A1D9FA9C}"/>
                  </a:ext>
                </a:extLst>
              </p:cNvPr>
              <p:cNvSpPr/>
              <p:nvPr/>
            </p:nvSpPr>
            <p:spPr>
              <a:xfrm>
                <a:off x="3372612" y="5698236"/>
                <a:ext cx="91440" cy="86865"/>
              </a:xfrm>
              <a:prstGeom prst="rect">
                <a:avLst/>
              </a:prstGeom>
              <a:blipFill>
                <a:blip r:embed="rId69" cstate="print"/>
                <a:stretch>
                  <a:fillRect/>
                </a:stretch>
              </a:blipFill>
            </p:spPr>
            <p:txBody>
              <a:bodyPr wrap="square" lIns="0" tIns="0" rIns="0" bIns="0" rtlCol="0"/>
              <a:lstStyle/>
              <a:p>
                <a:endParaRPr sz="2000"/>
              </a:p>
            </p:txBody>
          </p:sp>
          <p:sp>
            <p:nvSpPr>
              <p:cNvPr id="977" name="object 496">
                <a:extLst>
                  <a:ext uri="{FF2B5EF4-FFF2-40B4-BE49-F238E27FC236}">
                    <a16:creationId xmlns:a16="http://schemas.microsoft.com/office/drawing/2014/main" id="{FBD83251-76B5-4A75-842C-72F86A3207F9}"/>
                  </a:ext>
                </a:extLst>
              </p:cNvPr>
              <p:cNvSpPr/>
              <p:nvPr/>
            </p:nvSpPr>
            <p:spPr>
              <a:xfrm>
                <a:off x="337261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78" name="object 497">
                <a:extLst>
                  <a:ext uri="{FF2B5EF4-FFF2-40B4-BE49-F238E27FC236}">
                    <a16:creationId xmlns:a16="http://schemas.microsoft.com/office/drawing/2014/main" id="{E321C7F3-4260-4267-AB43-79AD853DE7AD}"/>
                  </a:ext>
                </a:extLst>
              </p:cNvPr>
              <p:cNvSpPr/>
              <p:nvPr/>
            </p:nvSpPr>
            <p:spPr>
              <a:xfrm>
                <a:off x="3372612" y="5785102"/>
                <a:ext cx="91440" cy="85342"/>
              </a:xfrm>
              <a:prstGeom prst="rect">
                <a:avLst/>
              </a:prstGeom>
              <a:blipFill>
                <a:blip r:embed="rId70" cstate="print"/>
                <a:stretch>
                  <a:fillRect/>
                </a:stretch>
              </a:blipFill>
            </p:spPr>
            <p:txBody>
              <a:bodyPr wrap="square" lIns="0" tIns="0" rIns="0" bIns="0" rtlCol="0"/>
              <a:lstStyle/>
              <a:p>
                <a:endParaRPr sz="2000"/>
              </a:p>
            </p:txBody>
          </p:sp>
          <p:sp>
            <p:nvSpPr>
              <p:cNvPr id="979" name="object 498">
                <a:extLst>
                  <a:ext uri="{FF2B5EF4-FFF2-40B4-BE49-F238E27FC236}">
                    <a16:creationId xmlns:a16="http://schemas.microsoft.com/office/drawing/2014/main" id="{8885ABD1-7EED-4ACB-BAC4-58A1E73716C7}"/>
                  </a:ext>
                </a:extLst>
              </p:cNvPr>
              <p:cNvSpPr/>
              <p:nvPr/>
            </p:nvSpPr>
            <p:spPr>
              <a:xfrm>
                <a:off x="337261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0" name="object 499">
                <a:extLst>
                  <a:ext uri="{FF2B5EF4-FFF2-40B4-BE49-F238E27FC236}">
                    <a16:creationId xmlns:a16="http://schemas.microsoft.com/office/drawing/2014/main" id="{6E36115B-BB63-4E79-BF5E-FEC7BCF1ED62}"/>
                  </a:ext>
                </a:extLst>
              </p:cNvPr>
              <p:cNvSpPr/>
              <p:nvPr/>
            </p:nvSpPr>
            <p:spPr>
              <a:xfrm>
                <a:off x="3006852" y="5527546"/>
                <a:ext cx="91440" cy="85347"/>
              </a:xfrm>
              <a:prstGeom prst="rect">
                <a:avLst/>
              </a:prstGeom>
              <a:blipFill>
                <a:blip r:embed="rId71" cstate="print"/>
                <a:stretch>
                  <a:fillRect/>
                </a:stretch>
              </a:blipFill>
            </p:spPr>
            <p:txBody>
              <a:bodyPr wrap="square" lIns="0" tIns="0" rIns="0" bIns="0" rtlCol="0"/>
              <a:lstStyle/>
              <a:p>
                <a:endParaRPr sz="2000"/>
              </a:p>
            </p:txBody>
          </p:sp>
          <p:sp>
            <p:nvSpPr>
              <p:cNvPr id="981" name="object 500">
                <a:extLst>
                  <a:ext uri="{FF2B5EF4-FFF2-40B4-BE49-F238E27FC236}">
                    <a16:creationId xmlns:a16="http://schemas.microsoft.com/office/drawing/2014/main" id="{218F89F2-75A2-4E3D-8B29-30E291A5F41F}"/>
                  </a:ext>
                </a:extLst>
              </p:cNvPr>
              <p:cNvSpPr/>
              <p:nvPr/>
            </p:nvSpPr>
            <p:spPr>
              <a:xfrm>
                <a:off x="300685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82" name="object 501">
                <a:extLst>
                  <a:ext uri="{FF2B5EF4-FFF2-40B4-BE49-F238E27FC236}">
                    <a16:creationId xmlns:a16="http://schemas.microsoft.com/office/drawing/2014/main" id="{B47CE68F-1435-4A83-9F75-5D819052FB06}"/>
                  </a:ext>
                </a:extLst>
              </p:cNvPr>
              <p:cNvSpPr/>
              <p:nvPr/>
            </p:nvSpPr>
            <p:spPr>
              <a:xfrm>
                <a:off x="3098292" y="5527546"/>
                <a:ext cx="91440" cy="85347"/>
              </a:xfrm>
              <a:prstGeom prst="rect">
                <a:avLst/>
              </a:prstGeom>
              <a:blipFill>
                <a:blip r:embed="rId72" cstate="print"/>
                <a:stretch>
                  <a:fillRect/>
                </a:stretch>
              </a:blipFill>
            </p:spPr>
            <p:txBody>
              <a:bodyPr wrap="square" lIns="0" tIns="0" rIns="0" bIns="0" rtlCol="0"/>
              <a:lstStyle/>
              <a:p>
                <a:endParaRPr sz="2000"/>
              </a:p>
            </p:txBody>
          </p:sp>
          <p:sp>
            <p:nvSpPr>
              <p:cNvPr id="983" name="object 502">
                <a:extLst>
                  <a:ext uri="{FF2B5EF4-FFF2-40B4-BE49-F238E27FC236}">
                    <a16:creationId xmlns:a16="http://schemas.microsoft.com/office/drawing/2014/main" id="{4DD56830-FCFE-43AD-B88C-A5EF75186292}"/>
                  </a:ext>
                </a:extLst>
              </p:cNvPr>
              <p:cNvSpPr/>
              <p:nvPr/>
            </p:nvSpPr>
            <p:spPr>
              <a:xfrm>
                <a:off x="309829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84" name="object 503">
                <a:extLst>
                  <a:ext uri="{FF2B5EF4-FFF2-40B4-BE49-F238E27FC236}">
                    <a16:creationId xmlns:a16="http://schemas.microsoft.com/office/drawing/2014/main" id="{D8D33A8A-FED3-4C46-A225-A015BBD6B6B3}"/>
                  </a:ext>
                </a:extLst>
              </p:cNvPr>
              <p:cNvSpPr/>
              <p:nvPr/>
            </p:nvSpPr>
            <p:spPr>
              <a:xfrm>
                <a:off x="3189732" y="5527546"/>
                <a:ext cx="92962" cy="85347"/>
              </a:xfrm>
              <a:prstGeom prst="rect">
                <a:avLst/>
              </a:prstGeom>
              <a:blipFill>
                <a:blip r:embed="rId73" cstate="print"/>
                <a:stretch>
                  <a:fillRect/>
                </a:stretch>
              </a:blipFill>
            </p:spPr>
            <p:txBody>
              <a:bodyPr wrap="square" lIns="0" tIns="0" rIns="0" bIns="0" rtlCol="0"/>
              <a:lstStyle/>
              <a:p>
                <a:endParaRPr sz="2000"/>
              </a:p>
            </p:txBody>
          </p:sp>
          <p:sp>
            <p:nvSpPr>
              <p:cNvPr id="985" name="object 504">
                <a:extLst>
                  <a:ext uri="{FF2B5EF4-FFF2-40B4-BE49-F238E27FC236}">
                    <a16:creationId xmlns:a16="http://schemas.microsoft.com/office/drawing/2014/main" id="{FAE3853A-C36C-40CD-8F11-1BE3D283223E}"/>
                  </a:ext>
                </a:extLst>
              </p:cNvPr>
              <p:cNvSpPr/>
              <p:nvPr/>
            </p:nvSpPr>
            <p:spPr>
              <a:xfrm>
                <a:off x="3189732" y="55275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86" name="object 505">
                <a:extLst>
                  <a:ext uri="{FF2B5EF4-FFF2-40B4-BE49-F238E27FC236}">
                    <a16:creationId xmlns:a16="http://schemas.microsoft.com/office/drawing/2014/main" id="{06C588CB-EFA2-4900-9CF5-474F88816491}"/>
                  </a:ext>
                </a:extLst>
              </p:cNvPr>
              <p:cNvSpPr/>
              <p:nvPr/>
            </p:nvSpPr>
            <p:spPr>
              <a:xfrm>
                <a:off x="3006852" y="5612894"/>
                <a:ext cx="91440" cy="85342"/>
              </a:xfrm>
              <a:prstGeom prst="rect">
                <a:avLst/>
              </a:prstGeom>
              <a:blipFill>
                <a:blip r:embed="rId74" cstate="print"/>
                <a:stretch>
                  <a:fillRect/>
                </a:stretch>
              </a:blipFill>
            </p:spPr>
            <p:txBody>
              <a:bodyPr wrap="square" lIns="0" tIns="0" rIns="0" bIns="0" rtlCol="0"/>
              <a:lstStyle/>
              <a:p>
                <a:endParaRPr sz="2000"/>
              </a:p>
            </p:txBody>
          </p:sp>
          <p:sp>
            <p:nvSpPr>
              <p:cNvPr id="987" name="object 506">
                <a:extLst>
                  <a:ext uri="{FF2B5EF4-FFF2-40B4-BE49-F238E27FC236}">
                    <a16:creationId xmlns:a16="http://schemas.microsoft.com/office/drawing/2014/main" id="{38DE203C-DA6C-46C2-945A-A34C70DA404F}"/>
                  </a:ext>
                </a:extLst>
              </p:cNvPr>
              <p:cNvSpPr/>
              <p:nvPr/>
            </p:nvSpPr>
            <p:spPr>
              <a:xfrm>
                <a:off x="300685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8" name="object 507">
                <a:extLst>
                  <a:ext uri="{FF2B5EF4-FFF2-40B4-BE49-F238E27FC236}">
                    <a16:creationId xmlns:a16="http://schemas.microsoft.com/office/drawing/2014/main" id="{8267BDE5-7361-4571-BE74-98D678649697}"/>
                  </a:ext>
                </a:extLst>
              </p:cNvPr>
              <p:cNvSpPr/>
              <p:nvPr/>
            </p:nvSpPr>
            <p:spPr>
              <a:xfrm>
                <a:off x="3098292" y="5612894"/>
                <a:ext cx="91440" cy="85342"/>
              </a:xfrm>
              <a:prstGeom prst="rect">
                <a:avLst/>
              </a:prstGeom>
              <a:blipFill>
                <a:blip r:embed="rId75" cstate="print"/>
                <a:stretch>
                  <a:fillRect/>
                </a:stretch>
              </a:blipFill>
            </p:spPr>
            <p:txBody>
              <a:bodyPr wrap="square" lIns="0" tIns="0" rIns="0" bIns="0" rtlCol="0"/>
              <a:lstStyle/>
              <a:p>
                <a:endParaRPr sz="2000"/>
              </a:p>
            </p:txBody>
          </p:sp>
          <p:sp>
            <p:nvSpPr>
              <p:cNvPr id="989" name="object 508">
                <a:extLst>
                  <a:ext uri="{FF2B5EF4-FFF2-40B4-BE49-F238E27FC236}">
                    <a16:creationId xmlns:a16="http://schemas.microsoft.com/office/drawing/2014/main" id="{2F3AC257-E25F-435F-A6A9-4CA5B9DC844A}"/>
                  </a:ext>
                </a:extLst>
              </p:cNvPr>
              <p:cNvSpPr/>
              <p:nvPr/>
            </p:nvSpPr>
            <p:spPr>
              <a:xfrm>
                <a:off x="309829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0" name="object 509">
                <a:extLst>
                  <a:ext uri="{FF2B5EF4-FFF2-40B4-BE49-F238E27FC236}">
                    <a16:creationId xmlns:a16="http://schemas.microsoft.com/office/drawing/2014/main" id="{1AF81FA6-8365-444A-BF83-32998235B27F}"/>
                  </a:ext>
                </a:extLst>
              </p:cNvPr>
              <p:cNvSpPr/>
              <p:nvPr/>
            </p:nvSpPr>
            <p:spPr>
              <a:xfrm>
                <a:off x="3189732" y="5612894"/>
                <a:ext cx="92962" cy="85342"/>
              </a:xfrm>
              <a:prstGeom prst="rect">
                <a:avLst/>
              </a:prstGeom>
              <a:blipFill>
                <a:blip r:embed="rId76" cstate="print"/>
                <a:stretch>
                  <a:fillRect/>
                </a:stretch>
              </a:blipFill>
            </p:spPr>
            <p:txBody>
              <a:bodyPr wrap="square" lIns="0" tIns="0" rIns="0" bIns="0" rtlCol="0"/>
              <a:lstStyle/>
              <a:p>
                <a:endParaRPr sz="2000"/>
              </a:p>
            </p:txBody>
          </p:sp>
          <p:sp>
            <p:nvSpPr>
              <p:cNvPr id="991" name="object 510">
                <a:extLst>
                  <a:ext uri="{FF2B5EF4-FFF2-40B4-BE49-F238E27FC236}">
                    <a16:creationId xmlns:a16="http://schemas.microsoft.com/office/drawing/2014/main" id="{EC0D3BA7-A120-435A-B551-F95C791B5277}"/>
                  </a:ext>
                </a:extLst>
              </p:cNvPr>
              <p:cNvSpPr/>
              <p:nvPr/>
            </p:nvSpPr>
            <p:spPr>
              <a:xfrm>
                <a:off x="3189732" y="56128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2" name="object 511">
                <a:extLst>
                  <a:ext uri="{FF2B5EF4-FFF2-40B4-BE49-F238E27FC236}">
                    <a16:creationId xmlns:a16="http://schemas.microsoft.com/office/drawing/2014/main" id="{909C720E-A62B-4BAD-A812-7557E9162B3C}"/>
                  </a:ext>
                </a:extLst>
              </p:cNvPr>
              <p:cNvSpPr/>
              <p:nvPr/>
            </p:nvSpPr>
            <p:spPr>
              <a:xfrm>
                <a:off x="3006852" y="5698236"/>
                <a:ext cx="91440" cy="86865"/>
              </a:xfrm>
              <a:prstGeom prst="rect">
                <a:avLst/>
              </a:prstGeom>
              <a:blipFill>
                <a:blip r:embed="rId77" cstate="print"/>
                <a:stretch>
                  <a:fillRect/>
                </a:stretch>
              </a:blipFill>
            </p:spPr>
            <p:txBody>
              <a:bodyPr wrap="square" lIns="0" tIns="0" rIns="0" bIns="0" rtlCol="0"/>
              <a:lstStyle/>
              <a:p>
                <a:endParaRPr sz="2000"/>
              </a:p>
            </p:txBody>
          </p:sp>
          <p:sp>
            <p:nvSpPr>
              <p:cNvPr id="993" name="object 512">
                <a:extLst>
                  <a:ext uri="{FF2B5EF4-FFF2-40B4-BE49-F238E27FC236}">
                    <a16:creationId xmlns:a16="http://schemas.microsoft.com/office/drawing/2014/main" id="{E063E397-5F6A-4F9D-98AB-36336190844E}"/>
                  </a:ext>
                </a:extLst>
              </p:cNvPr>
              <p:cNvSpPr/>
              <p:nvPr/>
            </p:nvSpPr>
            <p:spPr>
              <a:xfrm>
                <a:off x="300685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94" name="object 513">
                <a:extLst>
                  <a:ext uri="{FF2B5EF4-FFF2-40B4-BE49-F238E27FC236}">
                    <a16:creationId xmlns:a16="http://schemas.microsoft.com/office/drawing/2014/main" id="{405C2100-6767-40C3-8C6D-27C3433303A1}"/>
                  </a:ext>
                </a:extLst>
              </p:cNvPr>
              <p:cNvSpPr/>
              <p:nvPr/>
            </p:nvSpPr>
            <p:spPr>
              <a:xfrm>
                <a:off x="3098292" y="5698236"/>
                <a:ext cx="91440" cy="86865"/>
              </a:xfrm>
              <a:prstGeom prst="rect">
                <a:avLst/>
              </a:prstGeom>
              <a:blipFill>
                <a:blip r:embed="rId78" cstate="print"/>
                <a:stretch>
                  <a:fillRect/>
                </a:stretch>
              </a:blipFill>
            </p:spPr>
            <p:txBody>
              <a:bodyPr wrap="square" lIns="0" tIns="0" rIns="0" bIns="0" rtlCol="0"/>
              <a:lstStyle/>
              <a:p>
                <a:endParaRPr sz="2000"/>
              </a:p>
            </p:txBody>
          </p:sp>
          <p:sp>
            <p:nvSpPr>
              <p:cNvPr id="995" name="object 514">
                <a:extLst>
                  <a:ext uri="{FF2B5EF4-FFF2-40B4-BE49-F238E27FC236}">
                    <a16:creationId xmlns:a16="http://schemas.microsoft.com/office/drawing/2014/main" id="{717851B0-07BF-4B4A-8C7C-203102D297D0}"/>
                  </a:ext>
                </a:extLst>
              </p:cNvPr>
              <p:cNvSpPr/>
              <p:nvPr/>
            </p:nvSpPr>
            <p:spPr>
              <a:xfrm>
                <a:off x="309829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96" name="object 515">
                <a:extLst>
                  <a:ext uri="{FF2B5EF4-FFF2-40B4-BE49-F238E27FC236}">
                    <a16:creationId xmlns:a16="http://schemas.microsoft.com/office/drawing/2014/main" id="{47C8DB53-26D0-4739-B869-3F6481597321}"/>
                  </a:ext>
                </a:extLst>
              </p:cNvPr>
              <p:cNvSpPr/>
              <p:nvPr/>
            </p:nvSpPr>
            <p:spPr>
              <a:xfrm>
                <a:off x="3189732" y="5698236"/>
                <a:ext cx="92962" cy="86865"/>
              </a:xfrm>
              <a:prstGeom prst="rect">
                <a:avLst/>
              </a:prstGeom>
              <a:blipFill>
                <a:blip r:embed="rId79" cstate="print"/>
                <a:stretch>
                  <a:fillRect/>
                </a:stretch>
              </a:blipFill>
            </p:spPr>
            <p:txBody>
              <a:bodyPr wrap="square" lIns="0" tIns="0" rIns="0" bIns="0" rtlCol="0"/>
              <a:lstStyle/>
              <a:p>
                <a:endParaRPr sz="2000"/>
              </a:p>
            </p:txBody>
          </p:sp>
          <p:sp>
            <p:nvSpPr>
              <p:cNvPr id="997" name="object 516">
                <a:extLst>
                  <a:ext uri="{FF2B5EF4-FFF2-40B4-BE49-F238E27FC236}">
                    <a16:creationId xmlns:a16="http://schemas.microsoft.com/office/drawing/2014/main" id="{38E22C28-A175-43EA-B336-F68B9DBBEDD5}"/>
                  </a:ext>
                </a:extLst>
              </p:cNvPr>
              <p:cNvSpPr/>
              <p:nvPr/>
            </p:nvSpPr>
            <p:spPr>
              <a:xfrm>
                <a:off x="3189732" y="5698236"/>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98" name="object 517">
                <a:extLst>
                  <a:ext uri="{FF2B5EF4-FFF2-40B4-BE49-F238E27FC236}">
                    <a16:creationId xmlns:a16="http://schemas.microsoft.com/office/drawing/2014/main" id="{7032BF4E-C666-4C4A-AF56-47FD1D5C0511}"/>
                  </a:ext>
                </a:extLst>
              </p:cNvPr>
              <p:cNvSpPr/>
              <p:nvPr/>
            </p:nvSpPr>
            <p:spPr>
              <a:xfrm>
                <a:off x="3006852" y="5785102"/>
                <a:ext cx="91440" cy="85342"/>
              </a:xfrm>
              <a:prstGeom prst="rect">
                <a:avLst/>
              </a:prstGeom>
              <a:blipFill>
                <a:blip r:embed="rId80" cstate="print"/>
                <a:stretch>
                  <a:fillRect/>
                </a:stretch>
              </a:blipFill>
            </p:spPr>
            <p:txBody>
              <a:bodyPr wrap="square" lIns="0" tIns="0" rIns="0" bIns="0" rtlCol="0"/>
              <a:lstStyle/>
              <a:p>
                <a:endParaRPr sz="2000"/>
              </a:p>
            </p:txBody>
          </p:sp>
          <p:sp>
            <p:nvSpPr>
              <p:cNvPr id="999" name="object 518">
                <a:extLst>
                  <a:ext uri="{FF2B5EF4-FFF2-40B4-BE49-F238E27FC236}">
                    <a16:creationId xmlns:a16="http://schemas.microsoft.com/office/drawing/2014/main" id="{6AEC6259-6D64-45D0-8A18-FF1F7EB9A5AF}"/>
                  </a:ext>
                </a:extLst>
              </p:cNvPr>
              <p:cNvSpPr/>
              <p:nvPr/>
            </p:nvSpPr>
            <p:spPr>
              <a:xfrm>
                <a:off x="300685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0" name="object 519">
                <a:extLst>
                  <a:ext uri="{FF2B5EF4-FFF2-40B4-BE49-F238E27FC236}">
                    <a16:creationId xmlns:a16="http://schemas.microsoft.com/office/drawing/2014/main" id="{F06CDBBB-4116-4D1D-BEE6-44829AEA435E}"/>
                  </a:ext>
                </a:extLst>
              </p:cNvPr>
              <p:cNvSpPr/>
              <p:nvPr/>
            </p:nvSpPr>
            <p:spPr>
              <a:xfrm>
                <a:off x="3098292" y="5785102"/>
                <a:ext cx="91440" cy="85342"/>
              </a:xfrm>
              <a:prstGeom prst="rect">
                <a:avLst/>
              </a:prstGeom>
              <a:blipFill>
                <a:blip r:embed="rId81" cstate="print"/>
                <a:stretch>
                  <a:fillRect/>
                </a:stretch>
              </a:blipFill>
            </p:spPr>
            <p:txBody>
              <a:bodyPr wrap="square" lIns="0" tIns="0" rIns="0" bIns="0" rtlCol="0"/>
              <a:lstStyle/>
              <a:p>
                <a:endParaRPr sz="2000"/>
              </a:p>
            </p:txBody>
          </p:sp>
          <p:sp>
            <p:nvSpPr>
              <p:cNvPr id="1001" name="object 520">
                <a:extLst>
                  <a:ext uri="{FF2B5EF4-FFF2-40B4-BE49-F238E27FC236}">
                    <a16:creationId xmlns:a16="http://schemas.microsoft.com/office/drawing/2014/main" id="{F59FF2FF-43C5-4177-8F59-E98082B1B6EE}"/>
                  </a:ext>
                </a:extLst>
              </p:cNvPr>
              <p:cNvSpPr/>
              <p:nvPr/>
            </p:nvSpPr>
            <p:spPr>
              <a:xfrm>
                <a:off x="309829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2" name="object 521">
                <a:extLst>
                  <a:ext uri="{FF2B5EF4-FFF2-40B4-BE49-F238E27FC236}">
                    <a16:creationId xmlns:a16="http://schemas.microsoft.com/office/drawing/2014/main" id="{A6C96F53-13F4-4BDC-BD4B-91BA9B96B70D}"/>
                  </a:ext>
                </a:extLst>
              </p:cNvPr>
              <p:cNvSpPr/>
              <p:nvPr/>
            </p:nvSpPr>
            <p:spPr>
              <a:xfrm>
                <a:off x="3189732" y="5785102"/>
                <a:ext cx="92962" cy="85342"/>
              </a:xfrm>
              <a:prstGeom prst="rect">
                <a:avLst/>
              </a:prstGeom>
              <a:blipFill>
                <a:blip r:embed="rId82" cstate="print"/>
                <a:stretch>
                  <a:fillRect/>
                </a:stretch>
              </a:blipFill>
            </p:spPr>
            <p:txBody>
              <a:bodyPr wrap="square" lIns="0" tIns="0" rIns="0" bIns="0" rtlCol="0"/>
              <a:lstStyle/>
              <a:p>
                <a:endParaRPr sz="2000"/>
              </a:p>
            </p:txBody>
          </p:sp>
          <p:sp>
            <p:nvSpPr>
              <p:cNvPr id="1003" name="object 522">
                <a:extLst>
                  <a:ext uri="{FF2B5EF4-FFF2-40B4-BE49-F238E27FC236}">
                    <a16:creationId xmlns:a16="http://schemas.microsoft.com/office/drawing/2014/main" id="{C7262222-BE22-4A75-9D0B-5DA9BB0C25B8}"/>
                  </a:ext>
                </a:extLst>
              </p:cNvPr>
              <p:cNvSpPr/>
              <p:nvPr/>
            </p:nvSpPr>
            <p:spPr>
              <a:xfrm>
                <a:off x="3189732" y="57851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4" name="object 523">
                <a:extLst>
                  <a:ext uri="{FF2B5EF4-FFF2-40B4-BE49-F238E27FC236}">
                    <a16:creationId xmlns:a16="http://schemas.microsoft.com/office/drawing/2014/main" id="{FA12710F-811D-4132-8F03-0E92A6D4C71C}"/>
                  </a:ext>
                </a:extLst>
              </p:cNvPr>
              <p:cNvSpPr/>
              <p:nvPr/>
            </p:nvSpPr>
            <p:spPr>
              <a:xfrm>
                <a:off x="3282696" y="5527546"/>
                <a:ext cx="91440" cy="85347"/>
              </a:xfrm>
              <a:prstGeom prst="rect">
                <a:avLst/>
              </a:prstGeom>
              <a:blipFill>
                <a:blip r:embed="rId83" cstate="print"/>
                <a:stretch>
                  <a:fillRect/>
                </a:stretch>
              </a:blipFill>
            </p:spPr>
            <p:txBody>
              <a:bodyPr wrap="square" lIns="0" tIns="0" rIns="0" bIns="0" rtlCol="0"/>
              <a:lstStyle/>
              <a:p>
                <a:endParaRPr sz="2000"/>
              </a:p>
            </p:txBody>
          </p:sp>
          <p:sp>
            <p:nvSpPr>
              <p:cNvPr id="1005" name="object 524">
                <a:extLst>
                  <a:ext uri="{FF2B5EF4-FFF2-40B4-BE49-F238E27FC236}">
                    <a16:creationId xmlns:a16="http://schemas.microsoft.com/office/drawing/2014/main" id="{DDAC951E-C136-48AE-BD73-91A6AA6578F7}"/>
                  </a:ext>
                </a:extLst>
              </p:cNvPr>
              <p:cNvSpPr/>
              <p:nvPr/>
            </p:nvSpPr>
            <p:spPr>
              <a:xfrm>
                <a:off x="3282696"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06" name="object 525">
                <a:extLst>
                  <a:ext uri="{FF2B5EF4-FFF2-40B4-BE49-F238E27FC236}">
                    <a16:creationId xmlns:a16="http://schemas.microsoft.com/office/drawing/2014/main" id="{2A50C522-5A0E-448A-B807-22635E7C2706}"/>
                  </a:ext>
                </a:extLst>
              </p:cNvPr>
              <p:cNvSpPr/>
              <p:nvPr/>
            </p:nvSpPr>
            <p:spPr>
              <a:xfrm>
                <a:off x="3282696" y="5612894"/>
                <a:ext cx="91440" cy="85342"/>
              </a:xfrm>
              <a:prstGeom prst="rect">
                <a:avLst/>
              </a:prstGeom>
              <a:blipFill>
                <a:blip r:embed="rId84" cstate="print"/>
                <a:stretch>
                  <a:fillRect/>
                </a:stretch>
              </a:blipFill>
            </p:spPr>
            <p:txBody>
              <a:bodyPr wrap="square" lIns="0" tIns="0" rIns="0" bIns="0" rtlCol="0"/>
              <a:lstStyle/>
              <a:p>
                <a:endParaRPr sz="2000"/>
              </a:p>
            </p:txBody>
          </p:sp>
          <p:sp>
            <p:nvSpPr>
              <p:cNvPr id="1007" name="object 526">
                <a:extLst>
                  <a:ext uri="{FF2B5EF4-FFF2-40B4-BE49-F238E27FC236}">
                    <a16:creationId xmlns:a16="http://schemas.microsoft.com/office/drawing/2014/main" id="{1584BCB3-73B4-400A-AA15-A9B7D884BAC7}"/>
                  </a:ext>
                </a:extLst>
              </p:cNvPr>
              <p:cNvSpPr/>
              <p:nvPr/>
            </p:nvSpPr>
            <p:spPr>
              <a:xfrm>
                <a:off x="3282696"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8" name="object 527">
                <a:extLst>
                  <a:ext uri="{FF2B5EF4-FFF2-40B4-BE49-F238E27FC236}">
                    <a16:creationId xmlns:a16="http://schemas.microsoft.com/office/drawing/2014/main" id="{D8078B24-D788-4794-82E5-17B53139EBBB}"/>
                  </a:ext>
                </a:extLst>
              </p:cNvPr>
              <p:cNvSpPr/>
              <p:nvPr/>
            </p:nvSpPr>
            <p:spPr>
              <a:xfrm>
                <a:off x="3282696" y="5698236"/>
                <a:ext cx="91440" cy="86865"/>
              </a:xfrm>
              <a:prstGeom prst="rect">
                <a:avLst/>
              </a:prstGeom>
              <a:blipFill>
                <a:blip r:embed="rId85" cstate="print"/>
                <a:stretch>
                  <a:fillRect/>
                </a:stretch>
              </a:blipFill>
            </p:spPr>
            <p:txBody>
              <a:bodyPr wrap="square" lIns="0" tIns="0" rIns="0" bIns="0" rtlCol="0"/>
              <a:lstStyle/>
              <a:p>
                <a:endParaRPr sz="2000"/>
              </a:p>
            </p:txBody>
          </p:sp>
          <p:sp>
            <p:nvSpPr>
              <p:cNvPr id="1009" name="object 528">
                <a:extLst>
                  <a:ext uri="{FF2B5EF4-FFF2-40B4-BE49-F238E27FC236}">
                    <a16:creationId xmlns:a16="http://schemas.microsoft.com/office/drawing/2014/main" id="{1D0BDD3A-F3CF-4335-B653-0FE2F77770EB}"/>
                  </a:ext>
                </a:extLst>
              </p:cNvPr>
              <p:cNvSpPr/>
              <p:nvPr/>
            </p:nvSpPr>
            <p:spPr>
              <a:xfrm>
                <a:off x="3282696"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10" name="object 529">
                <a:extLst>
                  <a:ext uri="{FF2B5EF4-FFF2-40B4-BE49-F238E27FC236}">
                    <a16:creationId xmlns:a16="http://schemas.microsoft.com/office/drawing/2014/main" id="{67B506EC-423E-4DF4-8148-277D42D35A7A}"/>
                  </a:ext>
                </a:extLst>
              </p:cNvPr>
              <p:cNvSpPr/>
              <p:nvPr/>
            </p:nvSpPr>
            <p:spPr>
              <a:xfrm>
                <a:off x="3282696" y="5785102"/>
                <a:ext cx="91440" cy="85342"/>
              </a:xfrm>
              <a:prstGeom prst="rect">
                <a:avLst/>
              </a:prstGeom>
              <a:blipFill>
                <a:blip r:embed="rId86" cstate="print"/>
                <a:stretch>
                  <a:fillRect/>
                </a:stretch>
              </a:blipFill>
            </p:spPr>
            <p:txBody>
              <a:bodyPr wrap="square" lIns="0" tIns="0" rIns="0" bIns="0" rtlCol="0"/>
              <a:lstStyle/>
              <a:p>
                <a:endParaRPr sz="2000"/>
              </a:p>
            </p:txBody>
          </p:sp>
          <p:sp>
            <p:nvSpPr>
              <p:cNvPr id="1011" name="object 530">
                <a:extLst>
                  <a:ext uri="{FF2B5EF4-FFF2-40B4-BE49-F238E27FC236}">
                    <a16:creationId xmlns:a16="http://schemas.microsoft.com/office/drawing/2014/main" id="{719BC330-F541-49B9-B140-03E0281ADFD4}"/>
                  </a:ext>
                </a:extLst>
              </p:cNvPr>
              <p:cNvSpPr/>
              <p:nvPr/>
            </p:nvSpPr>
            <p:spPr>
              <a:xfrm>
                <a:off x="3282696"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12" name="object 531">
                <a:extLst>
                  <a:ext uri="{FF2B5EF4-FFF2-40B4-BE49-F238E27FC236}">
                    <a16:creationId xmlns:a16="http://schemas.microsoft.com/office/drawing/2014/main" id="{83880A0F-0D64-459D-878F-9101FF5C1CE9}"/>
                  </a:ext>
                </a:extLst>
              </p:cNvPr>
              <p:cNvSpPr/>
              <p:nvPr/>
            </p:nvSpPr>
            <p:spPr>
              <a:xfrm>
                <a:off x="3464052" y="5527546"/>
                <a:ext cx="91440" cy="85347"/>
              </a:xfrm>
              <a:prstGeom prst="rect">
                <a:avLst/>
              </a:prstGeom>
              <a:blipFill>
                <a:blip r:embed="rId87" cstate="print"/>
                <a:stretch>
                  <a:fillRect/>
                </a:stretch>
              </a:blipFill>
            </p:spPr>
            <p:txBody>
              <a:bodyPr wrap="square" lIns="0" tIns="0" rIns="0" bIns="0" rtlCol="0"/>
              <a:lstStyle/>
              <a:p>
                <a:endParaRPr sz="2000"/>
              </a:p>
            </p:txBody>
          </p:sp>
          <p:sp>
            <p:nvSpPr>
              <p:cNvPr id="1013" name="object 532">
                <a:extLst>
                  <a:ext uri="{FF2B5EF4-FFF2-40B4-BE49-F238E27FC236}">
                    <a16:creationId xmlns:a16="http://schemas.microsoft.com/office/drawing/2014/main" id="{CB36D287-7489-4765-8DC6-D703D3833E05}"/>
                  </a:ext>
                </a:extLst>
              </p:cNvPr>
              <p:cNvSpPr/>
              <p:nvPr/>
            </p:nvSpPr>
            <p:spPr>
              <a:xfrm>
                <a:off x="346405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14" name="object 533">
                <a:extLst>
                  <a:ext uri="{FF2B5EF4-FFF2-40B4-BE49-F238E27FC236}">
                    <a16:creationId xmlns:a16="http://schemas.microsoft.com/office/drawing/2014/main" id="{8520E890-33EE-4908-88A9-2B9844C5F57D}"/>
                  </a:ext>
                </a:extLst>
              </p:cNvPr>
              <p:cNvSpPr/>
              <p:nvPr/>
            </p:nvSpPr>
            <p:spPr>
              <a:xfrm>
                <a:off x="3464052" y="5612894"/>
                <a:ext cx="91440" cy="85342"/>
              </a:xfrm>
              <a:prstGeom prst="rect">
                <a:avLst/>
              </a:prstGeom>
              <a:blipFill>
                <a:blip r:embed="rId88" cstate="print"/>
                <a:stretch>
                  <a:fillRect/>
                </a:stretch>
              </a:blipFill>
            </p:spPr>
            <p:txBody>
              <a:bodyPr wrap="square" lIns="0" tIns="0" rIns="0" bIns="0" rtlCol="0"/>
              <a:lstStyle/>
              <a:p>
                <a:endParaRPr sz="2000"/>
              </a:p>
            </p:txBody>
          </p:sp>
          <p:sp>
            <p:nvSpPr>
              <p:cNvPr id="1015" name="object 534">
                <a:extLst>
                  <a:ext uri="{FF2B5EF4-FFF2-40B4-BE49-F238E27FC236}">
                    <a16:creationId xmlns:a16="http://schemas.microsoft.com/office/drawing/2014/main" id="{269E60EE-3B53-4F30-94B6-2E8EAE230000}"/>
                  </a:ext>
                </a:extLst>
              </p:cNvPr>
              <p:cNvSpPr/>
              <p:nvPr/>
            </p:nvSpPr>
            <p:spPr>
              <a:xfrm>
                <a:off x="346405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16" name="object 535">
                <a:extLst>
                  <a:ext uri="{FF2B5EF4-FFF2-40B4-BE49-F238E27FC236}">
                    <a16:creationId xmlns:a16="http://schemas.microsoft.com/office/drawing/2014/main" id="{4C3D69CE-8112-489C-9C8B-D6C5AA78AAE6}"/>
                  </a:ext>
                </a:extLst>
              </p:cNvPr>
              <p:cNvSpPr/>
              <p:nvPr/>
            </p:nvSpPr>
            <p:spPr>
              <a:xfrm>
                <a:off x="3464052" y="5698236"/>
                <a:ext cx="91440" cy="86865"/>
              </a:xfrm>
              <a:prstGeom prst="rect">
                <a:avLst/>
              </a:prstGeom>
              <a:blipFill>
                <a:blip r:embed="rId89" cstate="print"/>
                <a:stretch>
                  <a:fillRect/>
                </a:stretch>
              </a:blipFill>
            </p:spPr>
            <p:txBody>
              <a:bodyPr wrap="square" lIns="0" tIns="0" rIns="0" bIns="0" rtlCol="0"/>
              <a:lstStyle/>
              <a:p>
                <a:endParaRPr sz="2000"/>
              </a:p>
            </p:txBody>
          </p:sp>
          <p:sp>
            <p:nvSpPr>
              <p:cNvPr id="1017" name="object 536">
                <a:extLst>
                  <a:ext uri="{FF2B5EF4-FFF2-40B4-BE49-F238E27FC236}">
                    <a16:creationId xmlns:a16="http://schemas.microsoft.com/office/drawing/2014/main" id="{3997E040-8DD0-425E-8D0B-831CB8D076B9}"/>
                  </a:ext>
                </a:extLst>
              </p:cNvPr>
              <p:cNvSpPr/>
              <p:nvPr/>
            </p:nvSpPr>
            <p:spPr>
              <a:xfrm>
                <a:off x="346405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18" name="object 537">
                <a:extLst>
                  <a:ext uri="{FF2B5EF4-FFF2-40B4-BE49-F238E27FC236}">
                    <a16:creationId xmlns:a16="http://schemas.microsoft.com/office/drawing/2014/main" id="{522B541A-87ED-4601-B18C-7C5CEA755D86}"/>
                  </a:ext>
                </a:extLst>
              </p:cNvPr>
              <p:cNvSpPr/>
              <p:nvPr/>
            </p:nvSpPr>
            <p:spPr>
              <a:xfrm>
                <a:off x="3464052" y="5785102"/>
                <a:ext cx="91440" cy="85342"/>
              </a:xfrm>
              <a:prstGeom prst="rect">
                <a:avLst/>
              </a:prstGeom>
              <a:blipFill>
                <a:blip r:embed="rId90" cstate="print"/>
                <a:stretch>
                  <a:fillRect/>
                </a:stretch>
              </a:blipFill>
            </p:spPr>
            <p:txBody>
              <a:bodyPr wrap="square" lIns="0" tIns="0" rIns="0" bIns="0" rtlCol="0"/>
              <a:lstStyle/>
              <a:p>
                <a:endParaRPr sz="2000"/>
              </a:p>
            </p:txBody>
          </p:sp>
          <p:sp>
            <p:nvSpPr>
              <p:cNvPr id="1019" name="object 538">
                <a:extLst>
                  <a:ext uri="{FF2B5EF4-FFF2-40B4-BE49-F238E27FC236}">
                    <a16:creationId xmlns:a16="http://schemas.microsoft.com/office/drawing/2014/main" id="{FF0668D1-D227-4FF5-A945-B96E1B00A63C}"/>
                  </a:ext>
                </a:extLst>
              </p:cNvPr>
              <p:cNvSpPr/>
              <p:nvPr/>
            </p:nvSpPr>
            <p:spPr>
              <a:xfrm>
                <a:off x="346405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0" name="object 539">
                <a:extLst>
                  <a:ext uri="{FF2B5EF4-FFF2-40B4-BE49-F238E27FC236}">
                    <a16:creationId xmlns:a16="http://schemas.microsoft.com/office/drawing/2014/main" id="{5EE35DAB-E059-40EE-BB78-B91FF0A0EBD2}"/>
                  </a:ext>
                </a:extLst>
              </p:cNvPr>
              <p:cNvSpPr/>
              <p:nvPr/>
            </p:nvSpPr>
            <p:spPr>
              <a:xfrm>
                <a:off x="3645408" y="5527546"/>
                <a:ext cx="92967" cy="85347"/>
              </a:xfrm>
              <a:prstGeom prst="rect">
                <a:avLst/>
              </a:prstGeom>
              <a:blipFill>
                <a:blip r:embed="rId91" cstate="print"/>
                <a:stretch>
                  <a:fillRect/>
                </a:stretch>
              </a:blipFill>
            </p:spPr>
            <p:txBody>
              <a:bodyPr wrap="square" lIns="0" tIns="0" rIns="0" bIns="0" rtlCol="0"/>
              <a:lstStyle/>
              <a:p>
                <a:endParaRPr sz="2000"/>
              </a:p>
            </p:txBody>
          </p:sp>
          <p:sp>
            <p:nvSpPr>
              <p:cNvPr id="1021" name="object 540">
                <a:extLst>
                  <a:ext uri="{FF2B5EF4-FFF2-40B4-BE49-F238E27FC236}">
                    <a16:creationId xmlns:a16="http://schemas.microsoft.com/office/drawing/2014/main" id="{BDBEA6D5-83DB-4C91-9A13-26A622844A35}"/>
                  </a:ext>
                </a:extLst>
              </p:cNvPr>
              <p:cNvSpPr/>
              <p:nvPr/>
            </p:nvSpPr>
            <p:spPr>
              <a:xfrm>
                <a:off x="3645408" y="5527546"/>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22" name="object 541">
                <a:extLst>
                  <a:ext uri="{FF2B5EF4-FFF2-40B4-BE49-F238E27FC236}">
                    <a16:creationId xmlns:a16="http://schemas.microsoft.com/office/drawing/2014/main" id="{A7BE2805-D433-4870-9859-02352AABB655}"/>
                  </a:ext>
                </a:extLst>
              </p:cNvPr>
              <p:cNvSpPr/>
              <p:nvPr/>
            </p:nvSpPr>
            <p:spPr>
              <a:xfrm>
                <a:off x="3645408" y="5612894"/>
                <a:ext cx="92967" cy="85342"/>
              </a:xfrm>
              <a:prstGeom prst="rect">
                <a:avLst/>
              </a:prstGeom>
              <a:blipFill>
                <a:blip r:embed="rId92" cstate="print"/>
                <a:stretch>
                  <a:fillRect/>
                </a:stretch>
              </a:blipFill>
            </p:spPr>
            <p:txBody>
              <a:bodyPr wrap="square" lIns="0" tIns="0" rIns="0" bIns="0" rtlCol="0"/>
              <a:lstStyle/>
              <a:p>
                <a:endParaRPr sz="2000"/>
              </a:p>
            </p:txBody>
          </p:sp>
          <p:sp>
            <p:nvSpPr>
              <p:cNvPr id="1023" name="object 542">
                <a:extLst>
                  <a:ext uri="{FF2B5EF4-FFF2-40B4-BE49-F238E27FC236}">
                    <a16:creationId xmlns:a16="http://schemas.microsoft.com/office/drawing/2014/main" id="{1331D4FB-ECB1-486B-AC87-2CA20E425E01}"/>
                  </a:ext>
                </a:extLst>
              </p:cNvPr>
              <p:cNvSpPr/>
              <p:nvPr/>
            </p:nvSpPr>
            <p:spPr>
              <a:xfrm>
                <a:off x="3645408" y="561289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4" name="object 543">
                <a:extLst>
                  <a:ext uri="{FF2B5EF4-FFF2-40B4-BE49-F238E27FC236}">
                    <a16:creationId xmlns:a16="http://schemas.microsoft.com/office/drawing/2014/main" id="{19A8BF16-2FDF-47C1-B90C-7516B1462D21}"/>
                  </a:ext>
                </a:extLst>
              </p:cNvPr>
              <p:cNvSpPr/>
              <p:nvPr/>
            </p:nvSpPr>
            <p:spPr>
              <a:xfrm>
                <a:off x="3645408" y="5698236"/>
                <a:ext cx="92967" cy="86865"/>
              </a:xfrm>
              <a:prstGeom prst="rect">
                <a:avLst/>
              </a:prstGeom>
              <a:blipFill>
                <a:blip r:embed="rId93" cstate="print"/>
                <a:stretch>
                  <a:fillRect/>
                </a:stretch>
              </a:blipFill>
            </p:spPr>
            <p:txBody>
              <a:bodyPr wrap="square" lIns="0" tIns="0" rIns="0" bIns="0" rtlCol="0"/>
              <a:lstStyle/>
              <a:p>
                <a:endParaRPr sz="2000"/>
              </a:p>
            </p:txBody>
          </p:sp>
          <p:sp>
            <p:nvSpPr>
              <p:cNvPr id="1025" name="object 544">
                <a:extLst>
                  <a:ext uri="{FF2B5EF4-FFF2-40B4-BE49-F238E27FC236}">
                    <a16:creationId xmlns:a16="http://schemas.microsoft.com/office/drawing/2014/main" id="{729AD5C1-F2BD-451B-8FE1-D2FE7BCEC76E}"/>
                  </a:ext>
                </a:extLst>
              </p:cNvPr>
              <p:cNvSpPr/>
              <p:nvPr/>
            </p:nvSpPr>
            <p:spPr>
              <a:xfrm>
                <a:off x="3645408" y="5698236"/>
                <a:ext cx="93345" cy="86995"/>
              </a:xfrm>
              <a:custGeom>
                <a:avLst/>
                <a:gdLst/>
                <a:ahLst/>
                <a:cxnLst/>
                <a:rect l="l" t="t" r="r" b="b"/>
                <a:pathLst>
                  <a:path w="93345"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26" name="object 545">
                <a:extLst>
                  <a:ext uri="{FF2B5EF4-FFF2-40B4-BE49-F238E27FC236}">
                    <a16:creationId xmlns:a16="http://schemas.microsoft.com/office/drawing/2014/main" id="{330F90C3-F742-4D6E-8E68-7E03EF003274}"/>
                  </a:ext>
                </a:extLst>
              </p:cNvPr>
              <p:cNvSpPr/>
              <p:nvPr/>
            </p:nvSpPr>
            <p:spPr>
              <a:xfrm>
                <a:off x="3645408" y="5785102"/>
                <a:ext cx="92967" cy="85342"/>
              </a:xfrm>
              <a:prstGeom prst="rect">
                <a:avLst/>
              </a:prstGeom>
              <a:blipFill>
                <a:blip r:embed="rId94" cstate="print"/>
                <a:stretch>
                  <a:fillRect/>
                </a:stretch>
              </a:blipFill>
            </p:spPr>
            <p:txBody>
              <a:bodyPr wrap="square" lIns="0" tIns="0" rIns="0" bIns="0" rtlCol="0"/>
              <a:lstStyle/>
              <a:p>
                <a:endParaRPr sz="2000"/>
              </a:p>
            </p:txBody>
          </p:sp>
          <p:sp>
            <p:nvSpPr>
              <p:cNvPr id="1027" name="object 546">
                <a:extLst>
                  <a:ext uri="{FF2B5EF4-FFF2-40B4-BE49-F238E27FC236}">
                    <a16:creationId xmlns:a16="http://schemas.microsoft.com/office/drawing/2014/main" id="{19B7EF19-708E-405D-A187-990C9FD8B58D}"/>
                  </a:ext>
                </a:extLst>
              </p:cNvPr>
              <p:cNvSpPr/>
              <p:nvPr/>
            </p:nvSpPr>
            <p:spPr>
              <a:xfrm>
                <a:off x="3645408" y="578510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8" name="object 547">
                <a:extLst>
                  <a:ext uri="{FF2B5EF4-FFF2-40B4-BE49-F238E27FC236}">
                    <a16:creationId xmlns:a16="http://schemas.microsoft.com/office/drawing/2014/main" id="{1C4D9B0C-BF4E-477B-84CA-2B33891081B1}"/>
                  </a:ext>
                </a:extLst>
              </p:cNvPr>
              <p:cNvSpPr/>
              <p:nvPr/>
            </p:nvSpPr>
            <p:spPr>
              <a:xfrm>
                <a:off x="3555492" y="5527546"/>
                <a:ext cx="92962" cy="85347"/>
              </a:xfrm>
              <a:prstGeom prst="rect">
                <a:avLst/>
              </a:prstGeom>
              <a:blipFill>
                <a:blip r:embed="rId95" cstate="print"/>
                <a:stretch>
                  <a:fillRect/>
                </a:stretch>
              </a:blipFill>
            </p:spPr>
            <p:txBody>
              <a:bodyPr wrap="square" lIns="0" tIns="0" rIns="0" bIns="0" rtlCol="0"/>
              <a:lstStyle/>
              <a:p>
                <a:endParaRPr sz="2000"/>
              </a:p>
            </p:txBody>
          </p:sp>
          <p:sp>
            <p:nvSpPr>
              <p:cNvPr id="1029" name="object 548">
                <a:extLst>
                  <a:ext uri="{FF2B5EF4-FFF2-40B4-BE49-F238E27FC236}">
                    <a16:creationId xmlns:a16="http://schemas.microsoft.com/office/drawing/2014/main" id="{53999383-26DC-431C-8AE0-05B562C824FB}"/>
                  </a:ext>
                </a:extLst>
              </p:cNvPr>
              <p:cNvSpPr/>
              <p:nvPr/>
            </p:nvSpPr>
            <p:spPr>
              <a:xfrm>
                <a:off x="3555492" y="55275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30" name="object 549">
                <a:extLst>
                  <a:ext uri="{FF2B5EF4-FFF2-40B4-BE49-F238E27FC236}">
                    <a16:creationId xmlns:a16="http://schemas.microsoft.com/office/drawing/2014/main" id="{E8922A3A-CDC6-4DFD-871D-A19DC534D4F9}"/>
                  </a:ext>
                </a:extLst>
              </p:cNvPr>
              <p:cNvSpPr/>
              <p:nvPr/>
            </p:nvSpPr>
            <p:spPr>
              <a:xfrm>
                <a:off x="3555492" y="5612894"/>
                <a:ext cx="92962" cy="85342"/>
              </a:xfrm>
              <a:prstGeom prst="rect">
                <a:avLst/>
              </a:prstGeom>
              <a:blipFill>
                <a:blip r:embed="rId96" cstate="print"/>
                <a:stretch>
                  <a:fillRect/>
                </a:stretch>
              </a:blipFill>
            </p:spPr>
            <p:txBody>
              <a:bodyPr wrap="square" lIns="0" tIns="0" rIns="0" bIns="0" rtlCol="0"/>
              <a:lstStyle/>
              <a:p>
                <a:endParaRPr sz="2000"/>
              </a:p>
            </p:txBody>
          </p:sp>
          <p:sp>
            <p:nvSpPr>
              <p:cNvPr id="1031" name="object 550">
                <a:extLst>
                  <a:ext uri="{FF2B5EF4-FFF2-40B4-BE49-F238E27FC236}">
                    <a16:creationId xmlns:a16="http://schemas.microsoft.com/office/drawing/2014/main" id="{00B2E616-83F5-4C92-B8A8-9F3CCEC5C042}"/>
                  </a:ext>
                </a:extLst>
              </p:cNvPr>
              <p:cNvSpPr/>
              <p:nvPr/>
            </p:nvSpPr>
            <p:spPr>
              <a:xfrm>
                <a:off x="3555492" y="56128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32" name="object 551">
                <a:extLst>
                  <a:ext uri="{FF2B5EF4-FFF2-40B4-BE49-F238E27FC236}">
                    <a16:creationId xmlns:a16="http://schemas.microsoft.com/office/drawing/2014/main" id="{27B69DA1-29C6-4A72-8EC5-07258DA1823D}"/>
                  </a:ext>
                </a:extLst>
              </p:cNvPr>
              <p:cNvSpPr/>
              <p:nvPr/>
            </p:nvSpPr>
            <p:spPr>
              <a:xfrm>
                <a:off x="3555492" y="5698236"/>
                <a:ext cx="92962" cy="86865"/>
              </a:xfrm>
              <a:prstGeom prst="rect">
                <a:avLst/>
              </a:prstGeom>
              <a:blipFill>
                <a:blip r:embed="rId97" cstate="print"/>
                <a:stretch>
                  <a:fillRect/>
                </a:stretch>
              </a:blipFill>
            </p:spPr>
            <p:txBody>
              <a:bodyPr wrap="square" lIns="0" tIns="0" rIns="0" bIns="0" rtlCol="0"/>
              <a:lstStyle/>
              <a:p>
                <a:endParaRPr sz="2000"/>
              </a:p>
            </p:txBody>
          </p:sp>
          <p:sp>
            <p:nvSpPr>
              <p:cNvPr id="1033" name="object 552">
                <a:extLst>
                  <a:ext uri="{FF2B5EF4-FFF2-40B4-BE49-F238E27FC236}">
                    <a16:creationId xmlns:a16="http://schemas.microsoft.com/office/drawing/2014/main" id="{F92A0050-2BAB-4682-AD44-BBBF84DAEA16}"/>
                  </a:ext>
                </a:extLst>
              </p:cNvPr>
              <p:cNvSpPr/>
              <p:nvPr/>
            </p:nvSpPr>
            <p:spPr>
              <a:xfrm>
                <a:off x="3555492" y="5698236"/>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34" name="object 553">
                <a:extLst>
                  <a:ext uri="{FF2B5EF4-FFF2-40B4-BE49-F238E27FC236}">
                    <a16:creationId xmlns:a16="http://schemas.microsoft.com/office/drawing/2014/main" id="{A9A42AB0-8F1C-46CE-982F-1AE983B7557E}"/>
                  </a:ext>
                </a:extLst>
              </p:cNvPr>
              <p:cNvSpPr/>
              <p:nvPr/>
            </p:nvSpPr>
            <p:spPr>
              <a:xfrm>
                <a:off x="3555492" y="5785102"/>
                <a:ext cx="92962" cy="85342"/>
              </a:xfrm>
              <a:prstGeom prst="rect">
                <a:avLst/>
              </a:prstGeom>
              <a:blipFill>
                <a:blip r:embed="rId98" cstate="print"/>
                <a:stretch>
                  <a:fillRect/>
                </a:stretch>
              </a:blipFill>
            </p:spPr>
            <p:txBody>
              <a:bodyPr wrap="square" lIns="0" tIns="0" rIns="0" bIns="0" rtlCol="0"/>
              <a:lstStyle/>
              <a:p>
                <a:endParaRPr sz="2000"/>
              </a:p>
            </p:txBody>
          </p:sp>
          <p:sp>
            <p:nvSpPr>
              <p:cNvPr id="1035" name="object 554">
                <a:extLst>
                  <a:ext uri="{FF2B5EF4-FFF2-40B4-BE49-F238E27FC236}">
                    <a16:creationId xmlns:a16="http://schemas.microsoft.com/office/drawing/2014/main" id="{1D6EC06D-11D7-4D6F-AE25-C4333CEDAE2C}"/>
                  </a:ext>
                </a:extLst>
              </p:cNvPr>
              <p:cNvSpPr/>
              <p:nvPr/>
            </p:nvSpPr>
            <p:spPr>
              <a:xfrm>
                <a:off x="3555492" y="57851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036" name="object 555">
              <a:extLst>
                <a:ext uri="{FF2B5EF4-FFF2-40B4-BE49-F238E27FC236}">
                  <a16:creationId xmlns:a16="http://schemas.microsoft.com/office/drawing/2014/main" id="{DEF1C111-06DC-4308-A56E-EF98E5BA4462}"/>
                </a:ext>
              </a:extLst>
            </p:cNvPr>
            <p:cNvSpPr txBox="1"/>
            <p:nvPr/>
          </p:nvSpPr>
          <p:spPr>
            <a:xfrm>
              <a:off x="3759888" y="5576643"/>
              <a:ext cx="325261"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dW</a:t>
              </a:r>
              <a:endParaRPr sz="1556">
                <a:latin typeface="Arial"/>
                <a:cs typeface="Arial"/>
              </a:endParaRPr>
            </a:p>
          </p:txBody>
        </p:sp>
        <p:sp>
          <p:nvSpPr>
            <p:cNvPr id="1037" name="object 556">
              <a:extLst>
                <a:ext uri="{FF2B5EF4-FFF2-40B4-BE49-F238E27FC236}">
                  <a16:creationId xmlns:a16="http://schemas.microsoft.com/office/drawing/2014/main" id="{26DE8CAF-D7E1-4700-9CDD-90329E4EF6F3}"/>
                </a:ext>
              </a:extLst>
            </p:cNvPr>
            <p:cNvSpPr txBox="1"/>
            <p:nvPr/>
          </p:nvSpPr>
          <p:spPr>
            <a:xfrm>
              <a:off x="3214636" y="5927159"/>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sp>
        <p:nvSpPr>
          <p:cNvPr id="1038" name="Rectangle 56">
            <a:extLst>
              <a:ext uri="{FF2B5EF4-FFF2-40B4-BE49-F238E27FC236}">
                <a16:creationId xmlns:a16="http://schemas.microsoft.com/office/drawing/2014/main" id="{0138F85C-ED95-4569-818E-9780FA68895D}"/>
              </a:ext>
            </a:extLst>
          </p:cNvPr>
          <p:cNvSpPr/>
          <p:nvPr/>
        </p:nvSpPr>
        <p:spPr>
          <a:xfrm flipH="1">
            <a:off x="3047901" y="1560558"/>
            <a:ext cx="992943" cy="901865"/>
          </a:xfrm>
          <a:prstGeom prst="rect">
            <a:avLst/>
          </a:prstGeom>
          <a:ln w="25400">
            <a:solidFill>
              <a:srgbClr val="C00000"/>
            </a:solidFill>
            <a:miter/>
          </a:ln>
        </p:spPr>
        <p:txBody>
          <a:bodyPr lIns="45696" tIns="45696" rIns="45696" bIns="45696" anchor="ctr"/>
          <a:lstStyle/>
          <a:p>
            <a:pPr algn="ctr" defTabSz="914400">
              <a:defRPr sz="1800">
                <a:solidFill>
                  <a:srgbClr val="FFFFFF"/>
                </a:solidFill>
              </a:defRPr>
            </a:pPr>
            <a:endParaRPr/>
          </a:p>
        </p:txBody>
      </p:sp>
      <p:sp>
        <p:nvSpPr>
          <p:cNvPr id="1039" name="Rectangle 56">
            <a:extLst>
              <a:ext uri="{FF2B5EF4-FFF2-40B4-BE49-F238E27FC236}">
                <a16:creationId xmlns:a16="http://schemas.microsoft.com/office/drawing/2014/main" id="{F4DEF335-0BF5-49C2-B0CF-374F771D897A}"/>
              </a:ext>
            </a:extLst>
          </p:cNvPr>
          <p:cNvSpPr/>
          <p:nvPr/>
        </p:nvSpPr>
        <p:spPr>
          <a:xfrm flipH="1">
            <a:off x="5161925" y="5483001"/>
            <a:ext cx="992943" cy="901865"/>
          </a:xfrm>
          <a:prstGeom prst="rect">
            <a:avLst/>
          </a:prstGeom>
          <a:ln w="25400">
            <a:solidFill>
              <a:srgbClr val="C00000"/>
            </a:solidFill>
            <a:miter/>
          </a:ln>
        </p:spPr>
        <p:txBody>
          <a:bodyPr lIns="45696" tIns="45696" rIns="45696" bIns="45696" anchor="ctr"/>
          <a:lstStyle/>
          <a:p>
            <a:pPr algn="ctr" defTabSz="914400">
              <a:defRPr sz="1800">
                <a:solidFill>
                  <a:srgbClr val="FFFFFF"/>
                </a:solidFill>
              </a:defRPr>
            </a:pPr>
            <a:endParaRPr/>
          </a:p>
        </p:txBody>
      </p:sp>
      <p:sp>
        <p:nvSpPr>
          <p:cNvPr id="1040" name="TextBox 559">
            <a:extLst>
              <a:ext uri="{FF2B5EF4-FFF2-40B4-BE49-F238E27FC236}">
                <a16:creationId xmlns:a16="http://schemas.microsoft.com/office/drawing/2014/main" id="{1DFD8C07-2E3C-48E8-8B21-238E6C30ED83}"/>
              </a:ext>
            </a:extLst>
          </p:cNvPr>
          <p:cNvSpPr txBox="1"/>
          <p:nvPr/>
        </p:nvSpPr>
        <p:spPr>
          <a:xfrm>
            <a:off x="81459" y="1039155"/>
            <a:ext cx="2268570" cy="461665"/>
          </a:xfrm>
          <a:prstGeom prst="rect">
            <a:avLst/>
          </a:prstGeom>
          <a:noFill/>
        </p:spPr>
        <p:txBody>
          <a:bodyPr wrap="none" rtlCol="0">
            <a:spAutoFit/>
          </a:bodyPr>
          <a:lstStyle/>
          <a:p>
            <a:r>
              <a:rPr lang="en-US" sz="2400" b="1" i="1" u="sng" dirty="0"/>
              <a:t>One iteration: </a:t>
            </a:r>
          </a:p>
        </p:txBody>
      </p:sp>
      <p:sp>
        <p:nvSpPr>
          <p:cNvPr id="1041" name="object 3">
            <a:extLst>
              <a:ext uri="{FF2B5EF4-FFF2-40B4-BE49-F238E27FC236}">
                <a16:creationId xmlns:a16="http://schemas.microsoft.com/office/drawing/2014/main" id="{662EF2DD-53AD-4A50-9249-DC51D7DF5AAB}"/>
              </a:ext>
            </a:extLst>
          </p:cNvPr>
          <p:cNvSpPr txBox="1"/>
          <p:nvPr/>
        </p:nvSpPr>
        <p:spPr>
          <a:xfrm>
            <a:off x="5186773" y="1132475"/>
            <a:ext cx="3890551" cy="2720388"/>
          </a:xfrm>
          <a:prstGeom prst="rect">
            <a:avLst/>
          </a:prstGeom>
        </p:spPr>
        <p:txBody>
          <a:bodyPr vert="horz" wrap="square" lIns="0" tIns="110772" rIns="0" bIns="0" rtlCol="0">
            <a:spAutoFit/>
          </a:bodyPr>
          <a:lstStyle/>
          <a:p>
            <a:pPr marL="332313" indent="-318908">
              <a:spcBef>
                <a:spcPts val="872"/>
              </a:spcBef>
              <a:buClr>
                <a:srgbClr val="B2B2B2"/>
              </a:buClr>
              <a:buFont typeface="Arial"/>
              <a:buChar char="•"/>
              <a:tabLst>
                <a:tab pos="332313" algn="l"/>
                <a:tab pos="333019" algn="l"/>
              </a:tabLst>
            </a:pPr>
            <a:r>
              <a:rPr sz="2400" b="1" spc="-6" dirty="0">
                <a:latin typeface="Trebuchet MS"/>
                <a:cs typeface="Trebuchet MS"/>
              </a:rPr>
              <a:t>Backward</a:t>
            </a:r>
            <a:r>
              <a:rPr lang="en-US" sz="2400" b="1" spc="-6" dirty="0">
                <a:latin typeface="Trebuchet MS"/>
                <a:cs typeface="Trebuchet MS"/>
              </a:rPr>
              <a:t> pass:</a:t>
            </a:r>
            <a:r>
              <a:rPr sz="2400" b="1" spc="-6" dirty="0">
                <a:latin typeface="Trebuchet MS"/>
                <a:cs typeface="Trebuchet MS"/>
              </a:rPr>
              <a:t> </a:t>
            </a:r>
            <a:endParaRPr lang="en-US" sz="2400" b="1" spc="-6" dirty="0">
              <a:latin typeface="Trebuchet MS"/>
              <a:cs typeface="Trebuchet MS"/>
            </a:endParaRPr>
          </a:p>
          <a:p>
            <a:pPr marL="789513" lvl="1" indent="-318908">
              <a:spcBef>
                <a:spcPts val="872"/>
              </a:spcBef>
              <a:buClr>
                <a:srgbClr val="B2B2B2"/>
              </a:buClr>
              <a:buFont typeface="Arial"/>
              <a:buChar char="•"/>
              <a:tabLst>
                <a:tab pos="332313" algn="l"/>
                <a:tab pos="333019" algn="l"/>
              </a:tabLst>
            </a:pPr>
            <a:r>
              <a:rPr lang="en-US" sz="2400" dirty="0">
                <a:latin typeface="Trebuchet MS"/>
                <a:cs typeface="Trebuchet MS"/>
              </a:rPr>
              <a:t>Its </a:t>
            </a:r>
            <a:r>
              <a:rPr sz="2400" dirty="0">
                <a:latin typeface="Trebuchet MS"/>
                <a:cs typeface="Trebuchet MS"/>
              </a:rPr>
              <a:t>compute </a:t>
            </a:r>
            <a:r>
              <a:rPr sz="2400" spc="-6" dirty="0">
                <a:latin typeface="Trebuchet MS"/>
                <a:cs typeface="Trebuchet MS"/>
              </a:rPr>
              <a:t>is </a:t>
            </a:r>
            <a:r>
              <a:rPr sz="2400" dirty="0">
                <a:latin typeface="Trebuchet MS"/>
                <a:cs typeface="Trebuchet MS"/>
              </a:rPr>
              <a:t>~2x of</a:t>
            </a:r>
            <a:r>
              <a:rPr sz="2400" spc="-78" dirty="0">
                <a:latin typeface="Trebuchet MS"/>
                <a:cs typeface="Trebuchet MS"/>
              </a:rPr>
              <a:t> </a:t>
            </a:r>
            <a:r>
              <a:rPr sz="2400" spc="-6" dirty="0">
                <a:latin typeface="Trebuchet MS"/>
                <a:cs typeface="Trebuchet MS"/>
              </a:rPr>
              <a:t>forward</a:t>
            </a:r>
            <a:endParaRPr sz="2400" dirty="0">
              <a:latin typeface="Trebuchet MS"/>
              <a:cs typeface="Trebuchet MS"/>
            </a:endParaRPr>
          </a:p>
          <a:p>
            <a:pPr marL="789513" marR="201787" lvl="1" indent="-318908">
              <a:lnSpc>
                <a:spcPts val="2154"/>
              </a:lnSpc>
              <a:spcBef>
                <a:spcPts val="1033"/>
              </a:spcBef>
              <a:buClr>
                <a:srgbClr val="B2B2B2"/>
              </a:buClr>
              <a:buFont typeface="Arial"/>
              <a:buChar char="•"/>
              <a:tabLst>
                <a:tab pos="332313" algn="l"/>
                <a:tab pos="333019" algn="l"/>
              </a:tabLst>
            </a:pPr>
            <a:r>
              <a:rPr sz="2400" spc="-6" dirty="0">
                <a:latin typeface="Trebuchet MS"/>
                <a:cs typeface="Trebuchet MS"/>
              </a:rPr>
              <a:t>requires </a:t>
            </a:r>
            <a:r>
              <a:rPr sz="2400" dirty="0">
                <a:latin typeface="Trebuchet MS"/>
                <a:cs typeface="Trebuchet MS"/>
              </a:rPr>
              <a:t>activations computed during </a:t>
            </a:r>
            <a:r>
              <a:rPr sz="2400" spc="-6" dirty="0">
                <a:latin typeface="Trebuchet MS"/>
                <a:cs typeface="Trebuchet MS"/>
              </a:rPr>
              <a:t>the </a:t>
            </a:r>
            <a:r>
              <a:rPr sz="2400" spc="-6" dirty="0" err="1">
                <a:latin typeface="Trebuchet MS"/>
                <a:cs typeface="Trebuchet MS"/>
              </a:rPr>
              <a:t>fwd</a:t>
            </a:r>
            <a:r>
              <a:rPr sz="2400" spc="-28" dirty="0">
                <a:latin typeface="Trebuchet MS"/>
                <a:cs typeface="Trebuchet MS"/>
              </a:rPr>
              <a:t> </a:t>
            </a:r>
            <a:r>
              <a:rPr sz="2400" spc="-6" dirty="0">
                <a:latin typeface="Trebuchet MS"/>
                <a:cs typeface="Trebuchet MS"/>
              </a:rPr>
              <a:t>pass</a:t>
            </a:r>
            <a:endParaRPr lang="en-US" sz="2400" spc="-6" dirty="0">
              <a:latin typeface="Trebuchet MS"/>
              <a:cs typeface="Trebuchet MS"/>
            </a:endParaRPr>
          </a:p>
          <a:p>
            <a:pPr marL="332313" marR="201787" indent="-318908">
              <a:lnSpc>
                <a:spcPts val="2154"/>
              </a:lnSpc>
              <a:spcBef>
                <a:spcPts val="1033"/>
              </a:spcBef>
              <a:buClr>
                <a:srgbClr val="B2B2B2"/>
              </a:buClr>
              <a:buFont typeface="Arial"/>
              <a:buChar char="•"/>
              <a:tabLst>
                <a:tab pos="332313" algn="l"/>
                <a:tab pos="333019" algn="l"/>
              </a:tabLst>
            </a:pPr>
            <a:endParaRPr sz="2400" dirty="0">
              <a:latin typeface="Trebuchet MS"/>
              <a:cs typeface="Trebuchet MS"/>
            </a:endParaRPr>
          </a:p>
        </p:txBody>
      </p:sp>
      <p:sp>
        <p:nvSpPr>
          <p:cNvPr id="1042" name="Data Ar">
            <a:extLst>
              <a:ext uri="{FF2B5EF4-FFF2-40B4-BE49-F238E27FC236}">
                <a16:creationId xmlns:a16="http://schemas.microsoft.com/office/drawing/2014/main" id="{A7CAAE84-60D6-406F-9F9C-2420ED305B99}"/>
              </a:ext>
            </a:extLst>
          </p:cNvPr>
          <p:cNvSpPr/>
          <p:nvPr/>
        </p:nvSpPr>
        <p:spPr>
          <a:xfrm>
            <a:off x="5896645" y="3917197"/>
            <a:ext cx="2985175" cy="1077167"/>
          </a:xfrm>
          <a:prstGeom prst="rect">
            <a:avLst/>
          </a:prstGeom>
          <a:ln w="25400">
            <a:solidFill>
              <a:srgbClr val="C00000"/>
            </a:solidFill>
            <a:miter lim="400000"/>
          </a:ln>
          <a:extLst>
            <a:ext uri="{C572A759-6A51-4108-AA02-DFA0A04FC94B}">
              <ma14:wrappingTextBoxFlag xmlns="" xmlns:ma14="http://schemas.microsoft.com/office/mac/drawingml/2011/main" val="1"/>
            </a:ext>
          </a:extLst>
        </p:spPr>
        <p:txBody>
          <a:bodyPr wrap="square" lIns="45695" tIns="45695" rIns="45695" bIns="45695">
            <a:spAutoFit/>
          </a:bodyPr>
          <a:lstStyle/>
          <a:p>
            <a:pPr defTabSz="914400">
              <a:defRPr sz="2400">
                <a:solidFill>
                  <a:srgbClr val="000000"/>
                </a:solidFill>
                <a:latin typeface="DINPro-Regular"/>
                <a:ea typeface="DINPro-Regular"/>
                <a:cs typeface="DINPro-Regular"/>
                <a:sym typeface="DINPro-Regular"/>
              </a:defRPr>
            </a:pPr>
            <a:r>
              <a:rPr lang="en-US" sz="3200" baseline="-5998" dirty="0">
                <a:solidFill>
                  <a:srgbClr val="FF2600"/>
                </a:solidFill>
                <a:latin typeface="DINPro-Bold"/>
                <a:ea typeface="DINPro-Bold"/>
                <a:cs typeface="DINPro-Bold"/>
                <a:sym typeface="DINPro-Bold"/>
              </a:rPr>
              <a:t>Read After Write (RAW) Dependency Regarding the Model w</a:t>
            </a:r>
            <a:endParaRPr sz="3200" baseline="-5998" dirty="0">
              <a:solidFill>
                <a:srgbClr val="FF2600"/>
              </a:solidFill>
              <a:latin typeface="DINPro-Bold"/>
              <a:ea typeface="DINPro-Bold"/>
              <a:cs typeface="DINPro-Bold"/>
              <a:sym typeface="DINPro-Bold"/>
            </a:endParaRPr>
          </a:p>
        </p:txBody>
      </p:sp>
    </p:spTree>
    <p:extLst>
      <p:ext uri="{BB962C8B-B14F-4D97-AF65-F5344CB8AC3E}">
        <p14:creationId xmlns:p14="http://schemas.microsoft.com/office/powerpoint/2010/main" val="39834558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 grpId="0" animBg="1"/>
      <p:bldP spid="1039" grpId="0" animBg="1"/>
      <p:bldP spid="1041" grpId="0"/>
      <p:bldP spid="104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Outline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22</a:t>
            </a:fld>
            <a:endParaRPr lang="en-US" altLang="en-US" sz="1600">
              <a:solidFill>
                <a:srgbClr val="000000"/>
              </a:solidFill>
              <a:latin typeface="Garamond" panose="02020404030301010803" pitchFamily="18" charset="0"/>
            </a:endParaRPr>
          </a:p>
        </p:txBody>
      </p:sp>
      <p:sp>
        <p:nvSpPr>
          <p:cNvPr id="1043" name="Rectangle 4">
            <a:extLst>
              <a:ext uri="{FF2B5EF4-FFF2-40B4-BE49-F238E27FC236}">
                <a16:creationId xmlns:a16="http://schemas.microsoft.com/office/drawing/2014/main" id="{56556AFD-81E5-4C91-ACD1-3EDE2EE2191D}"/>
              </a:ext>
            </a:extLst>
          </p:cNvPr>
          <p:cNvSpPr/>
          <p:nvPr/>
        </p:nvSpPr>
        <p:spPr>
          <a:xfrm>
            <a:off x="521428" y="1410212"/>
            <a:ext cx="7772116" cy="4681025"/>
          </a:xfrm>
          <a:prstGeom prst="rect">
            <a:avLst/>
          </a:prstGeom>
        </p:spPr>
        <p:txBody>
          <a:bodyPr wrap="square">
            <a:spAutoFit/>
          </a:bodyPr>
          <a:lstStyle/>
          <a:p>
            <a:pPr marL="457200" indent="-457200">
              <a:lnSpc>
                <a:spcPct val="150000"/>
              </a:lnSpc>
              <a:spcBef>
                <a:spcPts val="600"/>
              </a:spcBef>
              <a:buClr>
                <a:schemeClr val="tx1"/>
              </a:buClr>
              <a:buFont typeface="Arial" panose="020B0604020202020204" pitchFamily="34" charset="0"/>
              <a:buChar char="•"/>
            </a:pPr>
            <a:r>
              <a:rPr lang="en-US" altLang="zh-CN" sz="2600" b="1" dirty="0"/>
              <a:t>Why Distributed Training</a:t>
            </a:r>
            <a:r>
              <a:rPr lang="zh-CN" altLang="en-US" sz="2600" b="1" dirty="0"/>
              <a:t>？</a:t>
            </a:r>
            <a:endParaRPr lang="en-US" altLang="zh-CN" sz="2600" b="1" dirty="0"/>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Data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Model Parallelism</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Pipeline</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Intra-layer</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Communication Pattern Review</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Summary</a:t>
            </a:r>
          </a:p>
        </p:txBody>
      </p:sp>
    </p:spTree>
    <p:extLst>
      <p:ext uri="{BB962C8B-B14F-4D97-AF65-F5344CB8AC3E}">
        <p14:creationId xmlns:p14="http://schemas.microsoft.com/office/powerpoint/2010/main" val="165616981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Why Distributed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23</a:t>
            </a:fld>
            <a:endParaRPr lang="en-US" altLang="en-US" sz="1600">
              <a:solidFill>
                <a:srgbClr val="000000"/>
              </a:solidFill>
              <a:latin typeface="Garamond" panose="02020404030301010803" pitchFamily="18" charset="0"/>
            </a:endParaRPr>
          </a:p>
        </p:txBody>
      </p:sp>
      <p:sp>
        <p:nvSpPr>
          <p:cNvPr id="73" name="Content Placeholder 2">
            <a:extLst>
              <a:ext uri="{FF2B5EF4-FFF2-40B4-BE49-F238E27FC236}">
                <a16:creationId xmlns:a16="http://schemas.microsoft.com/office/drawing/2014/main" id="{A68E0EB9-E9EC-4BAF-8850-59AFED946832}"/>
              </a:ext>
            </a:extLst>
          </p:cNvPr>
          <p:cNvSpPr txBox="1">
            <a:spLocks/>
          </p:cNvSpPr>
          <p:nvPr/>
        </p:nvSpPr>
        <p:spPr bwMode="auto">
          <a:xfrm>
            <a:off x="457200" y="990600"/>
            <a:ext cx="8534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b="1" spc="-6" dirty="0">
                <a:latin typeface="Trebuchet MS"/>
                <a:cs typeface="Trebuchet MS"/>
              </a:rPr>
              <a:t>Challenge from Model </a:t>
            </a:r>
            <a:r>
              <a:rPr lang="en-US" altLang="zh-CN" b="1" spc="-6" dirty="0">
                <a:latin typeface="Trebuchet MS"/>
                <a:cs typeface="Trebuchet MS"/>
              </a:rPr>
              <a:t>Side</a:t>
            </a:r>
            <a:r>
              <a:rPr lang="en-US" altLang="en-US" b="1" spc="-6" dirty="0">
                <a:latin typeface="Trebuchet MS"/>
                <a:cs typeface="Trebuchet MS"/>
              </a:rPr>
              <a:t>: Larger models</a:t>
            </a:r>
          </a:p>
          <a:p>
            <a:pPr lvl="1"/>
            <a:r>
              <a:rPr lang="en-US" altLang="en-US" sz="2000" kern="0" dirty="0">
                <a:ea typeface="ＭＳ Ｐゴシック" panose="020B0600070205080204" pitchFamily="34" charset="-128"/>
              </a:rPr>
              <a:t>Language models (GPT-3): 175B parameters</a:t>
            </a:r>
          </a:p>
          <a:p>
            <a:pPr lvl="1"/>
            <a:r>
              <a:rPr lang="en-US" altLang="en-US" sz="2000" kern="0" dirty="0">
                <a:ea typeface="ＭＳ Ｐゴシック" panose="020B0600070205080204" pitchFamily="34" charset="-128"/>
              </a:rPr>
              <a:t>Recommender models: largest ones are reaching O(1B) parameters</a:t>
            </a:r>
          </a:p>
          <a:p>
            <a:pPr lvl="1"/>
            <a:r>
              <a:rPr lang="en-US" altLang="en-US" sz="2000" kern="0" dirty="0">
                <a:ea typeface="ＭＳ Ｐゴシック" panose="020B0600070205080204" pitchFamily="34" charset="-128"/>
              </a:rPr>
              <a:t>Vision models: deeper and wider </a:t>
            </a:r>
            <a:r>
              <a:rPr lang="en-US" altLang="en-US" sz="2000" kern="0" dirty="0" err="1">
                <a:ea typeface="ＭＳ Ｐゴシック" panose="020B0600070205080204" pitchFamily="34" charset="-128"/>
              </a:rPr>
              <a:t>Resnets</a:t>
            </a:r>
            <a:r>
              <a:rPr lang="en-US" altLang="en-US" sz="2000" kern="0" dirty="0">
                <a:ea typeface="ＭＳ Ｐゴシック" panose="020B0600070205080204" pitchFamily="34" charset="-128"/>
              </a:rPr>
              <a:t> and </a:t>
            </a:r>
            <a:r>
              <a:rPr lang="en-US" altLang="en-US" sz="2000" kern="0" dirty="0" err="1">
                <a:ea typeface="ＭＳ Ｐゴシック" panose="020B0600070205080204" pitchFamily="34" charset="-128"/>
              </a:rPr>
              <a:t>ResNeXTs</a:t>
            </a:r>
            <a:endParaRPr lang="en-US" altLang="en-US" sz="2000" kern="0" dirty="0">
              <a:ea typeface="ＭＳ Ｐゴシック" panose="020B0600070205080204" pitchFamily="34" charset="-128"/>
            </a:endParaRPr>
          </a:p>
          <a:p>
            <a:pPr lvl="1"/>
            <a:endParaRPr lang="en-US" altLang="en-US" kern="0" dirty="0">
              <a:ea typeface="ＭＳ Ｐゴシック" panose="020B0600070205080204" pitchFamily="34" charset="-128"/>
            </a:endParaRPr>
          </a:p>
          <a:p>
            <a:r>
              <a:rPr lang="en-US" altLang="zh-CN" b="1" spc="-6" dirty="0">
                <a:latin typeface="Trebuchet MS"/>
                <a:cs typeface="Trebuchet MS"/>
              </a:rPr>
              <a:t>Challenge from Dataset Side: Larger datasets</a:t>
            </a:r>
            <a:endParaRPr lang="en-US" altLang="zh-CN" dirty="0">
              <a:latin typeface="Trebuchet MS"/>
              <a:cs typeface="Trebuchet MS"/>
            </a:endParaRPr>
          </a:p>
          <a:p>
            <a:pPr lvl="1"/>
            <a:r>
              <a:rPr lang="en-US" altLang="en-US" sz="2000" kern="0" dirty="0">
                <a:ea typeface="ＭＳ Ｐゴシック" panose="020B0600070205080204" pitchFamily="34" charset="-128"/>
                <a:cs typeface="+mn-cs"/>
              </a:rPr>
              <a:t>Recommender data (user behavior): terabytes to petabytes</a:t>
            </a:r>
          </a:p>
          <a:p>
            <a:pPr lvl="1"/>
            <a:r>
              <a:rPr lang="en-US" altLang="en-US" sz="2000" kern="0" dirty="0">
                <a:ea typeface="ＭＳ Ｐゴシック" panose="020B0600070205080204" pitchFamily="34" charset="-128"/>
                <a:cs typeface="+mn-cs"/>
              </a:rPr>
              <a:t>Image data: 1B Instagram dataset, JFT (300M images)</a:t>
            </a:r>
          </a:p>
          <a:p>
            <a:endParaRPr lang="en-US" altLang="en-US" sz="2200" kern="0" dirty="0">
              <a:ea typeface="ＭＳ Ｐゴシック" panose="020B0600070205080204" pitchFamily="34" charset="-128"/>
              <a:cs typeface="+mn-cs"/>
            </a:endParaRPr>
          </a:p>
          <a:p>
            <a:r>
              <a:rPr lang="en-US" altLang="en-US" b="1" spc="-6" dirty="0">
                <a:latin typeface="Trebuchet MS"/>
                <a:cs typeface="Trebuchet MS"/>
              </a:rPr>
              <a:t>Challenge from System Side</a:t>
            </a:r>
            <a:r>
              <a:rPr lang="en-US" altLang="en-US" sz="2200" kern="0" dirty="0">
                <a:ea typeface="ＭＳ Ｐゴシック" panose="020B0600070205080204" pitchFamily="34" charset="-128"/>
                <a:cs typeface="+mn-cs"/>
              </a:rPr>
              <a:t>:</a:t>
            </a:r>
          </a:p>
          <a:p>
            <a:pPr lvl="1"/>
            <a:r>
              <a:rPr lang="en-US" altLang="en-US" kern="0" dirty="0">
                <a:ea typeface="ＭＳ Ｐゴシック" panose="020B0600070205080204" pitchFamily="34" charset="-128"/>
              </a:rPr>
              <a:t>The memory size of a single accelerator, e.g., GPU, is 80GB. </a:t>
            </a:r>
          </a:p>
        </p:txBody>
      </p:sp>
    </p:spTree>
    <p:extLst>
      <p:ext uri="{BB962C8B-B14F-4D97-AF65-F5344CB8AC3E}">
        <p14:creationId xmlns:p14="http://schemas.microsoft.com/office/powerpoint/2010/main" val="83070429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24F5D23-83B6-A54C-B422-4C3DB9CC53E9}"/>
              </a:ext>
            </a:extLst>
          </p:cNvPr>
          <p:cNvSpPr/>
          <p:nvPr/>
        </p:nvSpPr>
        <p:spPr>
          <a:xfrm>
            <a:off x="-165919" y="-228600"/>
            <a:ext cx="9462319" cy="7239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TextBox 5">
            <a:extLst>
              <a:ext uri="{FF2B5EF4-FFF2-40B4-BE49-F238E27FC236}">
                <a16:creationId xmlns:a16="http://schemas.microsoft.com/office/drawing/2014/main" id="{8ECE0B72-05DF-F948-856B-59981E3EEB36}"/>
              </a:ext>
            </a:extLst>
          </p:cNvPr>
          <p:cNvSpPr txBox="1"/>
          <p:nvPr/>
        </p:nvSpPr>
        <p:spPr>
          <a:xfrm>
            <a:off x="1777301" y="2994495"/>
            <a:ext cx="5589398" cy="507831"/>
          </a:xfrm>
          <a:prstGeom prst="rect">
            <a:avLst/>
          </a:prstGeom>
          <a:noFill/>
        </p:spPr>
        <p:txBody>
          <a:bodyPr wrap="square" rtlCol="0">
            <a:spAutoFit/>
          </a:bodyPr>
          <a:lstStyle/>
          <a:p>
            <a:pPr algn="ctr"/>
            <a:r>
              <a:rPr lang="en-CN" sz="2700" b="1" dirty="0">
                <a:solidFill>
                  <a:schemeClr val="bg1"/>
                </a:solidFill>
              </a:rPr>
              <a:t>Why GPU memory size is </a:t>
            </a:r>
            <a:r>
              <a:rPr lang="en-US" sz="2700" b="1" dirty="0">
                <a:solidFill>
                  <a:schemeClr val="bg1"/>
                </a:solidFill>
              </a:rPr>
              <a:t>8</a:t>
            </a:r>
            <a:r>
              <a:rPr lang="en-CN" sz="2700" b="1" dirty="0">
                <a:solidFill>
                  <a:schemeClr val="bg1"/>
                </a:solidFill>
              </a:rPr>
              <a:t>0GB?</a:t>
            </a:r>
            <a:endParaRPr lang="en-US" sz="2700" b="1" u="sng" dirty="0">
              <a:solidFill>
                <a:schemeClr val="bg1"/>
              </a:solidFill>
            </a:endParaRPr>
          </a:p>
        </p:txBody>
      </p:sp>
    </p:spTree>
    <p:extLst>
      <p:ext uri="{BB962C8B-B14F-4D97-AF65-F5344CB8AC3E}">
        <p14:creationId xmlns:p14="http://schemas.microsoft.com/office/powerpoint/2010/main" val="247878377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A100 Block Diagram</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254000" y="5791200"/>
            <a:ext cx="8643938" cy="533400"/>
          </a:xfrm>
        </p:spPr>
        <p:txBody>
          <a:bodyPr/>
          <a:lstStyle/>
          <a:p>
            <a:pPr algn="ctr">
              <a:buFont typeface="Wingdings" pitchFamily="2" charset="2"/>
              <a:buNone/>
            </a:pPr>
            <a:r>
              <a:rPr lang="en-US" altLang="en-US" dirty="0">
                <a:ea typeface="ＭＳ Ｐゴシック" panose="020B0600070205080204" pitchFamily="34" charset="-128"/>
              </a:rPr>
              <a:t>108 cores on the A100</a:t>
            </a:r>
          </a:p>
          <a:p>
            <a:pPr algn="ctr">
              <a:buFont typeface="Wingdings" pitchFamily="2" charset="2"/>
              <a:buNone/>
            </a:pPr>
            <a:r>
              <a:rPr lang="en-US" altLang="en-US" sz="1400" dirty="0">
                <a:ea typeface="ＭＳ Ｐゴシック" panose="020B0600070205080204" pitchFamily="34" charset="-128"/>
              </a:rPr>
              <a:t>(Up to 128 cores in the full-blown chip)</a:t>
            </a:r>
          </a:p>
          <a:p>
            <a:pPr algn="ctr">
              <a:buFont typeface="Wingdings" pitchFamily="2" charset="2"/>
              <a:buNone/>
            </a:pPr>
            <a:r>
              <a:rPr lang="en-US" altLang="en-US" sz="1800" dirty="0">
                <a:ea typeface="ＭＳ Ｐゴシック" panose="020B0600070205080204" pitchFamily="34" charset="-128"/>
              </a:rPr>
              <a:t>40MB L2 cache</a:t>
            </a:r>
          </a:p>
        </p:txBody>
      </p:sp>
      <p:sp>
        <p:nvSpPr>
          <p:cNvPr id="3" name="TextBox 2"/>
          <p:cNvSpPr txBox="1"/>
          <p:nvPr/>
        </p:nvSpPr>
        <p:spPr>
          <a:xfrm>
            <a:off x="5780288" y="5575756"/>
            <a:ext cx="3384260" cy="215444"/>
          </a:xfrm>
          <a:prstGeom prst="rect">
            <a:avLst/>
          </a:prstGeom>
          <a:noFill/>
        </p:spPr>
        <p:txBody>
          <a:bodyPr wrap="none" rtlCol="0">
            <a:spAutoFit/>
          </a:bodyPr>
          <a:lstStyle/>
          <a:p>
            <a:r>
              <a:rPr lang="en-US" sz="800" dirty="0"/>
              <a:t>https://</a:t>
            </a:r>
            <a:r>
              <a:rPr lang="en-US" sz="800" dirty="0" err="1"/>
              <a:t>developer.nvidia.com</a:t>
            </a:r>
            <a:r>
              <a:rPr lang="en-US" sz="800" dirty="0"/>
              <a:t>/blog/</a:t>
            </a:r>
            <a:r>
              <a:rPr lang="en-US" sz="800" dirty="0" err="1"/>
              <a:t>nvidia</a:t>
            </a:r>
            <a:r>
              <a:rPr lang="en-US" sz="800" dirty="0"/>
              <a:t>-ampere-architecture-in-depth/</a:t>
            </a:r>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5" name="Picture 4">
            <a:extLst>
              <a:ext uri="{FF2B5EF4-FFF2-40B4-BE49-F238E27FC236}">
                <a16:creationId xmlns:a16="http://schemas.microsoft.com/office/drawing/2014/main" id="{92B01C03-2916-5A46-B042-6786080282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24560"/>
            <a:ext cx="9144000" cy="4579315"/>
          </a:xfrm>
          <a:prstGeom prst="rect">
            <a:avLst/>
          </a:prstGeom>
        </p:spPr>
      </p:pic>
    </p:spTree>
    <p:extLst>
      <p:ext uri="{BB962C8B-B14F-4D97-AF65-F5344CB8AC3E}">
        <p14:creationId xmlns:p14="http://schemas.microsoft.com/office/powerpoint/2010/main" val="1538133963"/>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Why Distributed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26</a:t>
            </a:fld>
            <a:endParaRPr lang="en-US" altLang="en-US" sz="1600">
              <a:solidFill>
                <a:srgbClr val="000000"/>
              </a:solidFill>
              <a:latin typeface="Garamond" panose="02020404030301010803" pitchFamily="18" charset="0"/>
            </a:endParaRPr>
          </a:p>
        </p:txBody>
      </p:sp>
      <p:sp>
        <p:nvSpPr>
          <p:cNvPr id="73" name="Content Placeholder 2">
            <a:extLst>
              <a:ext uri="{FF2B5EF4-FFF2-40B4-BE49-F238E27FC236}">
                <a16:creationId xmlns:a16="http://schemas.microsoft.com/office/drawing/2014/main" id="{A68E0EB9-E9EC-4BAF-8850-59AFED946832}"/>
              </a:ext>
            </a:extLst>
          </p:cNvPr>
          <p:cNvSpPr txBox="1">
            <a:spLocks/>
          </p:cNvSpPr>
          <p:nvPr/>
        </p:nvSpPr>
        <p:spPr bwMode="auto">
          <a:xfrm>
            <a:off x="457200" y="990600"/>
            <a:ext cx="8534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b="1" spc="-6" dirty="0">
                <a:latin typeface="Trebuchet MS"/>
                <a:cs typeface="Trebuchet MS"/>
              </a:rPr>
              <a:t>Challenge from Model </a:t>
            </a:r>
            <a:r>
              <a:rPr lang="en-US" altLang="zh-CN" b="1" spc="-6" dirty="0">
                <a:latin typeface="Trebuchet MS"/>
                <a:cs typeface="Trebuchet MS"/>
              </a:rPr>
              <a:t>Side</a:t>
            </a:r>
            <a:r>
              <a:rPr lang="en-US" altLang="en-US" b="1" spc="-6" dirty="0">
                <a:latin typeface="Trebuchet MS"/>
                <a:cs typeface="Trebuchet MS"/>
              </a:rPr>
              <a:t>: Larger models</a:t>
            </a:r>
          </a:p>
          <a:p>
            <a:pPr lvl="1"/>
            <a:r>
              <a:rPr lang="en-US" altLang="en-US" sz="2000" kern="0" dirty="0">
                <a:ea typeface="ＭＳ Ｐゴシック" panose="020B0600070205080204" pitchFamily="34" charset="-128"/>
              </a:rPr>
              <a:t>Language models: in the past 2 years grew from 340M (BERT-large) to 175B (GPT-3) parameters</a:t>
            </a:r>
          </a:p>
          <a:p>
            <a:pPr lvl="1"/>
            <a:r>
              <a:rPr lang="en-US" altLang="en-US" sz="2000" kern="0" dirty="0">
                <a:ea typeface="ＭＳ Ｐゴシック" panose="020B0600070205080204" pitchFamily="34" charset="-128"/>
              </a:rPr>
              <a:t>Recommender models: largest ones are reaching O(1B) parameters</a:t>
            </a:r>
          </a:p>
          <a:p>
            <a:pPr lvl="1"/>
            <a:r>
              <a:rPr lang="en-US" altLang="en-US" sz="2000" kern="0" dirty="0">
                <a:ea typeface="ＭＳ Ｐゴシック" panose="020B0600070205080204" pitchFamily="34" charset="-128"/>
              </a:rPr>
              <a:t>Vision models: deeper and wider </a:t>
            </a:r>
            <a:r>
              <a:rPr lang="en-US" altLang="en-US" sz="2000" kern="0" dirty="0" err="1">
                <a:ea typeface="ＭＳ Ｐゴシック" panose="020B0600070205080204" pitchFamily="34" charset="-128"/>
              </a:rPr>
              <a:t>Resnets</a:t>
            </a:r>
            <a:r>
              <a:rPr lang="en-US" altLang="en-US" sz="2000" kern="0" dirty="0">
                <a:ea typeface="ＭＳ Ｐゴシック" panose="020B0600070205080204" pitchFamily="34" charset="-128"/>
              </a:rPr>
              <a:t> and </a:t>
            </a:r>
            <a:r>
              <a:rPr lang="en-US" altLang="en-US" sz="2000" kern="0" dirty="0" err="1">
                <a:ea typeface="ＭＳ Ｐゴシック" panose="020B0600070205080204" pitchFamily="34" charset="-128"/>
              </a:rPr>
              <a:t>ResNeXTs</a:t>
            </a:r>
            <a:endParaRPr lang="en-US" altLang="en-US" sz="2000" kern="0" dirty="0">
              <a:ea typeface="ＭＳ Ｐゴシック" panose="020B0600070205080204" pitchFamily="34" charset="-128"/>
            </a:endParaRPr>
          </a:p>
          <a:p>
            <a:pPr lvl="1"/>
            <a:endParaRPr lang="en-US" altLang="en-US" kern="0" dirty="0">
              <a:ea typeface="ＭＳ Ｐゴシック" panose="020B0600070205080204" pitchFamily="34" charset="-128"/>
            </a:endParaRPr>
          </a:p>
          <a:p>
            <a:r>
              <a:rPr lang="en-US" altLang="zh-CN" b="1" spc="-6" dirty="0">
                <a:latin typeface="Trebuchet MS"/>
                <a:cs typeface="Trebuchet MS"/>
              </a:rPr>
              <a:t>Challenge from Dataset Side: Larger datasets</a:t>
            </a:r>
            <a:endParaRPr lang="en-US" altLang="zh-CN" dirty="0">
              <a:latin typeface="Trebuchet MS"/>
              <a:cs typeface="Trebuchet MS"/>
            </a:endParaRPr>
          </a:p>
          <a:p>
            <a:pPr lvl="1"/>
            <a:r>
              <a:rPr lang="en-US" altLang="en-US" sz="2000" kern="0" dirty="0">
                <a:ea typeface="ＭＳ Ｐゴシック" panose="020B0600070205080204" pitchFamily="34" charset="-128"/>
                <a:cs typeface="+mn-cs"/>
              </a:rPr>
              <a:t>Recommender data (user behavior): terabytes to petabytes</a:t>
            </a:r>
          </a:p>
          <a:p>
            <a:pPr lvl="1"/>
            <a:r>
              <a:rPr lang="en-US" altLang="en-US" sz="2000" kern="0" dirty="0">
                <a:ea typeface="ＭＳ Ｐゴシック" panose="020B0600070205080204" pitchFamily="34" charset="-128"/>
                <a:cs typeface="+mn-cs"/>
              </a:rPr>
              <a:t>Image data: 1B Instagram dataset, JFT (300M images)</a:t>
            </a:r>
          </a:p>
          <a:p>
            <a:endParaRPr lang="en-US" altLang="en-US" sz="2200" kern="0" dirty="0">
              <a:ea typeface="ＭＳ Ｐゴシック" panose="020B0600070205080204" pitchFamily="34" charset="-128"/>
              <a:cs typeface="+mn-cs"/>
            </a:endParaRPr>
          </a:p>
          <a:p>
            <a:r>
              <a:rPr lang="en-US" altLang="en-US" b="1" spc="-6" dirty="0">
                <a:latin typeface="Trebuchet MS"/>
                <a:cs typeface="Trebuchet MS"/>
              </a:rPr>
              <a:t>Challenge from System Side</a:t>
            </a:r>
            <a:r>
              <a:rPr lang="en-US" altLang="en-US" sz="2200" kern="0" dirty="0">
                <a:ea typeface="ＭＳ Ｐゴシック" panose="020B0600070205080204" pitchFamily="34" charset="-128"/>
                <a:cs typeface="+mn-cs"/>
              </a:rPr>
              <a:t>:</a:t>
            </a:r>
          </a:p>
          <a:p>
            <a:pPr lvl="1"/>
            <a:r>
              <a:rPr lang="en-US" altLang="en-US" kern="0" dirty="0">
                <a:ea typeface="ＭＳ Ｐゴシック" panose="020B0600070205080204" pitchFamily="34" charset="-128"/>
              </a:rPr>
              <a:t>The memory size of a single accelerator, e.g., GPU, is 40GB. </a:t>
            </a:r>
          </a:p>
        </p:txBody>
      </p:sp>
      <p:sp>
        <p:nvSpPr>
          <p:cNvPr id="3" name="矩形 2">
            <a:extLst>
              <a:ext uri="{FF2B5EF4-FFF2-40B4-BE49-F238E27FC236}">
                <a16:creationId xmlns:a16="http://schemas.microsoft.com/office/drawing/2014/main" id="{4F789620-D3B3-4D8D-B45A-F963E60D5DE5}"/>
              </a:ext>
            </a:extLst>
          </p:cNvPr>
          <p:cNvSpPr/>
          <p:nvPr/>
        </p:nvSpPr>
        <p:spPr>
          <a:xfrm>
            <a:off x="1219200" y="5791200"/>
            <a:ext cx="6705600" cy="584775"/>
          </a:xfrm>
          <a:prstGeom prst="rect">
            <a:avLst/>
          </a:prstGeom>
        </p:spPr>
        <p:txBody>
          <a:bodyPr wrap="square">
            <a:spAutoFit/>
          </a:bodyPr>
          <a:lstStyle/>
          <a:p>
            <a:pPr marL="13405" lvl="0" algn="ctr" defTabSz="457200" fontAlgn="auto">
              <a:spcBef>
                <a:spcPts val="767"/>
              </a:spcBef>
              <a:spcAft>
                <a:spcPts val="0"/>
              </a:spcAft>
              <a:buClr>
                <a:srgbClr val="B2B2B2"/>
              </a:buClr>
              <a:tabLst>
                <a:tab pos="332313" algn="l"/>
                <a:tab pos="333019" algn="l"/>
              </a:tabLst>
            </a:pPr>
            <a:r>
              <a:rPr lang="en-US" altLang="zh-CN" sz="3200" b="1" dirty="0">
                <a:solidFill>
                  <a:srgbClr val="C00000"/>
                </a:solidFill>
                <a:latin typeface="Trebuchet MS"/>
                <a:ea typeface="+mn-ea"/>
                <a:cs typeface="Trebuchet MS"/>
              </a:rPr>
              <a:t>Solution: scale out</a:t>
            </a:r>
            <a:r>
              <a:rPr lang="en-US" altLang="zh-CN" sz="3200" b="1" spc="-72" dirty="0">
                <a:solidFill>
                  <a:srgbClr val="C00000"/>
                </a:solidFill>
                <a:latin typeface="Trebuchet MS"/>
                <a:ea typeface="+mn-ea"/>
                <a:cs typeface="Trebuchet MS"/>
              </a:rPr>
              <a:t> </a:t>
            </a:r>
            <a:r>
              <a:rPr lang="en-US" altLang="zh-CN" sz="3200" b="1" dirty="0">
                <a:solidFill>
                  <a:srgbClr val="C00000"/>
                </a:solidFill>
                <a:latin typeface="Trebuchet MS"/>
                <a:ea typeface="+mn-ea"/>
                <a:cs typeface="Trebuchet MS"/>
              </a:rPr>
              <a:t>computing</a:t>
            </a:r>
            <a:endParaRPr lang="en-US" altLang="zh-CN" sz="3200" dirty="0">
              <a:solidFill>
                <a:srgbClr val="C00000"/>
              </a:solidFill>
              <a:latin typeface="Trebuchet MS"/>
              <a:ea typeface="+mn-ea"/>
              <a:cs typeface="Trebuchet MS"/>
            </a:endParaRPr>
          </a:p>
        </p:txBody>
      </p:sp>
    </p:spTree>
    <p:extLst>
      <p:ext uri="{BB962C8B-B14F-4D97-AF65-F5344CB8AC3E}">
        <p14:creationId xmlns:p14="http://schemas.microsoft.com/office/powerpoint/2010/main" val="275931521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Outline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27</a:t>
            </a:fld>
            <a:endParaRPr lang="en-US" altLang="en-US" sz="1600">
              <a:solidFill>
                <a:srgbClr val="000000"/>
              </a:solidFill>
              <a:latin typeface="Garamond" panose="02020404030301010803" pitchFamily="18" charset="0"/>
            </a:endParaRPr>
          </a:p>
        </p:txBody>
      </p:sp>
      <p:sp>
        <p:nvSpPr>
          <p:cNvPr id="1043" name="Rectangle 4">
            <a:extLst>
              <a:ext uri="{FF2B5EF4-FFF2-40B4-BE49-F238E27FC236}">
                <a16:creationId xmlns:a16="http://schemas.microsoft.com/office/drawing/2014/main" id="{56556AFD-81E5-4C91-ACD1-3EDE2EE2191D}"/>
              </a:ext>
            </a:extLst>
          </p:cNvPr>
          <p:cNvSpPr/>
          <p:nvPr/>
        </p:nvSpPr>
        <p:spPr>
          <a:xfrm>
            <a:off x="521428" y="1410212"/>
            <a:ext cx="7772116" cy="4681025"/>
          </a:xfrm>
          <a:prstGeom prst="rect">
            <a:avLst/>
          </a:prstGeom>
        </p:spPr>
        <p:txBody>
          <a:bodyPr wrap="square">
            <a:spAutoFit/>
          </a:bodyPr>
          <a:lstStyle/>
          <a:p>
            <a:pPr marL="457200" indent="-457200">
              <a:lnSpc>
                <a:spcPct val="150000"/>
              </a:lnSpc>
              <a:spcBef>
                <a:spcPts val="600"/>
              </a:spcBef>
              <a:buClr>
                <a:schemeClr val="tx1"/>
              </a:buClr>
              <a:buFont typeface="Arial" panose="020B0604020202020204" pitchFamily="34" charset="0"/>
              <a:buChar char="•"/>
            </a:pPr>
            <a:r>
              <a:rPr lang="en-US" altLang="zh-CN" sz="2600" b="1" dirty="0">
                <a:solidFill>
                  <a:schemeClr val="bg1">
                    <a:lumMod val="50000"/>
                  </a:schemeClr>
                </a:solidFill>
              </a:rPr>
              <a:t>Why Distributed Training</a:t>
            </a:r>
            <a:r>
              <a:rPr lang="zh-CN" altLang="en-US" sz="2600" b="1" dirty="0">
                <a:solidFill>
                  <a:schemeClr val="bg1">
                    <a:lumMod val="50000"/>
                  </a:schemeClr>
                </a:solidFill>
              </a:rPr>
              <a:t>？</a:t>
            </a:r>
            <a:endParaRPr lang="en-US" altLang="zh-CN" sz="2600" b="1" dirty="0">
              <a:solidFill>
                <a:schemeClr val="bg1">
                  <a:lumMod val="50000"/>
                </a:schemeClr>
              </a:solidFill>
            </a:endParaRP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t>Data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Model Parallelism</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Pipeline Parallelism</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Tensor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Communication Pattern Review</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Summary</a:t>
            </a:r>
          </a:p>
        </p:txBody>
      </p:sp>
    </p:spTree>
    <p:extLst>
      <p:ext uri="{BB962C8B-B14F-4D97-AF65-F5344CB8AC3E}">
        <p14:creationId xmlns:p14="http://schemas.microsoft.com/office/powerpoint/2010/main" val="397657555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a:t>Parallelism</a:t>
            </a:r>
            <a:r>
              <a:rPr lang="en-US" altLang="zh-CN" spc="-56" dirty="0"/>
              <a:t> </a:t>
            </a:r>
            <a:r>
              <a:rPr lang="en-US" altLang="zh-CN" dirty="0"/>
              <a:t>Taxonomy</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28</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92" name="object 3">
            <a:extLst>
              <a:ext uri="{FF2B5EF4-FFF2-40B4-BE49-F238E27FC236}">
                <a16:creationId xmlns:a16="http://schemas.microsoft.com/office/drawing/2014/main" id="{F1C0B9AC-C47D-4203-9FFB-82A96DE30F5B}"/>
              </a:ext>
            </a:extLst>
          </p:cNvPr>
          <p:cNvSpPr/>
          <p:nvPr/>
        </p:nvSpPr>
        <p:spPr>
          <a:xfrm>
            <a:off x="2362200" y="1632782"/>
            <a:ext cx="2336800" cy="657578"/>
          </a:xfrm>
          <a:custGeom>
            <a:avLst/>
            <a:gdLst/>
            <a:ahLst/>
            <a:cxnLst/>
            <a:rect l="l" t="t" r="r" b="b"/>
            <a:pathLst>
              <a:path w="2103120" h="591819">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93" name="object 4">
            <a:extLst>
              <a:ext uri="{FF2B5EF4-FFF2-40B4-BE49-F238E27FC236}">
                <a16:creationId xmlns:a16="http://schemas.microsoft.com/office/drawing/2014/main" id="{357F96B7-097A-4F4D-A309-E4CDE449EA80}"/>
              </a:ext>
            </a:extLst>
          </p:cNvPr>
          <p:cNvSpPr txBox="1"/>
          <p:nvPr/>
        </p:nvSpPr>
        <p:spPr>
          <a:xfrm>
            <a:off x="2802749" y="1821306"/>
            <a:ext cx="1455561"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Parallel</a:t>
            </a:r>
            <a:r>
              <a:rPr sz="1556" spc="-78" dirty="0">
                <a:latin typeface="Arial"/>
                <a:cs typeface="Arial"/>
              </a:rPr>
              <a:t> </a:t>
            </a:r>
            <a:r>
              <a:rPr sz="1556" spc="-6" dirty="0">
                <a:latin typeface="Arial"/>
                <a:cs typeface="Arial"/>
              </a:rPr>
              <a:t>Training</a:t>
            </a:r>
            <a:endParaRPr sz="1556">
              <a:latin typeface="Arial"/>
              <a:cs typeface="Arial"/>
            </a:endParaRPr>
          </a:p>
        </p:txBody>
      </p:sp>
      <p:sp>
        <p:nvSpPr>
          <p:cNvPr id="94" name="object 5">
            <a:extLst>
              <a:ext uri="{FF2B5EF4-FFF2-40B4-BE49-F238E27FC236}">
                <a16:creationId xmlns:a16="http://schemas.microsoft.com/office/drawing/2014/main" id="{D8BCF1E5-D32D-4BFD-BB84-00D48353FE58}"/>
              </a:ext>
            </a:extLst>
          </p:cNvPr>
          <p:cNvSpPr/>
          <p:nvPr/>
        </p:nvSpPr>
        <p:spPr>
          <a:xfrm>
            <a:off x="152400" y="2640905"/>
            <a:ext cx="2338917" cy="655461"/>
          </a:xfrm>
          <a:custGeom>
            <a:avLst/>
            <a:gdLst/>
            <a:ahLst/>
            <a:cxnLst/>
            <a:rect l="l" t="t" r="r" b="b"/>
            <a:pathLst>
              <a:path w="2105025" h="589914">
                <a:moveTo>
                  <a:pt x="0" y="294894"/>
                </a:moveTo>
                <a:lnTo>
                  <a:pt x="9606" y="254889"/>
                </a:lnTo>
                <a:lnTo>
                  <a:pt x="37591" y="216517"/>
                </a:lnTo>
                <a:lnTo>
                  <a:pt x="82700" y="180129"/>
                </a:lnTo>
                <a:lnTo>
                  <a:pt x="143678" y="146078"/>
                </a:lnTo>
                <a:lnTo>
                  <a:pt x="179727" y="130038"/>
                </a:lnTo>
                <a:lnTo>
                  <a:pt x="219272" y="114714"/>
                </a:lnTo>
                <a:lnTo>
                  <a:pt x="262158" y="100151"/>
                </a:lnTo>
                <a:lnTo>
                  <a:pt x="308227" y="86391"/>
                </a:lnTo>
                <a:lnTo>
                  <a:pt x="357323" y="73480"/>
                </a:lnTo>
                <a:lnTo>
                  <a:pt x="409290" y="61460"/>
                </a:lnTo>
                <a:lnTo>
                  <a:pt x="463969" y="50376"/>
                </a:lnTo>
                <a:lnTo>
                  <a:pt x="521206" y="40273"/>
                </a:lnTo>
                <a:lnTo>
                  <a:pt x="580842" y="31193"/>
                </a:lnTo>
                <a:lnTo>
                  <a:pt x="642721" y="23181"/>
                </a:lnTo>
                <a:lnTo>
                  <a:pt x="706686" y="16281"/>
                </a:lnTo>
                <a:lnTo>
                  <a:pt x="772580" y="10537"/>
                </a:lnTo>
                <a:lnTo>
                  <a:pt x="840248" y="5993"/>
                </a:lnTo>
                <a:lnTo>
                  <a:pt x="909531" y="2693"/>
                </a:lnTo>
                <a:lnTo>
                  <a:pt x="980274" y="680"/>
                </a:lnTo>
                <a:lnTo>
                  <a:pt x="1052319" y="0"/>
                </a:lnTo>
                <a:lnTo>
                  <a:pt x="1124364" y="680"/>
                </a:lnTo>
                <a:lnTo>
                  <a:pt x="1195107" y="2693"/>
                </a:lnTo>
                <a:lnTo>
                  <a:pt x="1264390" y="5993"/>
                </a:lnTo>
                <a:lnTo>
                  <a:pt x="1332058" y="10537"/>
                </a:lnTo>
                <a:lnTo>
                  <a:pt x="1397952" y="16281"/>
                </a:lnTo>
                <a:lnTo>
                  <a:pt x="1461918" y="23181"/>
                </a:lnTo>
                <a:lnTo>
                  <a:pt x="1523797" y="31193"/>
                </a:lnTo>
                <a:lnTo>
                  <a:pt x="1583433" y="40273"/>
                </a:lnTo>
                <a:lnTo>
                  <a:pt x="1640669" y="50376"/>
                </a:lnTo>
                <a:lnTo>
                  <a:pt x="1695349" y="61460"/>
                </a:lnTo>
                <a:lnTo>
                  <a:pt x="1747316" y="73480"/>
                </a:lnTo>
                <a:lnTo>
                  <a:pt x="1796412" y="86391"/>
                </a:lnTo>
                <a:lnTo>
                  <a:pt x="1842482" y="100151"/>
                </a:lnTo>
                <a:lnTo>
                  <a:pt x="1885368" y="114714"/>
                </a:lnTo>
                <a:lnTo>
                  <a:pt x="1924913" y="130038"/>
                </a:lnTo>
                <a:lnTo>
                  <a:pt x="1960962" y="146078"/>
                </a:lnTo>
                <a:lnTo>
                  <a:pt x="2021940" y="180129"/>
                </a:lnTo>
                <a:lnTo>
                  <a:pt x="2067049" y="216517"/>
                </a:lnTo>
                <a:lnTo>
                  <a:pt x="2095034" y="254889"/>
                </a:lnTo>
                <a:lnTo>
                  <a:pt x="2104641" y="294894"/>
                </a:lnTo>
                <a:lnTo>
                  <a:pt x="2102213" y="315078"/>
                </a:lnTo>
                <a:lnTo>
                  <a:pt x="2083260" y="354310"/>
                </a:lnTo>
                <a:lnTo>
                  <a:pt x="2046557" y="391734"/>
                </a:lnTo>
                <a:lnTo>
                  <a:pt x="1993356" y="426998"/>
                </a:lnTo>
                <a:lnTo>
                  <a:pt x="1924913" y="459749"/>
                </a:lnTo>
                <a:lnTo>
                  <a:pt x="1885368" y="475073"/>
                </a:lnTo>
                <a:lnTo>
                  <a:pt x="1842482" y="489636"/>
                </a:lnTo>
                <a:lnTo>
                  <a:pt x="1796412" y="503396"/>
                </a:lnTo>
                <a:lnTo>
                  <a:pt x="1747316" y="516307"/>
                </a:lnTo>
                <a:lnTo>
                  <a:pt x="1695349" y="528327"/>
                </a:lnTo>
                <a:lnTo>
                  <a:pt x="1640669" y="539411"/>
                </a:lnTo>
                <a:lnTo>
                  <a:pt x="1583433" y="549514"/>
                </a:lnTo>
                <a:lnTo>
                  <a:pt x="1523797" y="558594"/>
                </a:lnTo>
                <a:lnTo>
                  <a:pt x="1461918" y="566606"/>
                </a:lnTo>
                <a:lnTo>
                  <a:pt x="1397952" y="573506"/>
                </a:lnTo>
                <a:lnTo>
                  <a:pt x="1332058" y="579250"/>
                </a:lnTo>
                <a:lnTo>
                  <a:pt x="1264390" y="583794"/>
                </a:lnTo>
                <a:lnTo>
                  <a:pt x="1195107" y="587094"/>
                </a:lnTo>
                <a:lnTo>
                  <a:pt x="1124364" y="589107"/>
                </a:lnTo>
                <a:lnTo>
                  <a:pt x="1052319" y="589788"/>
                </a:lnTo>
                <a:lnTo>
                  <a:pt x="980274" y="589107"/>
                </a:lnTo>
                <a:lnTo>
                  <a:pt x="909531" y="587094"/>
                </a:lnTo>
                <a:lnTo>
                  <a:pt x="840248" y="583794"/>
                </a:lnTo>
                <a:lnTo>
                  <a:pt x="772580" y="579250"/>
                </a:lnTo>
                <a:lnTo>
                  <a:pt x="706686" y="573506"/>
                </a:lnTo>
                <a:lnTo>
                  <a:pt x="642721" y="566606"/>
                </a:lnTo>
                <a:lnTo>
                  <a:pt x="580842" y="558594"/>
                </a:lnTo>
                <a:lnTo>
                  <a:pt x="521206" y="549514"/>
                </a:lnTo>
                <a:lnTo>
                  <a:pt x="463969" y="539411"/>
                </a:lnTo>
                <a:lnTo>
                  <a:pt x="409290" y="528327"/>
                </a:lnTo>
                <a:lnTo>
                  <a:pt x="357323" y="516307"/>
                </a:lnTo>
                <a:lnTo>
                  <a:pt x="308227" y="503396"/>
                </a:lnTo>
                <a:lnTo>
                  <a:pt x="262158" y="489636"/>
                </a:lnTo>
                <a:lnTo>
                  <a:pt x="219272" y="475073"/>
                </a:lnTo>
                <a:lnTo>
                  <a:pt x="179727" y="459749"/>
                </a:lnTo>
                <a:lnTo>
                  <a:pt x="143678" y="443709"/>
                </a:lnTo>
                <a:lnTo>
                  <a:pt x="82700" y="409658"/>
                </a:lnTo>
                <a:lnTo>
                  <a:pt x="37591" y="373270"/>
                </a:lnTo>
                <a:lnTo>
                  <a:pt x="9606" y="334898"/>
                </a:lnTo>
                <a:lnTo>
                  <a:pt x="0" y="294894"/>
                </a:lnTo>
                <a:close/>
              </a:path>
            </a:pathLst>
          </a:custGeom>
          <a:ln w="19050">
            <a:solidFill>
              <a:srgbClr val="000000"/>
            </a:solidFill>
          </a:ln>
        </p:spPr>
        <p:txBody>
          <a:bodyPr wrap="square" lIns="0" tIns="0" rIns="0" bIns="0" rtlCol="0"/>
          <a:lstStyle/>
          <a:p>
            <a:endParaRPr sz="2000"/>
          </a:p>
        </p:txBody>
      </p:sp>
      <p:sp>
        <p:nvSpPr>
          <p:cNvPr id="95" name="object 6">
            <a:extLst>
              <a:ext uri="{FF2B5EF4-FFF2-40B4-BE49-F238E27FC236}">
                <a16:creationId xmlns:a16="http://schemas.microsoft.com/office/drawing/2014/main" id="{DCF75CA3-BC31-49E1-BE81-3927ED204E16}"/>
              </a:ext>
            </a:extLst>
          </p:cNvPr>
          <p:cNvSpPr txBox="1"/>
          <p:nvPr/>
        </p:nvSpPr>
        <p:spPr>
          <a:xfrm>
            <a:off x="723055" y="2841442"/>
            <a:ext cx="1159933"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Data</a:t>
            </a:r>
            <a:r>
              <a:rPr sz="1556" spc="-83" dirty="0">
                <a:latin typeface="Arial"/>
                <a:cs typeface="Arial"/>
              </a:rPr>
              <a:t> </a:t>
            </a:r>
            <a:r>
              <a:rPr sz="1556" dirty="0">
                <a:latin typeface="Arial"/>
                <a:cs typeface="Arial"/>
              </a:rPr>
              <a:t>Parallel</a:t>
            </a:r>
          </a:p>
        </p:txBody>
      </p:sp>
      <p:sp>
        <p:nvSpPr>
          <p:cNvPr id="96" name="object 7">
            <a:extLst>
              <a:ext uri="{FF2B5EF4-FFF2-40B4-BE49-F238E27FC236}">
                <a16:creationId xmlns:a16="http://schemas.microsoft.com/office/drawing/2014/main" id="{B7699B3F-B8F8-4B0C-ABBB-761F43567039}"/>
              </a:ext>
            </a:extLst>
          </p:cNvPr>
          <p:cNvSpPr/>
          <p:nvPr/>
        </p:nvSpPr>
        <p:spPr>
          <a:xfrm>
            <a:off x="5283200" y="2543796"/>
            <a:ext cx="2336800" cy="655461"/>
          </a:xfrm>
          <a:custGeom>
            <a:avLst/>
            <a:gdLst/>
            <a:ahLst/>
            <a:cxnLst/>
            <a:rect l="l" t="t" r="r" b="b"/>
            <a:pathLst>
              <a:path w="2103120" h="589914">
                <a:moveTo>
                  <a:pt x="0" y="294894"/>
                </a:moveTo>
                <a:lnTo>
                  <a:pt x="9599" y="254889"/>
                </a:lnTo>
                <a:lnTo>
                  <a:pt x="37562" y="216517"/>
                </a:lnTo>
                <a:lnTo>
                  <a:pt x="82635" y="180129"/>
                </a:lnTo>
                <a:lnTo>
                  <a:pt x="143566" y="146078"/>
                </a:lnTo>
                <a:lnTo>
                  <a:pt x="179587" y="130038"/>
                </a:lnTo>
                <a:lnTo>
                  <a:pt x="219102" y="114714"/>
                </a:lnTo>
                <a:lnTo>
                  <a:pt x="261955" y="100151"/>
                </a:lnTo>
                <a:lnTo>
                  <a:pt x="307990" y="86391"/>
                </a:lnTo>
                <a:lnTo>
                  <a:pt x="357050" y="73480"/>
                </a:lnTo>
                <a:lnTo>
                  <a:pt x="408978" y="61460"/>
                </a:lnTo>
                <a:lnTo>
                  <a:pt x="463618" y="50376"/>
                </a:lnTo>
                <a:lnTo>
                  <a:pt x="520812" y="40273"/>
                </a:lnTo>
                <a:lnTo>
                  <a:pt x="580406" y="31193"/>
                </a:lnTo>
                <a:lnTo>
                  <a:pt x="642240" y="23181"/>
                </a:lnTo>
                <a:lnTo>
                  <a:pt x="706161" y="16281"/>
                </a:lnTo>
                <a:lnTo>
                  <a:pt x="772010" y="10537"/>
                </a:lnTo>
                <a:lnTo>
                  <a:pt x="839630" y="5993"/>
                </a:lnTo>
                <a:lnTo>
                  <a:pt x="908867" y="2693"/>
                </a:lnTo>
                <a:lnTo>
                  <a:pt x="979562" y="680"/>
                </a:lnTo>
                <a:lnTo>
                  <a:pt x="1051560" y="0"/>
                </a:lnTo>
                <a:lnTo>
                  <a:pt x="1123557" y="680"/>
                </a:lnTo>
                <a:lnTo>
                  <a:pt x="1194252" y="2693"/>
                </a:lnTo>
                <a:lnTo>
                  <a:pt x="1263489" y="5993"/>
                </a:lnTo>
                <a:lnTo>
                  <a:pt x="1331109" y="10537"/>
                </a:lnTo>
                <a:lnTo>
                  <a:pt x="1396958" y="16281"/>
                </a:lnTo>
                <a:lnTo>
                  <a:pt x="1460879" y="23181"/>
                </a:lnTo>
                <a:lnTo>
                  <a:pt x="1522714" y="31193"/>
                </a:lnTo>
                <a:lnTo>
                  <a:pt x="1582307" y="40273"/>
                </a:lnTo>
                <a:lnTo>
                  <a:pt x="1639501" y="50376"/>
                </a:lnTo>
                <a:lnTo>
                  <a:pt x="1694141" y="61460"/>
                </a:lnTo>
                <a:lnTo>
                  <a:pt x="1746069" y="73480"/>
                </a:lnTo>
                <a:lnTo>
                  <a:pt x="1795129" y="86391"/>
                </a:lnTo>
                <a:lnTo>
                  <a:pt x="1841164" y="100151"/>
                </a:lnTo>
                <a:lnTo>
                  <a:pt x="1884017" y="114714"/>
                </a:lnTo>
                <a:lnTo>
                  <a:pt x="1923532" y="130038"/>
                </a:lnTo>
                <a:lnTo>
                  <a:pt x="1959553" y="146078"/>
                </a:lnTo>
                <a:lnTo>
                  <a:pt x="2020484" y="180129"/>
                </a:lnTo>
                <a:lnTo>
                  <a:pt x="2065558" y="216517"/>
                </a:lnTo>
                <a:lnTo>
                  <a:pt x="2093520" y="254889"/>
                </a:lnTo>
                <a:lnTo>
                  <a:pt x="2103120" y="294894"/>
                </a:lnTo>
                <a:lnTo>
                  <a:pt x="2100694" y="315078"/>
                </a:lnTo>
                <a:lnTo>
                  <a:pt x="2081756" y="354310"/>
                </a:lnTo>
                <a:lnTo>
                  <a:pt x="2045081" y="391734"/>
                </a:lnTo>
                <a:lnTo>
                  <a:pt x="1991923" y="426998"/>
                </a:lnTo>
                <a:lnTo>
                  <a:pt x="1923532" y="459749"/>
                </a:lnTo>
                <a:lnTo>
                  <a:pt x="1884017" y="475073"/>
                </a:lnTo>
                <a:lnTo>
                  <a:pt x="1841164" y="489636"/>
                </a:lnTo>
                <a:lnTo>
                  <a:pt x="1795129" y="503396"/>
                </a:lnTo>
                <a:lnTo>
                  <a:pt x="1746069" y="516307"/>
                </a:lnTo>
                <a:lnTo>
                  <a:pt x="1694141" y="528327"/>
                </a:lnTo>
                <a:lnTo>
                  <a:pt x="1639501" y="539411"/>
                </a:lnTo>
                <a:lnTo>
                  <a:pt x="1582307" y="549514"/>
                </a:lnTo>
                <a:lnTo>
                  <a:pt x="1522714" y="558594"/>
                </a:lnTo>
                <a:lnTo>
                  <a:pt x="1460879" y="566606"/>
                </a:lnTo>
                <a:lnTo>
                  <a:pt x="1396958" y="573506"/>
                </a:lnTo>
                <a:lnTo>
                  <a:pt x="1331109" y="579250"/>
                </a:lnTo>
                <a:lnTo>
                  <a:pt x="1263489" y="583794"/>
                </a:lnTo>
                <a:lnTo>
                  <a:pt x="1194252" y="587094"/>
                </a:lnTo>
                <a:lnTo>
                  <a:pt x="1123557" y="589107"/>
                </a:lnTo>
                <a:lnTo>
                  <a:pt x="1051560" y="589788"/>
                </a:lnTo>
                <a:lnTo>
                  <a:pt x="979562" y="589107"/>
                </a:lnTo>
                <a:lnTo>
                  <a:pt x="908867" y="587094"/>
                </a:lnTo>
                <a:lnTo>
                  <a:pt x="839630" y="583794"/>
                </a:lnTo>
                <a:lnTo>
                  <a:pt x="772010" y="579250"/>
                </a:lnTo>
                <a:lnTo>
                  <a:pt x="706161" y="573506"/>
                </a:lnTo>
                <a:lnTo>
                  <a:pt x="642240" y="566606"/>
                </a:lnTo>
                <a:lnTo>
                  <a:pt x="580406" y="558594"/>
                </a:lnTo>
                <a:lnTo>
                  <a:pt x="520812" y="549514"/>
                </a:lnTo>
                <a:lnTo>
                  <a:pt x="463618" y="539411"/>
                </a:lnTo>
                <a:lnTo>
                  <a:pt x="408978" y="528327"/>
                </a:lnTo>
                <a:lnTo>
                  <a:pt x="357050" y="516307"/>
                </a:lnTo>
                <a:lnTo>
                  <a:pt x="307990" y="503396"/>
                </a:lnTo>
                <a:lnTo>
                  <a:pt x="261955" y="489636"/>
                </a:lnTo>
                <a:lnTo>
                  <a:pt x="219102" y="475073"/>
                </a:lnTo>
                <a:lnTo>
                  <a:pt x="179587" y="459749"/>
                </a:lnTo>
                <a:lnTo>
                  <a:pt x="143566" y="443709"/>
                </a:lnTo>
                <a:lnTo>
                  <a:pt x="82635" y="409658"/>
                </a:lnTo>
                <a:lnTo>
                  <a:pt x="37562" y="373270"/>
                </a:lnTo>
                <a:lnTo>
                  <a:pt x="9599" y="334898"/>
                </a:lnTo>
                <a:lnTo>
                  <a:pt x="0" y="294894"/>
                </a:lnTo>
                <a:close/>
              </a:path>
            </a:pathLst>
          </a:custGeom>
          <a:ln w="19050">
            <a:solidFill>
              <a:srgbClr val="000000"/>
            </a:solidFill>
          </a:ln>
        </p:spPr>
        <p:txBody>
          <a:bodyPr wrap="square" lIns="0" tIns="0" rIns="0" bIns="0" rtlCol="0"/>
          <a:lstStyle/>
          <a:p>
            <a:endParaRPr sz="2000"/>
          </a:p>
        </p:txBody>
      </p:sp>
      <p:sp>
        <p:nvSpPr>
          <p:cNvPr id="97" name="object 8">
            <a:extLst>
              <a:ext uri="{FF2B5EF4-FFF2-40B4-BE49-F238E27FC236}">
                <a16:creationId xmlns:a16="http://schemas.microsoft.com/office/drawing/2014/main" id="{A35962E6-282F-44AE-A374-FA72167C51DF}"/>
              </a:ext>
            </a:extLst>
          </p:cNvPr>
          <p:cNvSpPr txBox="1"/>
          <p:nvPr/>
        </p:nvSpPr>
        <p:spPr>
          <a:xfrm>
            <a:off x="5811801" y="2732039"/>
            <a:ext cx="1279878" cy="254386"/>
          </a:xfrm>
          <a:prstGeom prst="rect">
            <a:avLst/>
          </a:prstGeom>
        </p:spPr>
        <p:txBody>
          <a:bodyPr vert="horz" wrap="square" lIns="0" tIns="14817" rIns="0" bIns="0" rtlCol="0">
            <a:spAutoFit/>
          </a:bodyPr>
          <a:lstStyle/>
          <a:p>
            <a:pPr marL="14111">
              <a:spcBef>
                <a:spcPts val="117"/>
              </a:spcBef>
            </a:pPr>
            <a:r>
              <a:rPr sz="1556" dirty="0">
                <a:latin typeface="Arial"/>
                <a:cs typeface="Arial"/>
              </a:rPr>
              <a:t>Model</a:t>
            </a:r>
            <a:r>
              <a:rPr sz="1556" spc="-100" dirty="0">
                <a:latin typeface="Arial"/>
                <a:cs typeface="Arial"/>
              </a:rPr>
              <a:t> </a:t>
            </a:r>
            <a:r>
              <a:rPr sz="1556" dirty="0">
                <a:latin typeface="Arial"/>
                <a:cs typeface="Arial"/>
              </a:rPr>
              <a:t>Parallel</a:t>
            </a:r>
          </a:p>
        </p:txBody>
      </p:sp>
      <p:sp>
        <p:nvSpPr>
          <p:cNvPr id="98" name="object 9">
            <a:extLst>
              <a:ext uri="{FF2B5EF4-FFF2-40B4-BE49-F238E27FC236}">
                <a16:creationId xmlns:a16="http://schemas.microsoft.com/office/drawing/2014/main" id="{A580B88B-616E-4442-8E0F-5FC9D1FE7072}"/>
              </a:ext>
            </a:extLst>
          </p:cNvPr>
          <p:cNvSpPr/>
          <p:nvPr/>
        </p:nvSpPr>
        <p:spPr>
          <a:xfrm>
            <a:off x="3058160" y="3676635"/>
            <a:ext cx="2338917" cy="657578"/>
          </a:xfrm>
          <a:custGeom>
            <a:avLst/>
            <a:gdLst/>
            <a:ahLst/>
            <a:cxnLst/>
            <a:rect l="l" t="t" r="r" b="b"/>
            <a:pathLst>
              <a:path w="2105025" h="591820">
                <a:moveTo>
                  <a:pt x="0" y="295656"/>
                </a:moveTo>
                <a:lnTo>
                  <a:pt x="9607" y="255529"/>
                </a:lnTo>
                <a:lnTo>
                  <a:pt x="37592" y="217046"/>
                </a:lnTo>
                <a:lnTo>
                  <a:pt x="82700" y="180558"/>
                </a:lnTo>
                <a:lnTo>
                  <a:pt x="143679" y="146416"/>
                </a:lnTo>
                <a:lnTo>
                  <a:pt x="179727" y="130336"/>
                </a:lnTo>
                <a:lnTo>
                  <a:pt x="219273" y="114974"/>
                </a:lnTo>
                <a:lnTo>
                  <a:pt x="262159" y="100374"/>
                </a:lnTo>
                <a:lnTo>
                  <a:pt x="308229" y="86582"/>
                </a:lnTo>
                <a:lnTo>
                  <a:pt x="357325" y="73640"/>
                </a:lnTo>
                <a:lnTo>
                  <a:pt x="409291" y="61592"/>
                </a:lnTo>
                <a:lnTo>
                  <a:pt x="463971" y="50483"/>
                </a:lnTo>
                <a:lnTo>
                  <a:pt x="521208" y="40357"/>
                </a:lnTo>
                <a:lnTo>
                  <a:pt x="580844" y="31258"/>
                </a:lnTo>
                <a:lnTo>
                  <a:pt x="642723" y="23229"/>
                </a:lnTo>
                <a:lnTo>
                  <a:pt x="706688" y="16314"/>
                </a:lnTo>
                <a:lnTo>
                  <a:pt x="772583" y="10558"/>
                </a:lnTo>
                <a:lnTo>
                  <a:pt x="840250" y="6005"/>
                </a:lnTo>
                <a:lnTo>
                  <a:pt x="909534" y="2698"/>
                </a:lnTo>
                <a:lnTo>
                  <a:pt x="980276" y="681"/>
                </a:lnTo>
                <a:lnTo>
                  <a:pt x="1052322" y="0"/>
                </a:lnTo>
                <a:lnTo>
                  <a:pt x="1124367" y="681"/>
                </a:lnTo>
                <a:lnTo>
                  <a:pt x="1195109" y="2698"/>
                </a:lnTo>
                <a:lnTo>
                  <a:pt x="1264393" y="6005"/>
                </a:lnTo>
                <a:lnTo>
                  <a:pt x="1332060" y="10558"/>
                </a:lnTo>
                <a:lnTo>
                  <a:pt x="1397955" y="16314"/>
                </a:lnTo>
                <a:lnTo>
                  <a:pt x="1461920" y="23229"/>
                </a:lnTo>
                <a:lnTo>
                  <a:pt x="1523799" y="31258"/>
                </a:lnTo>
                <a:lnTo>
                  <a:pt x="1583436" y="40357"/>
                </a:lnTo>
                <a:lnTo>
                  <a:pt x="1640672" y="50483"/>
                </a:lnTo>
                <a:lnTo>
                  <a:pt x="1695352" y="61592"/>
                </a:lnTo>
                <a:lnTo>
                  <a:pt x="1747318" y="73640"/>
                </a:lnTo>
                <a:lnTo>
                  <a:pt x="1796415" y="86582"/>
                </a:lnTo>
                <a:lnTo>
                  <a:pt x="1842484" y="100374"/>
                </a:lnTo>
                <a:lnTo>
                  <a:pt x="1885370" y="114974"/>
                </a:lnTo>
                <a:lnTo>
                  <a:pt x="1924916" y="130336"/>
                </a:lnTo>
                <a:lnTo>
                  <a:pt x="1960964" y="146416"/>
                </a:lnTo>
                <a:lnTo>
                  <a:pt x="2021943" y="180558"/>
                </a:lnTo>
                <a:lnTo>
                  <a:pt x="2067052" y="217046"/>
                </a:lnTo>
                <a:lnTo>
                  <a:pt x="2095037" y="255529"/>
                </a:lnTo>
                <a:lnTo>
                  <a:pt x="2104644" y="295656"/>
                </a:lnTo>
                <a:lnTo>
                  <a:pt x="2102216" y="315902"/>
                </a:lnTo>
                <a:lnTo>
                  <a:pt x="2083263" y="355251"/>
                </a:lnTo>
                <a:lnTo>
                  <a:pt x="2046559" y="392780"/>
                </a:lnTo>
                <a:lnTo>
                  <a:pt x="1993359" y="428139"/>
                </a:lnTo>
                <a:lnTo>
                  <a:pt x="1924916" y="460975"/>
                </a:lnTo>
                <a:lnTo>
                  <a:pt x="1885370" y="476337"/>
                </a:lnTo>
                <a:lnTo>
                  <a:pt x="1842484" y="490937"/>
                </a:lnTo>
                <a:lnTo>
                  <a:pt x="1796415" y="504729"/>
                </a:lnTo>
                <a:lnTo>
                  <a:pt x="1747318" y="517671"/>
                </a:lnTo>
                <a:lnTo>
                  <a:pt x="1695352" y="529719"/>
                </a:lnTo>
                <a:lnTo>
                  <a:pt x="1640672" y="540828"/>
                </a:lnTo>
                <a:lnTo>
                  <a:pt x="1583436" y="550954"/>
                </a:lnTo>
                <a:lnTo>
                  <a:pt x="1523799" y="560053"/>
                </a:lnTo>
                <a:lnTo>
                  <a:pt x="1461920" y="568082"/>
                </a:lnTo>
                <a:lnTo>
                  <a:pt x="1397955" y="574997"/>
                </a:lnTo>
                <a:lnTo>
                  <a:pt x="1332060" y="580753"/>
                </a:lnTo>
                <a:lnTo>
                  <a:pt x="1264393" y="585306"/>
                </a:lnTo>
                <a:lnTo>
                  <a:pt x="1195109" y="588613"/>
                </a:lnTo>
                <a:lnTo>
                  <a:pt x="1124367" y="590630"/>
                </a:lnTo>
                <a:lnTo>
                  <a:pt x="1052322" y="591312"/>
                </a:lnTo>
                <a:lnTo>
                  <a:pt x="980276" y="590630"/>
                </a:lnTo>
                <a:lnTo>
                  <a:pt x="909534" y="588613"/>
                </a:lnTo>
                <a:lnTo>
                  <a:pt x="840250" y="585306"/>
                </a:lnTo>
                <a:lnTo>
                  <a:pt x="772583" y="580753"/>
                </a:lnTo>
                <a:lnTo>
                  <a:pt x="706688" y="574997"/>
                </a:lnTo>
                <a:lnTo>
                  <a:pt x="642723" y="568082"/>
                </a:lnTo>
                <a:lnTo>
                  <a:pt x="580844" y="560053"/>
                </a:lnTo>
                <a:lnTo>
                  <a:pt x="521208" y="550954"/>
                </a:lnTo>
                <a:lnTo>
                  <a:pt x="463971" y="540828"/>
                </a:lnTo>
                <a:lnTo>
                  <a:pt x="409291" y="529719"/>
                </a:lnTo>
                <a:lnTo>
                  <a:pt x="357325" y="517671"/>
                </a:lnTo>
                <a:lnTo>
                  <a:pt x="308229" y="504729"/>
                </a:lnTo>
                <a:lnTo>
                  <a:pt x="262159" y="490937"/>
                </a:lnTo>
                <a:lnTo>
                  <a:pt x="219273" y="476337"/>
                </a:lnTo>
                <a:lnTo>
                  <a:pt x="179727" y="460975"/>
                </a:lnTo>
                <a:lnTo>
                  <a:pt x="143679" y="444895"/>
                </a:lnTo>
                <a:lnTo>
                  <a:pt x="82700" y="410753"/>
                </a:lnTo>
                <a:lnTo>
                  <a:pt x="37592" y="374265"/>
                </a:lnTo>
                <a:lnTo>
                  <a:pt x="9607" y="335782"/>
                </a:lnTo>
                <a:lnTo>
                  <a:pt x="0" y="295656"/>
                </a:lnTo>
                <a:close/>
              </a:path>
            </a:pathLst>
          </a:custGeom>
          <a:ln w="19050">
            <a:solidFill>
              <a:srgbClr val="000000"/>
            </a:solidFill>
          </a:ln>
        </p:spPr>
        <p:txBody>
          <a:bodyPr wrap="square" lIns="0" tIns="0" rIns="0" bIns="0" rtlCol="0"/>
          <a:lstStyle/>
          <a:p>
            <a:endParaRPr sz="2000"/>
          </a:p>
        </p:txBody>
      </p:sp>
      <p:sp>
        <p:nvSpPr>
          <p:cNvPr id="99" name="object 10">
            <a:extLst>
              <a:ext uri="{FF2B5EF4-FFF2-40B4-BE49-F238E27FC236}">
                <a16:creationId xmlns:a16="http://schemas.microsoft.com/office/drawing/2014/main" id="{6F6DE6F8-2963-4562-B766-6E2114C88E2F}"/>
              </a:ext>
            </a:extLst>
          </p:cNvPr>
          <p:cNvSpPr txBox="1"/>
          <p:nvPr/>
        </p:nvSpPr>
        <p:spPr>
          <a:xfrm>
            <a:off x="3733800" y="3752463"/>
            <a:ext cx="1295400" cy="505922"/>
          </a:xfrm>
          <a:prstGeom prst="rect">
            <a:avLst/>
          </a:prstGeom>
        </p:spPr>
        <p:txBody>
          <a:bodyPr vert="horz" wrap="square" lIns="0" tIns="14111" rIns="0" bIns="0" rtlCol="0">
            <a:spAutoFit/>
          </a:bodyPr>
          <a:lstStyle/>
          <a:p>
            <a:pPr marL="14111">
              <a:spcBef>
                <a:spcPts val="111"/>
              </a:spcBef>
            </a:pPr>
            <a:r>
              <a:rPr sz="1556" dirty="0">
                <a:latin typeface="Arial"/>
                <a:cs typeface="Arial"/>
              </a:rPr>
              <a:t>Intra</a:t>
            </a:r>
            <a:r>
              <a:rPr sz="1556" spc="-100" dirty="0">
                <a:latin typeface="Arial"/>
                <a:cs typeface="Arial"/>
              </a:rPr>
              <a:t> </a:t>
            </a:r>
            <a:r>
              <a:rPr sz="1556" spc="-6" dirty="0">
                <a:latin typeface="Arial"/>
                <a:cs typeface="Arial"/>
              </a:rPr>
              <a:t>Layer</a:t>
            </a:r>
            <a:r>
              <a:rPr lang="en-US" sz="1556" spc="-6" dirty="0">
                <a:latin typeface="Arial"/>
                <a:cs typeface="Arial"/>
              </a:rPr>
              <a:t>/</a:t>
            </a:r>
          </a:p>
          <a:p>
            <a:pPr marL="14111">
              <a:spcBef>
                <a:spcPts val="111"/>
              </a:spcBef>
            </a:pPr>
            <a:r>
              <a:rPr lang="en-US" sz="1556" spc="-6" dirty="0">
                <a:latin typeface="Arial"/>
                <a:cs typeface="Arial"/>
              </a:rPr>
              <a:t>Tensor</a:t>
            </a:r>
            <a:endParaRPr sz="1556" dirty="0">
              <a:latin typeface="Arial"/>
              <a:cs typeface="Arial"/>
            </a:endParaRPr>
          </a:p>
        </p:txBody>
      </p:sp>
      <p:sp>
        <p:nvSpPr>
          <p:cNvPr id="100" name="object 11">
            <a:extLst>
              <a:ext uri="{FF2B5EF4-FFF2-40B4-BE49-F238E27FC236}">
                <a16:creationId xmlns:a16="http://schemas.microsoft.com/office/drawing/2014/main" id="{AE172A8E-ECE5-42F0-9403-8FDB79FBB390}"/>
              </a:ext>
            </a:extLst>
          </p:cNvPr>
          <p:cNvSpPr/>
          <p:nvPr/>
        </p:nvSpPr>
        <p:spPr>
          <a:xfrm>
            <a:off x="6700838" y="3818574"/>
            <a:ext cx="2292773" cy="600521"/>
          </a:xfrm>
          <a:custGeom>
            <a:avLst/>
            <a:gdLst/>
            <a:ahLst/>
            <a:cxnLst/>
            <a:rect l="l" t="t" r="r" b="b"/>
            <a:pathLst>
              <a:path w="2103120" h="591820">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101" name="object 12">
            <a:extLst>
              <a:ext uri="{FF2B5EF4-FFF2-40B4-BE49-F238E27FC236}">
                <a16:creationId xmlns:a16="http://schemas.microsoft.com/office/drawing/2014/main" id="{58C5201A-62D1-4E4C-AD50-67BCD1F8F608}"/>
              </a:ext>
            </a:extLst>
          </p:cNvPr>
          <p:cNvSpPr txBox="1"/>
          <p:nvPr/>
        </p:nvSpPr>
        <p:spPr>
          <a:xfrm>
            <a:off x="7383815" y="3855043"/>
            <a:ext cx="1535277" cy="505922"/>
          </a:xfrm>
          <a:prstGeom prst="rect">
            <a:avLst/>
          </a:prstGeom>
        </p:spPr>
        <p:txBody>
          <a:bodyPr vert="horz" wrap="square" lIns="0" tIns="14111" rIns="0" bIns="0" rtlCol="0">
            <a:spAutoFit/>
          </a:bodyPr>
          <a:lstStyle/>
          <a:p>
            <a:pPr marL="14111">
              <a:spcBef>
                <a:spcPts val="111"/>
              </a:spcBef>
            </a:pPr>
            <a:r>
              <a:rPr sz="1556" dirty="0">
                <a:latin typeface="Arial"/>
                <a:cs typeface="Arial"/>
              </a:rPr>
              <a:t>Inter</a:t>
            </a:r>
            <a:r>
              <a:rPr sz="1556" spc="-100" dirty="0">
                <a:latin typeface="Arial"/>
                <a:cs typeface="Arial"/>
              </a:rPr>
              <a:t> </a:t>
            </a:r>
            <a:r>
              <a:rPr sz="1556" spc="-6" dirty="0">
                <a:latin typeface="Arial"/>
                <a:cs typeface="Arial"/>
              </a:rPr>
              <a:t>Layer</a:t>
            </a:r>
            <a:r>
              <a:rPr lang="en-US" sz="1556" spc="-6" dirty="0">
                <a:latin typeface="Arial"/>
                <a:cs typeface="Arial"/>
              </a:rPr>
              <a:t>/</a:t>
            </a:r>
          </a:p>
          <a:p>
            <a:pPr marL="14111">
              <a:spcBef>
                <a:spcPts val="111"/>
              </a:spcBef>
            </a:pPr>
            <a:r>
              <a:rPr lang="en-US" sz="1556" spc="-6" dirty="0">
                <a:latin typeface="Arial"/>
                <a:cs typeface="Arial"/>
              </a:rPr>
              <a:t>Pipeline</a:t>
            </a:r>
            <a:endParaRPr sz="1556" dirty="0">
              <a:latin typeface="Arial"/>
              <a:cs typeface="Arial"/>
            </a:endParaRPr>
          </a:p>
        </p:txBody>
      </p:sp>
      <p:sp>
        <p:nvSpPr>
          <p:cNvPr id="102" name="object 13">
            <a:extLst>
              <a:ext uri="{FF2B5EF4-FFF2-40B4-BE49-F238E27FC236}">
                <a16:creationId xmlns:a16="http://schemas.microsoft.com/office/drawing/2014/main" id="{20E5D485-E6AC-4F0A-BA8C-845921694924}"/>
              </a:ext>
            </a:extLst>
          </p:cNvPr>
          <p:cNvSpPr/>
          <p:nvPr/>
        </p:nvSpPr>
        <p:spPr>
          <a:xfrm>
            <a:off x="1524001" y="2178318"/>
            <a:ext cx="6248400" cy="1595261"/>
          </a:xfrm>
          <a:custGeom>
            <a:avLst/>
            <a:gdLst/>
            <a:ahLst/>
            <a:cxnLst/>
            <a:rect l="l" t="t" r="r" b="b"/>
            <a:pathLst>
              <a:path w="5768340" h="1435735">
                <a:moveTo>
                  <a:pt x="1123315" y="26924"/>
                </a:moveTo>
                <a:lnTo>
                  <a:pt x="1113663" y="0"/>
                </a:lnTo>
                <a:lnTo>
                  <a:pt x="75780" y="372503"/>
                </a:lnTo>
                <a:lnTo>
                  <a:pt x="66167" y="345694"/>
                </a:lnTo>
                <a:lnTo>
                  <a:pt x="0" y="414909"/>
                </a:lnTo>
                <a:lnTo>
                  <a:pt x="95123" y="426339"/>
                </a:lnTo>
                <a:lnTo>
                  <a:pt x="87185" y="404241"/>
                </a:lnTo>
                <a:lnTo>
                  <a:pt x="85445" y="399415"/>
                </a:lnTo>
                <a:lnTo>
                  <a:pt x="1123315" y="26924"/>
                </a:lnTo>
                <a:close/>
              </a:path>
              <a:path w="5768340" h="1435735">
                <a:moveTo>
                  <a:pt x="3747008" y="414909"/>
                </a:moveTo>
                <a:lnTo>
                  <a:pt x="3737178" y="404749"/>
                </a:lnTo>
                <a:lnTo>
                  <a:pt x="3680460" y="346075"/>
                </a:lnTo>
                <a:lnTo>
                  <a:pt x="3670985" y="372986"/>
                </a:lnTo>
                <a:lnTo>
                  <a:pt x="2610739" y="0"/>
                </a:lnTo>
                <a:lnTo>
                  <a:pt x="2601341" y="26924"/>
                </a:lnTo>
                <a:lnTo>
                  <a:pt x="3661486" y="399999"/>
                </a:lnTo>
                <a:lnTo>
                  <a:pt x="3652012" y="426974"/>
                </a:lnTo>
                <a:lnTo>
                  <a:pt x="3747008" y="414909"/>
                </a:lnTo>
                <a:close/>
              </a:path>
              <a:path w="5768340" h="1435735">
                <a:moveTo>
                  <a:pt x="3757803" y="842645"/>
                </a:moveTo>
                <a:lnTo>
                  <a:pt x="3736086" y="824103"/>
                </a:lnTo>
                <a:lnTo>
                  <a:pt x="3277247" y="1360868"/>
                </a:lnTo>
                <a:lnTo>
                  <a:pt x="3255518" y="1342263"/>
                </a:lnTo>
                <a:lnTo>
                  <a:pt x="3232404" y="1435227"/>
                </a:lnTo>
                <a:lnTo>
                  <a:pt x="3320669" y="1398016"/>
                </a:lnTo>
                <a:lnTo>
                  <a:pt x="3311614" y="1390269"/>
                </a:lnTo>
                <a:lnTo>
                  <a:pt x="3298939" y="1379435"/>
                </a:lnTo>
                <a:lnTo>
                  <a:pt x="3757803" y="842645"/>
                </a:lnTo>
                <a:close/>
              </a:path>
              <a:path w="5768340" h="1435735">
                <a:moveTo>
                  <a:pt x="5768213" y="1435227"/>
                </a:moveTo>
                <a:lnTo>
                  <a:pt x="5756453" y="1391285"/>
                </a:lnTo>
                <a:lnTo>
                  <a:pt x="5743448" y="1342644"/>
                </a:lnTo>
                <a:lnTo>
                  <a:pt x="5722010" y="1361655"/>
                </a:lnTo>
                <a:lnTo>
                  <a:pt x="5245608" y="823849"/>
                </a:lnTo>
                <a:lnTo>
                  <a:pt x="5224272" y="842899"/>
                </a:lnTo>
                <a:lnTo>
                  <a:pt x="5700687" y="1380578"/>
                </a:lnTo>
                <a:lnTo>
                  <a:pt x="5679313" y="1399540"/>
                </a:lnTo>
                <a:lnTo>
                  <a:pt x="5768213" y="1435227"/>
                </a:lnTo>
                <a:close/>
              </a:path>
            </a:pathLst>
          </a:custGeom>
          <a:solidFill>
            <a:srgbClr val="000000"/>
          </a:solidFill>
        </p:spPr>
        <p:txBody>
          <a:bodyPr wrap="square" lIns="0" tIns="0" rIns="0" bIns="0" rtlCol="0"/>
          <a:lstStyle/>
          <a:p>
            <a:endParaRPr sz="2000"/>
          </a:p>
        </p:txBody>
      </p:sp>
      <p:sp>
        <p:nvSpPr>
          <p:cNvPr id="103" name="Rectangle 45">
            <a:extLst>
              <a:ext uri="{FF2B5EF4-FFF2-40B4-BE49-F238E27FC236}">
                <a16:creationId xmlns:a16="http://schemas.microsoft.com/office/drawing/2014/main" id="{E930A138-5D4E-4D01-85BA-7443871516D7}"/>
              </a:ext>
            </a:extLst>
          </p:cNvPr>
          <p:cNvSpPr/>
          <p:nvPr/>
        </p:nvSpPr>
        <p:spPr>
          <a:xfrm>
            <a:off x="24062" y="2290359"/>
            <a:ext cx="2719137" cy="1214841"/>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n>
                <a:solidFill>
                  <a:schemeClr val="tx1">
                    <a:lumMod val="60000"/>
                    <a:lumOff val="40000"/>
                  </a:schemeClr>
                </a:solidFill>
              </a:ln>
              <a:solidFill>
                <a:srgbClr val="FF0000"/>
              </a:solidFill>
            </a:endParaRPr>
          </a:p>
        </p:txBody>
      </p:sp>
    </p:spTree>
    <p:extLst>
      <p:ext uri="{BB962C8B-B14F-4D97-AF65-F5344CB8AC3E}">
        <p14:creationId xmlns:p14="http://schemas.microsoft.com/office/powerpoint/2010/main" val="661187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a:t>
            </a:r>
            <a:r>
              <a:rPr lang="en-US" altLang="zh-CN" spc="-89" dirty="0"/>
              <a:t> </a:t>
            </a:r>
            <a:r>
              <a:rPr lang="en-US" altLang="zh-CN" spc="-6" dirty="0"/>
              <a:t>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29</a:t>
            </a:fld>
            <a:endParaRPr lang="en-US" altLang="en-US" sz="1600">
              <a:solidFill>
                <a:srgbClr val="000000"/>
              </a:solidFill>
              <a:latin typeface="Garamond" panose="02020404030301010803" pitchFamily="18" charset="0"/>
            </a:endParaRPr>
          </a:p>
        </p:txBody>
      </p:sp>
      <p:sp>
        <p:nvSpPr>
          <p:cNvPr id="73" name="Content Placeholder 2">
            <a:extLst>
              <a:ext uri="{FF2B5EF4-FFF2-40B4-BE49-F238E27FC236}">
                <a16:creationId xmlns:a16="http://schemas.microsoft.com/office/drawing/2014/main" id="{A68E0EB9-E9EC-4BAF-8850-59AFED946832}"/>
              </a:ext>
            </a:extLst>
          </p:cNvPr>
          <p:cNvSpPr txBox="1">
            <a:spLocks/>
          </p:cNvSpPr>
          <p:nvPr/>
        </p:nvSpPr>
        <p:spPr bwMode="auto">
          <a:xfrm>
            <a:off x="457199" y="990600"/>
            <a:ext cx="8236767"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b="1" spc="-6" dirty="0">
                <a:latin typeface="Trebuchet MS"/>
                <a:cs typeface="Trebuchet MS"/>
              </a:rPr>
              <a:t>Each worker:</a:t>
            </a:r>
          </a:p>
          <a:p>
            <a:pPr lvl="1"/>
            <a:r>
              <a:rPr lang="en-US" altLang="en-US" sz="2000" b="1" kern="0" dirty="0">
                <a:ea typeface="ＭＳ Ｐゴシック" panose="020B0600070205080204" pitchFamily="34" charset="-128"/>
              </a:rPr>
              <a:t>Model</a:t>
            </a:r>
            <a:r>
              <a:rPr lang="en-US" altLang="en-US" sz="2000" kern="0" dirty="0">
                <a:ea typeface="ＭＳ Ｐゴシック" panose="020B0600070205080204" pitchFamily="34" charset="-128"/>
              </a:rPr>
              <a:t>: has a copy of the entire neural network model</a:t>
            </a:r>
          </a:p>
          <a:p>
            <a:pPr lvl="1"/>
            <a:r>
              <a:rPr lang="en-US" altLang="en-US" b="1" kern="0" dirty="0">
                <a:ea typeface="ＭＳ Ｐゴシック" panose="020B0600070205080204" pitchFamily="34" charset="-128"/>
              </a:rPr>
              <a:t>Dataset</a:t>
            </a:r>
            <a:r>
              <a:rPr lang="en-US" altLang="en-US" kern="0" dirty="0">
                <a:ea typeface="ＭＳ Ｐゴシック" panose="020B0600070205080204" pitchFamily="34" charset="-128"/>
              </a:rPr>
              <a:t>: responsible for compute of a portion of data (training minibatch)</a:t>
            </a: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Tree>
    <p:extLst>
      <p:ext uri="{BB962C8B-B14F-4D97-AF65-F5344CB8AC3E}">
        <p14:creationId xmlns:p14="http://schemas.microsoft.com/office/powerpoint/2010/main" val="390771506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 </a:t>
            </a:r>
            <a:r>
              <a:rPr lang="en-US" altLang="zh-CN" spc="-6" dirty="0"/>
              <a:t>Parallel: Forward</a:t>
            </a:r>
            <a:r>
              <a:rPr lang="en-US" altLang="zh-CN" spc="-83" dirty="0"/>
              <a:t> </a:t>
            </a:r>
            <a:r>
              <a:rPr lang="en-US" altLang="zh-CN" dirty="0"/>
              <a:t>Pass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30</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object 4">
            <a:extLst>
              <a:ext uri="{FF2B5EF4-FFF2-40B4-BE49-F238E27FC236}">
                <a16:creationId xmlns:a16="http://schemas.microsoft.com/office/drawing/2014/main" id="{E4E46D29-FAF9-4DFD-AD2D-448F985AE6F6}"/>
              </a:ext>
            </a:extLst>
          </p:cNvPr>
          <p:cNvSpPr txBox="1"/>
          <p:nvPr/>
        </p:nvSpPr>
        <p:spPr>
          <a:xfrm>
            <a:off x="2060222" y="1665392"/>
            <a:ext cx="215900"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W</a:t>
            </a:r>
            <a:endParaRPr sz="1556">
              <a:latin typeface="Arial"/>
              <a:cs typeface="Arial"/>
            </a:endParaRPr>
          </a:p>
        </p:txBody>
      </p:sp>
      <p:sp>
        <p:nvSpPr>
          <p:cNvPr id="8" name="object 5">
            <a:extLst>
              <a:ext uri="{FF2B5EF4-FFF2-40B4-BE49-F238E27FC236}">
                <a16:creationId xmlns:a16="http://schemas.microsoft.com/office/drawing/2014/main" id="{A811070C-AAF6-4078-B906-02AA57CD2C1A}"/>
              </a:ext>
            </a:extLst>
          </p:cNvPr>
          <p:cNvSpPr txBox="1"/>
          <p:nvPr/>
        </p:nvSpPr>
        <p:spPr>
          <a:xfrm>
            <a:off x="2942167" y="1665392"/>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X</a:t>
            </a:r>
            <a:endParaRPr sz="1556">
              <a:latin typeface="Arial"/>
              <a:cs typeface="Arial"/>
            </a:endParaRPr>
          </a:p>
        </p:txBody>
      </p:sp>
      <p:sp>
        <p:nvSpPr>
          <p:cNvPr id="9" name="object 6">
            <a:extLst>
              <a:ext uri="{FF2B5EF4-FFF2-40B4-BE49-F238E27FC236}">
                <a16:creationId xmlns:a16="http://schemas.microsoft.com/office/drawing/2014/main" id="{35E5A306-A10F-48CC-9CE1-AFE829530240}"/>
              </a:ext>
            </a:extLst>
          </p:cNvPr>
          <p:cNvSpPr txBox="1"/>
          <p:nvPr/>
        </p:nvSpPr>
        <p:spPr>
          <a:xfrm>
            <a:off x="4293728" y="1657489"/>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Y</a:t>
            </a:r>
            <a:endParaRPr sz="1556">
              <a:latin typeface="Arial"/>
              <a:cs typeface="Arial"/>
            </a:endParaRPr>
          </a:p>
        </p:txBody>
      </p:sp>
      <p:grpSp>
        <p:nvGrpSpPr>
          <p:cNvPr id="10" name="object 7">
            <a:extLst>
              <a:ext uri="{FF2B5EF4-FFF2-40B4-BE49-F238E27FC236}">
                <a16:creationId xmlns:a16="http://schemas.microsoft.com/office/drawing/2014/main" id="{8A78FB38-868B-4F82-A926-7E528EDE7D94}"/>
              </a:ext>
            </a:extLst>
          </p:cNvPr>
          <p:cNvGrpSpPr/>
          <p:nvPr/>
        </p:nvGrpSpPr>
        <p:grpSpPr>
          <a:xfrm>
            <a:off x="1672732" y="5475960"/>
            <a:ext cx="829028" cy="393700"/>
            <a:chOff x="1505458" y="4928364"/>
            <a:chExt cx="746125" cy="354330"/>
          </a:xfrm>
        </p:grpSpPr>
        <p:sp>
          <p:nvSpPr>
            <p:cNvPr id="11" name="object 8">
              <a:extLst>
                <a:ext uri="{FF2B5EF4-FFF2-40B4-BE49-F238E27FC236}">
                  <a16:creationId xmlns:a16="http://schemas.microsoft.com/office/drawing/2014/main" id="{1353E07C-8868-455D-9441-87EC59284FDB}"/>
                </a:ext>
              </a:extLst>
            </p:cNvPr>
            <p:cNvSpPr/>
            <p:nvPr/>
          </p:nvSpPr>
          <p:spPr>
            <a:xfrm>
              <a:off x="1877568" y="493471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2" name="object 9">
              <a:extLst>
                <a:ext uri="{FF2B5EF4-FFF2-40B4-BE49-F238E27FC236}">
                  <a16:creationId xmlns:a16="http://schemas.microsoft.com/office/drawing/2014/main" id="{651C8172-FA1E-486D-8628-1D42F8D2D1EB}"/>
                </a:ext>
              </a:extLst>
            </p:cNvPr>
            <p:cNvSpPr/>
            <p:nvPr/>
          </p:nvSpPr>
          <p:spPr>
            <a:xfrm>
              <a:off x="1877568" y="493471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 name="object 10">
              <a:extLst>
                <a:ext uri="{FF2B5EF4-FFF2-40B4-BE49-F238E27FC236}">
                  <a16:creationId xmlns:a16="http://schemas.microsoft.com/office/drawing/2014/main" id="{3C6F0BFA-1D33-4803-8E00-82FC18304EA9}"/>
                </a:ext>
              </a:extLst>
            </p:cNvPr>
            <p:cNvSpPr/>
            <p:nvPr/>
          </p:nvSpPr>
          <p:spPr>
            <a:xfrm>
              <a:off x="1877568" y="502005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4" name="object 11">
              <a:extLst>
                <a:ext uri="{FF2B5EF4-FFF2-40B4-BE49-F238E27FC236}">
                  <a16:creationId xmlns:a16="http://schemas.microsoft.com/office/drawing/2014/main" id="{4313F83D-1E11-488D-BDE5-ACC676B596B5}"/>
                </a:ext>
              </a:extLst>
            </p:cNvPr>
            <p:cNvSpPr/>
            <p:nvPr/>
          </p:nvSpPr>
          <p:spPr>
            <a:xfrm>
              <a:off x="1877568" y="502005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 name="object 12">
              <a:extLst>
                <a:ext uri="{FF2B5EF4-FFF2-40B4-BE49-F238E27FC236}">
                  <a16:creationId xmlns:a16="http://schemas.microsoft.com/office/drawing/2014/main" id="{2BB63900-076E-4B97-AC52-07F6D1B208C0}"/>
                </a:ext>
              </a:extLst>
            </p:cNvPr>
            <p:cNvSpPr/>
            <p:nvPr/>
          </p:nvSpPr>
          <p:spPr>
            <a:xfrm>
              <a:off x="1877568" y="5105399"/>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6" name="object 13">
              <a:extLst>
                <a:ext uri="{FF2B5EF4-FFF2-40B4-BE49-F238E27FC236}">
                  <a16:creationId xmlns:a16="http://schemas.microsoft.com/office/drawing/2014/main" id="{39EE6A1F-1076-47A5-B04D-173CCC85E110}"/>
                </a:ext>
              </a:extLst>
            </p:cNvPr>
            <p:cNvSpPr/>
            <p:nvPr/>
          </p:nvSpPr>
          <p:spPr>
            <a:xfrm>
              <a:off x="1877568" y="5105399"/>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 name="object 14">
              <a:extLst>
                <a:ext uri="{FF2B5EF4-FFF2-40B4-BE49-F238E27FC236}">
                  <a16:creationId xmlns:a16="http://schemas.microsoft.com/office/drawing/2014/main" id="{1E588D48-1DCD-43F7-A456-66629880C540}"/>
                </a:ext>
              </a:extLst>
            </p:cNvPr>
            <p:cNvSpPr/>
            <p:nvPr/>
          </p:nvSpPr>
          <p:spPr>
            <a:xfrm>
              <a:off x="1877568" y="519074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 name="object 15">
              <a:extLst>
                <a:ext uri="{FF2B5EF4-FFF2-40B4-BE49-F238E27FC236}">
                  <a16:creationId xmlns:a16="http://schemas.microsoft.com/office/drawing/2014/main" id="{BFE6959D-CA91-4731-9B72-A39C31266B7C}"/>
                </a:ext>
              </a:extLst>
            </p:cNvPr>
            <p:cNvSpPr/>
            <p:nvPr/>
          </p:nvSpPr>
          <p:spPr>
            <a:xfrm>
              <a:off x="1877568" y="519074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 name="object 16">
              <a:extLst>
                <a:ext uri="{FF2B5EF4-FFF2-40B4-BE49-F238E27FC236}">
                  <a16:creationId xmlns:a16="http://schemas.microsoft.com/office/drawing/2014/main" id="{97F98EC0-28A8-4C39-91B3-A1CF78D36697}"/>
                </a:ext>
              </a:extLst>
            </p:cNvPr>
            <p:cNvSpPr/>
            <p:nvPr/>
          </p:nvSpPr>
          <p:spPr>
            <a:xfrm>
              <a:off x="1511808" y="493471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0" name="object 17">
              <a:extLst>
                <a:ext uri="{FF2B5EF4-FFF2-40B4-BE49-F238E27FC236}">
                  <a16:creationId xmlns:a16="http://schemas.microsoft.com/office/drawing/2014/main" id="{3C1CF09B-1084-4EA8-ADC4-F9CDB9F4F817}"/>
                </a:ext>
              </a:extLst>
            </p:cNvPr>
            <p:cNvSpPr/>
            <p:nvPr/>
          </p:nvSpPr>
          <p:spPr>
            <a:xfrm>
              <a:off x="1511808" y="493471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 name="object 18">
              <a:extLst>
                <a:ext uri="{FF2B5EF4-FFF2-40B4-BE49-F238E27FC236}">
                  <a16:creationId xmlns:a16="http://schemas.microsoft.com/office/drawing/2014/main" id="{DD265670-09DD-4E1B-8042-CE5AD8D816C3}"/>
                </a:ext>
              </a:extLst>
            </p:cNvPr>
            <p:cNvSpPr/>
            <p:nvPr/>
          </p:nvSpPr>
          <p:spPr>
            <a:xfrm>
              <a:off x="1604772"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2" name="object 19">
              <a:extLst>
                <a:ext uri="{FF2B5EF4-FFF2-40B4-BE49-F238E27FC236}">
                  <a16:creationId xmlns:a16="http://schemas.microsoft.com/office/drawing/2014/main" id="{BC53DED5-301F-4976-BDE3-0F6EEFBD4110}"/>
                </a:ext>
              </a:extLst>
            </p:cNvPr>
            <p:cNvSpPr/>
            <p:nvPr/>
          </p:nvSpPr>
          <p:spPr>
            <a:xfrm>
              <a:off x="1604772"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 name="object 20">
              <a:extLst>
                <a:ext uri="{FF2B5EF4-FFF2-40B4-BE49-F238E27FC236}">
                  <a16:creationId xmlns:a16="http://schemas.microsoft.com/office/drawing/2014/main" id="{C9DEF31A-9F58-48E3-984C-4167F6F4C857}"/>
                </a:ext>
              </a:extLst>
            </p:cNvPr>
            <p:cNvSpPr/>
            <p:nvPr/>
          </p:nvSpPr>
          <p:spPr>
            <a:xfrm>
              <a:off x="1696212" y="493471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4" name="object 21">
              <a:extLst>
                <a:ext uri="{FF2B5EF4-FFF2-40B4-BE49-F238E27FC236}">
                  <a16:creationId xmlns:a16="http://schemas.microsoft.com/office/drawing/2014/main" id="{8D7D6CB9-60F8-46F4-B2B2-7C6F7D547495}"/>
                </a:ext>
              </a:extLst>
            </p:cNvPr>
            <p:cNvSpPr/>
            <p:nvPr/>
          </p:nvSpPr>
          <p:spPr>
            <a:xfrm>
              <a:off x="1696212" y="493471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 name="object 22">
              <a:extLst>
                <a:ext uri="{FF2B5EF4-FFF2-40B4-BE49-F238E27FC236}">
                  <a16:creationId xmlns:a16="http://schemas.microsoft.com/office/drawing/2014/main" id="{D5C2CF90-A00E-4455-A3F3-C96C251C2E3C}"/>
                </a:ext>
              </a:extLst>
            </p:cNvPr>
            <p:cNvSpPr/>
            <p:nvPr/>
          </p:nvSpPr>
          <p:spPr>
            <a:xfrm>
              <a:off x="1511808" y="502005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6" name="object 23">
              <a:extLst>
                <a:ext uri="{FF2B5EF4-FFF2-40B4-BE49-F238E27FC236}">
                  <a16:creationId xmlns:a16="http://schemas.microsoft.com/office/drawing/2014/main" id="{4C2F9529-B0E6-45B2-B745-BF1DE8B73910}"/>
                </a:ext>
              </a:extLst>
            </p:cNvPr>
            <p:cNvSpPr/>
            <p:nvPr/>
          </p:nvSpPr>
          <p:spPr>
            <a:xfrm>
              <a:off x="1511808" y="502005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 name="object 24">
              <a:extLst>
                <a:ext uri="{FF2B5EF4-FFF2-40B4-BE49-F238E27FC236}">
                  <a16:creationId xmlns:a16="http://schemas.microsoft.com/office/drawing/2014/main" id="{A25C1C9E-42AA-4B09-9F59-E8569DD12276}"/>
                </a:ext>
              </a:extLst>
            </p:cNvPr>
            <p:cNvSpPr/>
            <p:nvPr/>
          </p:nvSpPr>
          <p:spPr>
            <a:xfrm>
              <a:off x="1604772"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 name="object 25">
              <a:extLst>
                <a:ext uri="{FF2B5EF4-FFF2-40B4-BE49-F238E27FC236}">
                  <a16:creationId xmlns:a16="http://schemas.microsoft.com/office/drawing/2014/main" id="{06EE62AA-CE56-437B-90E2-FCB7FD25A469}"/>
                </a:ext>
              </a:extLst>
            </p:cNvPr>
            <p:cNvSpPr/>
            <p:nvPr/>
          </p:nvSpPr>
          <p:spPr>
            <a:xfrm>
              <a:off x="1604772"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 name="object 26">
              <a:extLst>
                <a:ext uri="{FF2B5EF4-FFF2-40B4-BE49-F238E27FC236}">
                  <a16:creationId xmlns:a16="http://schemas.microsoft.com/office/drawing/2014/main" id="{BA13B2F0-654B-4C17-BEE5-480837718F0F}"/>
                </a:ext>
              </a:extLst>
            </p:cNvPr>
            <p:cNvSpPr/>
            <p:nvPr/>
          </p:nvSpPr>
          <p:spPr>
            <a:xfrm>
              <a:off x="1696212" y="502005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0" name="object 27">
              <a:extLst>
                <a:ext uri="{FF2B5EF4-FFF2-40B4-BE49-F238E27FC236}">
                  <a16:creationId xmlns:a16="http://schemas.microsoft.com/office/drawing/2014/main" id="{8B7FC88D-951D-4E23-B558-46CEE14F6FF6}"/>
                </a:ext>
              </a:extLst>
            </p:cNvPr>
            <p:cNvSpPr/>
            <p:nvPr/>
          </p:nvSpPr>
          <p:spPr>
            <a:xfrm>
              <a:off x="1696212" y="502005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 name="object 28">
              <a:extLst>
                <a:ext uri="{FF2B5EF4-FFF2-40B4-BE49-F238E27FC236}">
                  <a16:creationId xmlns:a16="http://schemas.microsoft.com/office/drawing/2014/main" id="{CAF825CE-21C9-408D-AF22-1ADE87B00EC2}"/>
                </a:ext>
              </a:extLst>
            </p:cNvPr>
            <p:cNvSpPr/>
            <p:nvPr/>
          </p:nvSpPr>
          <p:spPr>
            <a:xfrm>
              <a:off x="1511808" y="5105399"/>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2" name="object 29">
              <a:extLst>
                <a:ext uri="{FF2B5EF4-FFF2-40B4-BE49-F238E27FC236}">
                  <a16:creationId xmlns:a16="http://schemas.microsoft.com/office/drawing/2014/main" id="{78A8768C-2082-4E30-9B89-7435CC1A7DF9}"/>
                </a:ext>
              </a:extLst>
            </p:cNvPr>
            <p:cNvSpPr/>
            <p:nvPr/>
          </p:nvSpPr>
          <p:spPr>
            <a:xfrm>
              <a:off x="1511808" y="5105399"/>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 name="object 30">
              <a:extLst>
                <a:ext uri="{FF2B5EF4-FFF2-40B4-BE49-F238E27FC236}">
                  <a16:creationId xmlns:a16="http://schemas.microsoft.com/office/drawing/2014/main" id="{608138F4-1A4E-4120-8858-2CD42CCA9C7C}"/>
                </a:ext>
              </a:extLst>
            </p:cNvPr>
            <p:cNvSpPr/>
            <p:nvPr/>
          </p:nvSpPr>
          <p:spPr>
            <a:xfrm>
              <a:off x="1604772"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4" name="object 31">
              <a:extLst>
                <a:ext uri="{FF2B5EF4-FFF2-40B4-BE49-F238E27FC236}">
                  <a16:creationId xmlns:a16="http://schemas.microsoft.com/office/drawing/2014/main" id="{E9E72D91-AAAC-466B-822D-638AB6DCDB00}"/>
                </a:ext>
              </a:extLst>
            </p:cNvPr>
            <p:cNvSpPr/>
            <p:nvPr/>
          </p:nvSpPr>
          <p:spPr>
            <a:xfrm>
              <a:off x="1604772"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 name="object 32">
              <a:extLst>
                <a:ext uri="{FF2B5EF4-FFF2-40B4-BE49-F238E27FC236}">
                  <a16:creationId xmlns:a16="http://schemas.microsoft.com/office/drawing/2014/main" id="{AB8805F0-1AE7-40CA-8D60-235C3CEE2B70}"/>
                </a:ext>
              </a:extLst>
            </p:cNvPr>
            <p:cNvSpPr/>
            <p:nvPr/>
          </p:nvSpPr>
          <p:spPr>
            <a:xfrm>
              <a:off x="1696212" y="5105399"/>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6" name="object 33">
              <a:extLst>
                <a:ext uri="{FF2B5EF4-FFF2-40B4-BE49-F238E27FC236}">
                  <a16:creationId xmlns:a16="http://schemas.microsoft.com/office/drawing/2014/main" id="{EF97870B-D348-4F92-86F0-33E71091D688}"/>
                </a:ext>
              </a:extLst>
            </p:cNvPr>
            <p:cNvSpPr/>
            <p:nvPr/>
          </p:nvSpPr>
          <p:spPr>
            <a:xfrm>
              <a:off x="1696212" y="5105399"/>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 name="object 34">
              <a:extLst>
                <a:ext uri="{FF2B5EF4-FFF2-40B4-BE49-F238E27FC236}">
                  <a16:creationId xmlns:a16="http://schemas.microsoft.com/office/drawing/2014/main" id="{EDEC26AA-2B04-45DD-8315-7D96E41E74A2}"/>
                </a:ext>
              </a:extLst>
            </p:cNvPr>
            <p:cNvSpPr/>
            <p:nvPr/>
          </p:nvSpPr>
          <p:spPr>
            <a:xfrm>
              <a:off x="1511808" y="519074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8" name="object 35">
              <a:extLst>
                <a:ext uri="{FF2B5EF4-FFF2-40B4-BE49-F238E27FC236}">
                  <a16:creationId xmlns:a16="http://schemas.microsoft.com/office/drawing/2014/main" id="{10E8D79A-6310-4BB6-BCC1-6BB3D29F86ED}"/>
                </a:ext>
              </a:extLst>
            </p:cNvPr>
            <p:cNvSpPr/>
            <p:nvPr/>
          </p:nvSpPr>
          <p:spPr>
            <a:xfrm>
              <a:off x="1511808" y="519074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 name="object 36">
              <a:extLst>
                <a:ext uri="{FF2B5EF4-FFF2-40B4-BE49-F238E27FC236}">
                  <a16:creationId xmlns:a16="http://schemas.microsoft.com/office/drawing/2014/main" id="{35AE4C02-DDD2-41BF-BB6C-A25C31924570}"/>
                </a:ext>
              </a:extLst>
            </p:cNvPr>
            <p:cNvSpPr/>
            <p:nvPr/>
          </p:nvSpPr>
          <p:spPr>
            <a:xfrm>
              <a:off x="1604772"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 name="object 37">
              <a:extLst>
                <a:ext uri="{FF2B5EF4-FFF2-40B4-BE49-F238E27FC236}">
                  <a16:creationId xmlns:a16="http://schemas.microsoft.com/office/drawing/2014/main" id="{51DDF548-836E-446C-A0A1-64CFC8EA6153}"/>
                </a:ext>
              </a:extLst>
            </p:cNvPr>
            <p:cNvSpPr/>
            <p:nvPr/>
          </p:nvSpPr>
          <p:spPr>
            <a:xfrm>
              <a:off x="1604772"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 name="object 38">
              <a:extLst>
                <a:ext uri="{FF2B5EF4-FFF2-40B4-BE49-F238E27FC236}">
                  <a16:creationId xmlns:a16="http://schemas.microsoft.com/office/drawing/2014/main" id="{9B52399A-9FFC-4AB2-8D06-92E0AB4E9A56}"/>
                </a:ext>
              </a:extLst>
            </p:cNvPr>
            <p:cNvSpPr/>
            <p:nvPr/>
          </p:nvSpPr>
          <p:spPr>
            <a:xfrm>
              <a:off x="1696212" y="519074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2" name="object 39">
              <a:extLst>
                <a:ext uri="{FF2B5EF4-FFF2-40B4-BE49-F238E27FC236}">
                  <a16:creationId xmlns:a16="http://schemas.microsoft.com/office/drawing/2014/main" id="{E54DCE14-BFCC-4003-97EE-7CE1B078535A}"/>
                </a:ext>
              </a:extLst>
            </p:cNvPr>
            <p:cNvSpPr/>
            <p:nvPr/>
          </p:nvSpPr>
          <p:spPr>
            <a:xfrm>
              <a:off x="1696212" y="519074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 name="object 40">
              <a:extLst>
                <a:ext uri="{FF2B5EF4-FFF2-40B4-BE49-F238E27FC236}">
                  <a16:creationId xmlns:a16="http://schemas.microsoft.com/office/drawing/2014/main" id="{B8258107-4A0D-4F83-B7AB-CFD8CAF3BC0F}"/>
                </a:ext>
              </a:extLst>
            </p:cNvPr>
            <p:cNvSpPr/>
            <p:nvPr/>
          </p:nvSpPr>
          <p:spPr>
            <a:xfrm>
              <a:off x="1789176"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4" name="object 41">
              <a:extLst>
                <a:ext uri="{FF2B5EF4-FFF2-40B4-BE49-F238E27FC236}">
                  <a16:creationId xmlns:a16="http://schemas.microsoft.com/office/drawing/2014/main" id="{575AF6ED-C6F3-4458-9B40-89110CCB0153}"/>
                </a:ext>
              </a:extLst>
            </p:cNvPr>
            <p:cNvSpPr/>
            <p:nvPr/>
          </p:nvSpPr>
          <p:spPr>
            <a:xfrm>
              <a:off x="1789176"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 name="object 42">
              <a:extLst>
                <a:ext uri="{FF2B5EF4-FFF2-40B4-BE49-F238E27FC236}">
                  <a16:creationId xmlns:a16="http://schemas.microsoft.com/office/drawing/2014/main" id="{0EB8A722-3D98-4DF1-BDE3-EFDF8D152F89}"/>
                </a:ext>
              </a:extLst>
            </p:cNvPr>
            <p:cNvSpPr/>
            <p:nvPr/>
          </p:nvSpPr>
          <p:spPr>
            <a:xfrm>
              <a:off x="1789176"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6" name="object 43">
              <a:extLst>
                <a:ext uri="{FF2B5EF4-FFF2-40B4-BE49-F238E27FC236}">
                  <a16:creationId xmlns:a16="http://schemas.microsoft.com/office/drawing/2014/main" id="{64463BFF-8428-4732-A826-3AB70FCA9874}"/>
                </a:ext>
              </a:extLst>
            </p:cNvPr>
            <p:cNvSpPr/>
            <p:nvPr/>
          </p:nvSpPr>
          <p:spPr>
            <a:xfrm>
              <a:off x="1789176"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7" name="object 44">
              <a:extLst>
                <a:ext uri="{FF2B5EF4-FFF2-40B4-BE49-F238E27FC236}">
                  <a16:creationId xmlns:a16="http://schemas.microsoft.com/office/drawing/2014/main" id="{A121462A-59F3-409A-9FB0-08494911A1E4}"/>
                </a:ext>
              </a:extLst>
            </p:cNvPr>
            <p:cNvSpPr/>
            <p:nvPr/>
          </p:nvSpPr>
          <p:spPr>
            <a:xfrm>
              <a:off x="1789176"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8" name="object 45">
              <a:extLst>
                <a:ext uri="{FF2B5EF4-FFF2-40B4-BE49-F238E27FC236}">
                  <a16:creationId xmlns:a16="http://schemas.microsoft.com/office/drawing/2014/main" id="{62ABA0B0-8897-4C10-9BC4-A042719A9110}"/>
                </a:ext>
              </a:extLst>
            </p:cNvPr>
            <p:cNvSpPr/>
            <p:nvPr/>
          </p:nvSpPr>
          <p:spPr>
            <a:xfrm>
              <a:off x="1789176"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 name="object 46">
              <a:extLst>
                <a:ext uri="{FF2B5EF4-FFF2-40B4-BE49-F238E27FC236}">
                  <a16:creationId xmlns:a16="http://schemas.microsoft.com/office/drawing/2014/main" id="{9D37300A-BF63-423B-B65D-E06BEEBFB0DE}"/>
                </a:ext>
              </a:extLst>
            </p:cNvPr>
            <p:cNvSpPr/>
            <p:nvPr/>
          </p:nvSpPr>
          <p:spPr>
            <a:xfrm>
              <a:off x="1789176"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0" name="object 47">
              <a:extLst>
                <a:ext uri="{FF2B5EF4-FFF2-40B4-BE49-F238E27FC236}">
                  <a16:creationId xmlns:a16="http://schemas.microsoft.com/office/drawing/2014/main" id="{847EB25C-55D0-48B2-A409-7DA7E68B88D0}"/>
                </a:ext>
              </a:extLst>
            </p:cNvPr>
            <p:cNvSpPr/>
            <p:nvPr/>
          </p:nvSpPr>
          <p:spPr>
            <a:xfrm>
              <a:off x="1789176"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 name="object 48">
              <a:extLst>
                <a:ext uri="{FF2B5EF4-FFF2-40B4-BE49-F238E27FC236}">
                  <a16:creationId xmlns:a16="http://schemas.microsoft.com/office/drawing/2014/main" id="{1898D6F9-427A-49C9-BC00-E4CC8DDD5B14}"/>
                </a:ext>
              </a:extLst>
            </p:cNvPr>
            <p:cNvSpPr/>
            <p:nvPr/>
          </p:nvSpPr>
          <p:spPr>
            <a:xfrm>
              <a:off x="1970531"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2" name="object 49">
              <a:extLst>
                <a:ext uri="{FF2B5EF4-FFF2-40B4-BE49-F238E27FC236}">
                  <a16:creationId xmlns:a16="http://schemas.microsoft.com/office/drawing/2014/main" id="{7DE72C13-E5EE-4F62-B71F-7D185FCAAECD}"/>
                </a:ext>
              </a:extLst>
            </p:cNvPr>
            <p:cNvSpPr/>
            <p:nvPr/>
          </p:nvSpPr>
          <p:spPr>
            <a:xfrm>
              <a:off x="1970531"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 name="object 50">
              <a:extLst>
                <a:ext uri="{FF2B5EF4-FFF2-40B4-BE49-F238E27FC236}">
                  <a16:creationId xmlns:a16="http://schemas.microsoft.com/office/drawing/2014/main" id="{B1B08BF4-B6BD-41D5-B500-05475231C017}"/>
                </a:ext>
              </a:extLst>
            </p:cNvPr>
            <p:cNvSpPr/>
            <p:nvPr/>
          </p:nvSpPr>
          <p:spPr>
            <a:xfrm>
              <a:off x="1970531"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4" name="object 51">
              <a:extLst>
                <a:ext uri="{FF2B5EF4-FFF2-40B4-BE49-F238E27FC236}">
                  <a16:creationId xmlns:a16="http://schemas.microsoft.com/office/drawing/2014/main" id="{2D214CB7-8782-4739-BE4F-0B474D4B98CC}"/>
                </a:ext>
              </a:extLst>
            </p:cNvPr>
            <p:cNvSpPr/>
            <p:nvPr/>
          </p:nvSpPr>
          <p:spPr>
            <a:xfrm>
              <a:off x="1970531"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 name="object 52">
              <a:extLst>
                <a:ext uri="{FF2B5EF4-FFF2-40B4-BE49-F238E27FC236}">
                  <a16:creationId xmlns:a16="http://schemas.microsoft.com/office/drawing/2014/main" id="{BDBDD394-8B33-416A-9265-66E3BEB54269}"/>
                </a:ext>
              </a:extLst>
            </p:cNvPr>
            <p:cNvSpPr/>
            <p:nvPr/>
          </p:nvSpPr>
          <p:spPr>
            <a:xfrm>
              <a:off x="1970531"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6" name="object 53">
              <a:extLst>
                <a:ext uri="{FF2B5EF4-FFF2-40B4-BE49-F238E27FC236}">
                  <a16:creationId xmlns:a16="http://schemas.microsoft.com/office/drawing/2014/main" id="{8048E557-8503-4EAE-AC03-6226AA2F6560}"/>
                </a:ext>
              </a:extLst>
            </p:cNvPr>
            <p:cNvSpPr/>
            <p:nvPr/>
          </p:nvSpPr>
          <p:spPr>
            <a:xfrm>
              <a:off x="1970531"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7" name="object 54">
              <a:extLst>
                <a:ext uri="{FF2B5EF4-FFF2-40B4-BE49-F238E27FC236}">
                  <a16:creationId xmlns:a16="http://schemas.microsoft.com/office/drawing/2014/main" id="{31400D5F-3CCD-479F-820D-E663BA5973EF}"/>
                </a:ext>
              </a:extLst>
            </p:cNvPr>
            <p:cNvSpPr/>
            <p:nvPr/>
          </p:nvSpPr>
          <p:spPr>
            <a:xfrm>
              <a:off x="1970531"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8" name="object 55">
              <a:extLst>
                <a:ext uri="{FF2B5EF4-FFF2-40B4-BE49-F238E27FC236}">
                  <a16:creationId xmlns:a16="http://schemas.microsoft.com/office/drawing/2014/main" id="{950354CF-8726-403B-A80B-E34B4287C831}"/>
                </a:ext>
              </a:extLst>
            </p:cNvPr>
            <p:cNvSpPr/>
            <p:nvPr/>
          </p:nvSpPr>
          <p:spPr>
            <a:xfrm>
              <a:off x="1970531"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9" name="object 56">
              <a:extLst>
                <a:ext uri="{FF2B5EF4-FFF2-40B4-BE49-F238E27FC236}">
                  <a16:creationId xmlns:a16="http://schemas.microsoft.com/office/drawing/2014/main" id="{1058988F-220A-480F-AAB7-D9BBC2F82F83}"/>
                </a:ext>
              </a:extLst>
            </p:cNvPr>
            <p:cNvSpPr/>
            <p:nvPr/>
          </p:nvSpPr>
          <p:spPr>
            <a:xfrm>
              <a:off x="2151888" y="493471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0" name="object 57">
              <a:extLst>
                <a:ext uri="{FF2B5EF4-FFF2-40B4-BE49-F238E27FC236}">
                  <a16:creationId xmlns:a16="http://schemas.microsoft.com/office/drawing/2014/main" id="{F85634C3-6BA1-4EE4-B90C-C68A11B3A2EB}"/>
                </a:ext>
              </a:extLst>
            </p:cNvPr>
            <p:cNvSpPr/>
            <p:nvPr/>
          </p:nvSpPr>
          <p:spPr>
            <a:xfrm>
              <a:off x="2151888" y="493471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 name="object 58">
              <a:extLst>
                <a:ext uri="{FF2B5EF4-FFF2-40B4-BE49-F238E27FC236}">
                  <a16:creationId xmlns:a16="http://schemas.microsoft.com/office/drawing/2014/main" id="{13EC7D3B-5E4F-4977-96BC-5ECD16823854}"/>
                </a:ext>
              </a:extLst>
            </p:cNvPr>
            <p:cNvSpPr/>
            <p:nvPr/>
          </p:nvSpPr>
          <p:spPr>
            <a:xfrm>
              <a:off x="2151888" y="502005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2" name="object 59">
              <a:extLst>
                <a:ext uri="{FF2B5EF4-FFF2-40B4-BE49-F238E27FC236}">
                  <a16:creationId xmlns:a16="http://schemas.microsoft.com/office/drawing/2014/main" id="{B3D00873-725D-486E-9DEC-1A44C810C060}"/>
                </a:ext>
              </a:extLst>
            </p:cNvPr>
            <p:cNvSpPr/>
            <p:nvPr/>
          </p:nvSpPr>
          <p:spPr>
            <a:xfrm>
              <a:off x="2151888" y="502005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 name="object 60">
              <a:extLst>
                <a:ext uri="{FF2B5EF4-FFF2-40B4-BE49-F238E27FC236}">
                  <a16:creationId xmlns:a16="http://schemas.microsoft.com/office/drawing/2014/main" id="{62EDFD02-54F6-4697-8306-7F3FC1B73353}"/>
                </a:ext>
              </a:extLst>
            </p:cNvPr>
            <p:cNvSpPr/>
            <p:nvPr/>
          </p:nvSpPr>
          <p:spPr>
            <a:xfrm>
              <a:off x="2151888" y="5105399"/>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4" name="object 61">
              <a:extLst>
                <a:ext uri="{FF2B5EF4-FFF2-40B4-BE49-F238E27FC236}">
                  <a16:creationId xmlns:a16="http://schemas.microsoft.com/office/drawing/2014/main" id="{C049EB0A-00A3-4E4D-9BF6-B0737CAD97D9}"/>
                </a:ext>
              </a:extLst>
            </p:cNvPr>
            <p:cNvSpPr/>
            <p:nvPr/>
          </p:nvSpPr>
          <p:spPr>
            <a:xfrm>
              <a:off x="2151888" y="5105399"/>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 name="object 62">
              <a:extLst>
                <a:ext uri="{FF2B5EF4-FFF2-40B4-BE49-F238E27FC236}">
                  <a16:creationId xmlns:a16="http://schemas.microsoft.com/office/drawing/2014/main" id="{DED8D786-2102-456C-9322-4E5587DBA92D}"/>
                </a:ext>
              </a:extLst>
            </p:cNvPr>
            <p:cNvSpPr/>
            <p:nvPr/>
          </p:nvSpPr>
          <p:spPr>
            <a:xfrm>
              <a:off x="2151888" y="519074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6" name="object 63">
              <a:extLst>
                <a:ext uri="{FF2B5EF4-FFF2-40B4-BE49-F238E27FC236}">
                  <a16:creationId xmlns:a16="http://schemas.microsoft.com/office/drawing/2014/main" id="{DCC3A428-A175-4371-B362-8D61EB939F9D}"/>
                </a:ext>
              </a:extLst>
            </p:cNvPr>
            <p:cNvSpPr/>
            <p:nvPr/>
          </p:nvSpPr>
          <p:spPr>
            <a:xfrm>
              <a:off x="2151888" y="519074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 name="object 64">
              <a:extLst>
                <a:ext uri="{FF2B5EF4-FFF2-40B4-BE49-F238E27FC236}">
                  <a16:creationId xmlns:a16="http://schemas.microsoft.com/office/drawing/2014/main" id="{C4125EA6-9335-42BE-A1F2-25E9532394E2}"/>
                </a:ext>
              </a:extLst>
            </p:cNvPr>
            <p:cNvSpPr/>
            <p:nvPr/>
          </p:nvSpPr>
          <p:spPr>
            <a:xfrm>
              <a:off x="2061972" y="493471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68" name="object 65">
              <a:extLst>
                <a:ext uri="{FF2B5EF4-FFF2-40B4-BE49-F238E27FC236}">
                  <a16:creationId xmlns:a16="http://schemas.microsoft.com/office/drawing/2014/main" id="{651CA1BA-1DDF-4D71-82D8-35CF4C05315D}"/>
                </a:ext>
              </a:extLst>
            </p:cNvPr>
            <p:cNvSpPr/>
            <p:nvPr/>
          </p:nvSpPr>
          <p:spPr>
            <a:xfrm>
              <a:off x="2061972" y="493471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9" name="object 66">
              <a:extLst>
                <a:ext uri="{FF2B5EF4-FFF2-40B4-BE49-F238E27FC236}">
                  <a16:creationId xmlns:a16="http://schemas.microsoft.com/office/drawing/2014/main" id="{B6BBB6BE-5B3C-4AD9-99D1-FD776040C1AE}"/>
                </a:ext>
              </a:extLst>
            </p:cNvPr>
            <p:cNvSpPr/>
            <p:nvPr/>
          </p:nvSpPr>
          <p:spPr>
            <a:xfrm>
              <a:off x="2061972" y="502005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70" name="object 67">
              <a:extLst>
                <a:ext uri="{FF2B5EF4-FFF2-40B4-BE49-F238E27FC236}">
                  <a16:creationId xmlns:a16="http://schemas.microsoft.com/office/drawing/2014/main" id="{36EE3F09-0CDA-42F9-B65D-77D75EBBFA1F}"/>
                </a:ext>
              </a:extLst>
            </p:cNvPr>
            <p:cNvSpPr/>
            <p:nvPr/>
          </p:nvSpPr>
          <p:spPr>
            <a:xfrm>
              <a:off x="2061972" y="502005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1" name="object 68">
              <a:extLst>
                <a:ext uri="{FF2B5EF4-FFF2-40B4-BE49-F238E27FC236}">
                  <a16:creationId xmlns:a16="http://schemas.microsoft.com/office/drawing/2014/main" id="{9611301A-FE64-4721-AB33-9C88195CE486}"/>
                </a:ext>
              </a:extLst>
            </p:cNvPr>
            <p:cNvSpPr/>
            <p:nvPr/>
          </p:nvSpPr>
          <p:spPr>
            <a:xfrm>
              <a:off x="2061972" y="5105399"/>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72" name="object 69">
              <a:extLst>
                <a:ext uri="{FF2B5EF4-FFF2-40B4-BE49-F238E27FC236}">
                  <a16:creationId xmlns:a16="http://schemas.microsoft.com/office/drawing/2014/main" id="{86BE4E0E-91FD-406B-B343-8134CFE14098}"/>
                </a:ext>
              </a:extLst>
            </p:cNvPr>
            <p:cNvSpPr/>
            <p:nvPr/>
          </p:nvSpPr>
          <p:spPr>
            <a:xfrm>
              <a:off x="2061972" y="5105399"/>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4" name="object 70">
              <a:extLst>
                <a:ext uri="{FF2B5EF4-FFF2-40B4-BE49-F238E27FC236}">
                  <a16:creationId xmlns:a16="http://schemas.microsoft.com/office/drawing/2014/main" id="{A53DEF4C-5318-406C-9AD9-4676A9AECEB1}"/>
                </a:ext>
              </a:extLst>
            </p:cNvPr>
            <p:cNvSpPr/>
            <p:nvPr/>
          </p:nvSpPr>
          <p:spPr>
            <a:xfrm>
              <a:off x="2061972" y="519074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75" name="object 71">
              <a:extLst>
                <a:ext uri="{FF2B5EF4-FFF2-40B4-BE49-F238E27FC236}">
                  <a16:creationId xmlns:a16="http://schemas.microsoft.com/office/drawing/2014/main" id="{FA840A7C-FAFE-4B20-AB2F-FF301B0393EA}"/>
                </a:ext>
              </a:extLst>
            </p:cNvPr>
            <p:cNvSpPr/>
            <p:nvPr/>
          </p:nvSpPr>
          <p:spPr>
            <a:xfrm>
              <a:off x="2061972" y="519074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76" name="object 72">
            <a:extLst>
              <a:ext uri="{FF2B5EF4-FFF2-40B4-BE49-F238E27FC236}">
                <a16:creationId xmlns:a16="http://schemas.microsoft.com/office/drawing/2014/main" id="{D1C19854-47AE-4794-9A8B-99790FDA8EA2}"/>
              </a:ext>
            </a:extLst>
          </p:cNvPr>
          <p:cNvGrpSpPr/>
          <p:nvPr/>
        </p:nvGrpSpPr>
        <p:grpSpPr>
          <a:xfrm>
            <a:off x="2902091" y="5481037"/>
            <a:ext cx="832556" cy="774700"/>
            <a:chOff x="2611882" y="4932933"/>
            <a:chExt cx="749300" cy="697230"/>
          </a:xfrm>
        </p:grpSpPr>
        <p:sp>
          <p:nvSpPr>
            <p:cNvPr id="77" name="object 73">
              <a:extLst>
                <a:ext uri="{FF2B5EF4-FFF2-40B4-BE49-F238E27FC236}">
                  <a16:creationId xmlns:a16="http://schemas.microsoft.com/office/drawing/2014/main" id="{9BBB5654-4E99-425C-855F-7D25C0A4E0EE}"/>
                </a:ext>
              </a:extLst>
            </p:cNvPr>
            <p:cNvSpPr/>
            <p:nvPr/>
          </p:nvSpPr>
          <p:spPr>
            <a:xfrm>
              <a:off x="2618232" y="4939283"/>
              <a:ext cx="551815" cy="684530"/>
            </a:xfrm>
            <a:custGeom>
              <a:avLst/>
              <a:gdLst/>
              <a:ahLst/>
              <a:cxnLst/>
              <a:rect l="l" t="t" r="r" b="b"/>
              <a:pathLst>
                <a:path w="551814" h="684529">
                  <a:moveTo>
                    <a:pt x="0" y="86870"/>
                  </a:moveTo>
                  <a:lnTo>
                    <a:pt x="91440" y="86870"/>
                  </a:lnTo>
                  <a:lnTo>
                    <a:pt x="91440" y="0"/>
                  </a:lnTo>
                  <a:lnTo>
                    <a:pt x="0" y="0"/>
                  </a:lnTo>
                  <a:lnTo>
                    <a:pt x="0" y="86870"/>
                  </a:lnTo>
                  <a:close/>
                </a:path>
                <a:path w="551814" h="684529">
                  <a:moveTo>
                    <a:pt x="0" y="172213"/>
                  </a:moveTo>
                  <a:lnTo>
                    <a:pt x="91440" y="172213"/>
                  </a:lnTo>
                  <a:lnTo>
                    <a:pt x="91440" y="86870"/>
                  </a:lnTo>
                  <a:lnTo>
                    <a:pt x="0" y="86870"/>
                  </a:lnTo>
                  <a:lnTo>
                    <a:pt x="0" y="172213"/>
                  </a:lnTo>
                  <a:close/>
                </a:path>
                <a:path w="551814" h="684529">
                  <a:moveTo>
                    <a:pt x="0" y="257556"/>
                  </a:moveTo>
                  <a:lnTo>
                    <a:pt x="91440" y="257556"/>
                  </a:lnTo>
                  <a:lnTo>
                    <a:pt x="91440" y="172213"/>
                  </a:lnTo>
                  <a:lnTo>
                    <a:pt x="0" y="172213"/>
                  </a:lnTo>
                  <a:lnTo>
                    <a:pt x="0" y="257556"/>
                  </a:lnTo>
                  <a:close/>
                </a:path>
                <a:path w="551814" h="684529">
                  <a:moveTo>
                    <a:pt x="0" y="342899"/>
                  </a:moveTo>
                  <a:lnTo>
                    <a:pt x="91440" y="342899"/>
                  </a:lnTo>
                  <a:lnTo>
                    <a:pt x="91440" y="257556"/>
                  </a:lnTo>
                  <a:lnTo>
                    <a:pt x="0" y="257556"/>
                  </a:lnTo>
                  <a:lnTo>
                    <a:pt x="0" y="342899"/>
                  </a:lnTo>
                  <a:close/>
                </a:path>
                <a:path w="551814" h="684529">
                  <a:moveTo>
                    <a:pt x="0" y="428241"/>
                  </a:moveTo>
                  <a:lnTo>
                    <a:pt x="91440" y="428241"/>
                  </a:lnTo>
                  <a:lnTo>
                    <a:pt x="91440" y="342898"/>
                  </a:lnTo>
                  <a:lnTo>
                    <a:pt x="0" y="342898"/>
                  </a:lnTo>
                  <a:lnTo>
                    <a:pt x="0" y="428241"/>
                  </a:lnTo>
                  <a:close/>
                </a:path>
                <a:path w="551814" h="684529">
                  <a:moveTo>
                    <a:pt x="0" y="513590"/>
                  </a:moveTo>
                  <a:lnTo>
                    <a:pt x="91440" y="513590"/>
                  </a:lnTo>
                  <a:lnTo>
                    <a:pt x="91440" y="428242"/>
                  </a:lnTo>
                  <a:lnTo>
                    <a:pt x="0" y="428242"/>
                  </a:lnTo>
                  <a:lnTo>
                    <a:pt x="0" y="513590"/>
                  </a:lnTo>
                  <a:close/>
                </a:path>
                <a:path w="551814" h="684529">
                  <a:moveTo>
                    <a:pt x="0" y="598933"/>
                  </a:moveTo>
                  <a:lnTo>
                    <a:pt x="91440" y="598933"/>
                  </a:lnTo>
                  <a:lnTo>
                    <a:pt x="91440" y="513590"/>
                  </a:lnTo>
                  <a:lnTo>
                    <a:pt x="0" y="513590"/>
                  </a:lnTo>
                  <a:lnTo>
                    <a:pt x="0" y="598933"/>
                  </a:lnTo>
                  <a:close/>
                </a:path>
                <a:path w="551814" h="684529">
                  <a:moveTo>
                    <a:pt x="0" y="684276"/>
                  </a:moveTo>
                  <a:lnTo>
                    <a:pt x="91440" y="684276"/>
                  </a:lnTo>
                  <a:lnTo>
                    <a:pt x="91440" y="598933"/>
                  </a:lnTo>
                  <a:lnTo>
                    <a:pt x="0" y="598933"/>
                  </a:lnTo>
                  <a:lnTo>
                    <a:pt x="0" y="684276"/>
                  </a:lnTo>
                  <a:close/>
                </a:path>
                <a:path w="551814" h="684529">
                  <a:moveTo>
                    <a:pt x="91440" y="86870"/>
                  </a:moveTo>
                  <a:lnTo>
                    <a:pt x="184402" y="86870"/>
                  </a:lnTo>
                  <a:lnTo>
                    <a:pt x="184402" y="0"/>
                  </a:lnTo>
                  <a:lnTo>
                    <a:pt x="91440" y="0"/>
                  </a:lnTo>
                  <a:lnTo>
                    <a:pt x="91440" y="86870"/>
                  </a:lnTo>
                  <a:close/>
                </a:path>
                <a:path w="551814" h="684529">
                  <a:moveTo>
                    <a:pt x="91440" y="172213"/>
                  </a:moveTo>
                  <a:lnTo>
                    <a:pt x="184402" y="172213"/>
                  </a:lnTo>
                  <a:lnTo>
                    <a:pt x="184402" y="86870"/>
                  </a:lnTo>
                  <a:lnTo>
                    <a:pt x="91440" y="86870"/>
                  </a:lnTo>
                  <a:lnTo>
                    <a:pt x="91440" y="172213"/>
                  </a:lnTo>
                  <a:close/>
                </a:path>
                <a:path w="551814" h="684529">
                  <a:moveTo>
                    <a:pt x="91440" y="257556"/>
                  </a:moveTo>
                  <a:lnTo>
                    <a:pt x="184402" y="257556"/>
                  </a:lnTo>
                  <a:lnTo>
                    <a:pt x="184402" y="172213"/>
                  </a:lnTo>
                  <a:lnTo>
                    <a:pt x="91440" y="172213"/>
                  </a:lnTo>
                  <a:lnTo>
                    <a:pt x="91440" y="257556"/>
                  </a:lnTo>
                  <a:close/>
                </a:path>
                <a:path w="551814" h="684529">
                  <a:moveTo>
                    <a:pt x="91440" y="342899"/>
                  </a:moveTo>
                  <a:lnTo>
                    <a:pt x="184402" y="342899"/>
                  </a:lnTo>
                  <a:lnTo>
                    <a:pt x="184402" y="257556"/>
                  </a:lnTo>
                  <a:lnTo>
                    <a:pt x="91440" y="257556"/>
                  </a:lnTo>
                  <a:lnTo>
                    <a:pt x="91440" y="342899"/>
                  </a:lnTo>
                  <a:close/>
                </a:path>
                <a:path w="551814" h="684529">
                  <a:moveTo>
                    <a:pt x="91440" y="428241"/>
                  </a:moveTo>
                  <a:lnTo>
                    <a:pt x="184402" y="428241"/>
                  </a:lnTo>
                  <a:lnTo>
                    <a:pt x="184402" y="342898"/>
                  </a:lnTo>
                  <a:lnTo>
                    <a:pt x="91440" y="342898"/>
                  </a:lnTo>
                  <a:lnTo>
                    <a:pt x="91440" y="428241"/>
                  </a:lnTo>
                  <a:close/>
                </a:path>
                <a:path w="551814" h="684529">
                  <a:moveTo>
                    <a:pt x="91440" y="513590"/>
                  </a:moveTo>
                  <a:lnTo>
                    <a:pt x="184402" y="513590"/>
                  </a:lnTo>
                  <a:lnTo>
                    <a:pt x="184402" y="428242"/>
                  </a:lnTo>
                  <a:lnTo>
                    <a:pt x="91440" y="428242"/>
                  </a:lnTo>
                  <a:lnTo>
                    <a:pt x="91440" y="513590"/>
                  </a:lnTo>
                  <a:close/>
                </a:path>
                <a:path w="551814" h="684529">
                  <a:moveTo>
                    <a:pt x="91440" y="598933"/>
                  </a:moveTo>
                  <a:lnTo>
                    <a:pt x="184402" y="598933"/>
                  </a:lnTo>
                  <a:lnTo>
                    <a:pt x="184402" y="513590"/>
                  </a:lnTo>
                  <a:lnTo>
                    <a:pt x="91440" y="513590"/>
                  </a:lnTo>
                  <a:lnTo>
                    <a:pt x="91440" y="598933"/>
                  </a:lnTo>
                  <a:close/>
                </a:path>
                <a:path w="551814" h="684529">
                  <a:moveTo>
                    <a:pt x="91440" y="684276"/>
                  </a:moveTo>
                  <a:lnTo>
                    <a:pt x="184402" y="684276"/>
                  </a:lnTo>
                  <a:lnTo>
                    <a:pt x="184402" y="598933"/>
                  </a:lnTo>
                  <a:lnTo>
                    <a:pt x="91440" y="598933"/>
                  </a:lnTo>
                  <a:lnTo>
                    <a:pt x="91440" y="684276"/>
                  </a:lnTo>
                  <a:close/>
                </a:path>
                <a:path w="551814" h="684529">
                  <a:moveTo>
                    <a:pt x="184404" y="86870"/>
                  </a:moveTo>
                  <a:lnTo>
                    <a:pt x="275844" y="86870"/>
                  </a:lnTo>
                  <a:lnTo>
                    <a:pt x="275844" y="0"/>
                  </a:lnTo>
                  <a:lnTo>
                    <a:pt x="184404" y="0"/>
                  </a:lnTo>
                  <a:lnTo>
                    <a:pt x="184404" y="86870"/>
                  </a:lnTo>
                  <a:close/>
                </a:path>
                <a:path w="551814" h="684529">
                  <a:moveTo>
                    <a:pt x="184404" y="172213"/>
                  </a:moveTo>
                  <a:lnTo>
                    <a:pt x="275844" y="172213"/>
                  </a:lnTo>
                  <a:lnTo>
                    <a:pt x="275844" y="86870"/>
                  </a:lnTo>
                  <a:lnTo>
                    <a:pt x="184404" y="86870"/>
                  </a:lnTo>
                  <a:lnTo>
                    <a:pt x="184404" y="172213"/>
                  </a:lnTo>
                  <a:close/>
                </a:path>
                <a:path w="551814" h="684529">
                  <a:moveTo>
                    <a:pt x="184404" y="257556"/>
                  </a:moveTo>
                  <a:lnTo>
                    <a:pt x="275844" y="257556"/>
                  </a:lnTo>
                  <a:lnTo>
                    <a:pt x="275844" y="172213"/>
                  </a:lnTo>
                  <a:lnTo>
                    <a:pt x="184404" y="172213"/>
                  </a:lnTo>
                  <a:lnTo>
                    <a:pt x="184404" y="257556"/>
                  </a:lnTo>
                  <a:close/>
                </a:path>
                <a:path w="551814" h="684529">
                  <a:moveTo>
                    <a:pt x="184404" y="342899"/>
                  </a:moveTo>
                  <a:lnTo>
                    <a:pt x="275844" y="342899"/>
                  </a:lnTo>
                  <a:lnTo>
                    <a:pt x="275844" y="257556"/>
                  </a:lnTo>
                  <a:lnTo>
                    <a:pt x="184404" y="257556"/>
                  </a:lnTo>
                  <a:lnTo>
                    <a:pt x="184404" y="342899"/>
                  </a:lnTo>
                  <a:close/>
                </a:path>
                <a:path w="551814" h="684529">
                  <a:moveTo>
                    <a:pt x="184404" y="428241"/>
                  </a:moveTo>
                  <a:lnTo>
                    <a:pt x="275844" y="428241"/>
                  </a:lnTo>
                  <a:lnTo>
                    <a:pt x="275844" y="342898"/>
                  </a:lnTo>
                  <a:lnTo>
                    <a:pt x="184404" y="342898"/>
                  </a:lnTo>
                  <a:lnTo>
                    <a:pt x="184404" y="428241"/>
                  </a:lnTo>
                  <a:close/>
                </a:path>
                <a:path w="551814" h="684529">
                  <a:moveTo>
                    <a:pt x="184404" y="513590"/>
                  </a:moveTo>
                  <a:lnTo>
                    <a:pt x="275844" y="513590"/>
                  </a:lnTo>
                  <a:lnTo>
                    <a:pt x="275844" y="428242"/>
                  </a:lnTo>
                  <a:lnTo>
                    <a:pt x="184404" y="428242"/>
                  </a:lnTo>
                  <a:lnTo>
                    <a:pt x="184404" y="513590"/>
                  </a:lnTo>
                  <a:close/>
                </a:path>
                <a:path w="551814" h="684529">
                  <a:moveTo>
                    <a:pt x="184404" y="598933"/>
                  </a:moveTo>
                  <a:lnTo>
                    <a:pt x="275844" y="598933"/>
                  </a:lnTo>
                  <a:lnTo>
                    <a:pt x="275844" y="513590"/>
                  </a:lnTo>
                  <a:lnTo>
                    <a:pt x="184404" y="513590"/>
                  </a:lnTo>
                  <a:lnTo>
                    <a:pt x="184404" y="598933"/>
                  </a:lnTo>
                  <a:close/>
                </a:path>
                <a:path w="551814" h="684529">
                  <a:moveTo>
                    <a:pt x="184404" y="684276"/>
                  </a:moveTo>
                  <a:lnTo>
                    <a:pt x="275844" y="684276"/>
                  </a:lnTo>
                  <a:lnTo>
                    <a:pt x="275844" y="598933"/>
                  </a:lnTo>
                  <a:lnTo>
                    <a:pt x="184404" y="598933"/>
                  </a:lnTo>
                  <a:lnTo>
                    <a:pt x="184404" y="684276"/>
                  </a:lnTo>
                  <a:close/>
                </a:path>
                <a:path w="551814" h="684529">
                  <a:moveTo>
                    <a:pt x="275844" y="86870"/>
                  </a:moveTo>
                  <a:lnTo>
                    <a:pt x="368806" y="86870"/>
                  </a:lnTo>
                  <a:lnTo>
                    <a:pt x="368806" y="0"/>
                  </a:lnTo>
                  <a:lnTo>
                    <a:pt x="275844" y="0"/>
                  </a:lnTo>
                  <a:lnTo>
                    <a:pt x="275844" y="86870"/>
                  </a:lnTo>
                  <a:close/>
                </a:path>
                <a:path w="551814" h="684529">
                  <a:moveTo>
                    <a:pt x="275844" y="172213"/>
                  </a:moveTo>
                  <a:lnTo>
                    <a:pt x="368806" y="172213"/>
                  </a:lnTo>
                  <a:lnTo>
                    <a:pt x="368806" y="86870"/>
                  </a:lnTo>
                  <a:lnTo>
                    <a:pt x="275844" y="86870"/>
                  </a:lnTo>
                  <a:lnTo>
                    <a:pt x="275844" y="172213"/>
                  </a:lnTo>
                  <a:close/>
                </a:path>
                <a:path w="551814" h="684529">
                  <a:moveTo>
                    <a:pt x="275844" y="257556"/>
                  </a:moveTo>
                  <a:lnTo>
                    <a:pt x="368806" y="257556"/>
                  </a:lnTo>
                  <a:lnTo>
                    <a:pt x="368806" y="172213"/>
                  </a:lnTo>
                  <a:lnTo>
                    <a:pt x="275844" y="172213"/>
                  </a:lnTo>
                  <a:lnTo>
                    <a:pt x="275844" y="257556"/>
                  </a:lnTo>
                  <a:close/>
                </a:path>
                <a:path w="551814" h="684529">
                  <a:moveTo>
                    <a:pt x="275844" y="342899"/>
                  </a:moveTo>
                  <a:lnTo>
                    <a:pt x="368806" y="342899"/>
                  </a:lnTo>
                  <a:lnTo>
                    <a:pt x="368806" y="257556"/>
                  </a:lnTo>
                  <a:lnTo>
                    <a:pt x="275844" y="257556"/>
                  </a:lnTo>
                  <a:lnTo>
                    <a:pt x="275844" y="342899"/>
                  </a:lnTo>
                  <a:close/>
                </a:path>
                <a:path w="551814" h="684529">
                  <a:moveTo>
                    <a:pt x="275844" y="428241"/>
                  </a:moveTo>
                  <a:lnTo>
                    <a:pt x="368806" y="428241"/>
                  </a:lnTo>
                  <a:lnTo>
                    <a:pt x="368806" y="342898"/>
                  </a:lnTo>
                  <a:lnTo>
                    <a:pt x="275844" y="342898"/>
                  </a:lnTo>
                  <a:lnTo>
                    <a:pt x="275844" y="428241"/>
                  </a:lnTo>
                  <a:close/>
                </a:path>
                <a:path w="551814" h="684529">
                  <a:moveTo>
                    <a:pt x="275844" y="513590"/>
                  </a:moveTo>
                  <a:lnTo>
                    <a:pt x="368806" y="513590"/>
                  </a:lnTo>
                  <a:lnTo>
                    <a:pt x="368806" y="428242"/>
                  </a:lnTo>
                  <a:lnTo>
                    <a:pt x="275844" y="428242"/>
                  </a:lnTo>
                  <a:lnTo>
                    <a:pt x="275844" y="513590"/>
                  </a:lnTo>
                  <a:close/>
                </a:path>
                <a:path w="551814" h="684529">
                  <a:moveTo>
                    <a:pt x="275844" y="598933"/>
                  </a:moveTo>
                  <a:lnTo>
                    <a:pt x="368806" y="598933"/>
                  </a:lnTo>
                  <a:lnTo>
                    <a:pt x="368806" y="513590"/>
                  </a:lnTo>
                  <a:lnTo>
                    <a:pt x="275844" y="513590"/>
                  </a:lnTo>
                  <a:lnTo>
                    <a:pt x="275844" y="598933"/>
                  </a:lnTo>
                  <a:close/>
                </a:path>
                <a:path w="551814" h="684529">
                  <a:moveTo>
                    <a:pt x="275844" y="684276"/>
                  </a:moveTo>
                  <a:lnTo>
                    <a:pt x="368806" y="684276"/>
                  </a:lnTo>
                  <a:lnTo>
                    <a:pt x="368806" y="598933"/>
                  </a:lnTo>
                  <a:lnTo>
                    <a:pt x="275844" y="598933"/>
                  </a:lnTo>
                  <a:lnTo>
                    <a:pt x="275844" y="684276"/>
                  </a:lnTo>
                  <a:close/>
                </a:path>
                <a:path w="551814" h="684529">
                  <a:moveTo>
                    <a:pt x="368808" y="86870"/>
                  </a:moveTo>
                  <a:lnTo>
                    <a:pt x="460248" y="86870"/>
                  </a:lnTo>
                  <a:lnTo>
                    <a:pt x="460248" y="0"/>
                  </a:lnTo>
                  <a:lnTo>
                    <a:pt x="368808" y="0"/>
                  </a:lnTo>
                  <a:lnTo>
                    <a:pt x="368808" y="86870"/>
                  </a:lnTo>
                  <a:close/>
                </a:path>
                <a:path w="551814" h="684529">
                  <a:moveTo>
                    <a:pt x="368808" y="172213"/>
                  </a:moveTo>
                  <a:lnTo>
                    <a:pt x="460248" y="172213"/>
                  </a:lnTo>
                  <a:lnTo>
                    <a:pt x="460248" y="86870"/>
                  </a:lnTo>
                  <a:lnTo>
                    <a:pt x="368808" y="86870"/>
                  </a:lnTo>
                  <a:lnTo>
                    <a:pt x="368808" y="172213"/>
                  </a:lnTo>
                  <a:close/>
                </a:path>
                <a:path w="551814" h="684529">
                  <a:moveTo>
                    <a:pt x="368808" y="257556"/>
                  </a:moveTo>
                  <a:lnTo>
                    <a:pt x="460248" y="257556"/>
                  </a:lnTo>
                  <a:lnTo>
                    <a:pt x="460248" y="172213"/>
                  </a:lnTo>
                  <a:lnTo>
                    <a:pt x="368808" y="172213"/>
                  </a:lnTo>
                  <a:lnTo>
                    <a:pt x="368808" y="257556"/>
                  </a:lnTo>
                  <a:close/>
                </a:path>
                <a:path w="551814" h="684529">
                  <a:moveTo>
                    <a:pt x="368808" y="342899"/>
                  </a:moveTo>
                  <a:lnTo>
                    <a:pt x="460248" y="342899"/>
                  </a:lnTo>
                  <a:lnTo>
                    <a:pt x="460248" y="257556"/>
                  </a:lnTo>
                  <a:lnTo>
                    <a:pt x="368808" y="257556"/>
                  </a:lnTo>
                  <a:lnTo>
                    <a:pt x="368808" y="342899"/>
                  </a:lnTo>
                  <a:close/>
                </a:path>
                <a:path w="551814" h="684529">
                  <a:moveTo>
                    <a:pt x="368808" y="428241"/>
                  </a:moveTo>
                  <a:lnTo>
                    <a:pt x="460248" y="428241"/>
                  </a:lnTo>
                  <a:lnTo>
                    <a:pt x="460248" y="342898"/>
                  </a:lnTo>
                  <a:lnTo>
                    <a:pt x="368808" y="342898"/>
                  </a:lnTo>
                  <a:lnTo>
                    <a:pt x="368808" y="428241"/>
                  </a:lnTo>
                  <a:close/>
                </a:path>
                <a:path w="551814" h="684529">
                  <a:moveTo>
                    <a:pt x="368808" y="513590"/>
                  </a:moveTo>
                  <a:lnTo>
                    <a:pt x="460248" y="513590"/>
                  </a:lnTo>
                  <a:lnTo>
                    <a:pt x="460248" y="428242"/>
                  </a:lnTo>
                  <a:lnTo>
                    <a:pt x="368808" y="428242"/>
                  </a:lnTo>
                  <a:lnTo>
                    <a:pt x="368808" y="513590"/>
                  </a:lnTo>
                  <a:close/>
                </a:path>
                <a:path w="551814" h="684529">
                  <a:moveTo>
                    <a:pt x="368808" y="598933"/>
                  </a:moveTo>
                  <a:lnTo>
                    <a:pt x="460248" y="598933"/>
                  </a:lnTo>
                  <a:lnTo>
                    <a:pt x="460248" y="513590"/>
                  </a:lnTo>
                  <a:lnTo>
                    <a:pt x="368808" y="513590"/>
                  </a:lnTo>
                  <a:lnTo>
                    <a:pt x="368808" y="598933"/>
                  </a:lnTo>
                  <a:close/>
                </a:path>
                <a:path w="551814" h="684529">
                  <a:moveTo>
                    <a:pt x="368808" y="684276"/>
                  </a:moveTo>
                  <a:lnTo>
                    <a:pt x="460248" y="684276"/>
                  </a:lnTo>
                  <a:lnTo>
                    <a:pt x="460248" y="598933"/>
                  </a:lnTo>
                  <a:lnTo>
                    <a:pt x="368808" y="598933"/>
                  </a:lnTo>
                  <a:lnTo>
                    <a:pt x="368808" y="684276"/>
                  </a:lnTo>
                  <a:close/>
                </a:path>
                <a:path w="551814" h="684529">
                  <a:moveTo>
                    <a:pt x="460248" y="86870"/>
                  </a:moveTo>
                  <a:lnTo>
                    <a:pt x="551688" y="86870"/>
                  </a:lnTo>
                  <a:lnTo>
                    <a:pt x="551688" y="0"/>
                  </a:lnTo>
                  <a:lnTo>
                    <a:pt x="460248" y="0"/>
                  </a:lnTo>
                  <a:lnTo>
                    <a:pt x="460248" y="86870"/>
                  </a:lnTo>
                  <a:close/>
                </a:path>
                <a:path w="551814" h="684529">
                  <a:moveTo>
                    <a:pt x="460248" y="172213"/>
                  </a:moveTo>
                  <a:lnTo>
                    <a:pt x="551688" y="172213"/>
                  </a:lnTo>
                  <a:lnTo>
                    <a:pt x="551688" y="86870"/>
                  </a:lnTo>
                  <a:lnTo>
                    <a:pt x="460248" y="86870"/>
                  </a:lnTo>
                  <a:lnTo>
                    <a:pt x="460248" y="172213"/>
                  </a:lnTo>
                  <a:close/>
                </a:path>
                <a:path w="551814" h="684529">
                  <a:moveTo>
                    <a:pt x="460248" y="257556"/>
                  </a:moveTo>
                  <a:lnTo>
                    <a:pt x="551688" y="257556"/>
                  </a:lnTo>
                  <a:lnTo>
                    <a:pt x="551688" y="172213"/>
                  </a:lnTo>
                  <a:lnTo>
                    <a:pt x="460248" y="172213"/>
                  </a:lnTo>
                  <a:lnTo>
                    <a:pt x="460248" y="257556"/>
                  </a:lnTo>
                  <a:close/>
                </a:path>
                <a:path w="551814" h="684529">
                  <a:moveTo>
                    <a:pt x="460248" y="342899"/>
                  </a:moveTo>
                  <a:lnTo>
                    <a:pt x="551688" y="342899"/>
                  </a:lnTo>
                  <a:lnTo>
                    <a:pt x="551688" y="257556"/>
                  </a:lnTo>
                  <a:lnTo>
                    <a:pt x="460248" y="257556"/>
                  </a:lnTo>
                  <a:lnTo>
                    <a:pt x="460248" y="342899"/>
                  </a:lnTo>
                  <a:close/>
                </a:path>
                <a:path w="551814" h="684529">
                  <a:moveTo>
                    <a:pt x="460248" y="428241"/>
                  </a:moveTo>
                  <a:lnTo>
                    <a:pt x="551688" y="428241"/>
                  </a:lnTo>
                  <a:lnTo>
                    <a:pt x="551688" y="342898"/>
                  </a:lnTo>
                  <a:lnTo>
                    <a:pt x="460248" y="342898"/>
                  </a:lnTo>
                  <a:lnTo>
                    <a:pt x="460248" y="428241"/>
                  </a:lnTo>
                  <a:close/>
                </a:path>
                <a:path w="551814" h="684529">
                  <a:moveTo>
                    <a:pt x="460248" y="513590"/>
                  </a:moveTo>
                  <a:lnTo>
                    <a:pt x="551688" y="513590"/>
                  </a:lnTo>
                  <a:lnTo>
                    <a:pt x="551688" y="428242"/>
                  </a:lnTo>
                  <a:lnTo>
                    <a:pt x="460248" y="428242"/>
                  </a:lnTo>
                  <a:lnTo>
                    <a:pt x="460248" y="513590"/>
                  </a:lnTo>
                  <a:close/>
                </a:path>
                <a:path w="551814" h="684529">
                  <a:moveTo>
                    <a:pt x="460248" y="598933"/>
                  </a:moveTo>
                  <a:lnTo>
                    <a:pt x="551688" y="598933"/>
                  </a:lnTo>
                  <a:lnTo>
                    <a:pt x="551688" y="513590"/>
                  </a:lnTo>
                  <a:lnTo>
                    <a:pt x="460248" y="513590"/>
                  </a:lnTo>
                  <a:lnTo>
                    <a:pt x="460248" y="598933"/>
                  </a:lnTo>
                  <a:close/>
                </a:path>
                <a:path w="551814" h="684529">
                  <a:moveTo>
                    <a:pt x="460248" y="684276"/>
                  </a:moveTo>
                  <a:lnTo>
                    <a:pt x="551688" y="684276"/>
                  </a:lnTo>
                  <a:lnTo>
                    <a:pt x="551688" y="598933"/>
                  </a:lnTo>
                  <a:lnTo>
                    <a:pt x="460248" y="598933"/>
                  </a:lnTo>
                  <a:lnTo>
                    <a:pt x="460248" y="684276"/>
                  </a:lnTo>
                  <a:close/>
                </a:path>
              </a:pathLst>
            </a:custGeom>
            <a:ln w="12700">
              <a:solidFill>
                <a:srgbClr val="D1D1D1"/>
              </a:solidFill>
            </a:ln>
          </p:spPr>
          <p:txBody>
            <a:bodyPr wrap="square" lIns="0" tIns="0" rIns="0" bIns="0" rtlCol="0"/>
            <a:lstStyle/>
            <a:p>
              <a:endParaRPr sz="2000"/>
            </a:p>
          </p:txBody>
        </p:sp>
        <p:sp>
          <p:nvSpPr>
            <p:cNvPr id="78" name="object 74">
              <a:extLst>
                <a:ext uri="{FF2B5EF4-FFF2-40B4-BE49-F238E27FC236}">
                  <a16:creationId xmlns:a16="http://schemas.microsoft.com/office/drawing/2014/main" id="{8B20A101-D852-47FF-8AE4-666D8FFA04E4}"/>
                </a:ext>
              </a:extLst>
            </p:cNvPr>
            <p:cNvSpPr/>
            <p:nvPr/>
          </p:nvSpPr>
          <p:spPr>
            <a:xfrm>
              <a:off x="3169920" y="4939283"/>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675F00"/>
            </a:solidFill>
          </p:spPr>
          <p:txBody>
            <a:bodyPr wrap="square" lIns="0" tIns="0" rIns="0" bIns="0" rtlCol="0"/>
            <a:lstStyle/>
            <a:p>
              <a:endParaRPr sz="2000"/>
            </a:p>
          </p:txBody>
        </p:sp>
        <p:sp>
          <p:nvSpPr>
            <p:cNvPr id="79" name="object 75">
              <a:extLst>
                <a:ext uri="{FF2B5EF4-FFF2-40B4-BE49-F238E27FC236}">
                  <a16:creationId xmlns:a16="http://schemas.microsoft.com/office/drawing/2014/main" id="{97AE94CF-1EFB-4DA8-A113-46AAA6EA6719}"/>
                </a:ext>
              </a:extLst>
            </p:cNvPr>
            <p:cNvSpPr/>
            <p:nvPr/>
          </p:nvSpPr>
          <p:spPr>
            <a:xfrm>
              <a:off x="3169920" y="4939283"/>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80" name="object 76">
              <a:extLst>
                <a:ext uri="{FF2B5EF4-FFF2-40B4-BE49-F238E27FC236}">
                  <a16:creationId xmlns:a16="http://schemas.microsoft.com/office/drawing/2014/main" id="{3612523F-A27E-4F09-81FC-DA48D686EB08}"/>
                </a:ext>
              </a:extLst>
            </p:cNvPr>
            <p:cNvSpPr/>
            <p:nvPr/>
          </p:nvSpPr>
          <p:spPr>
            <a:xfrm>
              <a:off x="3169920" y="502615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1" name="object 77">
              <a:extLst>
                <a:ext uri="{FF2B5EF4-FFF2-40B4-BE49-F238E27FC236}">
                  <a16:creationId xmlns:a16="http://schemas.microsoft.com/office/drawing/2014/main" id="{42F6C8E7-5D38-4373-92EE-09E1B542FB07}"/>
                </a:ext>
              </a:extLst>
            </p:cNvPr>
            <p:cNvSpPr/>
            <p:nvPr/>
          </p:nvSpPr>
          <p:spPr>
            <a:xfrm>
              <a:off x="3169920" y="50261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 name="object 78">
              <a:extLst>
                <a:ext uri="{FF2B5EF4-FFF2-40B4-BE49-F238E27FC236}">
                  <a16:creationId xmlns:a16="http://schemas.microsoft.com/office/drawing/2014/main" id="{D3D2B735-3511-4E67-ABC7-9038FFA4A06F}"/>
                </a:ext>
              </a:extLst>
            </p:cNvPr>
            <p:cNvSpPr/>
            <p:nvPr/>
          </p:nvSpPr>
          <p:spPr>
            <a:xfrm>
              <a:off x="3169920" y="511149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3" name="object 79">
              <a:extLst>
                <a:ext uri="{FF2B5EF4-FFF2-40B4-BE49-F238E27FC236}">
                  <a16:creationId xmlns:a16="http://schemas.microsoft.com/office/drawing/2014/main" id="{0A17E332-DC9D-4ABE-A27E-0E3A1955CBE7}"/>
                </a:ext>
              </a:extLst>
            </p:cNvPr>
            <p:cNvSpPr/>
            <p:nvPr/>
          </p:nvSpPr>
          <p:spPr>
            <a:xfrm>
              <a:off x="3169920" y="511149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4" name="object 80">
              <a:extLst>
                <a:ext uri="{FF2B5EF4-FFF2-40B4-BE49-F238E27FC236}">
                  <a16:creationId xmlns:a16="http://schemas.microsoft.com/office/drawing/2014/main" id="{BBAF0BF6-C70F-437A-90ED-3F70584E26F2}"/>
                </a:ext>
              </a:extLst>
            </p:cNvPr>
            <p:cNvSpPr/>
            <p:nvPr/>
          </p:nvSpPr>
          <p:spPr>
            <a:xfrm>
              <a:off x="3169920" y="519683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5" name="object 81">
              <a:extLst>
                <a:ext uri="{FF2B5EF4-FFF2-40B4-BE49-F238E27FC236}">
                  <a16:creationId xmlns:a16="http://schemas.microsoft.com/office/drawing/2014/main" id="{6072FC51-3379-4C68-9B09-23AE9F3434AA}"/>
                </a:ext>
              </a:extLst>
            </p:cNvPr>
            <p:cNvSpPr/>
            <p:nvPr/>
          </p:nvSpPr>
          <p:spPr>
            <a:xfrm>
              <a:off x="3169920" y="519683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 name="object 82">
              <a:extLst>
                <a:ext uri="{FF2B5EF4-FFF2-40B4-BE49-F238E27FC236}">
                  <a16:creationId xmlns:a16="http://schemas.microsoft.com/office/drawing/2014/main" id="{5687B8CE-7326-4561-B9DD-667D4F948F89}"/>
                </a:ext>
              </a:extLst>
            </p:cNvPr>
            <p:cNvSpPr/>
            <p:nvPr/>
          </p:nvSpPr>
          <p:spPr>
            <a:xfrm>
              <a:off x="3169920" y="528218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7" name="object 83">
              <a:extLst>
                <a:ext uri="{FF2B5EF4-FFF2-40B4-BE49-F238E27FC236}">
                  <a16:creationId xmlns:a16="http://schemas.microsoft.com/office/drawing/2014/main" id="{02F893F1-014A-4A23-B83C-CE63248CB676}"/>
                </a:ext>
              </a:extLst>
            </p:cNvPr>
            <p:cNvSpPr/>
            <p:nvPr/>
          </p:nvSpPr>
          <p:spPr>
            <a:xfrm>
              <a:off x="3169920" y="528218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 name="object 84">
              <a:extLst>
                <a:ext uri="{FF2B5EF4-FFF2-40B4-BE49-F238E27FC236}">
                  <a16:creationId xmlns:a16="http://schemas.microsoft.com/office/drawing/2014/main" id="{272F7EAD-F906-4990-BC7A-EF170A6011D8}"/>
                </a:ext>
              </a:extLst>
            </p:cNvPr>
            <p:cNvSpPr/>
            <p:nvPr/>
          </p:nvSpPr>
          <p:spPr>
            <a:xfrm>
              <a:off x="3169920" y="536752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675F00"/>
            </a:solidFill>
          </p:spPr>
          <p:txBody>
            <a:bodyPr wrap="square" lIns="0" tIns="0" rIns="0" bIns="0" rtlCol="0"/>
            <a:lstStyle/>
            <a:p>
              <a:endParaRPr sz="2000"/>
            </a:p>
          </p:txBody>
        </p:sp>
        <p:sp>
          <p:nvSpPr>
            <p:cNvPr id="89" name="object 85">
              <a:extLst>
                <a:ext uri="{FF2B5EF4-FFF2-40B4-BE49-F238E27FC236}">
                  <a16:creationId xmlns:a16="http://schemas.microsoft.com/office/drawing/2014/main" id="{F7BB8F9E-6076-4EBC-87D0-0A34607B5ECF}"/>
                </a:ext>
              </a:extLst>
            </p:cNvPr>
            <p:cNvSpPr/>
            <p:nvPr/>
          </p:nvSpPr>
          <p:spPr>
            <a:xfrm>
              <a:off x="3169920" y="536752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0" name="object 86">
              <a:extLst>
                <a:ext uri="{FF2B5EF4-FFF2-40B4-BE49-F238E27FC236}">
                  <a16:creationId xmlns:a16="http://schemas.microsoft.com/office/drawing/2014/main" id="{BBD6FAD3-AD5D-46A2-8CBF-E6B9E75B24F2}"/>
                </a:ext>
              </a:extLst>
            </p:cNvPr>
            <p:cNvSpPr/>
            <p:nvPr/>
          </p:nvSpPr>
          <p:spPr>
            <a:xfrm>
              <a:off x="3169920" y="545287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91" name="object 87">
              <a:extLst>
                <a:ext uri="{FF2B5EF4-FFF2-40B4-BE49-F238E27FC236}">
                  <a16:creationId xmlns:a16="http://schemas.microsoft.com/office/drawing/2014/main" id="{F4CFCC9A-5FAB-4020-BAB7-BFFE7A6DECC0}"/>
                </a:ext>
              </a:extLst>
            </p:cNvPr>
            <p:cNvSpPr/>
            <p:nvPr/>
          </p:nvSpPr>
          <p:spPr>
            <a:xfrm>
              <a:off x="3169920" y="545287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 name="object 88">
              <a:extLst>
                <a:ext uri="{FF2B5EF4-FFF2-40B4-BE49-F238E27FC236}">
                  <a16:creationId xmlns:a16="http://schemas.microsoft.com/office/drawing/2014/main" id="{079F1CA9-FC2A-4B06-AA10-0DAD66B1550D}"/>
                </a:ext>
              </a:extLst>
            </p:cNvPr>
            <p:cNvSpPr/>
            <p:nvPr/>
          </p:nvSpPr>
          <p:spPr>
            <a:xfrm>
              <a:off x="3169920" y="553821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93" name="object 89">
              <a:extLst>
                <a:ext uri="{FF2B5EF4-FFF2-40B4-BE49-F238E27FC236}">
                  <a16:creationId xmlns:a16="http://schemas.microsoft.com/office/drawing/2014/main" id="{18DAEF41-26C7-4077-88AC-544CA842322B}"/>
                </a:ext>
              </a:extLst>
            </p:cNvPr>
            <p:cNvSpPr/>
            <p:nvPr/>
          </p:nvSpPr>
          <p:spPr>
            <a:xfrm>
              <a:off x="3169920" y="553821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 name="object 90">
              <a:extLst>
                <a:ext uri="{FF2B5EF4-FFF2-40B4-BE49-F238E27FC236}">
                  <a16:creationId xmlns:a16="http://schemas.microsoft.com/office/drawing/2014/main" id="{6D498C5B-9896-4BC5-B861-3D4D95A62523}"/>
                </a:ext>
              </a:extLst>
            </p:cNvPr>
            <p:cNvSpPr/>
            <p:nvPr/>
          </p:nvSpPr>
          <p:spPr>
            <a:xfrm>
              <a:off x="3262884" y="4939283"/>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675F00"/>
            </a:solidFill>
          </p:spPr>
          <p:txBody>
            <a:bodyPr wrap="square" lIns="0" tIns="0" rIns="0" bIns="0" rtlCol="0"/>
            <a:lstStyle/>
            <a:p>
              <a:endParaRPr sz="2000"/>
            </a:p>
          </p:txBody>
        </p:sp>
        <p:sp>
          <p:nvSpPr>
            <p:cNvPr id="95" name="object 91">
              <a:extLst>
                <a:ext uri="{FF2B5EF4-FFF2-40B4-BE49-F238E27FC236}">
                  <a16:creationId xmlns:a16="http://schemas.microsoft.com/office/drawing/2014/main" id="{1E0A3DAA-6126-4657-809C-28932B72F216}"/>
                </a:ext>
              </a:extLst>
            </p:cNvPr>
            <p:cNvSpPr/>
            <p:nvPr/>
          </p:nvSpPr>
          <p:spPr>
            <a:xfrm>
              <a:off x="3262884" y="4939283"/>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6" name="object 92">
              <a:extLst>
                <a:ext uri="{FF2B5EF4-FFF2-40B4-BE49-F238E27FC236}">
                  <a16:creationId xmlns:a16="http://schemas.microsoft.com/office/drawing/2014/main" id="{F2346AD0-23D6-4020-8478-98536AD88098}"/>
                </a:ext>
              </a:extLst>
            </p:cNvPr>
            <p:cNvSpPr/>
            <p:nvPr/>
          </p:nvSpPr>
          <p:spPr>
            <a:xfrm>
              <a:off x="3262884" y="502615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97" name="object 93">
              <a:extLst>
                <a:ext uri="{FF2B5EF4-FFF2-40B4-BE49-F238E27FC236}">
                  <a16:creationId xmlns:a16="http://schemas.microsoft.com/office/drawing/2014/main" id="{0ADE3153-1B9A-49EF-8CC5-73B291099F17}"/>
                </a:ext>
              </a:extLst>
            </p:cNvPr>
            <p:cNvSpPr/>
            <p:nvPr/>
          </p:nvSpPr>
          <p:spPr>
            <a:xfrm>
              <a:off x="3262884" y="502615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 name="object 94">
              <a:extLst>
                <a:ext uri="{FF2B5EF4-FFF2-40B4-BE49-F238E27FC236}">
                  <a16:creationId xmlns:a16="http://schemas.microsoft.com/office/drawing/2014/main" id="{5AE72EAE-9B75-46A3-B43C-0FBF9E1F4540}"/>
                </a:ext>
              </a:extLst>
            </p:cNvPr>
            <p:cNvSpPr/>
            <p:nvPr/>
          </p:nvSpPr>
          <p:spPr>
            <a:xfrm>
              <a:off x="3262884" y="51114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99" name="object 95">
              <a:extLst>
                <a:ext uri="{FF2B5EF4-FFF2-40B4-BE49-F238E27FC236}">
                  <a16:creationId xmlns:a16="http://schemas.microsoft.com/office/drawing/2014/main" id="{D0C3A609-B7D3-40E6-A593-1B9F41A71623}"/>
                </a:ext>
              </a:extLst>
            </p:cNvPr>
            <p:cNvSpPr/>
            <p:nvPr/>
          </p:nvSpPr>
          <p:spPr>
            <a:xfrm>
              <a:off x="3262884" y="51114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 name="object 96">
              <a:extLst>
                <a:ext uri="{FF2B5EF4-FFF2-40B4-BE49-F238E27FC236}">
                  <a16:creationId xmlns:a16="http://schemas.microsoft.com/office/drawing/2014/main" id="{B6AD6C0F-BA82-42EC-AD87-FCB14B8E6201}"/>
                </a:ext>
              </a:extLst>
            </p:cNvPr>
            <p:cNvSpPr/>
            <p:nvPr/>
          </p:nvSpPr>
          <p:spPr>
            <a:xfrm>
              <a:off x="3262884" y="519683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1" name="object 97">
              <a:extLst>
                <a:ext uri="{FF2B5EF4-FFF2-40B4-BE49-F238E27FC236}">
                  <a16:creationId xmlns:a16="http://schemas.microsoft.com/office/drawing/2014/main" id="{50664249-C2C8-418A-B07C-28C537E3809B}"/>
                </a:ext>
              </a:extLst>
            </p:cNvPr>
            <p:cNvSpPr/>
            <p:nvPr/>
          </p:nvSpPr>
          <p:spPr>
            <a:xfrm>
              <a:off x="3262884" y="51968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 name="object 98">
              <a:extLst>
                <a:ext uri="{FF2B5EF4-FFF2-40B4-BE49-F238E27FC236}">
                  <a16:creationId xmlns:a16="http://schemas.microsoft.com/office/drawing/2014/main" id="{BED0F5A8-5AEA-4A5C-A0E7-1CEB771677B6}"/>
                </a:ext>
              </a:extLst>
            </p:cNvPr>
            <p:cNvSpPr/>
            <p:nvPr/>
          </p:nvSpPr>
          <p:spPr>
            <a:xfrm>
              <a:off x="3262884" y="528218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3" name="object 99">
              <a:extLst>
                <a:ext uri="{FF2B5EF4-FFF2-40B4-BE49-F238E27FC236}">
                  <a16:creationId xmlns:a16="http://schemas.microsoft.com/office/drawing/2014/main" id="{C871626B-F4E8-4CDC-8A01-0EC856DACE1B}"/>
                </a:ext>
              </a:extLst>
            </p:cNvPr>
            <p:cNvSpPr/>
            <p:nvPr/>
          </p:nvSpPr>
          <p:spPr>
            <a:xfrm>
              <a:off x="3262884" y="52821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4" name="object 100">
              <a:extLst>
                <a:ext uri="{FF2B5EF4-FFF2-40B4-BE49-F238E27FC236}">
                  <a16:creationId xmlns:a16="http://schemas.microsoft.com/office/drawing/2014/main" id="{4EC2C4A2-D940-499C-9887-5218DB73F49F}"/>
                </a:ext>
              </a:extLst>
            </p:cNvPr>
            <p:cNvSpPr/>
            <p:nvPr/>
          </p:nvSpPr>
          <p:spPr>
            <a:xfrm>
              <a:off x="3262884" y="536752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675F00"/>
            </a:solidFill>
          </p:spPr>
          <p:txBody>
            <a:bodyPr wrap="square" lIns="0" tIns="0" rIns="0" bIns="0" rtlCol="0"/>
            <a:lstStyle/>
            <a:p>
              <a:endParaRPr sz="2000"/>
            </a:p>
          </p:txBody>
        </p:sp>
        <p:sp>
          <p:nvSpPr>
            <p:cNvPr id="105" name="object 101">
              <a:extLst>
                <a:ext uri="{FF2B5EF4-FFF2-40B4-BE49-F238E27FC236}">
                  <a16:creationId xmlns:a16="http://schemas.microsoft.com/office/drawing/2014/main" id="{DDCCB4E6-9438-47FF-897C-EF62C418C63A}"/>
                </a:ext>
              </a:extLst>
            </p:cNvPr>
            <p:cNvSpPr/>
            <p:nvPr/>
          </p:nvSpPr>
          <p:spPr>
            <a:xfrm>
              <a:off x="3262884" y="536752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6" name="object 102">
              <a:extLst>
                <a:ext uri="{FF2B5EF4-FFF2-40B4-BE49-F238E27FC236}">
                  <a16:creationId xmlns:a16="http://schemas.microsoft.com/office/drawing/2014/main" id="{FA62D397-18BA-4A76-9A64-6FF25F871086}"/>
                </a:ext>
              </a:extLst>
            </p:cNvPr>
            <p:cNvSpPr/>
            <p:nvPr/>
          </p:nvSpPr>
          <p:spPr>
            <a:xfrm>
              <a:off x="3262884" y="545287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7" name="object 103">
              <a:extLst>
                <a:ext uri="{FF2B5EF4-FFF2-40B4-BE49-F238E27FC236}">
                  <a16:creationId xmlns:a16="http://schemas.microsoft.com/office/drawing/2014/main" id="{DCD4391D-187C-40F3-9E3B-2DA304691649}"/>
                </a:ext>
              </a:extLst>
            </p:cNvPr>
            <p:cNvSpPr/>
            <p:nvPr/>
          </p:nvSpPr>
          <p:spPr>
            <a:xfrm>
              <a:off x="3262884" y="545287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8" name="object 104">
              <a:extLst>
                <a:ext uri="{FF2B5EF4-FFF2-40B4-BE49-F238E27FC236}">
                  <a16:creationId xmlns:a16="http://schemas.microsoft.com/office/drawing/2014/main" id="{11222525-611A-42B8-9FF3-8A334FEA9F17}"/>
                </a:ext>
              </a:extLst>
            </p:cNvPr>
            <p:cNvSpPr/>
            <p:nvPr/>
          </p:nvSpPr>
          <p:spPr>
            <a:xfrm>
              <a:off x="3262884" y="553821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9" name="object 105">
              <a:extLst>
                <a:ext uri="{FF2B5EF4-FFF2-40B4-BE49-F238E27FC236}">
                  <a16:creationId xmlns:a16="http://schemas.microsoft.com/office/drawing/2014/main" id="{67418C87-9493-49D5-9DDB-02F8774EDAC9}"/>
                </a:ext>
              </a:extLst>
            </p:cNvPr>
            <p:cNvSpPr/>
            <p:nvPr/>
          </p:nvSpPr>
          <p:spPr>
            <a:xfrm>
              <a:off x="3262884" y="553821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10" name="object 106">
            <a:extLst>
              <a:ext uri="{FF2B5EF4-FFF2-40B4-BE49-F238E27FC236}">
                <a16:creationId xmlns:a16="http://schemas.microsoft.com/office/drawing/2014/main" id="{A540D6B8-C661-407A-B82D-0C697F7F469D}"/>
              </a:ext>
            </a:extLst>
          </p:cNvPr>
          <p:cNvSpPr txBox="1"/>
          <p:nvPr/>
        </p:nvSpPr>
        <p:spPr>
          <a:xfrm>
            <a:off x="2617328" y="548516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111" name="object 107">
            <a:extLst>
              <a:ext uri="{FF2B5EF4-FFF2-40B4-BE49-F238E27FC236}">
                <a16:creationId xmlns:a16="http://schemas.microsoft.com/office/drawing/2014/main" id="{DA46134A-CB93-43B2-ADF3-1CCA0507EB31}"/>
              </a:ext>
            </a:extLst>
          </p:cNvPr>
          <p:cNvSpPr txBox="1"/>
          <p:nvPr/>
        </p:nvSpPr>
        <p:spPr>
          <a:xfrm>
            <a:off x="3948995" y="548516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112" name="object 108">
            <a:extLst>
              <a:ext uri="{FF2B5EF4-FFF2-40B4-BE49-F238E27FC236}">
                <a16:creationId xmlns:a16="http://schemas.microsoft.com/office/drawing/2014/main" id="{63051E1B-0BAD-418E-9068-3F01D8405CBA}"/>
              </a:ext>
            </a:extLst>
          </p:cNvPr>
          <p:cNvGrpSpPr/>
          <p:nvPr/>
        </p:nvGrpSpPr>
        <p:grpSpPr>
          <a:xfrm>
            <a:off x="4266918" y="5475960"/>
            <a:ext cx="825500" cy="393700"/>
            <a:chOff x="3840226" y="4928364"/>
            <a:chExt cx="742950" cy="354330"/>
          </a:xfrm>
        </p:grpSpPr>
        <p:sp>
          <p:nvSpPr>
            <p:cNvPr id="113" name="object 109">
              <a:extLst>
                <a:ext uri="{FF2B5EF4-FFF2-40B4-BE49-F238E27FC236}">
                  <a16:creationId xmlns:a16="http://schemas.microsoft.com/office/drawing/2014/main" id="{F9600B49-63E4-463A-A962-1EBEDDC797E9}"/>
                </a:ext>
              </a:extLst>
            </p:cNvPr>
            <p:cNvSpPr/>
            <p:nvPr/>
          </p:nvSpPr>
          <p:spPr>
            <a:xfrm>
              <a:off x="3846576" y="4934714"/>
              <a:ext cx="547370" cy="341630"/>
            </a:xfrm>
            <a:custGeom>
              <a:avLst/>
              <a:gdLst/>
              <a:ahLst/>
              <a:cxnLst/>
              <a:rect l="l" t="t" r="r" b="b"/>
              <a:pathLst>
                <a:path w="547370" h="341629">
                  <a:moveTo>
                    <a:pt x="0" y="85342"/>
                  </a:moveTo>
                  <a:lnTo>
                    <a:pt x="91440" y="85342"/>
                  </a:lnTo>
                  <a:lnTo>
                    <a:pt x="91440" y="0"/>
                  </a:lnTo>
                  <a:lnTo>
                    <a:pt x="0" y="0"/>
                  </a:lnTo>
                  <a:lnTo>
                    <a:pt x="0" y="85342"/>
                  </a:lnTo>
                  <a:close/>
                </a:path>
                <a:path w="547370" h="341629">
                  <a:moveTo>
                    <a:pt x="0" y="170685"/>
                  </a:moveTo>
                  <a:lnTo>
                    <a:pt x="91440" y="170685"/>
                  </a:lnTo>
                  <a:lnTo>
                    <a:pt x="91440" y="85342"/>
                  </a:lnTo>
                  <a:lnTo>
                    <a:pt x="0" y="85342"/>
                  </a:lnTo>
                  <a:lnTo>
                    <a:pt x="0" y="170685"/>
                  </a:lnTo>
                  <a:close/>
                </a:path>
                <a:path w="547370" h="341629">
                  <a:moveTo>
                    <a:pt x="0" y="256028"/>
                  </a:moveTo>
                  <a:lnTo>
                    <a:pt x="91440" y="256028"/>
                  </a:lnTo>
                  <a:lnTo>
                    <a:pt x="91440" y="170685"/>
                  </a:lnTo>
                  <a:lnTo>
                    <a:pt x="0" y="170685"/>
                  </a:lnTo>
                  <a:lnTo>
                    <a:pt x="0" y="256028"/>
                  </a:lnTo>
                  <a:close/>
                </a:path>
                <a:path w="547370" h="341629">
                  <a:moveTo>
                    <a:pt x="0" y="341371"/>
                  </a:moveTo>
                  <a:lnTo>
                    <a:pt x="91440" y="341371"/>
                  </a:lnTo>
                  <a:lnTo>
                    <a:pt x="91440" y="256028"/>
                  </a:lnTo>
                  <a:lnTo>
                    <a:pt x="0" y="256028"/>
                  </a:lnTo>
                  <a:lnTo>
                    <a:pt x="0" y="341371"/>
                  </a:lnTo>
                  <a:close/>
                </a:path>
                <a:path w="547370" h="341629">
                  <a:moveTo>
                    <a:pt x="91440" y="85342"/>
                  </a:moveTo>
                  <a:lnTo>
                    <a:pt x="184402" y="85342"/>
                  </a:lnTo>
                  <a:lnTo>
                    <a:pt x="184402" y="0"/>
                  </a:lnTo>
                  <a:lnTo>
                    <a:pt x="91440" y="0"/>
                  </a:lnTo>
                  <a:lnTo>
                    <a:pt x="91440" y="85342"/>
                  </a:lnTo>
                  <a:close/>
                </a:path>
                <a:path w="547370" h="341629">
                  <a:moveTo>
                    <a:pt x="91440" y="170685"/>
                  </a:moveTo>
                  <a:lnTo>
                    <a:pt x="184402" y="170685"/>
                  </a:lnTo>
                  <a:lnTo>
                    <a:pt x="184402" y="85342"/>
                  </a:lnTo>
                  <a:lnTo>
                    <a:pt x="91440" y="85342"/>
                  </a:lnTo>
                  <a:lnTo>
                    <a:pt x="91440" y="170685"/>
                  </a:lnTo>
                  <a:close/>
                </a:path>
                <a:path w="547370" h="341629">
                  <a:moveTo>
                    <a:pt x="91440" y="256028"/>
                  </a:moveTo>
                  <a:lnTo>
                    <a:pt x="184402" y="256028"/>
                  </a:lnTo>
                  <a:lnTo>
                    <a:pt x="184402" y="170685"/>
                  </a:lnTo>
                  <a:lnTo>
                    <a:pt x="91440" y="170685"/>
                  </a:lnTo>
                  <a:lnTo>
                    <a:pt x="91440" y="256028"/>
                  </a:lnTo>
                  <a:close/>
                </a:path>
                <a:path w="547370" h="341629">
                  <a:moveTo>
                    <a:pt x="91440" y="341371"/>
                  </a:moveTo>
                  <a:lnTo>
                    <a:pt x="184402" y="341371"/>
                  </a:lnTo>
                  <a:lnTo>
                    <a:pt x="184402" y="256028"/>
                  </a:lnTo>
                  <a:lnTo>
                    <a:pt x="91440" y="256028"/>
                  </a:lnTo>
                  <a:lnTo>
                    <a:pt x="91440" y="341371"/>
                  </a:lnTo>
                  <a:close/>
                </a:path>
                <a:path w="547370" h="341629">
                  <a:moveTo>
                    <a:pt x="182880" y="85342"/>
                  </a:moveTo>
                  <a:lnTo>
                    <a:pt x="274320" y="85342"/>
                  </a:lnTo>
                  <a:lnTo>
                    <a:pt x="274320" y="0"/>
                  </a:lnTo>
                  <a:lnTo>
                    <a:pt x="182880" y="0"/>
                  </a:lnTo>
                  <a:lnTo>
                    <a:pt x="182880" y="85342"/>
                  </a:lnTo>
                  <a:close/>
                </a:path>
                <a:path w="547370" h="341629">
                  <a:moveTo>
                    <a:pt x="182880" y="170685"/>
                  </a:moveTo>
                  <a:lnTo>
                    <a:pt x="274320" y="170685"/>
                  </a:lnTo>
                  <a:lnTo>
                    <a:pt x="274320" y="85342"/>
                  </a:lnTo>
                  <a:lnTo>
                    <a:pt x="182880" y="85342"/>
                  </a:lnTo>
                  <a:lnTo>
                    <a:pt x="182880" y="170685"/>
                  </a:lnTo>
                  <a:close/>
                </a:path>
                <a:path w="547370" h="341629">
                  <a:moveTo>
                    <a:pt x="182880" y="256028"/>
                  </a:moveTo>
                  <a:lnTo>
                    <a:pt x="274320" y="256028"/>
                  </a:lnTo>
                  <a:lnTo>
                    <a:pt x="274320" y="170685"/>
                  </a:lnTo>
                  <a:lnTo>
                    <a:pt x="182880" y="170685"/>
                  </a:lnTo>
                  <a:lnTo>
                    <a:pt x="182880" y="256028"/>
                  </a:lnTo>
                  <a:close/>
                </a:path>
                <a:path w="547370" h="341629">
                  <a:moveTo>
                    <a:pt x="182880" y="341371"/>
                  </a:moveTo>
                  <a:lnTo>
                    <a:pt x="274320" y="341371"/>
                  </a:lnTo>
                  <a:lnTo>
                    <a:pt x="274320" y="256028"/>
                  </a:lnTo>
                  <a:lnTo>
                    <a:pt x="182880" y="256028"/>
                  </a:lnTo>
                  <a:lnTo>
                    <a:pt x="182880" y="341371"/>
                  </a:lnTo>
                  <a:close/>
                </a:path>
                <a:path w="547370" h="341629">
                  <a:moveTo>
                    <a:pt x="274320" y="85342"/>
                  </a:moveTo>
                  <a:lnTo>
                    <a:pt x="367282" y="85342"/>
                  </a:lnTo>
                  <a:lnTo>
                    <a:pt x="367282" y="0"/>
                  </a:lnTo>
                  <a:lnTo>
                    <a:pt x="274320" y="0"/>
                  </a:lnTo>
                  <a:lnTo>
                    <a:pt x="274320" y="85342"/>
                  </a:lnTo>
                  <a:close/>
                </a:path>
                <a:path w="547370" h="341629">
                  <a:moveTo>
                    <a:pt x="274320" y="170685"/>
                  </a:moveTo>
                  <a:lnTo>
                    <a:pt x="367282" y="170685"/>
                  </a:lnTo>
                  <a:lnTo>
                    <a:pt x="367282" y="85342"/>
                  </a:lnTo>
                  <a:lnTo>
                    <a:pt x="274320" y="85342"/>
                  </a:lnTo>
                  <a:lnTo>
                    <a:pt x="274320" y="170685"/>
                  </a:lnTo>
                  <a:close/>
                </a:path>
                <a:path w="547370" h="341629">
                  <a:moveTo>
                    <a:pt x="274320" y="256028"/>
                  </a:moveTo>
                  <a:lnTo>
                    <a:pt x="367282" y="256028"/>
                  </a:lnTo>
                  <a:lnTo>
                    <a:pt x="367282" y="170685"/>
                  </a:lnTo>
                  <a:lnTo>
                    <a:pt x="274320" y="170685"/>
                  </a:lnTo>
                  <a:lnTo>
                    <a:pt x="274320" y="256028"/>
                  </a:lnTo>
                  <a:close/>
                </a:path>
                <a:path w="547370" h="341629">
                  <a:moveTo>
                    <a:pt x="274320" y="341371"/>
                  </a:moveTo>
                  <a:lnTo>
                    <a:pt x="367282" y="341371"/>
                  </a:lnTo>
                  <a:lnTo>
                    <a:pt x="367282" y="256028"/>
                  </a:lnTo>
                  <a:lnTo>
                    <a:pt x="274320" y="256028"/>
                  </a:lnTo>
                  <a:lnTo>
                    <a:pt x="274320" y="341371"/>
                  </a:lnTo>
                  <a:close/>
                </a:path>
                <a:path w="547370" h="341629">
                  <a:moveTo>
                    <a:pt x="362712" y="85342"/>
                  </a:moveTo>
                  <a:lnTo>
                    <a:pt x="455679" y="85342"/>
                  </a:lnTo>
                  <a:lnTo>
                    <a:pt x="455679" y="0"/>
                  </a:lnTo>
                  <a:lnTo>
                    <a:pt x="362712" y="0"/>
                  </a:lnTo>
                  <a:lnTo>
                    <a:pt x="362712" y="85342"/>
                  </a:lnTo>
                  <a:close/>
                </a:path>
                <a:path w="547370" h="341629">
                  <a:moveTo>
                    <a:pt x="362712" y="170685"/>
                  </a:moveTo>
                  <a:lnTo>
                    <a:pt x="455679" y="170685"/>
                  </a:lnTo>
                  <a:lnTo>
                    <a:pt x="455679" y="85342"/>
                  </a:lnTo>
                  <a:lnTo>
                    <a:pt x="362712" y="85342"/>
                  </a:lnTo>
                  <a:lnTo>
                    <a:pt x="362712" y="170685"/>
                  </a:lnTo>
                  <a:close/>
                </a:path>
                <a:path w="547370" h="341629">
                  <a:moveTo>
                    <a:pt x="362712" y="256028"/>
                  </a:moveTo>
                  <a:lnTo>
                    <a:pt x="455679" y="256028"/>
                  </a:lnTo>
                  <a:lnTo>
                    <a:pt x="455679" y="170685"/>
                  </a:lnTo>
                  <a:lnTo>
                    <a:pt x="362712" y="170685"/>
                  </a:lnTo>
                  <a:lnTo>
                    <a:pt x="362712" y="256028"/>
                  </a:lnTo>
                  <a:close/>
                </a:path>
                <a:path w="547370" h="341629">
                  <a:moveTo>
                    <a:pt x="362712" y="341371"/>
                  </a:moveTo>
                  <a:lnTo>
                    <a:pt x="455679" y="341371"/>
                  </a:lnTo>
                  <a:lnTo>
                    <a:pt x="455679" y="256028"/>
                  </a:lnTo>
                  <a:lnTo>
                    <a:pt x="362712" y="256028"/>
                  </a:lnTo>
                  <a:lnTo>
                    <a:pt x="362712" y="341371"/>
                  </a:lnTo>
                  <a:close/>
                </a:path>
                <a:path w="547370" h="341629">
                  <a:moveTo>
                    <a:pt x="455676" y="85342"/>
                  </a:moveTo>
                  <a:lnTo>
                    <a:pt x="547116" y="85342"/>
                  </a:lnTo>
                  <a:lnTo>
                    <a:pt x="547116" y="0"/>
                  </a:lnTo>
                  <a:lnTo>
                    <a:pt x="455676" y="0"/>
                  </a:lnTo>
                  <a:lnTo>
                    <a:pt x="455676" y="85342"/>
                  </a:lnTo>
                  <a:close/>
                </a:path>
                <a:path w="547370" h="341629">
                  <a:moveTo>
                    <a:pt x="455676" y="170685"/>
                  </a:moveTo>
                  <a:lnTo>
                    <a:pt x="547116" y="170685"/>
                  </a:lnTo>
                  <a:lnTo>
                    <a:pt x="547116" y="85342"/>
                  </a:lnTo>
                  <a:lnTo>
                    <a:pt x="455676" y="85342"/>
                  </a:lnTo>
                  <a:lnTo>
                    <a:pt x="455676" y="170685"/>
                  </a:lnTo>
                  <a:close/>
                </a:path>
                <a:path w="547370" h="341629">
                  <a:moveTo>
                    <a:pt x="455676" y="256028"/>
                  </a:moveTo>
                  <a:lnTo>
                    <a:pt x="547116" y="256028"/>
                  </a:lnTo>
                  <a:lnTo>
                    <a:pt x="547116" y="170685"/>
                  </a:lnTo>
                  <a:lnTo>
                    <a:pt x="455676" y="170685"/>
                  </a:lnTo>
                  <a:lnTo>
                    <a:pt x="455676" y="256028"/>
                  </a:lnTo>
                  <a:close/>
                </a:path>
                <a:path w="547370" h="341629">
                  <a:moveTo>
                    <a:pt x="455676" y="341371"/>
                  </a:moveTo>
                  <a:lnTo>
                    <a:pt x="547116" y="341371"/>
                  </a:lnTo>
                  <a:lnTo>
                    <a:pt x="547116" y="256028"/>
                  </a:lnTo>
                  <a:lnTo>
                    <a:pt x="455676" y="256028"/>
                  </a:lnTo>
                  <a:lnTo>
                    <a:pt x="455676" y="341371"/>
                  </a:lnTo>
                  <a:close/>
                </a:path>
              </a:pathLst>
            </a:custGeom>
            <a:ln w="12700">
              <a:solidFill>
                <a:srgbClr val="D1D1D1"/>
              </a:solidFill>
            </a:ln>
          </p:spPr>
          <p:txBody>
            <a:bodyPr wrap="square" lIns="0" tIns="0" rIns="0" bIns="0" rtlCol="0"/>
            <a:lstStyle/>
            <a:p>
              <a:endParaRPr sz="2000"/>
            </a:p>
          </p:txBody>
        </p:sp>
        <p:sp>
          <p:nvSpPr>
            <p:cNvPr id="114" name="object 110">
              <a:extLst>
                <a:ext uri="{FF2B5EF4-FFF2-40B4-BE49-F238E27FC236}">
                  <a16:creationId xmlns:a16="http://schemas.microsoft.com/office/drawing/2014/main" id="{ED648F7D-2133-4A7C-B10E-085CD087B02B}"/>
                </a:ext>
              </a:extLst>
            </p:cNvPr>
            <p:cNvSpPr/>
            <p:nvPr/>
          </p:nvSpPr>
          <p:spPr>
            <a:xfrm>
              <a:off x="4392168" y="4934714"/>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15" name="object 111">
              <a:extLst>
                <a:ext uri="{FF2B5EF4-FFF2-40B4-BE49-F238E27FC236}">
                  <a16:creationId xmlns:a16="http://schemas.microsoft.com/office/drawing/2014/main" id="{88459D8D-6C98-43D9-9CFB-08CB08F6F7A7}"/>
                </a:ext>
              </a:extLst>
            </p:cNvPr>
            <p:cNvSpPr/>
            <p:nvPr/>
          </p:nvSpPr>
          <p:spPr>
            <a:xfrm>
              <a:off x="4392168" y="493471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6" name="object 112">
              <a:extLst>
                <a:ext uri="{FF2B5EF4-FFF2-40B4-BE49-F238E27FC236}">
                  <a16:creationId xmlns:a16="http://schemas.microsoft.com/office/drawing/2014/main" id="{7E93982C-1878-43D2-B06D-21015D7FD6A6}"/>
                </a:ext>
              </a:extLst>
            </p:cNvPr>
            <p:cNvSpPr/>
            <p:nvPr/>
          </p:nvSpPr>
          <p:spPr>
            <a:xfrm>
              <a:off x="4392168" y="5020057"/>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17" name="object 113">
              <a:extLst>
                <a:ext uri="{FF2B5EF4-FFF2-40B4-BE49-F238E27FC236}">
                  <a16:creationId xmlns:a16="http://schemas.microsoft.com/office/drawing/2014/main" id="{4D1E5366-8F85-4081-9C43-B68A152349EB}"/>
                </a:ext>
              </a:extLst>
            </p:cNvPr>
            <p:cNvSpPr/>
            <p:nvPr/>
          </p:nvSpPr>
          <p:spPr>
            <a:xfrm>
              <a:off x="4392168" y="5020057"/>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8" name="object 114">
              <a:extLst>
                <a:ext uri="{FF2B5EF4-FFF2-40B4-BE49-F238E27FC236}">
                  <a16:creationId xmlns:a16="http://schemas.microsoft.com/office/drawing/2014/main" id="{DDA2C5F0-00F7-4390-9449-E4CCB2EEA0B9}"/>
                </a:ext>
              </a:extLst>
            </p:cNvPr>
            <p:cNvSpPr/>
            <p:nvPr/>
          </p:nvSpPr>
          <p:spPr>
            <a:xfrm>
              <a:off x="4392168" y="5105399"/>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19" name="object 115">
              <a:extLst>
                <a:ext uri="{FF2B5EF4-FFF2-40B4-BE49-F238E27FC236}">
                  <a16:creationId xmlns:a16="http://schemas.microsoft.com/office/drawing/2014/main" id="{42F80942-09B0-425A-9DA2-693A2FFD7927}"/>
                </a:ext>
              </a:extLst>
            </p:cNvPr>
            <p:cNvSpPr/>
            <p:nvPr/>
          </p:nvSpPr>
          <p:spPr>
            <a:xfrm>
              <a:off x="4392168" y="5105399"/>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0" name="object 116">
              <a:extLst>
                <a:ext uri="{FF2B5EF4-FFF2-40B4-BE49-F238E27FC236}">
                  <a16:creationId xmlns:a16="http://schemas.microsoft.com/office/drawing/2014/main" id="{A2816A34-A4A5-490C-94D3-C25468823DA3}"/>
                </a:ext>
              </a:extLst>
            </p:cNvPr>
            <p:cNvSpPr/>
            <p:nvPr/>
          </p:nvSpPr>
          <p:spPr>
            <a:xfrm>
              <a:off x="4392168" y="5190742"/>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21" name="object 117">
              <a:extLst>
                <a:ext uri="{FF2B5EF4-FFF2-40B4-BE49-F238E27FC236}">
                  <a16:creationId xmlns:a16="http://schemas.microsoft.com/office/drawing/2014/main" id="{9E720537-7C5E-4324-AA90-A8DE08D92FCE}"/>
                </a:ext>
              </a:extLst>
            </p:cNvPr>
            <p:cNvSpPr/>
            <p:nvPr/>
          </p:nvSpPr>
          <p:spPr>
            <a:xfrm>
              <a:off x="4392168" y="519074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2" name="object 118">
              <a:extLst>
                <a:ext uri="{FF2B5EF4-FFF2-40B4-BE49-F238E27FC236}">
                  <a16:creationId xmlns:a16="http://schemas.microsoft.com/office/drawing/2014/main" id="{5F6695F7-9FEC-484D-9D52-59D8DC42990A}"/>
                </a:ext>
              </a:extLst>
            </p:cNvPr>
            <p:cNvSpPr/>
            <p:nvPr/>
          </p:nvSpPr>
          <p:spPr>
            <a:xfrm>
              <a:off x="4485132"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3" name="object 119">
              <a:extLst>
                <a:ext uri="{FF2B5EF4-FFF2-40B4-BE49-F238E27FC236}">
                  <a16:creationId xmlns:a16="http://schemas.microsoft.com/office/drawing/2014/main" id="{A0F5FA5B-8AD8-417C-A150-4CCDEDE1C589}"/>
                </a:ext>
              </a:extLst>
            </p:cNvPr>
            <p:cNvSpPr/>
            <p:nvPr/>
          </p:nvSpPr>
          <p:spPr>
            <a:xfrm>
              <a:off x="4485132"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4" name="object 120">
              <a:extLst>
                <a:ext uri="{FF2B5EF4-FFF2-40B4-BE49-F238E27FC236}">
                  <a16:creationId xmlns:a16="http://schemas.microsoft.com/office/drawing/2014/main" id="{63026DED-83DF-47A7-9D5F-F8C3C152F0B7}"/>
                </a:ext>
              </a:extLst>
            </p:cNvPr>
            <p:cNvSpPr/>
            <p:nvPr/>
          </p:nvSpPr>
          <p:spPr>
            <a:xfrm>
              <a:off x="4485132"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5" name="object 121">
              <a:extLst>
                <a:ext uri="{FF2B5EF4-FFF2-40B4-BE49-F238E27FC236}">
                  <a16:creationId xmlns:a16="http://schemas.microsoft.com/office/drawing/2014/main" id="{C8A754E1-E9A8-43EA-AA1E-7430BA23DCDC}"/>
                </a:ext>
              </a:extLst>
            </p:cNvPr>
            <p:cNvSpPr/>
            <p:nvPr/>
          </p:nvSpPr>
          <p:spPr>
            <a:xfrm>
              <a:off x="4485132"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6" name="object 122">
              <a:extLst>
                <a:ext uri="{FF2B5EF4-FFF2-40B4-BE49-F238E27FC236}">
                  <a16:creationId xmlns:a16="http://schemas.microsoft.com/office/drawing/2014/main" id="{97EA45FA-5691-45B8-9BC3-E95B6B012FB7}"/>
                </a:ext>
              </a:extLst>
            </p:cNvPr>
            <p:cNvSpPr/>
            <p:nvPr/>
          </p:nvSpPr>
          <p:spPr>
            <a:xfrm>
              <a:off x="4485132"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7" name="object 123">
              <a:extLst>
                <a:ext uri="{FF2B5EF4-FFF2-40B4-BE49-F238E27FC236}">
                  <a16:creationId xmlns:a16="http://schemas.microsoft.com/office/drawing/2014/main" id="{A5405F38-17F8-4DB0-B38B-1B57CC280BF7}"/>
                </a:ext>
              </a:extLst>
            </p:cNvPr>
            <p:cNvSpPr/>
            <p:nvPr/>
          </p:nvSpPr>
          <p:spPr>
            <a:xfrm>
              <a:off x="4485132"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8" name="object 124">
              <a:extLst>
                <a:ext uri="{FF2B5EF4-FFF2-40B4-BE49-F238E27FC236}">
                  <a16:creationId xmlns:a16="http://schemas.microsoft.com/office/drawing/2014/main" id="{ECE9F9F4-166A-4838-83E0-732101A4DDF0}"/>
                </a:ext>
              </a:extLst>
            </p:cNvPr>
            <p:cNvSpPr/>
            <p:nvPr/>
          </p:nvSpPr>
          <p:spPr>
            <a:xfrm>
              <a:off x="4485132"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9" name="object 125">
              <a:extLst>
                <a:ext uri="{FF2B5EF4-FFF2-40B4-BE49-F238E27FC236}">
                  <a16:creationId xmlns:a16="http://schemas.microsoft.com/office/drawing/2014/main" id="{D7DCB1E0-3020-4E8B-9E84-E4EF68FC8D30}"/>
                </a:ext>
              </a:extLst>
            </p:cNvPr>
            <p:cNvSpPr/>
            <p:nvPr/>
          </p:nvSpPr>
          <p:spPr>
            <a:xfrm>
              <a:off x="4485132"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30" name="object 126">
            <a:extLst>
              <a:ext uri="{FF2B5EF4-FFF2-40B4-BE49-F238E27FC236}">
                <a16:creationId xmlns:a16="http://schemas.microsoft.com/office/drawing/2014/main" id="{8CA688A5-36A3-48A1-BCCB-66E03225920E}"/>
              </a:ext>
            </a:extLst>
          </p:cNvPr>
          <p:cNvGrpSpPr/>
          <p:nvPr/>
        </p:nvGrpSpPr>
        <p:grpSpPr>
          <a:xfrm>
            <a:off x="1672732" y="2021558"/>
            <a:ext cx="829028" cy="393700"/>
            <a:chOff x="1505458" y="1819402"/>
            <a:chExt cx="746125" cy="354330"/>
          </a:xfrm>
        </p:grpSpPr>
        <p:sp>
          <p:nvSpPr>
            <p:cNvPr id="131" name="object 127">
              <a:extLst>
                <a:ext uri="{FF2B5EF4-FFF2-40B4-BE49-F238E27FC236}">
                  <a16:creationId xmlns:a16="http://schemas.microsoft.com/office/drawing/2014/main" id="{99ED2EA2-8DCA-437F-B5E5-C00D6FCE88DA}"/>
                </a:ext>
              </a:extLst>
            </p:cNvPr>
            <p:cNvSpPr/>
            <p:nvPr/>
          </p:nvSpPr>
          <p:spPr>
            <a:xfrm>
              <a:off x="1877568" y="182575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2" name="object 128">
              <a:extLst>
                <a:ext uri="{FF2B5EF4-FFF2-40B4-BE49-F238E27FC236}">
                  <a16:creationId xmlns:a16="http://schemas.microsoft.com/office/drawing/2014/main" id="{EC31592D-5D58-4E83-9825-38779BCC3C1B}"/>
                </a:ext>
              </a:extLst>
            </p:cNvPr>
            <p:cNvSpPr/>
            <p:nvPr/>
          </p:nvSpPr>
          <p:spPr>
            <a:xfrm>
              <a:off x="1877568" y="182575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3" name="object 129">
              <a:extLst>
                <a:ext uri="{FF2B5EF4-FFF2-40B4-BE49-F238E27FC236}">
                  <a16:creationId xmlns:a16="http://schemas.microsoft.com/office/drawing/2014/main" id="{96C71351-9548-4C78-B65B-2BCA277E44BD}"/>
                </a:ext>
              </a:extLst>
            </p:cNvPr>
            <p:cNvSpPr/>
            <p:nvPr/>
          </p:nvSpPr>
          <p:spPr>
            <a:xfrm>
              <a:off x="1877568" y="191109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4" name="object 130">
              <a:extLst>
                <a:ext uri="{FF2B5EF4-FFF2-40B4-BE49-F238E27FC236}">
                  <a16:creationId xmlns:a16="http://schemas.microsoft.com/office/drawing/2014/main" id="{028ED264-F338-4230-AC4A-496AB1E2261E}"/>
                </a:ext>
              </a:extLst>
            </p:cNvPr>
            <p:cNvSpPr/>
            <p:nvPr/>
          </p:nvSpPr>
          <p:spPr>
            <a:xfrm>
              <a:off x="1877568" y="191109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5" name="object 131">
              <a:extLst>
                <a:ext uri="{FF2B5EF4-FFF2-40B4-BE49-F238E27FC236}">
                  <a16:creationId xmlns:a16="http://schemas.microsoft.com/office/drawing/2014/main" id="{F41F55F6-D5BD-447B-9050-5C6EF27A721F}"/>
                </a:ext>
              </a:extLst>
            </p:cNvPr>
            <p:cNvSpPr/>
            <p:nvPr/>
          </p:nvSpPr>
          <p:spPr>
            <a:xfrm>
              <a:off x="1877568" y="199644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6" name="object 132">
              <a:extLst>
                <a:ext uri="{FF2B5EF4-FFF2-40B4-BE49-F238E27FC236}">
                  <a16:creationId xmlns:a16="http://schemas.microsoft.com/office/drawing/2014/main" id="{34CCF56D-7945-4518-90AD-5C1A987CF14A}"/>
                </a:ext>
              </a:extLst>
            </p:cNvPr>
            <p:cNvSpPr/>
            <p:nvPr/>
          </p:nvSpPr>
          <p:spPr>
            <a:xfrm>
              <a:off x="1877568" y="199644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7" name="object 133">
              <a:extLst>
                <a:ext uri="{FF2B5EF4-FFF2-40B4-BE49-F238E27FC236}">
                  <a16:creationId xmlns:a16="http://schemas.microsoft.com/office/drawing/2014/main" id="{69589C3F-3F22-4EC7-BD9F-7AAE4B91718B}"/>
                </a:ext>
              </a:extLst>
            </p:cNvPr>
            <p:cNvSpPr/>
            <p:nvPr/>
          </p:nvSpPr>
          <p:spPr>
            <a:xfrm>
              <a:off x="1877568" y="208178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8" name="object 134">
              <a:extLst>
                <a:ext uri="{FF2B5EF4-FFF2-40B4-BE49-F238E27FC236}">
                  <a16:creationId xmlns:a16="http://schemas.microsoft.com/office/drawing/2014/main" id="{5F93DF91-16C4-47F5-9220-7E688019CE55}"/>
                </a:ext>
              </a:extLst>
            </p:cNvPr>
            <p:cNvSpPr/>
            <p:nvPr/>
          </p:nvSpPr>
          <p:spPr>
            <a:xfrm>
              <a:off x="1877568" y="208178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9" name="object 135">
              <a:extLst>
                <a:ext uri="{FF2B5EF4-FFF2-40B4-BE49-F238E27FC236}">
                  <a16:creationId xmlns:a16="http://schemas.microsoft.com/office/drawing/2014/main" id="{90B66FC3-E29D-4D3C-8FAE-7F337B485913}"/>
                </a:ext>
              </a:extLst>
            </p:cNvPr>
            <p:cNvSpPr/>
            <p:nvPr/>
          </p:nvSpPr>
          <p:spPr>
            <a:xfrm>
              <a:off x="1511808" y="182575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40" name="object 136">
              <a:extLst>
                <a:ext uri="{FF2B5EF4-FFF2-40B4-BE49-F238E27FC236}">
                  <a16:creationId xmlns:a16="http://schemas.microsoft.com/office/drawing/2014/main" id="{B44F45EE-3396-48C6-AC38-1776FFB579A0}"/>
                </a:ext>
              </a:extLst>
            </p:cNvPr>
            <p:cNvSpPr/>
            <p:nvPr/>
          </p:nvSpPr>
          <p:spPr>
            <a:xfrm>
              <a:off x="1511808" y="182575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1" name="object 137">
              <a:extLst>
                <a:ext uri="{FF2B5EF4-FFF2-40B4-BE49-F238E27FC236}">
                  <a16:creationId xmlns:a16="http://schemas.microsoft.com/office/drawing/2014/main" id="{7B154FAF-DDF8-4B4D-88AC-40068BA10569}"/>
                </a:ext>
              </a:extLst>
            </p:cNvPr>
            <p:cNvSpPr/>
            <p:nvPr/>
          </p:nvSpPr>
          <p:spPr>
            <a:xfrm>
              <a:off x="1604772" y="18257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42" name="object 138">
              <a:extLst>
                <a:ext uri="{FF2B5EF4-FFF2-40B4-BE49-F238E27FC236}">
                  <a16:creationId xmlns:a16="http://schemas.microsoft.com/office/drawing/2014/main" id="{97215196-9FEB-4033-A36D-E97F4AA459C1}"/>
                </a:ext>
              </a:extLst>
            </p:cNvPr>
            <p:cNvSpPr/>
            <p:nvPr/>
          </p:nvSpPr>
          <p:spPr>
            <a:xfrm>
              <a:off x="1604772" y="18257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3" name="object 139">
              <a:extLst>
                <a:ext uri="{FF2B5EF4-FFF2-40B4-BE49-F238E27FC236}">
                  <a16:creationId xmlns:a16="http://schemas.microsoft.com/office/drawing/2014/main" id="{1B5C2F4C-8B5A-4D9A-83F3-6B0C39B7B085}"/>
                </a:ext>
              </a:extLst>
            </p:cNvPr>
            <p:cNvSpPr/>
            <p:nvPr/>
          </p:nvSpPr>
          <p:spPr>
            <a:xfrm>
              <a:off x="1696212" y="182575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44" name="object 140">
              <a:extLst>
                <a:ext uri="{FF2B5EF4-FFF2-40B4-BE49-F238E27FC236}">
                  <a16:creationId xmlns:a16="http://schemas.microsoft.com/office/drawing/2014/main" id="{12885062-BAA8-42B6-A6DD-ED3506D974B7}"/>
                </a:ext>
              </a:extLst>
            </p:cNvPr>
            <p:cNvSpPr/>
            <p:nvPr/>
          </p:nvSpPr>
          <p:spPr>
            <a:xfrm>
              <a:off x="1696212" y="182575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5" name="object 141">
              <a:extLst>
                <a:ext uri="{FF2B5EF4-FFF2-40B4-BE49-F238E27FC236}">
                  <a16:creationId xmlns:a16="http://schemas.microsoft.com/office/drawing/2014/main" id="{8834DF85-A69C-47D5-B906-4D7D6290DB06}"/>
                </a:ext>
              </a:extLst>
            </p:cNvPr>
            <p:cNvSpPr/>
            <p:nvPr/>
          </p:nvSpPr>
          <p:spPr>
            <a:xfrm>
              <a:off x="1511808" y="191109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46" name="object 142">
              <a:extLst>
                <a:ext uri="{FF2B5EF4-FFF2-40B4-BE49-F238E27FC236}">
                  <a16:creationId xmlns:a16="http://schemas.microsoft.com/office/drawing/2014/main" id="{F3CFEEAD-205E-42E0-984E-D55B6E0684D1}"/>
                </a:ext>
              </a:extLst>
            </p:cNvPr>
            <p:cNvSpPr/>
            <p:nvPr/>
          </p:nvSpPr>
          <p:spPr>
            <a:xfrm>
              <a:off x="1511808" y="191109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7" name="object 143">
              <a:extLst>
                <a:ext uri="{FF2B5EF4-FFF2-40B4-BE49-F238E27FC236}">
                  <a16:creationId xmlns:a16="http://schemas.microsoft.com/office/drawing/2014/main" id="{AEA69D2C-5599-4276-BDA1-75DD6656FDE1}"/>
                </a:ext>
              </a:extLst>
            </p:cNvPr>
            <p:cNvSpPr/>
            <p:nvPr/>
          </p:nvSpPr>
          <p:spPr>
            <a:xfrm>
              <a:off x="1604772" y="19110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48" name="object 144">
              <a:extLst>
                <a:ext uri="{FF2B5EF4-FFF2-40B4-BE49-F238E27FC236}">
                  <a16:creationId xmlns:a16="http://schemas.microsoft.com/office/drawing/2014/main" id="{93779248-BA84-42C9-AF51-9F0EC1C07465}"/>
                </a:ext>
              </a:extLst>
            </p:cNvPr>
            <p:cNvSpPr/>
            <p:nvPr/>
          </p:nvSpPr>
          <p:spPr>
            <a:xfrm>
              <a:off x="1604772" y="19110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9" name="object 145">
              <a:extLst>
                <a:ext uri="{FF2B5EF4-FFF2-40B4-BE49-F238E27FC236}">
                  <a16:creationId xmlns:a16="http://schemas.microsoft.com/office/drawing/2014/main" id="{9ACE5EF0-600C-4C4A-98CE-06F003B1E032}"/>
                </a:ext>
              </a:extLst>
            </p:cNvPr>
            <p:cNvSpPr/>
            <p:nvPr/>
          </p:nvSpPr>
          <p:spPr>
            <a:xfrm>
              <a:off x="1696212" y="191109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50" name="object 146">
              <a:extLst>
                <a:ext uri="{FF2B5EF4-FFF2-40B4-BE49-F238E27FC236}">
                  <a16:creationId xmlns:a16="http://schemas.microsoft.com/office/drawing/2014/main" id="{964CA41D-FB2E-41F8-BD52-0D4C4BB88004}"/>
                </a:ext>
              </a:extLst>
            </p:cNvPr>
            <p:cNvSpPr/>
            <p:nvPr/>
          </p:nvSpPr>
          <p:spPr>
            <a:xfrm>
              <a:off x="1696212" y="191109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1" name="object 147">
              <a:extLst>
                <a:ext uri="{FF2B5EF4-FFF2-40B4-BE49-F238E27FC236}">
                  <a16:creationId xmlns:a16="http://schemas.microsoft.com/office/drawing/2014/main" id="{565E6DCD-1136-4BB2-9AC1-C29F17D22C8C}"/>
                </a:ext>
              </a:extLst>
            </p:cNvPr>
            <p:cNvSpPr/>
            <p:nvPr/>
          </p:nvSpPr>
          <p:spPr>
            <a:xfrm>
              <a:off x="1511808" y="199644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52" name="object 148">
              <a:extLst>
                <a:ext uri="{FF2B5EF4-FFF2-40B4-BE49-F238E27FC236}">
                  <a16:creationId xmlns:a16="http://schemas.microsoft.com/office/drawing/2014/main" id="{3310FFAE-F68C-47C6-B393-DBF82A94BCF9}"/>
                </a:ext>
              </a:extLst>
            </p:cNvPr>
            <p:cNvSpPr/>
            <p:nvPr/>
          </p:nvSpPr>
          <p:spPr>
            <a:xfrm>
              <a:off x="1511808" y="199644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3" name="object 149">
              <a:extLst>
                <a:ext uri="{FF2B5EF4-FFF2-40B4-BE49-F238E27FC236}">
                  <a16:creationId xmlns:a16="http://schemas.microsoft.com/office/drawing/2014/main" id="{E0A5D9F1-C1BE-41C8-BC8D-E34C4E14E0F3}"/>
                </a:ext>
              </a:extLst>
            </p:cNvPr>
            <p:cNvSpPr/>
            <p:nvPr/>
          </p:nvSpPr>
          <p:spPr>
            <a:xfrm>
              <a:off x="1604772" y="19964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4" name="object 150">
              <a:extLst>
                <a:ext uri="{FF2B5EF4-FFF2-40B4-BE49-F238E27FC236}">
                  <a16:creationId xmlns:a16="http://schemas.microsoft.com/office/drawing/2014/main" id="{51A5F3E5-C328-47EB-895F-A8221C159A40}"/>
                </a:ext>
              </a:extLst>
            </p:cNvPr>
            <p:cNvSpPr/>
            <p:nvPr/>
          </p:nvSpPr>
          <p:spPr>
            <a:xfrm>
              <a:off x="1604772" y="19964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5" name="object 151">
              <a:extLst>
                <a:ext uri="{FF2B5EF4-FFF2-40B4-BE49-F238E27FC236}">
                  <a16:creationId xmlns:a16="http://schemas.microsoft.com/office/drawing/2014/main" id="{C4BFDF1C-698E-4558-91AF-90A00122B166}"/>
                </a:ext>
              </a:extLst>
            </p:cNvPr>
            <p:cNvSpPr/>
            <p:nvPr/>
          </p:nvSpPr>
          <p:spPr>
            <a:xfrm>
              <a:off x="1696212" y="199644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56" name="object 152">
              <a:extLst>
                <a:ext uri="{FF2B5EF4-FFF2-40B4-BE49-F238E27FC236}">
                  <a16:creationId xmlns:a16="http://schemas.microsoft.com/office/drawing/2014/main" id="{5DD783EA-6613-4163-97AC-93C27492A77A}"/>
                </a:ext>
              </a:extLst>
            </p:cNvPr>
            <p:cNvSpPr/>
            <p:nvPr/>
          </p:nvSpPr>
          <p:spPr>
            <a:xfrm>
              <a:off x="1696212" y="199644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7" name="object 153">
              <a:extLst>
                <a:ext uri="{FF2B5EF4-FFF2-40B4-BE49-F238E27FC236}">
                  <a16:creationId xmlns:a16="http://schemas.microsoft.com/office/drawing/2014/main" id="{91B22A26-6867-487A-87D9-C1A502B5630A}"/>
                </a:ext>
              </a:extLst>
            </p:cNvPr>
            <p:cNvSpPr/>
            <p:nvPr/>
          </p:nvSpPr>
          <p:spPr>
            <a:xfrm>
              <a:off x="1511808" y="208178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58" name="object 154">
              <a:extLst>
                <a:ext uri="{FF2B5EF4-FFF2-40B4-BE49-F238E27FC236}">
                  <a16:creationId xmlns:a16="http://schemas.microsoft.com/office/drawing/2014/main" id="{4A5333EF-2C0C-4584-AC9A-5B0A54F00D1D}"/>
                </a:ext>
              </a:extLst>
            </p:cNvPr>
            <p:cNvSpPr/>
            <p:nvPr/>
          </p:nvSpPr>
          <p:spPr>
            <a:xfrm>
              <a:off x="1511808" y="208178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9" name="object 155">
              <a:extLst>
                <a:ext uri="{FF2B5EF4-FFF2-40B4-BE49-F238E27FC236}">
                  <a16:creationId xmlns:a16="http://schemas.microsoft.com/office/drawing/2014/main" id="{57023290-D462-41FE-B3B9-A399824646E9}"/>
                </a:ext>
              </a:extLst>
            </p:cNvPr>
            <p:cNvSpPr/>
            <p:nvPr/>
          </p:nvSpPr>
          <p:spPr>
            <a:xfrm>
              <a:off x="1604772" y="20817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0" name="object 156">
              <a:extLst>
                <a:ext uri="{FF2B5EF4-FFF2-40B4-BE49-F238E27FC236}">
                  <a16:creationId xmlns:a16="http://schemas.microsoft.com/office/drawing/2014/main" id="{820868E2-A0B6-4C4B-8A8D-B9B8175FFEFB}"/>
                </a:ext>
              </a:extLst>
            </p:cNvPr>
            <p:cNvSpPr/>
            <p:nvPr/>
          </p:nvSpPr>
          <p:spPr>
            <a:xfrm>
              <a:off x="1604772" y="20817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1" name="object 157">
              <a:extLst>
                <a:ext uri="{FF2B5EF4-FFF2-40B4-BE49-F238E27FC236}">
                  <a16:creationId xmlns:a16="http://schemas.microsoft.com/office/drawing/2014/main" id="{C2CBCE67-3736-42C1-873E-2DB1B2568042}"/>
                </a:ext>
              </a:extLst>
            </p:cNvPr>
            <p:cNvSpPr/>
            <p:nvPr/>
          </p:nvSpPr>
          <p:spPr>
            <a:xfrm>
              <a:off x="1696212" y="208178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62" name="object 158">
              <a:extLst>
                <a:ext uri="{FF2B5EF4-FFF2-40B4-BE49-F238E27FC236}">
                  <a16:creationId xmlns:a16="http://schemas.microsoft.com/office/drawing/2014/main" id="{422A4CB4-6950-416E-97BF-4D6A0936440E}"/>
                </a:ext>
              </a:extLst>
            </p:cNvPr>
            <p:cNvSpPr/>
            <p:nvPr/>
          </p:nvSpPr>
          <p:spPr>
            <a:xfrm>
              <a:off x="1696212" y="208178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3" name="object 159">
              <a:extLst>
                <a:ext uri="{FF2B5EF4-FFF2-40B4-BE49-F238E27FC236}">
                  <a16:creationId xmlns:a16="http://schemas.microsoft.com/office/drawing/2014/main" id="{3F10D4D6-B5CD-49E5-BE59-5265724E0F22}"/>
                </a:ext>
              </a:extLst>
            </p:cNvPr>
            <p:cNvSpPr/>
            <p:nvPr/>
          </p:nvSpPr>
          <p:spPr>
            <a:xfrm>
              <a:off x="1789176" y="18257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4" name="object 160">
              <a:extLst>
                <a:ext uri="{FF2B5EF4-FFF2-40B4-BE49-F238E27FC236}">
                  <a16:creationId xmlns:a16="http://schemas.microsoft.com/office/drawing/2014/main" id="{B6E7D57E-FC37-47AF-B6D2-79349906729D}"/>
                </a:ext>
              </a:extLst>
            </p:cNvPr>
            <p:cNvSpPr/>
            <p:nvPr/>
          </p:nvSpPr>
          <p:spPr>
            <a:xfrm>
              <a:off x="1789176" y="18257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5" name="object 161">
              <a:extLst>
                <a:ext uri="{FF2B5EF4-FFF2-40B4-BE49-F238E27FC236}">
                  <a16:creationId xmlns:a16="http://schemas.microsoft.com/office/drawing/2014/main" id="{1C895876-F7C2-4DBA-B974-F550E358F073}"/>
                </a:ext>
              </a:extLst>
            </p:cNvPr>
            <p:cNvSpPr/>
            <p:nvPr/>
          </p:nvSpPr>
          <p:spPr>
            <a:xfrm>
              <a:off x="1789176" y="19110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6" name="object 162">
              <a:extLst>
                <a:ext uri="{FF2B5EF4-FFF2-40B4-BE49-F238E27FC236}">
                  <a16:creationId xmlns:a16="http://schemas.microsoft.com/office/drawing/2014/main" id="{E6CA466A-3911-42BF-AFEB-88F054345BAA}"/>
                </a:ext>
              </a:extLst>
            </p:cNvPr>
            <p:cNvSpPr/>
            <p:nvPr/>
          </p:nvSpPr>
          <p:spPr>
            <a:xfrm>
              <a:off x="1789176" y="19110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7" name="object 163">
              <a:extLst>
                <a:ext uri="{FF2B5EF4-FFF2-40B4-BE49-F238E27FC236}">
                  <a16:creationId xmlns:a16="http://schemas.microsoft.com/office/drawing/2014/main" id="{A594C4D0-50D3-473B-96FF-071E25DDD6D1}"/>
                </a:ext>
              </a:extLst>
            </p:cNvPr>
            <p:cNvSpPr/>
            <p:nvPr/>
          </p:nvSpPr>
          <p:spPr>
            <a:xfrm>
              <a:off x="1789176" y="19964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8" name="object 164">
              <a:extLst>
                <a:ext uri="{FF2B5EF4-FFF2-40B4-BE49-F238E27FC236}">
                  <a16:creationId xmlns:a16="http://schemas.microsoft.com/office/drawing/2014/main" id="{5B23B962-4D07-4A25-B1BA-BD503FB2BEF5}"/>
                </a:ext>
              </a:extLst>
            </p:cNvPr>
            <p:cNvSpPr/>
            <p:nvPr/>
          </p:nvSpPr>
          <p:spPr>
            <a:xfrm>
              <a:off x="1789176" y="19964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9" name="object 165">
              <a:extLst>
                <a:ext uri="{FF2B5EF4-FFF2-40B4-BE49-F238E27FC236}">
                  <a16:creationId xmlns:a16="http://schemas.microsoft.com/office/drawing/2014/main" id="{80DC6244-8E6D-4A40-AFD4-98CC804A27B6}"/>
                </a:ext>
              </a:extLst>
            </p:cNvPr>
            <p:cNvSpPr/>
            <p:nvPr/>
          </p:nvSpPr>
          <p:spPr>
            <a:xfrm>
              <a:off x="1789176" y="20817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0" name="object 166">
              <a:extLst>
                <a:ext uri="{FF2B5EF4-FFF2-40B4-BE49-F238E27FC236}">
                  <a16:creationId xmlns:a16="http://schemas.microsoft.com/office/drawing/2014/main" id="{A73CC6F9-29D5-448F-AAFD-CD207FFEAFAD}"/>
                </a:ext>
              </a:extLst>
            </p:cNvPr>
            <p:cNvSpPr/>
            <p:nvPr/>
          </p:nvSpPr>
          <p:spPr>
            <a:xfrm>
              <a:off x="1789176" y="20817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1" name="object 167">
              <a:extLst>
                <a:ext uri="{FF2B5EF4-FFF2-40B4-BE49-F238E27FC236}">
                  <a16:creationId xmlns:a16="http://schemas.microsoft.com/office/drawing/2014/main" id="{035E65C1-3F7F-4875-A335-CB1F65EC77AD}"/>
                </a:ext>
              </a:extLst>
            </p:cNvPr>
            <p:cNvSpPr/>
            <p:nvPr/>
          </p:nvSpPr>
          <p:spPr>
            <a:xfrm>
              <a:off x="1970531" y="18257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2" name="object 168">
              <a:extLst>
                <a:ext uri="{FF2B5EF4-FFF2-40B4-BE49-F238E27FC236}">
                  <a16:creationId xmlns:a16="http://schemas.microsoft.com/office/drawing/2014/main" id="{BF5968E2-80D1-4592-AE6F-6A1C73FAC29C}"/>
                </a:ext>
              </a:extLst>
            </p:cNvPr>
            <p:cNvSpPr/>
            <p:nvPr/>
          </p:nvSpPr>
          <p:spPr>
            <a:xfrm>
              <a:off x="1970531" y="18257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3" name="object 169">
              <a:extLst>
                <a:ext uri="{FF2B5EF4-FFF2-40B4-BE49-F238E27FC236}">
                  <a16:creationId xmlns:a16="http://schemas.microsoft.com/office/drawing/2014/main" id="{18F6341A-A331-4A58-BDAE-D9A0902C8E2C}"/>
                </a:ext>
              </a:extLst>
            </p:cNvPr>
            <p:cNvSpPr/>
            <p:nvPr/>
          </p:nvSpPr>
          <p:spPr>
            <a:xfrm>
              <a:off x="1970531" y="19110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4" name="object 170">
              <a:extLst>
                <a:ext uri="{FF2B5EF4-FFF2-40B4-BE49-F238E27FC236}">
                  <a16:creationId xmlns:a16="http://schemas.microsoft.com/office/drawing/2014/main" id="{50906300-030C-4D3E-B153-EA2D1EFD85BC}"/>
                </a:ext>
              </a:extLst>
            </p:cNvPr>
            <p:cNvSpPr/>
            <p:nvPr/>
          </p:nvSpPr>
          <p:spPr>
            <a:xfrm>
              <a:off x="1970531" y="19110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5" name="object 171">
              <a:extLst>
                <a:ext uri="{FF2B5EF4-FFF2-40B4-BE49-F238E27FC236}">
                  <a16:creationId xmlns:a16="http://schemas.microsoft.com/office/drawing/2014/main" id="{17CFB803-973D-4EBF-B438-8D7579082048}"/>
                </a:ext>
              </a:extLst>
            </p:cNvPr>
            <p:cNvSpPr/>
            <p:nvPr/>
          </p:nvSpPr>
          <p:spPr>
            <a:xfrm>
              <a:off x="1970531" y="19964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6" name="object 172">
              <a:extLst>
                <a:ext uri="{FF2B5EF4-FFF2-40B4-BE49-F238E27FC236}">
                  <a16:creationId xmlns:a16="http://schemas.microsoft.com/office/drawing/2014/main" id="{01802B63-C532-4C8A-9823-D5FF08CA7F56}"/>
                </a:ext>
              </a:extLst>
            </p:cNvPr>
            <p:cNvSpPr/>
            <p:nvPr/>
          </p:nvSpPr>
          <p:spPr>
            <a:xfrm>
              <a:off x="1970531" y="19964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7" name="object 173">
              <a:extLst>
                <a:ext uri="{FF2B5EF4-FFF2-40B4-BE49-F238E27FC236}">
                  <a16:creationId xmlns:a16="http://schemas.microsoft.com/office/drawing/2014/main" id="{14F740CD-83F8-422C-A8E9-1A99D52ACFA6}"/>
                </a:ext>
              </a:extLst>
            </p:cNvPr>
            <p:cNvSpPr/>
            <p:nvPr/>
          </p:nvSpPr>
          <p:spPr>
            <a:xfrm>
              <a:off x="1970531" y="20817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8" name="object 174">
              <a:extLst>
                <a:ext uri="{FF2B5EF4-FFF2-40B4-BE49-F238E27FC236}">
                  <a16:creationId xmlns:a16="http://schemas.microsoft.com/office/drawing/2014/main" id="{6080C7DD-207C-4802-BD62-23E61B3EDF4B}"/>
                </a:ext>
              </a:extLst>
            </p:cNvPr>
            <p:cNvSpPr/>
            <p:nvPr/>
          </p:nvSpPr>
          <p:spPr>
            <a:xfrm>
              <a:off x="1970531" y="20817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9" name="object 175">
              <a:extLst>
                <a:ext uri="{FF2B5EF4-FFF2-40B4-BE49-F238E27FC236}">
                  <a16:creationId xmlns:a16="http://schemas.microsoft.com/office/drawing/2014/main" id="{CA389886-0528-4991-A903-BE42CBC953E5}"/>
                </a:ext>
              </a:extLst>
            </p:cNvPr>
            <p:cNvSpPr/>
            <p:nvPr/>
          </p:nvSpPr>
          <p:spPr>
            <a:xfrm>
              <a:off x="2151888" y="182575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0" name="object 176">
              <a:extLst>
                <a:ext uri="{FF2B5EF4-FFF2-40B4-BE49-F238E27FC236}">
                  <a16:creationId xmlns:a16="http://schemas.microsoft.com/office/drawing/2014/main" id="{3289FE03-DDD0-4D87-BDE9-E21474A4A7E0}"/>
                </a:ext>
              </a:extLst>
            </p:cNvPr>
            <p:cNvSpPr/>
            <p:nvPr/>
          </p:nvSpPr>
          <p:spPr>
            <a:xfrm>
              <a:off x="2151888" y="182575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1" name="object 177">
              <a:extLst>
                <a:ext uri="{FF2B5EF4-FFF2-40B4-BE49-F238E27FC236}">
                  <a16:creationId xmlns:a16="http://schemas.microsoft.com/office/drawing/2014/main" id="{05D8D34B-D116-4082-BFFA-335E497DD0B1}"/>
                </a:ext>
              </a:extLst>
            </p:cNvPr>
            <p:cNvSpPr/>
            <p:nvPr/>
          </p:nvSpPr>
          <p:spPr>
            <a:xfrm>
              <a:off x="2151888" y="191109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2" name="object 178">
              <a:extLst>
                <a:ext uri="{FF2B5EF4-FFF2-40B4-BE49-F238E27FC236}">
                  <a16:creationId xmlns:a16="http://schemas.microsoft.com/office/drawing/2014/main" id="{BDE343A4-1384-4C93-AE54-CD35FE4C495B}"/>
                </a:ext>
              </a:extLst>
            </p:cNvPr>
            <p:cNvSpPr/>
            <p:nvPr/>
          </p:nvSpPr>
          <p:spPr>
            <a:xfrm>
              <a:off x="2151888" y="191109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3" name="object 179">
              <a:extLst>
                <a:ext uri="{FF2B5EF4-FFF2-40B4-BE49-F238E27FC236}">
                  <a16:creationId xmlns:a16="http://schemas.microsoft.com/office/drawing/2014/main" id="{CC197C51-5159-42C4-8AB0-DA40A4C56713}"/>
                </a:ext>
              </a:extLst>
            </p:cNvPr>
            <p:cNvSpPr/>
            <p:nvPr/>
          </p:nvSpPr>
          <p:spPr>
            <a:xfrm>
              <a:off x="2151888" y="199644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4" name="object 180">
              <a:extLst>
                <a:ext uri="{FF2B5EF4-FFF2-40B4-BE49-F238E27FC236}">
                  <a16:creationId xmlns:a16="http://schemas.microsoft.com/office/drawing/2014/main" id="{C74D8636-BBEC-4106-8287-8FB9B8B841F5}"/>
                </a:ext>
              </a:extLst>
            </p:cNvPr>
            <p:cNvSpPr/>
            <p:nvPr/>
          </p:nvSpPr>
          <p:spPr>
            <a:xfrm>
              <a:off x="2151888" y="199644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5" name="object 181">
              <a:extLst>
                <a:ext uri="{FF2B5EF4-FFF2-40B4-BE49-F238E27FC236}">
                  <a16:creationId xmlns:a16="http://schemas.microsoft.com/office/drawing/2014/main" id="{7D01917A-6486-4834-9B05-9E27C055B931}"/>
                </a:ext>
              </a:extLst>
            </p:cNvPr>
            <p:cNvSpPr/>
            <p:nvPr/>
          </p:nvSpPr>
          <p:spPr>
            <a:xfrm>
              <a:off x="2151888" y="208178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6" name="object 182">
              <a:extLst>
                <a:ext uri="{FF2B5EF4-FFF2-40B4-BE49-F238E27FC236}">
                  <a16:creationId xmlns:a16="http://schemas.microsoft.com/office/drawing/2014/main" id="{499AD6C3-863F-456F-86E2-AB907A2F1C05}"/>
                </a:ext>
              </a:extLst>
            </p:cNvPr>
            <p:cNvSpPr/>
            <p:nvPr/>
          </p:nvSpPr>
          <p:spPr>
            <a:xfrm>
              <a:off x="2151888" y="208178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7" name="object 183">
              <a:extLst>
                <a:ext uri="{FF2B5EF4-FFF2-40B4-BE49-F238E27FC236}">
                  <a16:creationId xmlns:a16="http://schemas.microsoft.com/office/drawing/2014/main" id="{8186017A-5345-4A57-9FCC-5B3C353CE10B}"/>
                </a:ext>
              </a:extLst>
            </p:cNvPr>
            <p:cNvSpPr/>
            <p:nvPr/>
          </p:nvSpPr>
          <p:spPr>
            <a:xfrm>
              <a:off x="2061972" y="182575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88" name="object 184">
              <a:extLst>
                <a:ext uri="{FF2B5EF4-FFF2-40B4-BE49-F238E27FC236}">
                  <a16:creationId xmlns:a16="http://schemas.microsoft.com/office/drawing/2014/main" id="{AFC37A2E-67B1-412B-9199-345A48F7A34E}"/>
                </a:ext>
              </a:extLst>
            </p:cNvPr>
            <p:cNvSpPr/>
            <p:nvPr/>
          </p:nvSpPr>
          <p:spPr>
            <a:xfrm>
              <a:off x="2061972" y="182575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9" name="object 185">
              <a:extLst>
                <a:ext uri="{FF2B5EF4-FFF2-40B4-BE49-F238E27FC236}">
                  <a16:creationId xmlns:a16="http://schemas.microsoft.com/office/drawing/2014/main" id="{E8D614F4-582A-4C70-91FE-5298504C09FD}"/>
                </a:ext>
              </a:extLst>
            </p:cNvPr>
            <p:cNvSpPr/>
            <p:nvPr/>
          </p:nvSpPr>
          <p:spPr>
            <a:xfrm>
              <a:off x="2061972" y="191109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0" name="object 186">
              <a:extLst>
                <a:ext uri="{FF2B5EF4-FFF2-40B4-BE49-F238E27FC236}">
                  <a16:creationId xmlns:a16="http://schemas.microsoft.com/office/drawing/2014/main" id="{80C13B2B-275B-477B-A592-49F6AF326CE8}"/>
                </a:ext>
              </a:extLst>
            </p:cNvPr>
            <p:cNvSpPr/>
            <p:nvPr/>
          </p:nvSpPr>
          <p:spPr>
            <a:xfrm>
              <a:off x="2061972" y="191109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1" name="object 187">
              <a:extLst>
                <a:ext uri="{FF2B5EF4-FFF2-40B4-BE49-F238E27FC236}">
                  <a16:creationId xmlns:a16="http://schemas.microsoft.com/office/drawing/2014/main" id="{FBE85D7D-C847-4BA4-8047-02CB972332DC}"/>
                </a:ext>
              </a:extLst>
            </p:cNvPr>
            <p:cNvSpPr/>
            <p:nvPr/>
          </p:nvSpPr>
          <p:spPr>
            <a:xfrm>
              <a:off x="2061972" y="199644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2" name="object 188">
              <a:extLst>
                <a:ext uri="{FF2B5EF4-FFF2-40B4-BE49-F238E27FC236}">
                  <a16:creationId xmlns:a16="http://schemas.microsoft.com/office/drawing/2014/main" id="{0AE32BE9-FB5D-4AA8-B444-56CD5693E03B}"/>
                </a:ext>
              </a:extLst>
            </p:cNvPr>
            <p:cNvSpPr/>
            <p:nvPr/>
          </p:nvSpPr>
          <p:spPr>
            <a:xfrm>
              <a:off x="2061972" y="199644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3" name="object 189">
              <a:extLst>
                <a:ext uri="{FF2B5EF4-FFF2-40B4-BE49-F238E27FC236}">
                  <a16:creationId xmlns:a16="http://schemas.microsoft.com/office/drawing/2014/main" id="{A46072B7-64C3-4C92-AAC1-AD121B073890}"/>
                </a:ext>
              </a:extLst>
            </p:cNvPr>
            <p:cNvSpPr/>
            <p:nvPr/>
          </p:nvSpPr>
          <p:spPr>
            <a:xfrm>
              <a:off x="2061972" y="208178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4" name="object 190">
              <a:extLst>
                <a:ext uri="{FF2B5EF4-FFF2-40B4-BE49-F238E27FC236}">
                  <a16:creationId xmlns:a16="http://schemas.microsoft.com/office/drawing/2014/main" id="{FB4E042B-7C87-40AF-B219-F805DC410820}"/>
                </a:ext>
              </a:extLst>
            </p:cNvPr>
            <p:cNvSpPr/>
            <p:nvPr/>
          </p:nvSpPr>
          <p:spPr>
            <a:xfrm>
              <a:off x="2061972" y="208178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95" name="object 191">
            <a:extLst>
              <a:ext uri="{FF2B5EF4-FFF2-40B4-BE49-F238E27FC236}">
                <a16:creationId xmlns:a16="http://schemas.microsoft.com/office/drawing/2014/main" id="{E6BE7504-83E3-4734-95DF-5F70E205FE34}"/>
              </a:ext>
            </a:extLst>
          </p:cNvPr>
          <p:cNvSpPr txBox="1"/>
          <p:nvPr/>
        </p:nvSpPr>
        <p:spPr>
          <a:xfrm>
            <a:off x="2617328" y="203073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196" name="object 192">
            <a:extLst>
              <a:ext uri="{FF2B5EF4-FFF2-40B4-BE49-F238E27FC236}">
                <a16:creationId xmlns:a16="http://schemas.microsoft.com/office/drawing/2014/main" id="{3E5451D9-788C-4CF2-AB05-5257DB0EE4EC}"/>
              </a:ext>
            </a:extLst>
          </p:cNvPr>
          <p:cNvSpPr txBox="1"/>
          <p:nvPr/>
        </p:nvSpPr>
        <p:spPr>
          <a:xfrm>
            <a:off x="3948994" y="203073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197" name="object 193">
            <a:extLst>
              <a:ext uri="{FF2B5EF4-FFF2-40B4-BE49-F238E27FC236}">
                <a16:creationId xmlns:a16="http://schemas.microsoft.com/office/drawing/2014/main" id="{139C34CC-3DEE-4C89-9142-9EA942C6E1B2}"/>
              </a:ext>
            </a:extLst>
          </p:cNvPr>
          <p:cNvGrpSpPr/>
          <p:nvPr/>
        </p:nvGrpSpPr>
        <p:grpSpPr>
          <a:xfrm>
            <a:off x="2902091" y="2028327"/>
            <a:ext cx="832556" cy="773289"/>
            <a:chOff x="2611882" y="1825494"/>
            <a:chExt cx="749300" cy="695960"/>
          </a:xfrm>
        </p:grpSpPr>
        <p:sp>
          <p:nvSpPr>
            <p:cNvPr id="198" name="object 194">
              <a:extLst>
                <a:ext uri="{FF2B5EF4-FFF2-40B4-BE49-F238E27FC236}">
                  <a16:creationId xmlns:a16="http://schemas.microsoft.com/office/drawing/2014/main" id="{7FA95B3F-B85A-4B31-B271-EBD23B7B45F3}"/>
                </a:ext>
              </a:extLst>
            </p:cNvPr>
            <p:cNvSpPr/>
            <p:nvPr/>
          </p:nvSpPr>
          <p:spPr>
            <a:xfrm>
              <a:off x="2802636" y="1831844"/>
              <a:ext cx="551815" cy="683260"/>
            </a:xfrm>
            <a:custGeom>
              <a:avLst/>
              <a:gdLst/>
              <a:ahLst/>
              <a:cxnLst/>
              <a:rect l="l" t="t" r="r" b="b"/>
              <a:pathLst>
                <a:path w="551814" h="683260">
                  <a:moveTo>
                    <a:pt x="0" y="85347"/>
                  </a:moveTo>
                  <a:lnTo>
                    <a:pt x="91440" y="85347"/>
                  </a:lnTo>
                  <a:lnTo>
                    <a:pt x="91440" y="0"/>
                  </a:lnTo>
                  <a:lnTo>
                    <a:pt x="0" y="0"/>
                  </a:lnTo>
                  <a:lnTo>
                    <a:pt x="0" y="85347"/>
                  </a:lnTo>
                  <a:close/>
                </a:path>
                <a:path w="551814" h="683260">
                  <a:moveTo>
                    <a:pt x="0" y="170691"/>
                  </a:moveTo>
                  <a:lnTo>
                    <a:pt x="91440" y="170691"/>
                  </a:lnTo>
                  <a:lnTo>
                    <a:pt x="91440" y="85348"/>
                  </a:lnTo>
                  <a:lnTo>
                    <a:pt x="0" y="85348"/>
                  </a:lnTo>
                  <a:lnTo>
                    <a:pt x="0" y="170691"/>
                  </a:lnTo>
                  <a:close/>
                </a:path>
                <a:path w="551814" h="683260">
                  <a:moveTo>
                    <a:pt x="0" y="256035"/>
                  </a:moveTo>
                  <a:lnTo>
                    <a:pt x="91440" y="256035"/>
                  </a:lnTo>
                  <a:lnTo>
                    <a:pt x="91440" y="170692"/>
                  </a:lnTo>
                  <a:lnTo>
                    <a:pt x="0" y="170692"/>
                  </a:lnTo>
                  <a:lnTo>
                    <a:pt x="0" y="256035"/>
                  </a:lnTo>
                  <a:close/>
                </a:path>
                <a:path w="551814" h="683260">
                  <a:moveTo>
                    <a:pt x="0" y="341379"/>
                  </a:moveTo>
                  <a:lnTo>
                    <a:pt x="91440" y="341379"/>
                  </a:lnTo>
                  <a:lnTo>
                    <a:pt x="91440" y="256036"/>
                  </a:lnTo>
                  <a:lnTo>
                    <a:pt x="0" y="256036"/>
                  </a:lnTo>
                  <a:lnTo>
                    <a:pt x="0" y="341379"/>
                  </a:lnTo>
                  <a:close/>
                </a:path>
                <a:path w="551814" h="683260">
                  <a:moveTo>
                    <a:pt x="0" y="426723"/>
                  </a:moveTo>
                  <a:lnTo>
                    <a:pt x="91440" y="426723"/>
                  </a:lnTo>
                  <a:lnTo>
                    <a:pt x="91440" y="341380"/>
                  </a:lnTo>
                  <a:lnTo>
                    <a:pt x="0" y="341380"/>
                  </a:lnTo>
                  <a:lnTo>
                    <a:pt x="0" y="426723"/>
                  </a:lnTo>
                  <a:close/>
                </a:path>
                <a:path w="551814" h="683260">
                  <a:moveTo>
                    <a:pt x="0" y="512067"/>
                  </a:moveTo>
                  <a:lnTo>
                    <a:pt x="91440" y="512067"/>
                  </a:lnTo>
                  <a:lnTo>
                    <a:pt x="91440" y="426720"/>
                  </a:lnTo>
                  <a:lnTo>
                    <a:pt x="0" y="426720"/>
                  </a:lnTo>
                  <a:lnTo>
                    <a:pt x="0" y="512067"/>
                  </a:lnTo>
                  <a:close/>
                </a:path>
                <a:path w="551814" h="683260">
                  <a:moveTo>
                    <a:pt x="0" y="597411"/>
                  </a:moveTo>
                  <a:lnTo>
                    <a:pt x="91440" y="597411"/>
                  </a:lnTo>
                  <a:lnTo>
                    <a:pt x="91440" y="512068"/>
                  </a:lnTo>
                  <a:lnTo>
                    <a:pt x="0" y="512068"/>
                  </a:lnTo>
                  <a:lnTo>
                    <a:pt x="0" y="597411"/>
                  </a:lnTo>
                  <a:close/>
                </a:path>
                <a:path w="551814" h="683260">
                  <a:moveTo>
                    <a:pt x="0" y="682755"/>
                  </a:moveTo>
                  <a:lnTo>
                    <a:pt x="91440" y="682755"/>
                  </a:lnTo>
                  <a:lnTo>
                    <a:pt x="91440" y="597412"/>
                  </a:lnTo>
                  <a:lnTo>
                    <a:pt x="0" y="597412"/>
                  </a:lnTo>
                  <a:lnTo>
                    <a:pt x="0" y="682755"/>
                  </a:lnTo>
                  <a:close/>
                </a:path>
                <a:path w="551814" h="683260">
                  <a:moveTo>
                    <a:pt x="91440" y="85347"/>
                  </a:moveTo>
                  <a:lnTo>
                    <a:pt x="184402" y="85347"/>
                  </a:lnTo>
                  <a:lnTo>
                    <a:pt x="184402" y="0"/>
                  </a:lnTo>
                  <a:lnTo>
                    <a:pt x="91440" y="0"/>
                  </a:lnTo>
                  <a:lnTo>
                    <a:pt x="91440" y="85347"/>
                  </a:lnTo>
                  <a:close/>
                </a:path>
                <a:path w="551814" h="683260">
                  <a:moveTo>
                    <a:pt x="91440" y="170691"/>
                  </a:moveTo>
                  <a:lnTo>
                    <a:pt x="184402" y="170691"/>
                  </a:lnTo>
                  <a:lnTo>
                    <a:pt x="184402" y="85348"/>
                  </a:lnTo>
                  <a:lnTo>
                    <a:pt x="91440" y="85348"/>
                  </a:lnTo>
                  <a:lnTo>
                    <a:pt x="91440" y="170691"/>
                  </a:lnTo>
                  <a:close/>
                </a:path>
                <a:path w="551814" h="683260">
                  <a:moveTo>
                    <a:pt x="91440" y="256035"/>
                  </a:moveTo>
                  <a:lnTo>
                    <a:pt x="184402" y="256035"/>
                  </a:lnTo>
                  <a:lnTo>
                    <a:pt x="184402" y="170692"/>
                  </a:lnTo>
                  <a:lnTo>
                    <a:pt x="91440" y="170692"/>
                  </a:lnTo>
                  <a:lnTo>
                    <a:pt x="91440" y="256035"/>
                  </a:lnTo>
                  <a:close/>
                </a:path>
                <a:path w="551814" h="683260">
                  <a:moveTo>
                    <a:pt x="91440" y="341379"/>
                  </a:moveTo>
                  <a:lnTo>
                    <a:pt x="184402" y="341379"/>
                  </a:lnTo>
                  <a:lnTo>
                    <a:pt x="184402" y="256036"/>
                  </a:lnTo>
                  <a:lnTo>
                    <a:pt x="91440" y="256036"/>
                  </a:lnTo>
                  <a:lnTo>
                    <a:pt x="91440" y="341379"/>
                  </a:lnTo>
                  <a:close/>
                </a:path>
                <a:path w="551814" h="683260">
                  <a:moveTo>
                    <a:pt x="91440" y="426723"/>
                  </a:moveTo>
                  <a:lnTo>
                    <a:pt x="184402" y="426723"/>
                  </a:lnTo>
                  <a:lnTo>
                    <a:pt x="184402" y="341380"/>
                  </a:lnTo>
                  <a:lnTo>
                    <a:pt x="91440" y="341380"/>
                  </a:lnTo>
                  <a:lnTo>
                    <a:pt x="91440" y="426723"/>
                  </a:lnTo>
                  <a:close/>
                </a:path>
                <a:path w="551814" h="683260">
                  <a:moveTo>
                    <a:pt x="91440" y="512067"/>
                  </a:moveTo>
                  <a:lnTo>
                    <a:pt x="184402" y="512067"/>
                  </a:lnTo>
                  <a:lnTo>
                    <a:pt x="184402" y="426720"/>
                  </a:lnTo>
                  <a:lnTo>
                    <a:pt x="91440" y="426720"/>
                  </a:lnTo>
                  <a:lnTo>
                    <a:pt x="91440" y="512067"/>
                  </a:lnTo>
                  <a:close/>
                </a:path>
                <a:path w="551814" h="683260">
                  <a:moveTo>
                    <a:pt x="91440" y="597411"/>
                  </a:moveTo>
                  <a:lnTo>
                    <a:pt x="184402" y="597411"/>
                  </a:lnTo>
                  <a:lnTo>
                    <a:pt x="184402" y="512068"/>
                  </a:lnTo>
                  <a:lnTo>
                    <a:pt x="91440" y="512068"/>
                  </a:lnTo>
                  <a:lnTo>
                    <a:pt x="91440" y="597411"/>
                  </a:lnTo>
                  <a:close/>
                </a:path>
                <a:path w="551814" h="683260">
                  <a:moveTo>
                    <a:pt x="91440" y="682755"/>
                  </a:moveTo>
                  <a:lnTo>
                    <a:pt x="184402" y="682755"/>
                  </a:lnTo>
                  <a:lnTo>
                    <a:pt x="184402" y="597412"/>
                  </a:lnTo>
                  <a:lnTo>
                    <a:pt x="91440" y="597412"/>
                  </a:lnTo>
                  <a:lnTo>
                    <a:pt x="91440" y="682755"/>
                  </a:lnTo>
                  <a:close/>
                </a:path>
                <a:path w="551814" h="683260">
                  <a:moveTo>
                    <a:pt x="184404" y="85347"/>
                  </a:moveTo>
                  <a:lnTo>
                    <a:pt x="275844" y="85347"/>
                  </a:lnTo>
                  <a:lnTo>
                    <a:pt x="275844" y="0"/>
                  </a:lnTo>
                  <a:lnTo>
                    <a:pt x="184404" y="0"/>
                  </a:lnTo>
                  <a:lnTo>
                    <a:pt x="184404" y="85347"/>
                  </a:lnTo>
                  <a:close/>
                </a:path>
                <a:path w="551814" h="683260">
                  <a:moveTo>
                    <a:pt x="184404" y="170691"/>
                  </a:moveTo>
                  <a:lnTo>
                    <a:pt x="275844" y="170691"/>
                  </a:lnTo>
                  <a:lnTo>
                    <a:pt x="275844" y="85348"/>
                  </a:lnTo>
                  <a:lnTo>
                    <a:pt x="184404" y="85348"/>
                  </a:lnTo>
                  <a:lnTo>
                    <a:pt x="184404" y="170691"/>
                  </a:lnTo>
                  <a:close/>
                </a:path>
                <a:path w="551814" h="683260">
                  <a:moveTo>
                    <a:pt x="184404" y="256035"/>
                  </a:moveTo>
                  <a:lnTo>
                    <a:pt x="275844" y="256035"/>
                  </a:lnTo>
                  <a:lnTo>
                    <a:pt x="275844" y="170692"/>
                  </a:lnTo>
                  <a:lnTo>
                    <a:pt x="184404" y="170692"/>
                  </a:lnTo>
                  <a:lnTo>
                    <a:pt x="184404" y="256035"/>
                  </a:lnTo>
                  <a:close/>
                </a:path>
                <a:path w="551814" h="683260">
                  <a:moveTo>
                    <a:pt x="184404" y="341379"/>
                  </a:moveTo>
                  <a:lnTo>
                    <a:pt x="275844" y="341379"/>
                  </a:lnTo>
                  <a:lnTo>
                    <a:pt x="275844" y="256036"/>
                  </a:lnTo>
                  <a:lnTo>
                    <a:pt x="184404" y="256036"/>
                  </a:lnTo>
                  <a:lnTo>
                    <a:pt x="184404" y="341379"/>
                  </a:lnTo>
                  <a:close/>
                </a:path>
                <a:path w="551814" h="683260">
                  <a:moveTo>
                    <a:pt x="184404" y="426723"/>
                  </a:moveTo>
                  <a:lnTo>
                    <a:pt x="275844" y="426723"/>
                  </a:lnTo>
                  <a:lnTo>
                    <a:pt x="275844" y="341380"/>
                  </a:lnTo>
                  <a:lnTo>
                    <a:pt x="184404" y="341380"/>
                  </a:lnTo>
                  <a:lnTo>
                    <a:pt x="184404" y="426723"/>
                  </a:lnTo>
                  <a:close/>
                </a:path>
                <a:path w="551814" h="683260">
                  <a:moveTo>
                    <a:pt x="184404" y="512067"/>
                  </a:moveTo>
                  <a:lnTo>
                    <a:pt x="275844" y="512067"/>
                  </a:lnTo>
                  <a:lnTo>
                    <a:pt x="275844" y="426720"/>
                  </a:lnTo>
                  <a:lnTo>
                    <a:pt x="184404" y="426720"/>
                  </a:lnTo>
                  <a:lnTo>
                    <a:pt x="184404" y="512067"/>
                  </a:lnTo>
                  <a:close/>
                </a:path>
                <a:path w="551814" h="683260">
                  <a:moveTo>
                    <a:pt x="184404" y="597411"/>
                  </a:moveTo>
                  <a:lnTo>
                    <a:pt x="275844" y="597411"/>
                  </a:lnTo>
                  <a:lnTo>
                    <a:pt x="275844" y="512068"/>
                  </a:lnTo>
                  <a:lnTo>
                    <a:pt x="184404" y="512068"/>
                  </a:lnTo>
                  <a:lnTo>
                    <a:pt x="184404" y="597411"/>
                  </a:lnTo>
                  <a:close/>
                </a:path>
                <a:path w="551814" h="683260">
                  <a:moveTo>
                    <a:pt x="184404" y="682755"/>
                  </a:moveTo>
                  <a:lnTo>
                    <a:pt x="275844" y="682755"/>
                  </a:lnTo>
                  <a:lnTo>
                    <a:pt x="275844" y="597412"/>
                  </a:lnTo>
                  <a:lnTo>
                    <a:pt x="184404" y="597412"/>
                  </a:lnTo>
                  <a:lnTo>
                    <a:pt x="184404" y="682755"/>
                  </a:lnTo>
                  <a:close/>
                </a:path>
                <a:path w="551814" h="683260">
                  <a:moveTo>
                    <a:pt x="275844" y="85347"/>
                  </a:moveTo>
                  <a:lnTo>
                    <a:pt x="367284" y="85347"/>
                  </a:lnTo>
                  <a:lnTo>
                    <a:pt x="367284" y="0"/>
                  </a:lnTo>
                  <a:lnTo>
                    <a:pt x="275844" y="0"/>
                  </a:lnTo>
                  <a:lnTo>
                    <a:pt x="275844" y="85347"/>
                  </a:lnTo>
                  <a:close/>
                </a:path>
                <a:path w="551814" h="683260">
                  <a:moveTo>
                    <a:pt x="275844" y="170691"/>
                  </a:moveTo>
                  <a:lnTo>
                    <a:pt x="367284" y="170691"/>
                  </a:lnTo>
                  <a:lnTo>
                    <a:pt x="367284" y="85348"/>
                  </a:lnTo>
                  <a:lnTo>
                    <a:pt x="275844" y="85348"/>
                  </a:lnTo>
                  <a:lnTo>
                    <a:pt x="275844" y="170691"/>
                  </a:lnTo>
                  <a:close/>
                </a:path>
                <a:path w="551814" h="683260">
                  <a:moveTo>
                    <a:pt x="275844" y="256035"/>
                  </a:moveTo>
                  <a:lnTo>
                    <a:pt x="367284" y="256035"/>
                  </a:lnTo>
                  <a:lnTo>
                    <a:pt x="367284" y="170692"/>
                  </a:lnTo>
                  <a:lnTo>
                    <a:pt x="275844" y="170692"/>
                  </a:lnTo>
                  <a:lnTo>
                    <a:pt x="275844" y="256035"/>
                  </a:lnTo>
                  <a:close/>
                </a:path>
                <a:path w="551814" h="683260">
                  <a:moveTo>
                    <a:pt x="275844" y="341379"/>
                  </a:moveTo>
                  <a:lnTo>
                    <a:pt x="367284" y="341379"/>
                  </a:lnTo>
                  <a:lnTo>
                    <a:pt x="367284" y="256036"/>
                  </a:lnTo>
                  <a:lnTo>
                    <a:pt x="275844" y="256036"/>
                  </a:lnTo>
                  <a:lnTo>
                    <a:pt x="275844" y="341379"/>
                  </a:lnTo>
                  <a:close/>
                </a:path>
                <a:path w="551814" h="683260">
                  <a:moveTo>
                    <a:pt x="275844" y="426723"/>
                  </a:moveTo>
                  <a:lnTo>
                    <a:pt x="367284" y="426723"/>
                  </a:lnTo>
                  <a:lnTo>
                    <a:pt x="367284" y="341380"/>
                  </a:lnTo>
                  <a:lnTo>
                    <a:pt x="275844" y="341380"/>
                  </a:lnTo>
                  <a:lnTo>
                    <a:pt x="275844" y="426723"/>
                  </a:lnTo>
                  <a:close/>
                </a:path>
                <a:path w="551814" h="683260">
                  <a:moveTo>
                    <a:pt x="275844" y="512067"/>
                  </a:moveTo>
                  <a:lnTo>
                    <a:pt x="367284" y="512067"/>
                  </a:lnTo>
                  <a:lnTo>
                    <a:pt x="367284" y="426720"/>
                  </a:lnTo>
                  <a:lnTo>
                    <a:pt x="275844" y="426720"/>
                  </a:lnTo>
                  <a:lnTo>
                    <a:pt x="275844" y="512067"/>
                  </a:lnTo>
                  <a:close/>
                </a:path>
                <a:path w="551814" h="683260">
                  <a:moveTo>
                    <a:pt x="275844" y="597411"/>
                  </a:moveTo>
                  <a:lnTo>
                    <a:pt x="367284" y="597411"/>
                  </a:lnTo>
                  <a:lnTo>
                    <a:pt x="367284" y="512068"/>
                  </a:lnTo>
                  <a:lnTo>
                    <a:pt x="275844" y="512068"/>
                  </a:lnTo>
                  <a:lnTo>
                    <a:pt x="275844" y="597411"/>
                  </a:lnTo>
                  <a:close/>
                </a:path>
                <a:path w="551814" h="683260">
                  <a:moveTo>
                    <a:pt x="275844" y="682755"/>
                  </a:moveTo>
                  <a:lnTo>
                    <a:pt x="367284" y="682755"/>
                  </a:lnTo>
                  <a:lnTo>
                    <a:pt x="367284" y="597412"/>
                  </a:lnTo>
                  <a:lnTo>
                    <a:pt x="275844" y="597412"/>
                  </a:lnTo>
                  <a:lnTo>
                    <a:pt x="275844" y="682755"/>
                  </a:lnTo>
                  <a:close/>
                </a:path>
                <a:path w="551814" h="683260">
                  <a:moveTo>
                    <a:pt x="367284" y="85347"/>
                  </a:moveTo>
                  <a:lnTo>
                    <a:pt x="460246" y="85347"/>
                  </a:lnTo>
                  <a:lnTo>
                    <a:pt x="460246" y="0"/>
                  </a:lnTo>
                  <a:lnTo>
                    <a:pt x="367284" y="0"/>
                  </a:lnTo>
                  <a:lnTo>
                    <a:pt x="367284" y="85347"/>
                  </a:lnTo>
                  <a:close/>
                </a:path>
                <a:path w="551814" h="683260">
                  <a:moveTo>
                    <a:pt x="367284" y="170691"/>
                  </a:moveTo>
                  <a:lnTo>
                    <a:pt x="460246" y="170691"/>
                  </a:lnTo>
                  <a:lnTo>
                    <a:pt x="460246" y="85348"/>
                  </a:lnTo>
                  <a:lnTo>
                    <a:pt x="367284" y="85348"/>
                  </a:lnTo>
                  <a:lnTo>
                    <a:pt x="367284" y="170691"/>
                  </a:lnTo>
                  <a:close/>
                </a:path>
                <a:path w="551814" h="683260">
                  <a:moveTo>
                    <a:pt x="367284" y="256035"/>
                  </a:moveTo>
                  <a:lnTo>
                    <a:pt x="460246" y="256035"/>
                  </a:lnTo>
                  <a:lnTo>
                    <a:pt x="460246" y="170692"/>
                  </a:lnTo>
                  <a:lnTo>
                    <a:pt x="367284" y="170692"/>
                  </a:lnTo>
                  <a:lnTo>
                    <a:pt x="367284" y="256035"/>
                  </a:lnTo>
                  <a:close/>
                </a:path>
                <a:path w="551814" h="683260">
                  <a:moveTo>
                    <a:pt x="367284" y="341379"/>
                  </a:moveTo>
                  <a:lnTo>
                    <a:pt x="460246" y="341379"/>
                  </a:lnTo>
                  <a:lnTo>
                    <a:pt x="460246" y="256036"/>
                  </a:lnTo>
                  <a:lnTo>
                    <a:pt x="367284" y="256036"/>
                  </a:lnTo>
                  <a:lnTo>
                    <a:pt x="367284" y="341379"/>
                  </a:lnTo>
                  <a:close/>
                </a:path>
                <a:path w="551814" h="683260">
                  <a:moveTo>
                    <a:pt x="367284" y="426723"/>
                  </a:moveTo>
                  <a:lnTo>
                    <a:pt x="460246" y="426723"/>
                  </a:lnTo>
                  <a:lnTo>
                    <a:pt x="460246" y="341380"/>
                  </a:lnTo>
                  <a:lnTo>
                    <a:pt x="367284" y="341380"/>
                  </a:lnTo>
                  <a:lnTo>
                    <a:pt x="367284" y="426723"/>
                  </a:lnTo>
                  <a:close/>
                </a:path>
                <a:path w="551814" h="683260">
                  <a:moveTo>
                    <a:pt x="367284" y="512067"/>
                  </a:moveTo>
                  <a:lnTo>
                    <a:pt x="460246" y="512067"/>
                  </a:lnTo>
                  <a:lnTo>
                    <a:pt x="460246" y="426720"/>
                  </a:lnTo>
                  <a:lnTo>
                    <a:pt x="367284" y="426720"/>
                  </a:lnTo>
                  <a:lnTo>
                    <a:pt x="367284" y="512067"/>
                  </a:lnTo>
                  <a:close/>
                </a:path>
                <a:path w="551814" h="683260">
                  <a:moveTo>
                    <a:pt x="367284" y="597411"/>
                  </a:moveTo>
                  <a:lnTo>
                    <a:pt x="460246" y="597411"/>
                  </a:lnTo>
                  <a:lnTo>
                    <a:pt x="460246" y="512068"/>
                  </a:lnTo>
                  <a:lnTo>
                    <a:pt x="367284" y="512068"/>
                  </a:lnTo>
                  <a:lnTo>
                    <a:pt x="367284" y="597411"/>
                  </a:lnTo>
                  <a:close/>
                </a:path>
                <a:path w="551814" h="683260">
                  <a:moveTo>
                    <a:pt x="367284" y="682755"/>
                  </a:moveTo>
                  <a:lnTo>
                    <a:pt x="460246" y="682755"/>
                  </a:lnTo>
                  <a:lnTo>
                    <a:pt x="460246" y="597412"/>
                  </a:lnTo>
                  <a:lnTo>
                    <a:pt x="367284" y="597412"/>
                  </a:lnTo>
                  <a:lnTo>
                    <a:pt x="367284" y="682755"/>
                  </a:lnTo>
                  <a:close/>
                </a:path>
                <a:path w="551814" h="683260">
                  <a:moveTo>
                    <a:pt x="460248" y="85347"/>
                  </a:moveTo>
                  <a:lnTo>
                    <a:pt x="551688" y="85347"/>
                  </a:lnTo>
                  <a:lnTo>
                    <a:pt x="551688" y="0"/>
                  </a:lnTo>
                  <a:lnTo>
                    <a:pt x="460248" y="0"/>
                  </a:lnTo>
                  <a:lnTo>
                    <a:pt x="460248" y="85347"/>
                  </a:lnTo>
                  <a:close/>
                </a:path>
                <a:path w="551814" h="683260">
                  <a:moveTo>
                    <a:pt x="460248" y="170691"/>
                  </a:moveTo>
                  <a:lnTo>
                    <a:pt x="551688" y="170691"/>
                  </a:lnTo>
                  <a:lnTo>
                    <a:pt x="551688" y="85348"/>
                  </a:lnTo>
                  <a:lnTo>
                    <a:pt x="460248" y="85348"/>
                  </a:lnTo>
                  <a:lnTo>
                    <a:pt x="460248" y="170691"/>
                  </a:lnTo>
                  <a:close/>
                </a:path>
                <a:path w="551814" h="683260">
                  <a:moveTo>
                    <a:pt x="460248" y="256035"/>
                  </a:moveTo>
                  <a:lnTo>
                    <a:pt x="551688" y="256035"/>
                  </a:lnTo>
                  <a:lnTo>
                    <a:pt x="551688" y="170692"/>
                  </a:lnTo>
                  <a:lnTo>
                    <a:pt x="460248" y="170692"/>
                  </a:lnTo>
                  <a:lnTo>
                    <a:pt x="460248" y="256035"/>
                  </a:lnTo>
                  <a:close/>
                </a:path>
                <a:path w="551814" h="683260">
                  <a:moveTo>
                    <a:pt x="460248" y="341379"/>
                  </a:moveTo>
                  <a:lnTo>
                    <a:pt x="551688" y="341379"/>
                  </a:lnTo>
                  <a:lnTo>
                    <a:pt x="551688" y="256036"/>
                  </a:lnTo>
                  <a:lnTo>
                    <a:pt x="460248" y="256036"/>
                  </a:lnTo>
                  <a:lnTo>
                    <a:pt x="460248" y="341379"/>
                  </a:lnTo>
                  <a:close/>
                </a:path>
                <a:path w="551814" h="683260">
                  <a:moveTo>
                    <a:pt x="460248" y="426723"/>
                  </a:moveTo>
                  <a:lnTo>
                    <a:pt x="551688" y="426723"/>
                  </a:lnTo>
                  <a:lnTo>
                    <a:pt x="551688" y="341380"/>
                  </a:lnTo>
                  <a:lnTo>
                    <a:pt x="460248" y="341380"/>
                  </a:lnTo>
                  <a:lnTo>
                    <a:pt x="460248" y="426723"/>
                  </a:lnTo>
                  <a:close/>
                </a:path>
                <a:path w="551814" h="683260">
                  <a:moveTo>
                    <a:pt x="460248" y="512067"/>
                  </a:moveTo>
                  <a:lnTo>
                    <a:pt x="551688" y="512067"/>
                  </a:lnTo>
                  <a:lnTo>
                    <a:pt x="551688" y="426720"/>
                  </a:lnTo>
                  <a:lnTo>
                    <a:pt x="460248" y="426720"/>
                  </a:lnTo>
                  <a:lnTo>
                    <a:pt x="460248" y="512067"/>
                  </a:lnTo>
                  <a:close/>
                </a:path>
                <a:path w="551814" h="683260">
                  <a:moveTo>
                    <a:pt x="460248" y="597411"/>
                  </a:moveTo>
                  <a:lnTo>
                    <a:pt x="551688" y="597411"/>
                  </a:lnTo>
                  <a:lnTo>
                    <a:pt x="551688" y="512068"/>
                  </a:lnTo>
                  <a:lnTo>
                    <a:pt x="460248" y="512068"/>
                  </a:lnTo>
                  <a:lnTo>
                    <a:pt x="460248" y="597411"/>
                  </a:lnTo>
                  <a:close/>
                </a:path>
                <a:path w="551814" h="683260">
                  <a:moveTo>
                    <a:pt x="460248" y="682755"/>
                  </a:moveTo>
                  <a:lnTo>
                    <a:pt x="551688" y="682755"/>
                  </a:lnTo>
                  <a:lnTo>
                    <a:pt x="551688" y="597412"/>
                  </a:lnTo>
                  <a:lnTo>
                    <a:pt x="460248" y="597412"/>
                  </a:lnTo>
                  <a:lnTo>
                    <a:pt x="460248" y="682755"/>
                  </a:lnTo>
                  <a:close/>
                </a:path>
              </a:pathLst>
            </a:custGeom>
            <a:ln w="12700">
              <a:solidFill>
                <a:srgbClr val="D1D1D1"/>
              </a:solidFill>
            </a:ln>
          </p:spPr>
          <p:txBody>
            <a:bodyPr wrap="square" lIns="0" tIns="0" rIns="0" bIns="0" rtlCol="0"/>
            <a:lstStyle/>
            <a:p>
              <a:endParaRPr sz="2000"/>
            </a:p>
          </p:txBody>
        </p:sp>
        <p:sp>
          <p:nvSpPr>
            <p:cNvPr id="199" name="object 195">
              <a:extLst>
                <a:ext uri="{FF2B5EF4-FFF2-40B4-BE49-F238E27FC236}">
                  <a16:creationId xmlns:a16="http://schemas.microsoft.com/office/drawing/2014/main" id="{1B4B3306-F5C2-4EEA-A5D7-7DA17C164FA7}"/>
                </a:ext>
              </a:extLst>
            </p:cNvPr>
            <p:cNvSpPr/>
            <p:nvPr/>
          </p:nvSpPr>
          <p:spPr>
            <a:xfrm>
              <a:off x="2618232" y="183184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00" name="object 196">
              <a:extLst>
                <a:ext uri="{FF2B5EF4-FFF2-40B4-BE49-F238E27FC236}">
                  <a16:creationId xmlns:a16="http://schemas.microsoft.com/office/drawing/2014/main" id="{D48BE30A-5615-4B14-BA9A-E7BD30E8B37C}"/>
                </a:ext>
              </a:extLst>
            </p:cNvPr>
            <p:cNvSpPr/>
            <p:nvPr/>
          </p:nvSpPr>
          <p:spPr>
            <a:xfrm>
              <a:off x="2618232" y="183184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1" name="object 197">
              <a:extLst>
                <a:ext uri="{FF2B5EF4-FFF2-40B4-BE49-F238E27FC236}">
                  <a16:creationId xmlns:a16="http://schemas.microsoft.com/office/drawing/2014/main" id="{F9B846BC-1987-4EA5-998A-85869CAEFBE2}"/>
                </a:ext>
              </a:extLst>
            </p:cNvPr>
            <p:cNvSpPr/>
            <p:nvPr/>
          </p:nvSpPr>
          <p:spPr>
            <a:xfrm>
              <a:off x="2618232" y="191719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2" name="object 198">
              <a:extLst>
                <a:ext uri="{FF2B5EF4-FFF2-40B4-BE49-F238E27FC236}">
                  <a16:creationId xmlns:a16="http://schemas.microsoft.com/office/drawing/2014/main" id="{90380097-AA49-4A70-A00D-173D338B3EAE}"/>
                </a:ext>
              </a:extLst>
            </p:cNvPr>
            <p:cNvSpPr/>
            <p:nvPr/>
          </p:nvSpPr>
          <p:spPr>
            <a:xfrm>
              <a:off x="2618232" y="191719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3" name="object 199">
              <a:extLst>
                <a:ext uri="{FF2B5EF4-FFF2-40B4-BE49-F238E27FC236}">
                  <a16:creationId xmlns:a16="http://schemas.microsoft.com/office/drawing/2014/main" id="{975F31F5-E1BE-4659-91FB-2EDC280D8728}"/>
                </a:ext>
              </a:extLst>
            </p:cNvPr>
            <p:cNvSpPr/>
            <p:nvPr/>
          </p:nvSpPr>
          <p:spPr>
            <a:xfrm>
              <a:off x="2618232" y="200253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4" name="object 200">
              <a:extLst>
                <a:ext uri="{FF2B5EF4-FFF2-40B4-BE49-F238E27FC236}">
                  <a16:creationId xmlns:a16="http://schemas.microsoft.com/office/drawing/2014/main" id="{90F7137E-4EC3-4F4B-9FFF-2362B5520778}"/>
                </a:ext>
              </a:extLst>
            </p:cNvPr>
            <p:cNvSpPr/>
            <p:nvPr/>
          </p:nvSpPr>
          <p:spPr>
            <a:xfrm>
              <a:off x="2618232" y="200253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5" name="object 201">
              <a:extLst>
                <a:ext uri="{FF2B5EF4-FFF2-40B4-BE49-F238E27FC236}">
                  <a16:creationId xmlns:a16="http://schemas.microsoft.com/office/drawing/2014/main" id="{58E13070-6B7A-4ABF-B16E-73F3D499F6CB}"/>
                </a:ext>
              </a:extLst>
            </p:cNvPr>
            <p:cNvSpPr/>
            <p:nvPr/>
          </p:nvSpPr>
          <p:spPr>
            <a:xfrm>
              <a:off x="2618232" y="208788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6" name="object 202">
              <a:extLst>
                <a:ext uri="{FF2B5EF4-FFF2-40B4-BE49-F238E27FC236}">
                  <a16:creationId xmlns:a16="http://schemas.microsoft.com/office/drawing/2014/main" id="{59B38E14-E741-4AA6-816D-BCE20243EB71}"/>
                </a:ext>
              </a:extLst>
            </p:cNvPr>
            <p:cNvSpPr/>
            <p:nvPr/>
          </p:nvSpPr>
          <p:spPr>
            <a:xfrm>
              <a:off x="2618232" y="208788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7" name="object 203">
              <a:extLst>
                <a:ext uri="{FF2B5EF4-FFF2-40B4-BE49-F238E27FC236}">
                  <a16:creationId xmlns:a16="http://schemas.microsoft.com/office/drawing/2014/main" id="{05751D8D-65EA-4B89-BE3D-3877BCCD6B44}"/>
                </a:ext>
              </a:extLst>
            </p:cNvPr>
            <p:cNvSpPr/>
            <p:nvPr/>
          </p:nvSpPr>
          <p:spPr>
            <a:xfrm>
              <a:off x="2618232" y="21732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8" name="object 204">
              <a:extLst>
                <a:ext uri="{FF2B5EF4-FFF2-40B4-BE49-F238E27FC236}">
                  <a16:creationId xmlns:a16="http://schemas.microsoft.com/office/drawing/2014/main" id="{FEC8D474-FB52-4345-96A3-35C50D32A2BE}"/>
                </a:ext>
              </a:extLst>
            </p:cNvPr>
            <p:cNvSpPr/>
            <p:nvPr/>
          </p:nvSpPr>
          <p:spPr>
            <a:xfrm>
              <a:off x="2618232" y="21732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9" name="object 205">
              <a:extLst>
                <a:ext uri="{FF2B5EF4-FFF2-40B4-BE49-F238E27FC236}">
                  <a16:creationId xmlns:a16="http://schemas.microsoft.com/office/drawing/2014/main" id="{1C2CF988-026D-4906-9432-9496E232D5C2}"/>
                </a:ext>
              </a:extLst>
            </p:cNvPr>
            <p:cNvSpPr/>
            <p:nvPr/>
          </p:nvSpPr>
          <p:spPr>
            <a:xfrm>
              <a:off x="2618232" y="225856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10" name="object 206">
              <a:extLst>
                <a:ext uri="{FF2B5EF4-FFF2-40B4-BE49-F238E27FC236}">
                  <a16:creationId xmlns:a16="http://schemas.microsoft.com/office/drawing/2014/main" id="{B2DAC491-4382-4B2D-839F-EC9D72E5520B}"/>
                </a:ext>
              </a:extLst>
            </p:cNvPr>
            <p:cNvSpPr/>
            <p:nvPr/>
          </p:nvSpPr>
          <p:spPr>
            <a:xfrm>
              <a:off x="2618232" y="225856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11" name="object 207">
              <a:extLst>
                <a:ext uri="{FF2B5EF4-FFF2-40B4-BE49-F238E27FC236}">
                  <a16:creationId xmlns:a16="http://schemas.microsoft.com/office/drawing/2014/main" id="{5B9B4C5E-80F6-4ADC-A841-D3EA273D70E2}"/>
                </a:ext>
              </a:extLst>
            </p:cNvPr>
            <p:cNvSpPr/>
            <p:nvPr/>
          </p:nvSpPr>
          <p:spPr>
            <a:xfrm>
              <a:off x="2618232" y="23439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12" name="object 208">
              <a:extLst>
                <a:ext uri="{FF2B5EF4-FFF2-40B4-BE49-F238E27FC236}">
                  <a16:creationId xmlns:a16="http://schemas.microsoft.com/office/drawing/2014/main" id="{C431644A-F301-4657-A823-19C9849B25D1}"/>
                </a:ext>
              </a:extLst>
            </p:cNvPr>
            <p:cNvSpPr/>
            <p:nvPr/>
          </p:nvSpPr>
          <p:spPr>
            <a:xfrm>
              <a:off x="2618232" y="23439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3" name="object 209">
              <a:extLst>
                <a:ext uri="{FF2B5EF4-FFF2-40B4-BE49-F238E27FC236}">
                  <a16:creationId xmlns:a16="http://schemas.microsoft.com/office/drawing/2014/main" id="{DDB34E6F-D355-40A1-8A7E-5AB83B57EA61}"/>
                </a:ext>
              </a:extLst>
            </p:cNvPr>
            <p:cNvSpPr/>
            <p:nvPr/>
          </p:nvSpPr>
          <p:spPr>
            <a:xfrm>
              <a:off x="2618232" y="24292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14" name="object 210">
              <a:extLst>
                <a:ext uri="{FF2B5EF4-FFF2-40B4-BE49-F238E27FC236}">
                  <a16:creationId xmlns:a16="http://schemas.microsoft.com/office/drawing/2014/main" id="{AF9A5403-EB02-4FCF-8532-674A6A7CADA0}"/>
                </a:ext>
              </a:extLst>
            </p:cNvPr>
            <p:cNvSpPr/>
            <p:nvPr/>
          </p:nvSpPr>
          <p:spPr>
            <a:xfrm>
              <a:off x="2618232" y="24292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5" name="object 211">
              <a:extLst>
                <a:ext uri="{FF2B5EF4-FFF2-40B4-BE49-F238E27FC236}">
                  <a16:creationId xmlns:a16="http://schemas.microsoft.com/office/drawing/2014/main" id="{5807FB28-1E0B-4BE8-B8F8-D769ECAD07E6}"/>
                </a:ext>
              </a:extLst>
            </p:cNvPr>
            <p:cNvSpPr/>
            <p:nvPr/>
          </p:nvSpPr>
          <p:spPr>
            <a:xfrm>
              <a:off x="2709672" y="183184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16" name="object 212">
              <a:extLst>
                <a:ext uri="{FF2B5EF4-FFF2-40B4-BE49-F238E27FC236}">
                  <a16:creationId xmlns:a16="http://schemas.microsoft.com/office/drawing/2014/main" id="{E162C1DF-FC6B-405A-B8B6-284E09034ACF}"/>
                </a:ext>
              </a:extLst>
            </p:cNvPr>
            <p:cNvSpPr/>
            <p:nvPr/>
          </p:nvSpPr>
          <p:spPr>
            <a:xfrm>
              <a:off x="2709672" y="183184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17" name="object 213">
              <a:extLst>
                <a:ext uri="{FF2B5EF4-FFF2-40B4-BE49-F238E27FC236}">
                  <a16:creationId xmlns:a16="http://schemas.microsoft.com/office/drawing/2014/main" id="{3F3CE5AE-810E-4F36-95B9-EC5FC4ACD513}"/>
                </a:ext>
              </a:extLst>
            </p:cNvPr>
            <p:cNvSpPr/>
            <p:nvPr/>
          </p:nvSpPr>
          <p:spPr>
            <a:xfrm>
              <a:off x="2709672" y="191719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8" name="object 214">
              <a:extLst>
                <a:ext uri="{FF2B5EF4-FFF2-40B4-BE49-F238E27FC236}">
                  <a16:creationId xmlns:a16="http://schemas.microsoft.com/office/drawing/2014/main" id="{FC25185B-308A-4B2C-A4F6-FB203EFA9666}"/>
                </a:ext>
              </a:extLst>
            </p:cNvPr>
            <p:cNvSpPr/>
            <p:nvPr/>
          </p:nvSpPr>
          <p:spPr>
            <a:xfrm>
              <a:off x="2709672" y="191719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9" name="object 215">
              <a:extLst>
                <a:ext uri="{FF2B5EF4-FFF2-40B4-BE49-F238E27FC236}">
                  <a16:creationId xmlns:a16="http://schemas.microsoft.com/office/drawing/2014/main" id="{308F3F0F-2339-4E97-BAF5-9D98B08562EA}"/>
                </a:ext>
              </a:extLst>
            </p:cNvPr>
            <p:cNvSpPr/>
            <p:nvPr/>
          </p:nvSpPr>
          <p:spPr>
            <a:xfrm>
              <a:off x="2709672" y="200253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0" name="object 216">
              <a:extLst>
                <a:ext uri="{FF2B5EF4-FFF2-40B4-BE49-F238E27FC236}">
                  <a16:creationId xmlns:a16="http://schemas.microsoft.com/office/drawing/2014/main" id="{4AF8822E-E4C9-48F3-B504-DDC2EFFE4E2D}"/>
                </a:ext>
              </a:extLst>
            </p:cNvPr>
            <p:cNvSpPr/>
            <p:nvPr/>
          </p:nvSpPr>
          <p:spPr>
            <a:xfrm>
              <a:off x="2709672" y="200253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1" name="object 217">
              <a:extLst>
                <a:ext uri="{FF2B5EF4-FFF2-40B4-BE49-F238E27FC236}">
                  <a16:creationId xmlns:a16="http://schemas.microsoft.com/office/drawing/2014/main" id="{6D20F753-F520-4553-B49D-9F646DD6D25D}"/>
                </a:ext>
              </a:extLst>
            </p:cNvPr>
            <p:cNvSpPr/>
            <p:nvPr/>
          </p:nvSpPr>
          <p:spPr>
            <a:xfrm>
              <a:off x="2709672" y="208788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2" name="object 218">
              <a:extLst>
                <a:ext uri="{FF2B5EF4-FFF2-40B4-BE49-F238E27FC236}">
                  <a16:creationId xmlns:a16="http://schemas.microsoft.com/office/drawing/2014/main" id="{3962D644-157C-41E7-AB12-0E3D63603B43}"/>
                </a:ext>
              </a:extLst>
            </p:cNvPr>
            <p:cNvSpPr/>
            <p:nvPr/>
          </p:nvSpPr>
          <p:spPr>
            <a:xfrm>
              <a:off x="2709672" y="208788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3" name="object 219">
              <a:extLst>
                <a:ext uri="{FF2B5EF4-FFF2-40B4-BE49-F238E27FC236}">
                  <a16:creationId xmlns:a16="http://schemas.microsoft.com/office/drawing/2014/main" id="{F6518B19-4FD6-43BE-AA68-390A27E18E4B}"/>
                </a:ext>
              </a:extLst>
            </p:cNvPr>
            <p:cNvSpPr/>
            <p:nvPr/>
          </p:nvSpPr>
          <p:spPr>
            <a:xfrm>
              <a:off x="2709672" y="217322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4" name="object 220">
              <a:extLst>
                <a:ext uri="{FF2B5EF4-FFF2-40B4-BE49-F238E27FC236}">
                  <a16:creationId xmlns:a16="http://schemas.microsoft.com/office/drawing/2014/main" id="{937D5143-F03E-4607-AAC0-3BD3DB87BFFB}"/>
                </a:ext>
              </a:extLst>
            </p:cNvPr>
            <p:cNvSpPr/>
            <p:nvPr/>
          </p:nvSpPr>
          <p:spPr>
            <a:xfrm>
              <a:off x="2709672" y="217322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5" name="object 221">
              <a:extLst>
                <a:ext uri="{FF2B5EF4-FFF2-40B4-BE49-F238E27FC236}">
                  <a16:creationId xmlns:a16="http://schemas.microsoft.com/office/drawing/2014/main" id="{E2801D1F-05F1-426B-B093-DCCB2F09905B}"/>
                </a:ext>
              </a:extLst>
            </p:cNvPr>
            <p:cNvSpPr/>
            <p:nvPr/>
          </p:nvSpPr>
          <p:spPr>
            <a:xfrm>
              <a:off x="2709672" y="225856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26" name="object 222">
              <a:extLst>
                <a:ext uri="{FF2B5EF4-FFF2-40B4-BE49-F238E27FC236}">
                  <a16:creationId xmlns:a16="http://schemas.microsoft.com/office/drawing/2014/main" id="{B524EEEA-7F04-4313-BC46-7B724E7B8AB4}"/>
                </a:ext>
              </a:extLst>
            </p:cNvPr>
            <p:cNvSpPr/>
            <p:nvPr/>
          </p:nvSpPr>
          <p:spPr>
            <a:xfrm>
              <a:off x="2709672" y="225856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27" name="object 223">
              <a:extLst>
                <a:ext uri="{FF2B5EF4-FFF2-40B4-BE49-F238E27FC236}">
                  <a16:creationId xmlns:a16="http://schemas.microsoft.com/office/drawing/2014/main" id="{D53E8937-EB10-4D84-AF95-5D1BC90FCBDA}"/>
                </a:ext>
              </a:extLst>
            </p:cNvPr>
            <p:cNvSpPr/>
            <p:nvPr/>
          </p:nvSpPr>
          <p:spPr>
            <a:xfrm>
              <a:off x="2709672" y="234391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8" name="object 224">
              <a:extLst>
                <a:ext uri="{FF2B5EF4-FFF2-40B4-BE49-F238E27FC236}">
                  <a16:creationId xmlns:a16="http://schemas.microsoft.com/office/drawing/2014/main" id="{289BB39E-4809-4E9A-8041-A64FC2900461}"/>
                </a:ext>
              </a:extLst>
            </p:cNvPr>
            <p:cNvSpPr/>
            <p:nvPr/>
          </p:nvSpPr>
          <p:spPr>
            <a:xfrm>
              <a:off x="2709672" y="234391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9" name="object 225">
              <a:extLst>
                <a:ext uri="{FF2B5EF4-FFF2-40B4-BE49-F238E27FC236}">
                  <a16:creationId xmlns:a16="http://schemas.microsoft.com/office/drawing/2014/main" id="{0BF02505-43BF-4E34-A308-312D71DCF6B8}"/>
                </a:ext>
              </a:extLst>
            </p:cNvPr>
            <p:cNvSpPr/>
            <p:nvPr/>
          </p:nvSpPr>
          <p:spPr>
            <a:xfrm>
              <a:off x="2709672" y="242925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30" name="object 226">
              <a:extLst>
                <a:ext uri="{FF2B5EF4-FFF2-40B4-BE49-F238E27FC236}">
                  <a16:creationId xmlns:a16="http://schemas.microsoft.com/office/drawing/2014/main" id="{4A397D4E-ECB9-46E3-A917-770218C86BEF}"/>
                </a:ext>
              </a:extLst>
            </p:cNvPr>
            <p:cNvSpPr/>
            <p:nvPr/>
          </p:nvSpPr>
          <p:spPr>
            <a:xfrm>
              <a:off x="2709672" y="242925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231" name="object 227">
            <a:extLst>
              <a:ext uri="{FF2B5EF4-FFF2-40B4-BE49-F238E27FC236}">
                <a16:creationId xmlns:a16="http://schemas.microsoft.com/office/drawing/2014/main" id="{56E5E500-74BC-42B1-9923-9912B8E17859}"/>
              </a:ext>
            </a:extLst>
          </p:cNvPr>
          <p:cNvGrpSpPr/>
          <p:nvPr/>
        </p:nvGrpSpPr>
        <p:grpSpPr>
          <a:xfrm>
            <a:off x="4253371" y="2016478"/>
            <a:ext cx="826911" cy="393700"/>
            <a:chOff x="3828034" y="1814830"/>
            <a:chExt cx="744220" cy="354330"/>
          </a:xfrm>
        </p:grpSpPr>
        <p:sp>
          <p:nvSpPr>
            <p:cNvPr id="232" name="object 228">
              <a:extLst>
                <a:ext uri="{FF2B5EF4-FFF2-40B4-BE49-F238E27FC236}">
                  <a16:creationId xmlns:a16="http://schemas.microsoft.com/office/drawing/2014/main" id="{54A7F787-13B9-417E-AD0E-57834A26D4F2}"/>
                </a:ext>
              </a:extLst>
            </p:cNvPr>
            <p:cNvSpPr/>
            <p:nvPr/>
          </p:nvSpPr>
          <p:spPr>
            <a:xfrm>
              <a:off x="4018788" y="1821180"/>
              <a:ext cx="547370" cy="341630"/>
            </a:xfrm>
            <a:custGeom>
              <a:avLst/>
              <a:gdLst/>
              <a:ahLst/>
              <a:cxnLst/>
              <a:rect l="l" t="t" r="r" b="b"/>
              <a:pathLst>
                <a:path w="547370" h="341630">
                  <a:moveTo>
                    <a:pt x="0" y="85342"/>
                  </a:moveTo>
                  <a:lnTo>
                    <a:pt x="91440" y="85342"/>
                  </a:lnTo>
                  <a:lnTo>
                    <a:pt x="91440" y="0"/>
                  </a:lnTo>
                  <a:lnTo>
                    <a:pt x="0" y="0"/>
                  </a:lnTo>
                  <a:lnTo>
                    <a:pt x="0" y="85342"/>
                  </a:lnTo>
                  <a:close/>
                </a:path>
                <a:path w="547370" h="341630">
                  <a:moveTo>
                    <a:pt x="0" y="170686"/>
                  </a:moveTo>
                  <a:lnTo>
                    <a:pt x="91440" y="170686"/>
                  </a:lnTo>
                  <a:lnTo>
                    <a:pt x="91440" y="85344"/>
                  </a:lnTo>
                  <a:lnTo>
                    <a:pt x="0" y="85344"/>
                  </a:lnTo>
                  <a:lnTo>
                    <a:pt x="0" y="170686"/>
                  </a:lnTo>
                  <a:close/>
                </a:path>
                <a:path w="547370" h="341630">
                  <a:moveTo>
                    <a:pt x="0" y="256030"/>
                  </a:moveTo>
                  <a:lnTo>
                    <a:pt x="91440" y="256030"/>
                  </a:lnTo>
                  <a:lnTo>
                    <a:pt x="91440" y="170683"/>
                  </a:lnTo>
                  <a:lnTo>
                    <a:pt x="0" y="170683"/>
                  </a:lnTo>
                  <a:lnTo>
                    <a:pt x="0" y="256030"/>
                  </a:lnTo>
                  <a:close/>
                </a:path>
                <a:path w="547370" h="341630">
                  <a:moveTo>
                    <a:pt x="0" y="341374"/>
                  </a:moveTo>
                  <a:lnTo>
                    <a:pt x="91440" y="341374"/>
                  </a:lnTo>
                  <a:lnTo>
                    <a:pt x="91440" y="256032"/>
                  </a:lnTo>
                  <a:lnTo>
                    <a:pt x="0" y="256032"/>
                  </a:lnTo>
                  <a:lnTo>
                    <a:pt x="0" y="341374"/>
                  </a:lnTo>
                  <a:close/>
                </a:path>
                <a:path w="547370" h="341630">
                  <a:moveTo>
                    <a:pt x="91440" y="85342"/>
                  </a:moveTo>
                  <a:lnTo>
                    <a:pt x="182880" y="85342"/>
                  </a:lnTo>
                  <a:lnTo>
                    <a:pt x="182880" y="0"/>
                  </a:lnTo>
                  <a:lnTo>
                    <a:pt x="91440" y="0"/>
                  </a:lnTo>
                  <a:lnTo>
                    <a:pt x="91440" y="85342"/>
                  </a:lnTo>
                  <a:close/>
                </a:path>
                <a:path w="547370" h="341630">
                  <a:moveTo>
                    <a:pt x="91440" y="170686"/>
                  </a:moveTo>
                  <a:lnTo>
                    <a:pt x="182880" y="170686"/>
                  </a:lnTo>
                  <a:lnTo>
                    <a:pt x="182880" y="85344"/>
                  </a:lnTo>
                  <a:lnTo>
                    <a:pt x="91440" y="85344"/>
                  </a:lnTo>
                  <a:lnTo>
                    <a:pt x="91440" y="170686"/>
                  </a:lnTo>
                  <a:close/>
                </a:path>
                <a:path w="547370" h="341630">
                  <a:moveTo>
                    <a:pt x="91440" y="256030"/>
                  </a:moveTo>
                  <a:lnTo>
                    <a:pt x="182880" y="256030"/>
                  </a:lnTo>
                  <a:lnTo>
                    <a:pt x="182880" y="170683"/>
                  </a:lnTo>
                  <a:lnTo>
                    <a:pt x="91440" y="170683"/>
                  </a:lnTo>
                  <a:lnTo>
                    <a:pt x="91440" y="256030"/>
                  </a:lnTo>
                  <a:close/>
                </a:path>
                <a:path w="547370" h="341630">
                  <a:moveTo>
                    <a:pt x="91440" y="341374"/>
                  </a:moveTo>
                  <a:lnTo>
                    <a:pt x="182880" y="341374"/>
                  </a:lnTo>
                  <a:lnTo>
                    <a:pt x="182880" y="256032"/>
                  </a:lnTo>
                  <a:lnTo>
                    <a:pt x="91440" y="256032"/>
                  </a:lnTo>
                  <a:lnTo>
                    <a:pt x="91440" y="341374"/>
                  </a:lnTo>
                  <a:close/>
                </a:path>
                <a:path w="547370" h="341630">
                  <a:moveTo>
                    <a:pt x="179832" y="85342"/>
                  </a:moveTo>
                  <a:lnTo>
                    <a:pt x="271272" y="85342"/>
                  </a:lnTo>
                  <a:lnTo>
                    <a:pt x="271272" y="0"/>
                  </a:lnTo>
                  <a:lnTo>
                    <a:pt x="179832" y="0"/>
                  </a:lnTo>
                  <a:lnTo>
                    <a:pt x="179832" y="85342"/>
                  </a:lnTo>
                  <a:close/>
                </a:path>
                <a:path w="547370" h="341630">
                  <a:moveTo>
                    <a:pt x="179832" y="170686"/>
                  </a:moveTo>
                  <a:lnTo>
                    <a:pt x="271272" y="170686"/>
                  </a:lnTo>
                  <a:lnTo>
                    <a:pt x="271272" y="85344"/>
                  </a:lnTo>
                  <a:lnTo>
                    <a:pt x="179832" y="85344"/>
                  </a:lnTo>
                  <a:lnTo>
                    <a:pt x="179832" y="170686"/>
                  </a:lnTo>
                  <a:close/>
                </a:path>
                <a:path w="547370" h="341630">
                  <a:moveTo>
                    <a:pt x="179832" y="256030"/>
                  </a:moveTo>
                  <a:lnTo>
                    <a:pt x="271272" y="256030"/>
                  </a:lnTo>
                  <a:lnTo>
                    <a:pt x="271272" y="170683"/>
                  </a:lnTo>
                  <a:lnTo>
                    <a:pt x="179832" y="170683"/>
                  </a:lnTo>
                  <a:lnTo>
                    <a:pt x="179832" y="256030"/>
                  </a:lnTo>
                  <a:close/>
                </a:path>
                <a:path w="547370" h="341630">
                  <a:moveTo>
                    <a:pt x="179832" y="341374"/>
                  </a:moveTo>
                  <a:lnTo>
                    <a:pt x="271272" y="341374"/>
                  </a:lnTo>
                  <a:lnTo>
                    <a:pt x="271272" y="256032"/>
                  </a:lnTo>
                  <a:lnTo>
                    <a:pt x="179832" y="256032"/>
                  </a:lnTo>
                  <a:lnTo>
                    <a:pt x="179832" y="341374"/>
                  </a:lnTo>
                  <a:close/>
                </a:path>
                <a:path w="547370" h="341630">
                  <a:moveTo>
                    <a:pt x="271272" y="85342"/>
                  </a:moveTo>
                  <a:lnTo>
                    <a:pt x="362712" y="85342"/>
                  </a:lnTo>
                  <a:lnTo>
                    <a:pt x="362712" y="0"/>
                  </a:lnTo>
                  <a:lnTo>
                    <a:pt x="271272" y="0"/>
                  </a:lnTo>
                  <a:lnTo>
                    <a:pt x="271272" y="85342"/>
                  </a:lnTo>
                  <a:close/>
                </a:path>
                <a:path w="547370" h="341630">
                  <a:moveTo>
                    <a:pt x="271272" y="170686"/>
                  </a:moveTo>
                  <a:lnTo>
                    <a:pt x="362712" y="170686"/>
                  </a:lnTo>
                  <a:lnTo>
                    <a:pt x="362712" y="85344"/>
                  </a:lnTo>
                  <a:lnTo>
                    <a:pt x="271272" y="85344"/>
                  </a:lnTo>
                  <a:lnTo>
                    <a:pt x="271272" y="170686"/>
                  </a:lnTo>
                  <a:close/>
                </a:path>
                <a:path w="547370" h="341630">
                  <a:moveTo>
                    <a:pt x="271272" y="256030"/>
                  </a:moveTo>
                  <a:lnTo>
                    <a:pt x="362712" y="256030"/>
                  </a:lnTo>
                  <a:lnTo>
                    <a:pt x="362712" y="170683"/>
                  </a:lnTo>
                  <a:lnTo>
                    <a:pt x="271272" y="170683"/>
                  </a:lnTo>
                  <a:lnTo>
                    <a:pt x="271272" y="256030"/>
                  </a:lnTo>
                  <a:close/>
                </a:path>
                <a:path w="547370" h="341630">
                  <a:moveTo>
                    <a:pt x="271272" y="341374"/>
                  </a:moveTo>
                  <a:lnTo>
                    <a:pt x="362712" y="341374"/>
                  </a:lnTo>
                  <a:lnTo>
                    <a:pt x="362712" y="256032"/>
                  </a:lnTo>
                  <a:lnTo>
                    <a:pt x="271272" y="256032"/>
                  </a:lnTo>
                  <a:lnTo>
                    <a:pt x="271272" y="341374"/>
                  </a:lnTo>
                  <a:close/>
                </a:path>
                <a:path w="547370" h="341630">
                  <a:moveTo>
                    <a:pt x="362712" y="85342"/>
                  </a:moveTo>
                  <a:lnTo>
                    <a:pt x="454152" y="85342"/>
                  </a:lnTo>
                  <a:lnTo>
                    <a:pt x="454152" y="0"/>
                  </a:lnTo>
                  <a:lnTo>
                    <a:pt x="362712" y="0"/>
                  </a:lnTo>
                  <a:lnTo>
                    <a:pt x="362712" y="85342"/>
                  </a:lnTo>
                  <a:close/>
                </a:path>
                <a:path w="547370" h="341630">
                  <a:moveTo>
                    <a:pt x="362712" y="170686"/>
                  </a:moveTo>
                  <a:lnTo>
                    <a:pt x="454152" y="170686"/>
                  </a:lnTo>
                  <a:lnTo>
                    <a:pt x="454152" y="85344"/>
                  </a:lnTo>
                  <a:lnTo>
                    <a:pt x="362712" y="85344"/>
                  </a:lnTo>
                  <a:lnTo>
                    <a:pt x="362712" y="170686"/>
                  </a:lnTo>
                  <a:close/>
                </a:path>
                <a:path w="547370" h="341630">
                  <a:moveTo>
                    <a:pt x="362712" y="256030"/>
                  </a:moveTo>
                  <a:lnTo>
                    <a:pt x="454152" y="256030"/>
                  </a:lnTo>
                  <a:lnTo>
                    <a:pt x="454152" y="170683"/>
                  </a:lnTo>
                  <a:lnTo>
                    <a:pt x="362712" y="170683"/>
                  </a:lnTo>
                  <a:lnTo>
                    <a:pt x="362712" y="256030"/>
                  </a:lnTo>
                  <a:close/>
                </a:path>
                <a:path w="547370" h="341630">
                  <a:moveTo>
                    <a:pt x="362712" y="341374"/>
                  </a:moveTo>
                  <a:lnTo>
                    <a:pt x="454152" y="341374"/>
                  </a:lnTo>
                  <a:lnTo>
                    <a:pt x="454152" y="256032"/>
                  </a:lnTo>
                  <a:lnTo>
                    <a:pt x="362712" y="256032"/>
                  </a:lnTo>
                  <a:lnTo>
                    <a:pt x="362712" y="341374"/>
                  </a:lnTo>
                  <a:close/>
                </a:path>
                <a:path w="547370" h="341630">
                  <a:moveTo>
                    <a:pt x="454152" y="85342"/>
                  </a:moveTo>
                  <a:lnTo>
                    <a:pt x="547114" y="85342"/>
                  </a:lnTo>
                  <a:lnTo>
                    <a:pt x="547114" y="0"/>
                  </a:lnTo>
                  <a:lnTo>
                    <a:pt x="454152" y="0"/>
                  </a:lnTo>
                  <a:lnTo>
                    <a:pt x="454152" y="85342"/>
                  </a:lnTo>
                  <a:close/>
                </a:path>
                <a:path w="547370" h="341630">
                  <a:moveTo>
                    <a:pt x="454152" y="170686"/>
                  </a:moveTo>
                  <a:lnTo>
                    <a:pt x="547114" y="170686"/>
                  </a:lnTo>
                  <a:lnTo>
                    <a:pt x="547114" y="85344"/>
                  </a:lnTo>
                  <a:lnTo>
                    <a:pt x="454152" y="85344"/>
                  </a:lnTo>
                  <a:lnTo>
                    <a:pt x="454152" y="170686"/>
                  </a:lnTo>
                  <a:close/>
                </a:path>
                <a:path w="547370" h="341630">
                  <a:moveTo>
                    <a:pt x="454152" y="256030"/>
                  </a:moveTo>
                  <a:lnTo>
                    <a:pt x="547114" y="256030"/>
                  </a:lnTo>
                  <a:lnTo>
                    <a:pt x="547114" y="170683"/>
                  </a:lnTo>
                  <a:lnTo>
                    <a:pt x="454152" y="170683"/>
                  </a:lnTo>
                  <a:lnTo>
                    <a:pt x="454152" y="256030"/>
                  </a:lnTo>
                  <a:close/>
                </a:path>
                <a:path w="547370" h="341630">
                  <a:moveTo>
                    <a:pt x="454152" y="341374"/>
                  </a:moveTo>
                  <a:lnTo>
                    <a:pt x="547114" y="341374"/>
                  </a:lnTo>
                  <a:lnTo>
                    <a:pt x="547114" y="256032"/>
                  </a:lnTo>
                  <a:lnTo>
                    <a:pt x="454152" y="256032"/>
                  </a:lnTo>
                  <a:lnTo>
                    <a:pt x="454152" y="341374"/>
                  </a:lnTo>
                  <a:close/>
                </a:path>
              </a:pathLst>
            </a:custGeom>
            <a:ln w="12700">
              <a:solidFill>
                <a:srgbClr val="D1D1D1"/>
              </a:solidFill>
            </a:ln>
          </p:spPr>
          <p:txBody>
            <a:bodyPr wrap="square" lIns="0" tIns="0" rIns="0" bIns="0" rtlCol="0"/>
            <a:lstStyle/>
            <a:p>
              <a:endParaRPr sz="2000"/>
            </a:p>
          </p:txBody>
        </p:sp>
        <p:sp>
          <p:nvSpPr>
            <p:cNvPr id="233" name="object 229">
              <a:extLst>
                <a:ext uri="{FF2B5EF4-FFF2-40B4-BE49-F238E27FC236}">
                  <a16:creationId xmlns:a16="http://schemas.microsoft.com/office/drawing/2014/main" id="{D3E6C559-6BA6-4831-B7DE-7A5D0300D39D}"/>
                </a:ext>
              </a:extLst>
            </p:cNvPr>
            <p:cNvSpPr/>
            <p:nvPr/>
          </p:nvSpPr>
          <p:spPr>
            <a:xfrm>
              <a:off x="3834384" y="182118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34" name="object 230">
              <a:extLst>
                <a:ext uri="{FF2B5EF4-FFF2-40B4-BE49-F238E27FC236}">
                  <a16:creationId xmlns:a16="http://schemas.microsoft.com/office/drawing/2014/main" id="{537B5D54-D991-44B7-8B01-F5534C79B971}"/>
                </a:ext>
              </a:extLst>
            </p:cNvPr>
            <p:cNvSpPr/>
            <p:nvPr/>
          </p:nvSpPr>
          <p:spPr>
            <a:xfrm>
              <a:off x="3834384" y="182118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5" name="object 231">
              <a:extLst>
                <a:ext uri="{FF2B5EF4-FFF2-40B4-BE49-F238E27FC236}">
                  <a16:creationId xmlns:a16="http://schemas.microsoft.com/office/drawing/2014/main" id="{89BE233C-6926-4633-B330-3543B8A9A921}"/>
                </a:ext>
              </a:extLst>
            </p:cNvPr>
            <p:cNvSpPr/>
            <p:nvPr/>
          </p:nvSpPr>
          <p:spPr>
            <a:xfrm>
              <a:off x="3834384" y="190652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36" name="object 232">
              <a:extLst>
                <a:ext uri="{FF2B5EF4-FFF2-40B4-BE49-F238E27FC236}">
                  <a16:creationId xmlns:a16="http://schemas.microsoft.com/office/drawing/2014/main" id="{94D30B73-84E9-46F8-BFD1-8F25BAFEA41A}"/>
                </a:ext>
              </a:extLst>
            </p:cNvPr>
            <p:cNvSpPr/>
            <p:nvPr/>
          </p:nvSpPr>
          <p:spPr>
            <a:xfrm>
              <a:off x="3834384" y="190652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7" name="object 233">
              <a:extLst>
                <a:ext uri="{FF2B5EF4-FFF2-40B4-BE49-F238E27FC236}">
                  <a16:creationId xmlns:a16="http://schemas.microsoft.com/office/drawing/2014/main" id="{0192BABC-F603-40A4-8445-9B87781AB1A4}"/>
                </a:ext>
              </a:extLst>
            </p:cNvPr>
            <p:cNvSpPr/>
            <p:nvPr/>
          </p:nvSpPr>
          <p:spPr>
            <a:xfrm>
              <a:off x="3834384" y="1991863"/>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238" name="object 234">
              <a:extLst>
                <a:ext uri="{FF2B5EF4-FFF2-40B4-BE49-F238E27FC236}">
                  <a16:creationId xmlns:a16="http://schemas.microsoft.com/office/drawing/2014/main" id="{3BC80D14-FC2B-46BE-A707-BF74B9CBA654}"/>
                </a:ext>
              </a:extLst>
            </p:cNvPr>
            <p:cNvSpPr/>
            <p:nvPr/>
          </p:nvSpPr>
          <p:spPr>
            <a:xfrm>
              <a:off x="3834384" y="199186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9" name="object 235">
              <a:extLst>
                <a:ext uri="{FF2B5EF4-FFF2-40B4-BE49-F238E27FC236}">
                  <a16:creationId xmlns:a16="http://schemas.microsoft.com/office/drawing/2014/main" id="{189C191F-574A-49AA-9E81-4DF53C4967D5}"/>
                </a:ext>
              </a:extLst>
            </p:cNvPr>
            <p:cNvSpPr/>
            <p:nvPr/>
          </p:nvSpPr>
          <p:spPr>
            <a:xfrm>
              <a:off x="3834384" y="207721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40" name="object 236">
              <a:extLst>
                <a:ext uri="{FF2B5EF4-FFF2-40B4-BE49-F238E27FC236}">
                  <a16:creationId xmlns:a16="http://schemas.microsoft.com/office/drawing/2014/main" id="{1C5E2D02-798B-4810-B699-EE76DF04B0C1}"/>
                </a:ext>
              </a:extLst>
            </p:cNvPr>
            <p:cNvSpPr/>
            <p:nvPr/>
          </p:nvSpPr>
          <p:spPr>
            <a:xfrm>
              <a:off x="3834384" y="207721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1" name="object 237">
              <a:extLst>
                <a:ext uri="{FF2B5EF4-FFF2-40B4-BE49-F238E27FC236}">
                  <a16:creationId xmlns:a16="http://schemas.microsoft.com/office/drawing/2014/main" id="{10D2FEBF-EFB8-4EAF-9785-31AA5594AAC7}"/>
                </a:ext>
              </a:extLst>
            </p:cNvPr>
            <p:cNvSpPr/>
            <p:nvPr/>
          </p:nvSpPr>
          <p:spPr>
            <a:xfrm>
              <a:off x="3927348" y="182118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42" name="object 238">
              <a:extLst>
                <a:ext uri="{FF2B5EF4-FFF2-40B4-BE49-F238E27FC236}">
                  <a16:creationId xmlns:a16="http://schemas.microsoft.com/office/drawing/2014/main" id="{C45E1228-4FAF-4A7E-9A50-53BAD7A32825}"/>
                </a:ext>
              </a:extLst>
            </p:cNvPr>
            <p:cNvSpPr/>
            <p:nvPr/>
          </p:nvSpPr>
          <p:spPr>
            <a:xfrm>
              <a:off x="3927348" y="182118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3" name="object 239">
              <a:extLst>
                <a:ext uri="{FF2B5EF4-FFF2-40B4-BE49-F238E27FC236}">
                  <a16:creationId xmlns:a16="http://schemas.microsoft.com/office/drawing/2014/main" id="{C260A553-F3D3-48CE-8DCC-87D1126E77A7}"/>
                </a:ext>
              </a:extLst>
            </p:cNvPr>
            <p:cNvSpPr/>
            <p:nvPr/>
          </p:nvSpPr>
          <p:spPr>
            <a:xfrm>
              <a:off x="3927348" y="19065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44" name="object 240">
              <a:extLst>
                <a:ext uri="{FF2B5EF4-FFF2-40B4-BE49-F238E27FC236}">
                  <a16:creationId xmlns:a16="http://schemas.microsoft.com/office/drawing/2014/main" id="{2ADCB6FF-3F77-466A-99D9-05FB155AA025}"/>
                </a:ext>
              </a:extLst>
            </p:cNvPr>
            <p:cNvSpPr/>
            <p:nvPr/>
          </p:nvSpPr>
          <p:spPr>
            <a:xfrm>
              <a:off x="3927348" y="19065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5" name="object 241">
              <a:extLst>
                <a:ext uri="{FF2B5EF4-FFF2-40B4-BE49-F238E27FC236}">
                  <a16:creationId xmlns:a16="http://schemas.microsoft.com/office/drawing/2014/main" id="{EF33A780-FAC2-493B-A6EF-99F1A40FF4A0}"/>
                </a:ext>
              </a:extLst>
            </p:cNvPr>
            <p:cNvSpPr/>
            <p:nvPr/>
          </p:nvSpPr>
          <p:spPr>
            <a:xfrm>
              <a:off x="3927348" y="199186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246" name="object 242">
              <a:extLst>
                <a:ext uri="{FF2B5EF4-FFF2-40B4-BE49-F238E27FC236}">
                  <a16:creationId xmlns:a16="http://schemas.microsoft.com/office/drawing/2014/main" id="{7ADB0467-F78C-403B-BA7E-EEEE335267AF}"/>
                </a:ext>
              </a:extLst>
            </p:cNvPr>
            <p:cNvSpPr/>
            <p:nvPr/>
          </p:nvSpPr>
          <p:spPr>
            <a:xfrm>
              <a:off x="3927348" y="199186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47" name="object 243">
              <a:extLst>
                <a:ext uri="{FF2B5EF4-FFF2-40B4-BE49-F238E27FC236}">
                  <a16:creationId xmlns:a16="http://schemas.microsoft.com/office/drawing/2014/main" id="{74C55C26-D00C-45D0-9829-AE298221CDCC}"/>
                </a:ext>
              </a:extLst>
            </p:cNvPr>
            <p:cNvSpPr/>
            <p:nvPr/>
          </p:nvSpPr>
          <p:spPr>
            <a:xfrm>
              <a:off x="3927348" y="20772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48" name="object 244">
              <a:extLst>
                <a:ext uri="{FF2B5EF4-FFF2-40B4-BE49-F238E27FC236}">
                  <a16:creationId xmlns:a16="http://schemas.microsoft.com/office/drawing/2014/main" id="{E5950797-473C-4E06-B58D-75592AE99A81}"/>
                </a:ext>
              </a:extLst>
            </p:cNvPr>
            <p:cNvSpPr/>
            <p:nvPr/>
          </p:nvSpPr>
          <p:spPr>
            <a:xfrm>
              <a:off x="3927348" y="20772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249" name="object 245">
            <a:extLst>
              <a:ext uri="{FF2B5EF4-FFF2-40B4-BE49-F238E27FC236}">
                <a16:creationId xmlns:a16="http://schemas.microsoft.com/office/drawing/2014/main" id="{259B1837-CDDB-4B1B-A540-95536E5D37A1}"/>
              </a:ext>
            </a:extLst>
          </p:cNvPr>
          <p:cNvGrpSpPr/>
          <p:nvPr/>
        </p:nvGrpSpPr>
        <p:grpSpPr>
          <a:xfrm>
            <a:off x="1672732" y="3173024"/>
            <a:ext cx="829028" cy="393700"/>
            <a:chOff x="1505458" y="2855722"/>
            <a:chExt cx="746125" cy="354330"/>
          </a:xfrm>
        </p:grpSpPr>
        <p:sp>
          <p:nvSpPr>
            <p:cNvPr id="250" name="object 246">
              <a:extLst>
                <a:ext uri="{FF2B5EF4-FFF2-40B4-BE49-F238E27FC236}">
                  <a16:creationId xmlns:a16="http://schemas.microsoft.com/office/drawing/2014/main" id="{B04B42FB-BC7B-46FE-86AF-526E64CFC556}"/>
                </a:ext>
              </a:extLst>
            </p:cNvPr>
            <p:cNvSpPr/>
            <p:nvPr/>
          </p:nvSpPr>
          <p:spPr>
            <a:xfrm>
              <a:off x="1877568" y="286207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1" name="object 247">
              <a:extLst>
                <a:ext uri="{FF2B5EF4-FFF2-40B4-BE49-F238E27FC236}">
                  <a16:creationId xmlns:a16="http://schemas.microsoft.com/office/drawing/2014/main" id="{A3026278-918E-411E-B136-F0AC4A364081}"/>
                </a:ext>
              </a:extLst>
            </p:cNvPr>
            <p:cNvSpPr/>
            <p:nvPr/>
          </p:nvSpPr>
          <p:spPr>
            <a:xfrm>
              <a:off x="1877568" y="286207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2" name="object 248">
              <a:extLst>
                <a:ext uri="{FF2B5EF4-FFF2-40B4-BE49-F238E27FC236}">
                  <a16:creationId xmlns:a16="http://schemas.microsoft.com/office/drawing/2014/main" id="{63104822-117A-4B7A-A23B-201EEB172BE7}"/>
                </a:ext>
              </a:extLst>
            </p:cNvPr>
            <p:cNvSpPr/>
            <p:nvPr/>
          </p:nvSpPr>
          <p:spPr>
            <a:xfrm>
              <a:off x="1877568" y="294741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3" name="object 249">
              <a:extLst>
                <a:ext uri="{FF2B5EF4-FFF2-40B4-BE49-F238E27FC236}">
                  <a16:creationId xmlns:a16="http://schemas.microsoft.com/office/drawing/2014/main" id="{60229533-5317-4E3B-ABB9-4E9B8A38C693}"/>
                </a:ext>
              </a:extLst>
            </p:cNvPr>
            <p:cNvSpPr/>
            <p:nvPr/>
          </p:nvSpPr>
          <p:spPr>
            <a:xfrm>
              <a:off x="1877568" y="294741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4" name="object 250">
              <a:extLst>
                <a:ext uri="{FF2B5EF4-FFF2-40B4-BE49-F238E27FC236}">
                  <a16:creationId xmlns:a16="http://schemas.microsoft.com/office/drawing/2014/main" id="{59BF2583-1D1E-4D3C-9366-7EA17813DAA1}"/>
                </a:ext>
              </a:extLst>
            </p:cNvPr>
            <p:cNvSpPr/>
            <p:nvPr/>
          </p:nvSpPr>
          <p:spPr>
            <a:xfrm>
              <a:off x="1877568" y="303276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5" name="object 251">
              <a:extLst>
                <a:ext uri="{FF2B5EF4-FFF2-40B4-BE49-F238E27FC236}">
                  <a16:creationId xmlns:a16="http://schemas.microsoft.com/office/drawing/2014/main" id="{BC3162B5-E7B8-4E0E-95BA-4A63E4DC866E}"/>
                </a:ext>
              </a:extLst>
            </p:cNvPr>
            <p:cNvSpPr/>
            <p:nvPr/>
          </p:nvSpPr>
          <p:spPr>
            <a:xfrm>
              <a:off x="1877568" y="303276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6" name="object 252">
              <a:extLst>
                <a:ext uri="{FF2B5EF4-FFF2-40B4-BE49-F238E27FC236}">
                  <a16:creationId xmlns:a16="http://schemas.microsoft.com/office/drawing/2014/main" id="{62BE69C9-2F37-40CC-8F36-58BD1D8B8BD3}"/>
                </a:ext>
              </a:extLst>
            </p:cNvPr>
            <p:cNvSpPr/>
            <p:nvPr/>
          </p:nvSpPr>
          <p:spPr>
            <a:xfrm>
              <a:off x="1877568" y="311810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7" name="object 253">
              <a:extLst>
                <a:ext uri="{FF2B5EF4-FFF2-40B4-BE49-F238E27FC236}">
                  <a16:creationId xmlns:a16="http://schemas.microsoft.com/office/drawing/2014/main" id="{4F772210-CD70-48B8-BB64-278D5B6DE176}"/>
                </a:ext>
              </a:extLst>
            </p:cNvPr>
            <p:cNvSpPr/>
            <p:nvPr/>
          </p:nvSpPr>
          <p:spPr>
            <a:xfrm>
              <a:off x="1877568" y="311810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8" name="object 254">
              <a:extLst>
                <a:ext uri="{FF2B5EF4-FFF2-40B4-BE49-F238E27FC236}">
                  <a16:creationId xmlns:a16="http://schemas.microsoft.com/office/drawing/2014/main" id="{998366F9-3FD4-4FA6-B55D-A5F271D5CD6A}"/>
                </a:ext>
              </a:extLst>
            </p:cNvPr>
            <p:cNvSpPr/>
            <p:nvPr/>
          </p:nvSpPr>
          <p:spPr>
            <a:xfrm>
              <a:off x="1511808" y="286207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9" name="object 255">
              <a:extLst>
                <a:ext uri="{FF2B5EF4-FFF2-40B4-BE49-F238E27FC236}">
                  <a16:creationId xmlns:a16="http://schemas.microsoft.com/office/drawing/2014/main" id="{370F0B13-EA77-4DFC-BFE5-6F74348A5620}"/>
                </a:ext>
              </a:extLst>
            </p:cNvPr>
            <p:cNvSpPr/>
            <p:nvPr/>
          </p:nvSpPr>
          <p:spPr>
            <a:xfrm>
              <a:off x="1511808" y="286207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0" name="object 256">
              <a:extLst>
                <a:ext uri="{FF2B5EF4-FFF2-40B4-BE49-F238E27FC236}">
                  <a16:creationId xmlns:a16="http://schemas.microsoft.com/office/drawing/2014/main" id="{C6866F84-1E83-4A23-B45E-BD7113EBE739}"/>
                </a:ext>
              </a:extLst>
            </p:cNvPr>
            <p:cNvSpPr/>
            <p:nvPr/>
          </p:nvSpPr>
          <p:spPr>
            <a:xfrm>
              <a:off x="1604772" y="28620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61" name="object 257">
              <a:extLst>
                <a:ext uri="{FF2B5EF4-FFF2-40B4-BE49-F238E27FC236}">
                  <a16:creationId xmlns:a16="http://schemas.microsoft.com/office/drawing/2014/main" id="{2D2AEC09-0229-4B5B-95B0-5ED6E99C4B1E}"/>
                </a:ext>
              </a:extLst>
            </p:cNvPr>
            <p:cNvSpPr/>
            <p:nvPr/>
          </p:nvSpPr>
          <p:spPr>
            <a:xfrm>
              <a:off x="1604772" y="28620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2" name="object 258">
              <a:extLst>
                <a:ext uri="{FF2B5EF4-FFF2-40B4-BE49-F238E27FC236}">
                  <a16:creationId xmlns:a16="http://schemas.microsoft.com/office/drawing/2014/main" id="{60498DCD-59E3-4847-A1EE-74E3B96B4931}"/>
                </a:ext>
              </a:extLst>
            </p:cNvPr>
            <p:cNvSpPr/>
            <p:nvPr/>
          </p:nvSpPr>
          <p:spPr>
            <a:xfrm>
              <a:off x="1696212" y="28620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63" name="object 259">
              <a:extLst>
                <a:ext uri="{FF2B5EF4-FFF2-40B4-BE49-F238E27FC236}">
                  <a16:creationId xmlns:a16="http://schemas.microsoft.com/office/drawing/2014/main" id="{552C3E12-9ABA-4403-8EBC-5F2402FEFDF0}"/>
                </a:ext>
              </a:extLst>
            </p:cNvPr>
            <p:cNvSpPr/>
            <p:nvPr/>
          </p:nvSpPr>
          <p:spPr>
            <a:xfrm>
              <a:off x="1696212" y="28620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4" name="object 260">
              <a:extLst>
                <a:ext uri="{FF2B5EF4-FFF2-40B4-BE49-F238E27FC236}">
                  <a16:creationId xmlns:a16="http://schemas.microsoft.com/office/drawing/2014/main" id="{AB5EF5D1-5356-459E-A6D6-E2135E7F84CD}"/>
                </a:ext>
              </a:extLst>
            </p:cNvPr>
            <p:cNvSpPr/>
            <p:nvPr/>
          </p:nvSpPr>
          <p:spPr>
            <a:xfrm>
              <a:off x="1511808" y="294741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65" name="object 261">
              <a:extLst>
                <a:ext uri="{FF2B5EF4-FFF2-40B4-BE49-F238E27FC236}">
                  <a16:creationId xmlns:a16="http://schemas.microsoft.com/office/drawing/2014/main" id="{69D4C103-9B95-468D-8578-30D4BE6FD459}"/>
                </a:ext>
              </a:extLst>
            </p:cNvPr>
            <p:cNvSpPr/>
            <p:nvPr/>
          </p:nvSpPr>
          <p:spPr>
            <a:xfrm>
              <a:off x="1511808" y="294741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6" name="object 262">
              <a:extLst>
                <a:ext uri="{FF2B5EF4-FFF2-40B4-BE49-F238E27FC236}">
                  <a16:creationId xmlns:a16="http://schemas.microsoft.com/office/drawing/2014/main" id="{3D182B44-FFB7-4B35-BC2B-5514432600A3}"/>
                </a:ext>
              </a:extLst>
            </p:cNvPr>
            <p:cNvSpPr/>
            <p:nvPr/>
          </p:nvSpPr>
          <p:spPr>
            <a:xfrm>
              <a:off x="1604772" y="29474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67" name="object 263">
              <a:extLst>
                <a:ext uri="{FF2B5EF4-FFF2-40B4-BE49-F238E27FC236}">
                  <a16:creationId xmlns:a16="http://schemas.microsoft.com/office/drawing/2014/main" id="{FED1D3B7-35C0-476F-87CB-A50DD01DA907}"/>
                </a:ext>
              </a:extLst>
            </p:cNvPr>
            <p:cNvSpPr/>
            <p:nvPr/>
          </p:nvSpPr>
          <p:spPr>
            <a:xfrm>
              <a:off x="1604772" y="29474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8" name="object 264">
              <a:extLst>
                <a:ext uri="{FF2B5EF4-FFF2-40B4-BE49-F238E27FC236}">
                  <a16:creationId xmlns:a16="http://schemas.microsoft.com/office/drawing/2014/main" id="{5592E6BC-EB38-4A87-965C-3E8ABE27CC2D}"/>
                </a:ext>
              </a:extLst>
            </p:cNvPr>
            <p:cNvSpPr/>
            <p:nvPr/>
          </p:nvSpPr>
          <p:spPr>
            <a:xfrm>
              <a:off x="1696212" y="29474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69" name="object 265">
              <a:extLst>
                <a:ext uri="{FF2B5EF4-FFF2-40B4-BE49-F238E27FC236}">
                  <a16:creationId xmlns:a16="http://schemas.microsoft.com/office/drawing/2014/main" id="{89526023-87B2-4222-B1E5-5F7DC42E11CF}"/>
                </a:ext>
              </a:extLst>
            </p:cNvPr>
            <p:cNvSpPr/>
            <p:nvPr/>
          </p:nvSpPr>
          <p:spPr>
            <a:xfrm>
              <a:off x="1696212" y="29474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0" name="object 266">
              <a:extLst>
                <a:ext uri="{FF2B5EF4-FFF2-40B4-BE49-F238E27FC236}">
                  <a16:creationId xmlns:a16="http://schemas.microsoft.com/office/drawing/2014/main" id="{7ECD428F-66E6-4C20-8AE3-9C6A40EBEE1B}"/>
                </a:ext>
              </a:extLst>
            </p:cNvPr>
            <p:cNvSpPr/>
            <p:nvPr/>
          </p:nvSpPr>
          <p:spPr>
            <a:xfrm>
              <a:off x="1511808" y="303276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71" name="object 267">
              <a:extLst>
                <a:ext uri="{FF2B5EF4-FFF2-40B4-BE49-F238E27FC236}">
                  <a16:creationId xmlns:a16="http://schemas.microsoft.com/office/drawing/2014/main" id="{0F1A6320-9004-458B-B57D-B378539184EA}"/>
                </a:ext>
              </a:extLst>
            </p:cNvPr>
            <p:cNvSpPr/>
            <p:nvPr/>
          </p:nvSpPr>
          <p:spPr>
            <a:xfrm>
              <a:off x="1511808" y="303276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2" name="object 268">
              <a:extLst>
                <a:ext uri="{FF2B5EF4-FFF2-40B4-BE49-F238E27FC236}">
                  <a16:creationId xmlns:a16="http://schemas.microsoft.com/office/drawing/2014/main" id="{48846DA8-5C5C-474C-BD2B-B5A727AFCABF}"/>
                </a:ext>
              </a:extLst>
            </p:cNvPr>
            <p:cNvSpPr/>
            <p:nvPr/>
          </p:nvSpPr>
          <p:spPr>
            <a:xfrm>
              <a:off x="1604772" y="303276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73" name="object 269">
              <a:extLst>
                <a:ext uri="{FF2B5EF4-FFF2-40B4-BE49-F238E27FC236}">
                  <a16:creationId xmlns:a16="http://schemas.microsoft.com/office/drawing/2014/main" id="{F56853CA-0B0D-4C9D-BF83-1BF50708FDCC}"/>
                </a:ext>
              </a:extLst>
            </p:cNvPr>
            <p:cNvSpPr/>
            <p:nvPr/>
          </p:nvSpPr>
          <p:spPr>
            <a:xfrm>
              <a:off x="1604772" y="30327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4" name="object 270">
              <a:extLst>
                <a:ext uri="{FF2B5EF4-FFF2-40B4-BE49-F238E27FC236}">
                  <a16:creationId xmlns:a16="http://schemas.microsoft.com/office/drawing/2014/main" id="{D59BD8AD-3C67-4335-8D07-0469EACEF1F4}"/>
                </a:ext>
              </a:extLst>
            </p:cNvPr>
            <p:cNvSpPr/>
            <p:nvPr/>
          </p:nvSpPr>
          <p:spPr>
            <a:xfrm>
              <a:off x="1696212" y="303276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75" name="object 271">
              <a:extLst>
                <a:ext uri="{FF2B5EF4-FFF2-40B4-BE49-F238E27FC236}">
                  <a16:creationId xmlns:a16="http://schemas.microsoft.com/office/drawing/2014/main" id="{FBF90BD0-3B37-4450-823E-5A479C0D8927}"/>
                </a:ext>
              </a:extLst>
            </p:cNvPr>
            <p:cNvSpPr/>
            <p:nvPr/>
          </p:nvSpPr>
          <p:spPr>
            <a:xfrm>
              <a:off x="1696212" y="303276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6" name="object 272">
              <a:extLst>
                <a:ext uri="{FF2B5EF4-FFF2-40B4-BE49-F238E27FC236}">
                  <a16:creationId xmlns:a16="http://schemas.microsoft.com/office/drawing/2014/main" id="{2D194A1E-5E3A-46B0-A952-8E238D9DA59D}"/>
                </a:ext>
              </a:extLst>
            </p:cNvPr>
            <p:cNvSpPr/>
            <p:nvPr/>
          </p:nvSpPr>
          <p:spPr>
            <a:xfrm>
              <a:off x="1511808" y="311810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77" name="object 273">
              <a:extLst>
                <a:ext uri="{FF2B5EF4-FFF2-40B4-BE49-F238E27FC236}">
                  <a16:creationId xmlns:a16="http://schemas.microsoft.com/office/drawing/2014/main" id="{68A8BF6B-F22B-4A4B-809D-E6C7C5069D70}"/>
                </a:ext>
              </a:extLst>
            </p:cNvPr>
            <p:cNvSpPr/>
            <p:nvPr/>
          </p:nvSpPr>
          <p:spPr>
            <a:xfrm>
              <a:off x="1511808" y="311810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8" name="object 274">
              <a:extLst>
                <a:ext uri="{FF2B5EF4-FFF2-40B4-BE49-F238E27FC236}">
                  <a16:creationId xmlns:a16="http://schemas.microsoft.com/office/drawing/2014/main" id="{C8DA2F36-8627-4EFC-81A7-69C93210F726}"/>
                </a:ext>
              </a:extLst>
            </p:cNvPr>
            <p:cNvSpPr/>
            <p:nvPr/>
          </p:nvSpPr>
          <p:spPr>
            <a:xfrm>
              <a:off x="1604772" y="311810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79" name="object 275">
              <a:extLst>
                <a:ext uri="{FF2B5EF4-FFF2-40B4-BE49-F238E27FC236}">
                  <a16:creationId xmlns:a16="http://schemas.microsoft.com/office/drawing/2014/main" id="{094FD29D-E861-4AAE-803B-96CB7A0C99AF}"/>
                </a:ext>
              </a:extLst>
            </p:cNvPr>
            <p:cNvSpPr/>
            <p:nvPr/>
          </p:nvSpPr>
          <p:spPr>
            <a:xfrm>
              <a:off x="1604772" y="311810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0" name="object 276">
              <a:extLst>
                <a:ext uri="{FF2B5EF4-FFF2-40B4-BE49-F238E27FC236}">
                  <a16:creationId xmlns:a16="http://schemas.microsoft.com/office/drawing/2014/main" id="{DAB17E4B-3EF1-4FB6-94EF-4972CC110517}"/>
                </a:ext>
              </a:extLst>
            </p:cNvPr>
            <p:cNvSpPr/>
            <p:nvPr/>
          </p:nvSpPr>
          <p:spPr>
            <a:xfrm>
              <a:off x="1696212" y="311810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81" name="object 277">
              <a:extLst>
                <a:ext uri="{FF2B5EF4-FFF2-40B4-BE49-F238E27FC236}">
                  <a16:creationId xmlns:a16="http://schemas.microsoft.com/office/drawing/2014/main" id="{068212FC-2783-401E-B090-448948A50F56}"/>
                </a:ext>
              </a:extLst>
            </p:cNvPr>
            <p:cNvSpPr/>
            <p:nvPr/>
          </p:nvSpPr>
          <p:spPr>
            <a:xfrm>
              <a:off x="1696212" y="311810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2" name="object 278">
              <a:extLst>
                <a:ext uri="{FF2B5EF4-FFF2-40B4-BE49-F238E27FC236}">
                  <a16:creationId xmlns:a16="http://schemas.microsoft.com/office/drawing/2014/main" id="{331A8C0D-34ED-4194-9433-3C95B48349B2}"/>
                </a:ext>
              </a:extLst>
            </p:cNvPr>
            <p:cNvSpPr/>
            <p:nvPr/>
          </p:nvSpPr>
          <p:spPr>
            <a:xfrm>
              <a:off x="1789176" y="28620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3" name="object 279">
              <a:extLst>
                <a:ext uri="{FF2B5EF4-FFF2-40B4-BE49-F238E27FC236}">
                  <a16:creationId xmlns:a16="http://schemas.microsoft.com/office/drawing/2014/main" id="{E73FF9AD-5A6F-4740-ACDC-80AA7BA1BB4F}"/>
                </a:ext>
              </a:extLst>
            </p:cNvPr>
            <p:cNvSpPr/>
            <p:nvPr/>
          </p:nvSpPr>
          <p:spPr>
            <a:xfrm>
              <a:off x="1789176" y="28620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4" name="object 280">
              <a:extLst>
                <a:ext uri="{FF2B5EF4-FFF2-40B4-BE49-F238E27FC236}">
                  <a16:creationId xmlns:a16="http://schemas.microsoft.com/office/drawing/2014/main" id="{904142F0-52B0-4482-8E1D-1766415C8F6D}"/>
                </a:ext>
              </a:extLst>
            </p:cNvPr>
            <p:cNvSpPr/>
            <p:nvPr/>
          </p:nvSpPr>
          <p:spPr>
            <a:xfrm>
              <a:off x="1789176" y="29474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5" name="object 281">
              <a:extLst>
                <a:ext uri="{FF2B5EF4-FFF2-40B4-BE49-F238E27FC236}">
                  <a16:creationId xmlns:a16="http://schemas.microsoft.com/office/drawing/2014/main" id="{ED2B700A-D2CB-450F-9439-A8EBA9F84EF0}"/>
                </a:ext>
              </a:extLst>
            </p:cNvPr>
            <p:cNvSpPr/>
            <p:nvPr/>
          </p:nvSpPr>
          <p:spPr>
            <a:xfrm>
              <a:off x="1789176" y="29474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6" name="object 282">
              <a:extLst>
                <a:ext uri="{FF2B5EF4-FFF2-40B4-BE49-F238E27FC236}">
                  <a16:creationId xmlns:a16="http://schemas.microsoft.com/office/drawing/2014/main" id="{A4C0D5C2-67DD-4A26-8D12-338F81745D24}"/>
                </a:ext>
              </a:extLst>
            </p:cNvPr>
            <p:cNvSpPr/>
            <p:nvPr/>
          </p:nvSpPr>
          <p:spPr>
            <a:xfrm>
              <a:off x="1789176" y="303276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7" name="object 283">
              <a:extLst>
                <a:ext uri="{FF2B5EF4-FFF2-40B4-BE49-F238E27FC236}">
                  <a16:creationId xmlns:a16="http://schemas.microsoft.com/office/drawing/2014/main" id="{2F7D2DE3-B4E0-4D21-BB81-CDF1EF41231C}"/>
                </a:ext>
              </a:extLst>
            </p:cNvPr>
            <p:cNvSpPr/>
            <p:nvPr/>
          </p:nvSpPr>
          <p:spPr>
            <a:xfrm>
              <a:off x="1789176" y="30327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8" name="object 284">
              <a:extLst>
                <a:ext uri="{FF2B5EF4-FFF2-40B4-BE49-F238E27FC236}">
                  <a16:creationId xmlns:a16="http://schemas.microsoft.com/office/drawing/2014/main" id="{B7E2F8D7-4476-44B4-B795-90CB07517583}"/>
                </a:ext>
              </a:extLst>
            </p:cNvPr>
            <p:cNvSpPr/>
            <p:nvPr/>
          </p:nvSpPr>
          <p:spPr>
            <a:xfrm>
              <a:off x="1789176" y="311810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9" name="object 285">
              <a:extLst>
                <a:ext uri="{FF2B5EF4-FFF2-40B4-BE49-F238E27FC236}">
                  <a16:creationId xmlns:a16="http://schemas.microsoft.com/office/drawing/2014/main" id="{28DB1851-6832-4DAF-9AB5-8E30DC704379}"/>
                </a:ext>
              </a:extLst>
            </p:cNvPr>
            <p:cNvSpPr/>
            <p:nvPr/>
          </p:nvSpPr>
          <p:spPr>
            <a:xfrm>
              <a:off x="1789176" y="311810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0" name="object 286">
              <a:extLst>
                <a:ext uri="{FF2B5EF4-FFF2-40B4-BE49-F238E27FC236}">
                  <a16:creationId xmlns:a16="http://schemas.microsoft.com/office/drawing/2014/main" id="{C3163E00-0DE8-49CF-AB3C-4E5DC4F439D1}"/>
                </a:ext>
              </a:extLst>
            </p:cNvPr>
            <p:cNvSpPr/>
            <p:nvPr/>
          </p:nvSpPr>
          <p:spPr>
            <a:xfrm>
              <a:off x="1970531" y="28620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1" name="object 287">
              <a:extLst>
                <a:ext uri="{FF2B5EF4-FFF2-40B4-BE49-F238E27FC236}">
                  <a16:creationId xmlns:a16="http://schemas.microsoft.com/office/drawing/2014/main" id="{2BB3D172-A713-49DB-93A0-4792F5405E9F}"/>
                </a:ext>
              </a:extLst>
            </p:cNvPr>
            <p:cNvSpPr/>
            <p:nvPr/>
          </p:nvSpPr>
          <p:spPr>
            <a:xfrm>
              <a:off x="1970531" y="28620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2" name="object 288">
              <a:extLst>
                <a:ext uri="{FF2B5EF4-FFF2-40B4-BE49-F238E27FC236}">
                  <a16:creationId xmlns:a16="http://schemas.microsoft.com/office/drawing/2014/main" id="{EB694DBC-8FF2-4984-B318-8699AA65CDBD}"/>
                </a:ext>
              </a:extLst>
            </p:cNvPr>
            <p:cNvSpPr/>
            <p:nvPr/>
          </p:nvSpPr>
          <p:spPr>
            <a:xfrm>
              <a:off x="1970531" y="29474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3" name="object 289">
              <a:extLst>
                <a:ext uri="{FF2B5EF4-FFF2-40B4-BE49-F238E27FC236}">
                  <a16:creationId xmlns:a16="http://schemas.microsoft.com/office/drawing/2014/main" id="{2CE54CB0-C0A2-4B35-B8F5-B399381AEE02}"/>
                </a:ext>
              </a:extLst>
            </p:cNvPr>
            <p:cNvSpPr/>
            <p:nvPr/>
          </p:nvSpPr>
          <p:spPr>
            <a:xfrm>
              <a:off x="1970531" y="29474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4" name="object 290">
              <a:extLst>
                <a:ext uri="{FF2B5EF4-FFF2-40B4-BE49-F238E27FC236}">
                  <a16:creationId xmlns:a16="http://schemas.microsoft.com/office/drawing/2014/main" id="{11BF72B7-2017-4E8A-93CE-DC2AF19DE660}"/>
                </a:ext>
              </a:extLst>
            </p:cNvPr>
            <p:cNvSpPr/>
            <p:nvPr/>
          </p:nvSpPr>
          <p:spPr>
            <a:xfrm>
              <a:off x="1970531" y="303276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5" name="object 291">
              <a:extLst>
                <a:ext uri="{FF2B5EF4-FFF2-40B4-BE49-F238E27FC236}">
                  <a16:creationId xmlns:a16="http://schemas.microsoft.com/office/drawing/2014/main" id="{3A7B51CA-7410-4F29-9413-29706B733BCC}"/>
                </a:ext>
              </a:extLst>
            </p:cNvPr>
            <p:cNvSpPr/>
            <p:nvPr/>
          </p:nvSpPr>
          <p:spPr>
            <a:xfrm>
              <a:off x="1970531" y="30327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6" name="object 292">
              <a:extLst>
                <a:ext uri="{FF2B5EF4-FFF2-40B4-BE49-F238E27FC236}">
                  <a16:creationId xmlns:a16="http://schemas.microsoft.com/office/drawing/2014/main" id="{C4A82066-E54D-4E2D-8610-76E66E871C3E}"/>
                </a:ext>
              </a:extLst>
            </p:cNvPr>
            <p:cNvSpPr/>
            <p:nvPr/>
          </p:nvSpPr>
          <p:spPr>
            <a:xfrm>
              <a:off x="1970531" y="311810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7" name="object 293">
              <a:extLst>
                <a:ext uri="{FF2B5EF4-FFF2-40B4-BE49-F238E27FC236}">
                  <a16:creationId xmlns:a16="http://schemas.microsoft.com/office/drawing/2014/main" id="{330DE2CE-AF9F-4DCC-81E5-2A0149DCC6CC}"/>
                </a:ext>
              </a:extLst>
            </p:cNvPr>
            <p:cNvSpPr/>
            <p:nvPr/>
          </p:nvSpPr>
          <p:spPr>
            <a:xfrm>
              <a:off x="1970531" y="311810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8" name="object 294">
              <a:extLst>
                <a:ext uri="{FF2B5EF4-FFF2-40B4-BE49-F238E27FC236}">
                  <a16:creationId xmlns:a16="http://schemas.microsoft.com/office/drawing/2014/main" id="{4126F0D7-CD50-43CA-A29B-A00D9271F715}"/>
                </a:ext>
              </a:extLst>
            </p:cNvPr>
            <p:cNvSpPr/>
            <p:nvPr/>
          </p:nvSpPr>
          <p:spPr>
            <a:xfrm>
              <a:off x="2151888" y="286207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99" name="object 295">
              <a:extLst>
                <a:ext uri="{FF2B5EF4-FFF2-40B4-BE49-F238E27FC236}">
                  <a16:creationId xmlns:a16="http://schemas.microsoft.com/office/drawing/2014/main" id="{FC744789-2D0F-4711-831A-9904A28E0957}"/>
                </a:ext>
              </a:extLst>
            </p:cNvPr>
            <p:cNvSpPr/>
            <p:nvPr/>
          </p:nvSpPr>
          <p:spPr>
            <a:xfrm>
              <a:off x="2151888" y="286207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0" name="object 296">
              <a:extLst>
                <a:ext uri="{FF2B5EF4-FFF2-40B4-BE49-F238E27FC236}">
                  <a16:creationId xmlns:a16="http://schemas.microsoft.com/office/drawing/2014/main" id="{87B6C7C6-5EC9-4C08-B51C-27D645990FB3}"/>
                </a:ext>
              </a:extLst>
            </p:cNvPr>
            <p:cNvSpPr/>
            <p:nvPr/>
          </p:nvSpPr>
          <p:spPr>
            <a:xfrm>
              <a:off x="2151888" y="294741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01" name="object 297">
              <a:extLst>
                <a:ext uri="{FF2B5EF4-FFF2-40B4-BE49-F238E27FC236}">
                  <a16:creationId xmlns:a16="http://schemas.microsoft.com/office/drawing/2014/main" id="{1EDABDC5-EDBB-423C-9AED-8D45D9F99EE6}"/>
                </a:ext>
              </a:extLst>
            </p:cNvPr>
            <p:cNvSpPr/>
            <p:nvPr/>
          </p:nvSpPr>
          <p:spPr>
            <a:xfrm>
              <a:off x="2151888" y="294741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2" name="object 298">
              <a:extLst>
                <a:ext uri="{FF2B5EF4-FFF2-40B4-BE49-F238E27FC236}">
                  <a16:creationId xmlns:a16="http://schemas.microsoft.com/office/drawing/2014/main" id="{406D3AEE-5389-4C94-BB0A-8D3A739D57FF}"/>
                </a:ext>
              </a:extLst>
            </p:cNvPr>
            <p:cNvSpPr/>
            <p:nvPr/>
          </p:nvSpPr>
          <p:spPr>
            <a:xfrm>
              <a:off x="2151888" y="303276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03" name="object 299">
              <a:extLst>
                <a:ext uri="{FF2B5EF4-FFF2-40B4-BE49-F238E27FC236}">
                  <a16:creationId xmlns:a16="http://schemas.microsoft.com/office/drawing/2014/main" id="{5931F3FF-7BC1-47A6-83E4-812049CB3825}"/>
                </a:ext>
              </a:extLst>
            </p:cNvPr>
            <p:cNvSpPr/>
            <p:nvPr/>
          </p:nvSpPr>
          <p:spPr>
            <a:xfrm>
              <a:off x="2151888" y="303276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4" name="object 300">
              <a:extLst>
                <a:ext uri="{FF2B5EF4-FFF2-40B4-BE49-F238E27FC236}">
                  <a16:creationId xmlns:a16="http://schemas.microsoft.com/office/drawing/2014/main" id="{DFA5B9AD-9E3C-4957-B07B-9E65E95536A3}"/>
                </a:ext>
              </a:extLst>
            </p:cNvPr>
            <p:cNvSpPr/>
            <p:nvPr/>
          </p:nvSpPr>
          <p:spPr>
            <a:xfrm>
              <a:off x="2151888" y="311810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05" name="object 301">
              <a:extLst>
                <a:ext uri="{FF2B5EF4-FFF2-40B4-BE49-F238E27FC236}">
                  <a16:creationId xmlns:a16="http://schemas.microsoft.com/office/drawing/2014/main" id="{9E6A8480-3231-4C43-9DD3-8F9577C80FC1}"/>
                </a:ext>
              </a:extLst>
            </p:cNvPr>
            <p:cNvSpPr/>
            <p:nvPr/>
          </p:nvSpPr>
          <p:spPr>
            <a:xfrm>
              <a:off x="2151888" y="311810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6" name="object 302">
              <a:extLst>
                <a:ext uri="{FF2B5EF4-FFF2-40B4-BE49-F238E27FC236}">
                  <a16:creationId xmlns:a16="http://schemas.microsoft.com/office/drawing/2014/main" id="{AACFFCC1-D7EB-4EF0-A858-523DDCADCDEA}"/>
                </a:ext>
              </a:extLst>
            </p:cNvPr>
            <p:cNvSpPr/>
            <p:nvPr/>
          </p:nvSpPr>
          <p:spPr>
            <a:xfrm>
              <a:off x="2061972" y="28620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07" name="object 303">
              <a:extLst>
                <a:ext uri="{FF2B5EF4-FFF2-40B4-BE49-F238E27FC236}">
                  <a16:creationId xmlns:a16="http://schemas.microsoft.com/office/drawing/2014/main" id="{F02D87B5-43DC-42CF-9D0E-554B03EAF7DE}"/>
                </a:ext>
              </a:extLst>
            </p:cNvPr>
            <p:cNvSpPr/>
            <p:nvPr/>
          </p:nvSpPr>
          <p:spPr>
            <a:xfrm>
              <a:off x="2061972" y="28620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8" name="object 304">
              <a:extLst>
                <a:ext uri="{FF2B5EF4-FFF2-40B4-BE49-F238E27FC236}">
                  <a16:creationId xmlns:a16="http://schemas.microsoft.com/office/drawing/2014/main" id="{FB62CFC3-A162-4435-834C-EF400C105D56}"/>
                </a:ext>
              </a:extLst>
            </p:cNvPr>
            <p:cNvSpPr/>
            <p:nvPr/>
          </p:nvSpPr>
          <p:spPr>
            <a:xfrm>
              <a:off x="2061972" y="29474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09" name="object 305">
              <a:extLst>
                <a:ext uri="{FF2B5EF4-FFF2-40B4-BE49-F238E27FC236}">
                  <a16:creationId xmlns:a16="http://schemas.microsoft.com/office/drawing/2014/main" id="{95930C97-30F0-446B-B76F-4A9EFA4AA80F}"/>
                </a:ext>
              </a:extLst>
            </p:cNvPr>
            <p:cNvSpPr/>
            <p:nvPr/>
          </p:nvSpPr>
          <p:spPr>
            <a:xfrm>
              <a:off x="2061972" y="29474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0" name="object 306">
              <a:extLst>
                <a:ext uri="{FF2B5EF4-FFF2-40B4-BE49-F238E27FC236}">
                  <a16:creationId xmlns:a16="http://schemas.microsoft.com/office/drawing/2014/main" id="{6A7847AF-8C75-4610-80E6-1CCF19E864C7}"/>
                </a:ext>
              </a:extLst>
            </p:cNvPr>
            <p:cNvSpPr/>
            <p:nvPr/>
          </p:nvSpPr>
          <p:spPr>
            <a:xfrm>
              <a:off x="2061972" y="303276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11" name="object 307">
              <a:extLst>
                <a:ext uri="{FF2B5EF4-FFF2-40B4-BE49-F238E27FC236}">
                  <a16:creationId xmlns:a16="http://schemas.microsoft.com/office/drawing/2014/main" id="{BA06DF13-F8EC-4190-9361-3555049F424D}"/>
                </a:ext>
              </a:extLst>
            </p:cNvPr>
            <p:cNvSpPr/>
            <p:nvPr/>
          </p:nvSpPr>
          <p:spPr>
            <a:xfrm>
              <a:off x="2061972" y="303276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2" name="object 308">
              <a:extLst>
                <a:ext uri="{FF2B5EF4-FFF2-40B4-BE49-F238E27FC236}">
                  <a16:creationId xmlns:a16="http://schemas.microsoft.com/office/drawing/2014/main" id="{2E1D7B60-9405-4A21-AF7A-650B7C2EB0EB}"/>
                </a:ext>
              </a:extLst>
            </p:cNvPr>
            <p:cNvSpPr/>
            <p:nvPr/>
          </p:nvSpPr>
          <p:spPr>
            <a:xfrm>
              <a:off x="2061972" y="311810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13" name="object 309">
              <a:extLst>
                <a:ext uri="{FF2B5EF4-FFF2-40B4-BE49-F238E27FC236}">
                  <a16:creationId xmlns:a16="http://schemas.microsoft.com/office/drawing/2014/main" id="{123D86FF-BC3A-4F16-AC3F-A2F967191728}"/>
                </a:ext>
              </a:extLst>
            </p:cNvPr>
            <p:cNvSpPr/>
            <p:nvPr/>
          </p:nvSpPr>
          <p:spPr>
            <a:xfrm>
              <a:off x="2061972" y="311810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314" name="object 310">
            <a:extLst>
              <a:ext uri="{FF2B5EF4-FFF2-40B4-BE49-F238E27FC236}">
                <a16:creationId xmlns:a16="http://schemas.microsoft.com/office/drawing/2014/main" id="{E2C76904-FAC2-4031-A858-470CEB55C5AF}"/>
              </a:ext>
            </a:extLst>
          </p:cNvPr>
          <p:cNvGrpSpPr/>
          <p:nvPr/>
        </p:nvGrpSpPr>
        <p:grpSpPr>
          <a:xfrm>
            <a:off x="2902091" y="3179793"/>
            <a:ext cx="832556" cy="773289"/>
            <a:chOff x="2611882" y="2861814"/>
            <a:chExt cx="749300" cy="695960"/>
          </a:xfrm>
        </p:grpSpPr>
        <p:sp>
          <p:nvSpPr>
            <p:cNvPr id="315" name="object 311">
              <a:extLst>
                <a:ext uri="{FF2B5EF4-FFF2-40B4-BE49-F238E27FC236}">
                  <a16:creationId xmlns:a16="http://schemas.microsoft.com/office/drawing/2014/main" id="{41AEB2CE-25EB-47D6-B479-E9DB736EA1A5}"/>
                </a:ext>
              </a:extLst>
            </p:cNvPr>
            <p:cNvSpPr/>
            <p:nvPr/>
          </p:nvSpPr>
          <p:spPr>
            <a:xfrm>
              <a:off x="2618232" y="2868164"/>
              <a:ext cx="184785" cy="683260"/>
            </a:xfrm>
            <a:custGeom>
              <a:avLst/>
              <a:gdLst/>
              <a:ahLst/>
              <a:cxnLst/>
              <a:rect l="l" t="t" r="r" b="b"/>
              <a:pathLst>
                <a:path w="184785" h="683260">
                  <a:moveTo>
                    <a:pt x="0" y="85347"/>
                  </a:moveTo>
                  <a:lnTo>
                    <a:pt x="91440" y="85347"/>
                  </a:lnTo>
                  <a:lnTo>
                    <a:pt x="91440" y="0"/>
                  </a:lnTo>
                  <a:lnTo>
                    <a:pt x="0" y="0"/>
                  </a:lnTo>
                  <a:lnTo>
                    <a:pt x="0" y="85347"/>
                  </a:lnTo>
                  <a:close/>
                </a:path>
                <a:path w="184785" h="683260">
                  <a:moveTo>
                    <a:pt x="0" y="170691"/>
                  </a:moveTo>
                  <a:lnTo>
                    <a:pt x="91440" y="170691"/>
                  </a:lnTo>
                  <a:lnTo>
                    <a:pt x="91440" y="85348"/>
                  </a:lnTo>
                  <a:lnTo>
                    <a:pt x="0" y="85348"/>
                  </a:lnTo>
                  <a:lnTo>
                    <a:pt x="0" y="170691"/>
                  </a:lnTo>
                  <a:close/>
                </a:path>
                <a:path w="184785" h="683260">
                  <a:moveTo>
                    <a:pt x="0" y="256035"/>
                  </a:moveTo>
                  <a:lnTo>
                    <a:pt x="91440" y="256035"/>
                  </a:lnTo>
                  <a:lnTo>
                    <a:pt x="91440" y="170692"/>
                  </a:lnTo>
                  <a:lnTo>
                    <a:pt x="0" y="170692"/>
                  </a:lnTo>
                  <a:lnTo>
                    <a:pt x="0" y="256035"/>
                  </a:lnTo>
                  <a:close/>
                </a:path>
                <a:path w="184785" h="683260">
                  <a:moveTo>
                    <a:pt x="0" y="341379"/>
                  </a:moveTo>
                  <a:lnTo>
                    <a:pt x="91440" y="341379"/>
                  </a:lnTo>
                  <a:lnTo>
                    <a:pt x="91440" y="256036"/>
                  </a:lnTo>
                  <a:lnTo>
                    <a:pt x="0" y="256036"/>
                  </a:lnTo>
                  <a:lnTo>
                    <a:pt x="0" y="341379"/>
                  </a:lnTo>
                  <a:close/>
                </a:path>
                <a:path w="184785" h="683260">
                  <a:moveTo>
                    <a:pt x="0" y="426723"/>
                  </a:moveTo>
                  <a:lnTo>
                    <a:pt x="91440" y="426723"/>
                  </a:lnTo>
                  <a:lnTo>
                    <a:pt x="91440" y="341380"/>
                  </a:lnTo>
                  <a:lnTo>
                    <a:pt x="0" y="341380"/>
                  </a:lnTo>
                  <a:lnTo>
                    <a:pt x="0" y="426723"/>
                  </a:lnTo>
                  <a:close/>
                </a:path>
                <a:path w="184785" h="683260">
                  <a:moveTo>
                    <a:pt x="0" y="512067"/>
                  </a:moveTo>
                  <a:lnTo>
                    <a:pt x="91440" y="512067"/>
                  </a:lnTo>
                  <a:lnTo>
                    <a:pt x="91440" y="426720"/>
                  </a:lnTo>
                  <a:lnTo>
                    <a:pt x="0" y="426720"/>
                  </a:lnTo>
                  <a:lnTo>
                    <a:pt x="0" y="512067"/>
                  </a:lnTo>
                  <a:close/>
                </a:path>
                <a:path w="184785" h="683260">
                  <a:moveTo>
                    <a:pt x="0" y="597411"/>
                  </a:moveTo>
                  <a:lnTo>
                    <a:pt x="91440" y="597411"/>
                  </a:lnTo>
                  <a:lnTo>
                    <a:pt x="91440" y="512068"/>
                  </a:lnTo>
                  <a:lnTo>
                    <a:pt x="0" y="512068"/>
                  </a:lnTo>
                  <a:lnTo>
                    <a:pt x="0" y="597411"/>
                  </a:lnTo>
                  <a:close/>
                </a:path>
                <a:path w="184785" h="683260">
                  <a:moveTo>
                    <a:pt x="0" y="682755"/>
                  </a:moveTo>
                  <a:lnTo>
                    <a:pt x="91440" y="682755"/>
                  </a:lnTo>
                  <a:lnTo>
                    <a:pt x="91440" y="597412"/>
                  </a:lnTo>
                  <a:lnTo>
                    <a:pt x="0" y="597412"/>
                  </a:lnTo>
                  <a:lnTo>
                    <a:pt x="0" y="682755"/>
                  </a:lnTo>
                  <a:close/>
                </a:path>
                <a:path w="184785" h="683260">
                  <a:moveTo>
                    <a:pt x="91440" y="85347"/>
                  </a:moveTo>
                  <a:lnTo>
                    <a:pt x="184402" y="85347"/>
                  </a:lnTo>
                  <a:lnTo>
                    <a:pt x="184402" y="0"/>
                  </a:lnTo>
                  <a:lnTo>
                    <a:pt x="91440" y="0"/>
                  </a:lnTo>
                  <a:lnTo>
                    <a:pt x="91440" y="85347"/>
                  </a:lnTo>
                  <a:close/>
                </a:path>
                <a:path w="184785" h="683260">
                  <a:moveTo>
                    <a:pt x="91440" y="170691"/>
                  </a:moveTo>
                  <a:lnTo>
                    <a:pt x="184402" y="170691"/>
                  </a:lnTo>
                  <a:lnTo>
                    <a:pt x="184402" y="85348"/>
                  </a:lnTo>
                  <a:lnTo>
                    <a:pt x="91440" y="85348"/>
                  </a:lnTo>
                  <a:lnTo>
                    <a:pt x="91440" y="170691"/>
                  </a:lnTo>
                  <a:close/>
                </a:path>
                <a:path w="184785" h="683260">
                  <a:moveTo>
                    <a:pt x="91440" y="256035"/>
                  </a:moveTo>
                  <a:lnTo>
                    <a:pt x="184402" y="256035"/>
                  </a:lnTo>
                  <a:lnTo>
                    <a:pt x="184402" y="170692"/>
                  </a:lnTo>
                  <a:lnTo>
                    <a:pt x="91440" y="170692"/>
                  </a:lnTo>
                  <a:lnTo>
                    <a:pt x="91440" y="256035"/>
                  </a:lnTo>
                  <a:close/>
                </a:path>
                <a:path w="184785" h="683260">
                  <a:moveTo>
                    <a:pt x="91440" y="341379"/>
                  </a:moveTo>
                  <a:lnTo>
                    <a:pt x="184402" y="341379"/>
                  </a:lnTo>
                  <a:lnTo>
                    <a:pt x="184402" y="256036"/>
                  </a:lnTo>
                  <a:lnTo>
                    <a:pt x="91440" y="256036"/>
                  </a:lnTo>
                  <a:lnTo>
                    <a:pt x="91440" y="341379"/>
                  </a:lnTo>
                  <a:close/>
                </a:path>
                <a:path w="184785" h="683260">
                  <a:moveTo>
                    <a:pt x="91440" y="426723"/>
                  </a:moveTo>
                  <a:lnTo>
                    <a:pt x="184402" y="426723"/>
                  </a:lnTo>
                  <a:lnTo>
                    <a:pt x="184402" y="341380"/>
                  </a:lnTo>
                  <a:lnTo>
                    <a:pt x="91440" y="341380"/>
                  </a:lnTo>
                  <a:lnTo>
                    <a:pt x="91440" y="426723"/>
                  </a:lnTo>
                  <a:close/>
                </a:path>
                <a:path w="184785" h="683260">
                  <a:moveTo>
                    <a:pt x="91440" y="512067"/>
                  </a:moveTo>
                  <a:lnTo>
                    <a:pt x="184402" y="512067"/>
                  </a:lnTo>
                  <a:lnTo>
                    <a:pt x="184402" y="426720"/>
                  </a:lnTo>
                  <a:lnTo>
                    <a:pt x="91440" y="426720"/>
                  </a:lnTo>
                  <a:lnTo>
                    <a:pt x="91440" y="512067"/>
                  </a:lnTo>
                  <a:close/>
                </a:path>
                <a:path w="184785" h="683260">
                  <a:moveTo>
                    <a:pt x="91440" y="597411"/>
                  </a:moveTo>
                  <a:lnTo>
                    <a:pt x="184402" y="597411"/>
                  </a:lnTo>
                  <a:lnTo>
                    <a:pt x="184402" y="512068"/>
                  </a:lnTo>
                  <a:lnTo>
                    <a:pt x="91440" y="512068"/>
                  </a:lnTo>
                  <a:lnTo>
                    <a:pt x="91440" y="597411"/>
                  </a:lnTo>
                  <a:close/>
                </a:path>
                <a:path w="184785" h="683260">
                  <a:moveTo>
                    <a:pt x="91440" y="682755"/>
                  </a:moveTo>
                  <a:lnTo>
                    <a:pt x="184402" y="682755"/>
                  </a:lnTo>
                  <a:lnTo>
                    <a:pt x="184402" y="597412"/>
                  </a:lnTo>
                  <a:lnTo>
                    <a:pt x="91440" y="597412"/>
                  </a:lnTo>
                  <a:lnTo>
                    <a:pt x="91440" y="682755"/>
                  </a:lnTo>
                  <a:close/>
                </a:path>
              </a:pathLst>
            </a:custGeom>
            <a:ln w="12700">
              <a:solidFill>
                <a:srgbClr val="D1D1D1"/>
              </a:solidFill>
            </a:ln>
          </p:spPr>
          <p:txBody>
            <a:bodyPr wrap="square" lIns="0" tIns="0" rIns="0" bIns="0" rtlCol="0"/>
            <a:lstStyle/>
            <a:p>
              <a:endParaRPr sz="2000"/>
            </a:p>
          </p:txBody>
        </p:sp>
        <p:sp>
          <p:nvSpPr>
            <p:cNvPr id="316" name="object 312">
              <a:extLst>
                <a:ext uri="{FF2B5EF4-FFF2-40B4-BE49-F238E27FC236}">
                  <a16:creationId xmlns:a16="http://schemas.microsoft.com/office/drawing/2014/main" id="{3D2B787D-DCD2-435D-8F9D-ED46A2E418CB}"/>
                </a:ext>
              </a:extLst>
            </p:cNvPr>
            <p:cNvSpPr/>
            <p:nvPr/>
          </p:nvSpPr>
          <p:spPr>
            <a:xfrm>
              <a:off x="2802636" y="286816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6F000"/>
            </a:solidFill>
          </p:spPr>
          <p:txBody>
            <a:bodyPr wrap="square" lIns="0" tIns="0" rIns="0" bIns="0" rtlCol="0"/>
            <a:lstStyle/>
            <a:p>
              <a:endParaRPr sz="2000"/>
            </a:p>
          </p:txBody>
        </p:sp>
        <p:sp>
          <p:nvSpPr>
            <p:cNvPr id="317" name="object 313">
              <a:extLst>
                <a:ext uri="{FF2B5EF4-FFF2-40B4-BE49-F238E27FC236}">
                  <a16:creationId xmlns:a16="http://schemas.microsoft.com/office/drawing/2014/main" id="{D3767855-0F8D-49EC-904C-4299E1A811F6}"/>
                </a:ext>
              </a:extLst>
            </p:cNvPr>
            <p:cNvSpPr/>
            <p:nvPr/>
          </p:nvSpPr>
          <p:spPr>
            <a:xfrm>
              <a:off x="2802636" y="286816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18" name="object 314">
              <a:extLst>
                <a:ext uri="{FF2B5EF4-FFF2-40B4-BE49-F238E27FC236}">
                  <a16:creationId xmlns:a16="http://schemas.microsoft.com/office/drawing/2014/main" id="{243F1770-6CFD-4363-A024-3BA64C6E2B68}"/>
                </a:ext>
              </a:extLst>
            </p:cNvPr>
            <p:cNvSpPr/>
            <p:nvPr/>
          </p:nvSpPr>
          <p:spPr>
            <a:xfrm>
              <a:off x="2802636" y="295351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19" name="object 315">
              <a:extLst>
                <a:ext uri="{FF2B5EF4-FFF2-40B4-BE49-F238E27FC236}">
                  <a16:creationId xmlns:a16="http://schemas.microsoft.com/office/drawing/2014/main" id="{9D0D1D4F-6A27-41C0-B10D-2C790909A6F5}"/>
                </a:ext>
              </a:extLst>
            </p:cNvPr>
            <p:cNvSpPr/>
            <p:nvPr/>
          </p:nvSpPr>
          <p:spPr>
            <a:xfrm>
              <a:off x="2802636" y="295351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0" name="object 316">
              <a:extLst>
                <a:ext uri="{FF2B5EF4-FFF2-40B4-BE49-F238E27FC236}">
                  <a16:creationId xmlns:a16="http://schemas.microsoft.com/office/drawing/2014/main" id="{92D8B06E-69CD-4986-8F16-0E6056EC4E5C}"/>
                </a:ext>
              </a:extLst>
            </p:cNvPr>
            <p:cNvSpPr/>
            <p:nvPr/>
          </p:nvSpPr>
          <p:spPr>
            <a:xfrm>
              <a:off x="2802636" y="30388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1" name="object 317">
              <a:extLst>
                <a:ext uri="{FF2B5EF4-FFF2-40B4-BE49-F238E27FC236}">
                  <a16:creationId xmlns:a16="http://schemas.microsoft.com/office/drawing/2014/main" id="{6E090784-35CA-4B03-B1AD-43C00B44E7F8}"/>
                </a:ext>
              </a:extLst>
            </p:cNvPr>
            <p:cNvSpPr/>
            <p:nvPr/>
          </p:nvSpPr>
          <p:spPr>
            <a:xfrm>
              <a:off x="2802636" y="30388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2" name="object 318">
              <a:extLst>
                <a:ext uri="{FF2B5EF4-FFF2-40B4-BE49-F238E27FC236}">
                  <a16:creationId xmlns:a16="http://schemas.microsoft.com/office/drawing/2014/main" id="{CE0AA375-9CA0-4BB5-8876-8EB20D1D4E4A}"/>
                </a:ext>
              </a:extLst>
            </p:cNvPr>
            <p:cNvSpPr/>
            <p:nvPr/>
          </p:nvSpPr>
          <p:spPr>
            <a:xfrm>
              <a:off x="2802636" y="312420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3" name="object 319">
              <a:extLst>
                <a:ext uri="{FF2B5EF4-FFF2-40B4-BE49-F238E27FC236}">
                  <a16:creationId xmlns:a16="http://schemas.microsoft.com/office/drawing/2014/main" id="{E88965BE-0477-48C5-BEB6-9DECB9F66FA7}"/>
                </a:ext>
              </a:extLst>
            </p:cNvPr>
            <p:cNvSpPr/>
            <p:nvPr/>
          </p:nvSpPr>
          <p:spPr>
            <a:xfrm>
              <a:off x="2802636" y="312420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4" name="object 320">
              <a:extLst>
                <a:ext uri="{FF2B5EF4-FFF2-40B4-BE49-F238E27FC236}">
                  <a16:creationId xmlns:a16="http://schemas.microsoft.com/office/drawing/2014/main" id="{CD99C7DC-E420-4690-8860-DD43F13D9D8B}"/>
                </a:ext>
              </a:extLst>
            </p:cNvPr>
            <p:cNvSpPr/>
            <p:nvPr/>
          </p:nvSpPr>
          <p:spPr>
            <a:xfrm>
              <a:off x="2802636" y="320954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5" name="object 321">
              <a:extLst>
                <a:ext uri="{FF2B5EF4-FFF2-40B4-BE49-F238E27FC236}">
                  <a16:creationId xmlns:a16="http://schemas.microsoft.com/office/drawing/2014/main" id="{83098415-8088-49AC-AAF2-ED565E41B294}"/>
                </a:ext>
              </a:extLst>
            </p:cNvPr>
            <p:cNvSpPr/>
            <p:nvPr/>
          </p:nvSpPr>
          <p:spPr>
            <a:xfrm>
              <a:off x="2802636" y="320954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6" name="object 322">
              <a:extLst>
                <a:ext uri="{FF2B5EF4-FFF2-40B4-BE49-F238E27FC236}">
                  <a16:creationId xmlns:a16="http://schemas.microsoft.com/office/drawing/2014/main" id="{65F86CEF-9E8F-44DE-BAB1-AC603923253F}"/>
                </a:ext>
              </a:extLst>
            </p:cNvPr>
            <p:cNvSpPr/>
            <p:nvPr/>
          </p:nvSpPr>
          <p:spPr>
            <a:xfrm>
              <a:off x="2802636" y="329488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6F000"/>
            </a:solidFill>
          </p:spPr>
          <p:txBody>
            <a:bodyPr wrap="square" lIns="0" tIns="0" rIns="0" bIns="0" rtlCol="0"/>
            <a:lstStyle/>
            <a:p>
              <a:endParaRPr sz="2000"/>
            </a:p>
          </p:txBody>
        </p:sp>
        <p:sp>
          <p:nvSpPr>
            <p:cNvPr id="327" name="object 323">
              <a:extLst>
                <a:ext uri="{FF2B5EF4-FFF2-40B4-BE49-F238E27FC236}">
                  <a16:creationId xmlns:a16="http://schemas.microsoft.com/office/drawing/2014/main" id="{59B342F6-4436-4E97-BBA2-A78F56CA2ADE}"/>
                </a:ext>
              </a:extLst>
            </p:cNvPr>
            <p:cNvSpPr/>
            <p:nvPr/>
          </p:nvSpPr>
          <p:spPr>
            <a:xfrm>
              <a:off x="2802636" y="329488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28" name="object 324">
              <a:extLst>
                <a:ext uri="{FF2B5EF4-FFF2-40B4-BE49-F238E27FC236}">
                  <a16:creationId xmlns:a16="http://schemas.microsoft.com/office/drawing/2014/main" id="{EC3ABDD9-A7A6-4C2C-9E3E-7D565345C501}"/>
                </a:ext>
              </a:extLst>
            </p:cNvPr>
            <p:cNvSpPr/>
            <p:nvPr/>
          </p:nvSpPr>
          <p:spPr>
            <a:xfrm>
              <a:off x="2802636" y="33802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9" name="object 325">
              <a:extLst>
                <a:ext uri="{FF2B5EF4-FFF2-40B4-BE49-F238E27FC236}">
                  <a16:creationId xmlns:a16="http://schemas.microsoft.com/office/drawing/2014/main" id="{E8EF2E1F-AB0C-4789-B4FC-882E83DC9099}"/>
                </a:ext>
              </a:extLst>
            </p:cNvPr>
            <p:cNvSpPr/>
            <p:nvPr/>
          </p:nvSpPr>
          <p:spPr>
            <a:xfrm>
              <a:off x="2802636" y="33802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0" name="object 326">
              <a:extLst>
                <a:ext uri="{FF2B5EF4-FFF2-40B4-BE49-F238E27FC236}">
                  <a16:creationId xmlns:a16="http://schemas.microsoft.com/office/drawing/2014/main" id="{2305BCB5-09DB-46A8-B9F6-50BE6C078B14}"/>
                </a:ext>
              </a:extLst>
            </p:cNvPr>
            <p:cNvSpPr/>
            <p:nvPr/>
          </p:nvSpPr>
          <p:spPr>
            <a:xfrm>
              <a:off x="2802636" y="34655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31" name="object 327">
              <a:extLst>
                <a:ext uri="{FF2B5EF4-FFF2-40B4-BE49-F238E27FC236}">
                  <a16:creationId xmlns:a16="http://schemas.microsoft.com/office/drawing/2014/main" id="{86BC5B71-A735-4A95-B3E0-7E4A0F7DDD1D}"/>
                </a:ext>
              </a:extLst>
            </p:cNvPr>
            <p:cNvSpPr/>
            <p:nvPr/>
          </p:nvSpPr>
          <p:spPr>
            <a:xfrm>
              <a:off x="2802636" y="3465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2" name="object 328">
              <a:extLst>
                <a:ext uri="{FF2B5EF4-FFF2-40B4-BE49-F238E27FC236}">
                  <a16:creationId xmlns:a16="http://schemas.microsoft.com/office/drawing/2014/main" id="{6E48A15F-B825-4BFF-BC56-F9664CF4CF09}"/>
                </a:ext>
              </a:extLst>
            </p:cNvPr>
            <p:cNvSpPr/>
            <p:nvPr/>
          </p:nvSpPr>
          <p:spPr>
            <a:xfrm>
              <a:off x="2987040" y="2868164"/>
              <a:ext cx="367665" cy="683260"/>
            </a:xfrm>
            <a:custGeom>
              <a:avLst/>
              <a:gdLst/>
              <a:ahLst/>
              <a:cxnLst/>
              <a:rect l="l" t="t" r="r" b="b"/>
              <a:pathLst>
                <a:path w="367664" h="683260">
                  <a:moveTo>
                    <a:pt x="0" y="85347"/>
                  </a:moveTo>
                  <a:lnTo>
                    <a:pt x="91440" y="85347"/>
                  </a:lnTo>
                  <a:lnTo>
                    <a:pt x="91440" y="0"/>
                  </a:lnTo>
                  <a:lnTo>
                    <a:pt x="0" y="0"/>
                  </a:lnTo>
                  <a:lnTo>
                    <a:pt x="0" y="85347"/>
                  </a:lnTo>
                  <a:close/>
                </a:path>
                <a:path w="367664" h="683260">
                  <a:moveTo>
                    <a:pt x="0" y="170691"/>
                  </a:moveTo>
                  <a:lnTo>
                    <a:pt x="91440" y="170691"/>
                  </a:lnTo>
                  <a:lnTo>
                    <a:pt x="91440" y="85348"/>
                  </a:lnTo>
                  <a:lnTo>
                    <a:pt x="0" y="85348"/>
                  </a:lnTo>
                  <a:lnTo>
                    <a:pt x="0" y="170691"/>
                  </a:lnTo>
                  <a:close/>
                </a:path>
                <a:path w="367664" h="683260">
                  <a:moveTo>
                    <a:pt x="0" y="256035"/>
                  </a:moveTo>
                  <a:lnTo>
                    <a:pt x="91440" y="256035"/>
                  </a:lnTo>
                  <a:lnTo>
                    <a:pt x="91440" y="170692"/>
                  </a:lnTo>
                  <a:lnTo>
                    <a:pt x="0" y="170692"/>
                  </a:lnTo>
                  <a:lnTo>
                    <a:pt x="0" y="256035"/>
                  </a:lnTo>
                  <a:close/>
                </a:path>
                <a:path w="367664" h="683260">
                  <a:moveTo>
                    <a:pt x="0" y="341379"/>
                  </a:moveTo>
                  <a:lnTo>
                    <a:pt x="91440" y="341379"/>
                  </a:lnTo>
                  <a:lnTo>
                    <a:pt x="91440" y="256036"/>
                  </a:lnTo>
                  <a:lnTo>
                    <a:pt x="0" y="256036"/>
                  </a:lnTo>
                  <a:lnTo>
                    <a:pt x="0" y="341379"/>
                  </a:lnTo>
                  <a:close/>
                </a:path>
                <a:path w="367664" h="683260">
                  <a:moveTo>
                    <a:pt x="0" y="426723"/>
                  </a:moveTo>
                  <a:lnTo>
                    <a:pt x="91440" y="426723"/>
                  </a:lnTo>
                  <a:lnTo>
                    <a:pt x="91440" y="341380"/>
                  </a:lnTo>
                  <a:lnTo>
                    <a:pt x="0" y="341380"/>
                  </a:lnTo>
                  <a:lnTo>
                    <a:pt x="0" y="426723"/>
                  </a:lnTo>
                  <a:close/>
                </a:path>
                <a:path w="367664" h="683260">
                  <a:moveTo>
                    <a:pt x="0" y="512067"/>
                  </a:moveTo>
                  <a:lnTo>
                    <a:pt x="91440" y="512067"/>
                  </a:lnTo>
                  <a:lnTo>
                    <a:pt x="91440" y="426720"/>
                  </a:lnTo>
                  <a:lnTo>
                    <a:pt x="0" y="426720"/>
                  </a:lnTo>
                  <a:lnTo>
                    <a:pt x="0" y="512067"/>
                  </a:lnTo>
                  <a:close/>
                </a:path>
                <a:path w="367664" h="683260">
                  <a:moveTo>
                    <a:pt x="0" y="597411"/>
                  </a:moveTo>
                  <a:lnTo>
                    <a:pt x="91440" y="597411"/>
                  </a:lnTo>
                  <a:lnTo>
                    <a:pt x="91440" y="512068"/>
                  </a:lnTo>
                  <a:lnTo>
                    <a:pt x="0" y="512068"/>
                  </a:lnTo>
                  <a:lnTo>
                    <a:pt x="0" y="597411"/>
                  </a:lnTo>
                  <a:close/>
                </a:path>
                <a:path w="367664" h="683260">
                  <a:moveTo>
                    <a:pt x="0" y="682755"/>
                  </a:moveTo>
                  <a:lnTo>
                    <a:pt x="91440" y="682755"/>
                  </a:lnTo>
                  <a:lnTo>
                    <a:pt x="91440" y="597412"/>
                  </a:lnTo>
                  <a:lnTo>
                    <a:pt x="0" y="597412"/>
                  </a:lnTo>
                  <a:lnTo>
                    <a:pt x="0" y="682755"/>
                  </a:lnTo>
                  <a:close/>
                </a:path>
                <a:path w="367664" h="683260">
                  <a:moveTo>
                    <a:pt x="91440" y="85347"/>
                  </a:moveTo>
                  <a:lnTo>
                    <a:pt x="182880" y="85347"/>
                  </a:lnTo>
                  <a:lnTo>
                    <a:pt x="182880" y="0"/>
                  </a:lnTo>
                  <a:lnTo>
                    <a:pt x="91440" y="0"/>
                  </a:lnTo>
                  <a:lnTo>
                    <a:pt x="91440" y="85347"/>
                  </a:lnTo>
                  <a:close/>
                </a:path>
                <a:path w="367664" h="683260">
                  <a:moveTo>
                    <a:pt x="91440" y="170691"/>
                  </a:moveTo>
                  <a:lnTo>
                    <a:pt x="182880" y="170691"/>
                  </a:lnTo>
                  <a:lnTo>
                    <a:pt x="182880" y="85348"/>
                  </a:lnTo>
                  <a:lnTo>
                    <a:pt x="91440" y="85348"/>
                  </a:lnTo>
                  <a:lnTo>
                    <a:pt x="91440" y="170691"/>
                  </a:lnTo>
                  <a:close/>
                </a:path>
                <a:path w="367664" h="683260">
                  <a:moveTo>
                    <a:pt x="91440" y="256035"/>
                  </a:moveTo>
                  <a:lnTo>
                    <a:pt x="182880" y="256035"/>
                  </a:lnTo>
                  <a:lnTo>
                    <a:pt x="182880" y="170692"/>
                  </a:lnTo>
                  <a:lnTo>
                    <a:pt x="91440" y="170692"/>
                  </a:lnTo>
                  <a:lnTo>
                    <a:pt x="91440" y="256035"/>
                  </a:lnTo>
                  <a:close/>
                </a:path>
                <a:path w="367664" h="683260">
                  <a:moveTo>
                    <a:pt x="91440" y="341379"/>
                  </a:moveTo>
                  <a:lnTo>
                    <a:pt x="182880" y="341379"/>
                  </a:lnTo>
                  <a:lnTo>
                    <a:pt x="182880" y="256036"/>
                  </a:lnTo>
                  <a:lnTo>
                    <a:pt x="91440" y="256036"/>
                  </a:lnTo>
                  <a:lnTo>
                    <a:pt x="91440" y="341379"/>
                  </a:lnTo>
                  <a:close/>
                </a:path>
                <a:path w="367664" h="683260">
                  <a:moveTo>
                    <a:pt x="91440" y="426723"/>
                  </a:moveTo>
                  <a:lnTo>
                    <a:pt x="182880" y="426723"/>
                  </a:lnTo>
                  <a:lnTo>
                    <a:pt x="182880" y="341380"/>
                  </a:lnTo>
                  <a:lnTo>
                    <a:pt x="91440" y="341380"/>
                  </a:lnTo>
                  <a:lnTo>
                    <a:pt x="91440" y="426723"/>
                  </a:lnTo>
                  <a:close/>
                </a:path>
                <a:path w="367664" h="683260">
                  <a:moveTo>
                    <a:pt x="91440" y="512067"/>
                  </a:moveTo>
                  <a:lnTo>
                    <a:pt x="182880" y="512067"/>
                  </a:lnTo>
                  <a:lnTo>
                    <a:pt x="182880" y="426720"/>
                  </a:lnTo>
                  <a:lnTo>
                    <a:pt x="91440" y="426720"/>
                  </a:lnTo>
                  <a:lnTo>
                    <a:pt x="91440" y="512067"/>
                  </a:lnTo>
                  <a:close/>
                </a:path>
                <a:path w="367664" h="683260">
                  <a:moveTo>
                    <a:pt x="91440" y="597411"/>
                  </a:moveTo>
                  <a:lnTo>
                    <a:pt x="182880" y="597411"/>
                  </a:lnTo>
                  <a:lnTo>
                    <a:pt x="182880" y="512068"/>
                  </a:lnTo>
                  <a:lnTo>
                    <a:pt x="91440" y="512068"/>
                  </a:lnTo>
                  <a:lnTo>
                    <a:pt x="91440" y="597411"/>
                  </a:lnTo>
                  <a:close/>
                </a:path>
                <a:path w="367664" h="683260">
                  <a:moveTo>
                    <a:pt x="91440" y="682755"/>
                  </a:moveTo>
                  <a:lnTo>
                    <a:pt x="182880" y="682755"/>
                  </a:lnTo>
                  <a:lnTo>
                    <a:pt x="182880" y="597412"/>
                  </a:lnTo>
                  <a:lnTo>
                    <a:pt x="91440" y="597412"/>
                  </a:lnTo>
                  <a:lnTo>
                    <a:pt x="91440" y="682755"/>
                  </a:lnTo>
                  <a:close/>
                </a:path>
                <a:path w="367664" h="683260">
                  <a:moveTo>
                    <a:pt x="182880" y="85347"/>
                  </a:moveTo>
                  <a:lnTo>
                    <a:pt x="275842" y="85347"/>
                  </a:lnTo>
                  <a:lnTo>
                    <a:pt x="275842" y="0"/>
                  </a:lnTo>
                  <a:lnTo>
                    <a:pt x="182880" y="0"/>
                  </a:lnTo>
                  <a:lnTo>
                    <a:pt x="182880" y="85347"/>
                  </a:lnTo>
                  <a:close/>
                </a:path>
                <a:path w="367664" h="683260">
                  <a:moveTo>
                    <a:pt x="182880" y="170691"/>
                  </a:moveTo>
                  <a:lnTo>
                    <a:pt x="275842" y="170691"/>
                  </a:lnTo>
                  <a:lnTo>
                    <a:pt x="275842" y="85348"/>
                  </a:lnTo>
                  <a:lnTo>
                    <a:pt x="182880" y="85348"/>
                  </a:lnTo>
                  <a:lnTo>
                    <a:pt x="182880" y="170691"/>
                  </a:lnTo>
                  <a:close/>
                </a:path>
                <a:path w="367664" h="683260">
                  <a:moveTo>
                    <a:pt x="182880" y="256035"/>
                  </a:moveTo>
                  <a:lnTo>
                    <a:pt x="275842" y="256035"/>
                  </a:lnTo>
                  <a:lnTo>
                    <a:pt x="275842" y="170692"/>
                  </a:lnTo>
                  <a:lnTo>
                    <a:pt x="182880" y="170692"/>
                  </a:lnTo>
                  <a:lnTo>
                    <a:pt x="182880" y="256035"/>
                  </a:lnTo>
                  <a:close/>
                </a:path>
                <a:path w="367664" h="683260">
                  <a:moveTo>
                    <a:pt x="182880" y="341379"/>
                  </a:moveTo>
                  <a:lnTo>
                    <a:pt x="275842" y="341379"/>
                  </a:lnTo>
                  <a:lnTo>
                    <a:pt x="275842" y="256036"/>
                  </a:lnTo>
                  <a:lnTo>
                    <a:pt x="182880" y="256036"/>
                  </a:lnTo>
                  <a:lnTo>
                    <a:pt x="182880" y="341379"/>
                  </a:lnTo>
                  <a:close/>
                </a:path>
                <a:path w="367664" h="683260">
                  <a:moveTo>
                    <a:pt x="182880" y="426723"/>
                  </a:moveTo>
                  <a:lnTo>
                    <a:pt x="275842" y="426723"/>
                  </a:lnTo>
                  <a:lnTo>
                    <a:pt x="275842" y="341380"/>
                  </a:lnTo>
                  <a:lnTo>
                    <a:pt x="182880" y="341380"/>
                  </a:lnTo>
                  <a:lnTo>
                    <a:pt x="182880" y="426723"/>
                  </a:lnTo>
                  <a:close/>
                </a:path>
                <a:path w="367664" h="683260">
                  <a:moveTo>
                    <a:pt x="182880" y="512067"/>
                  </a:moveTo>
                  <a:lnTo>
                    <a:pt x="275842" y="512067"/>
                  </a:lnTo>
                  <a:lnTo>
                    <a:pt x="275842" y="426720"/>
                  </a:lnTo>
                  <a:lnTo>
                    <a:pt x="182880" y="426720"/>
                  </a:lnTo>
                  <a:lnTo>
                    <a:pt x="182880" y="512067"/>
                  </a:lnTo>
                  <a:close/>
                </a:path>
                <a:path w="367664" h="683260">
                  <a:moveTo>
                    <a:pt x="182880" y="597411"/>
                  </a:moveTo>
                  <a:lnTo>
                    <a:pt x="275842" y="597411"/>
                  </a:lnTo>
                  <a:lnTo>
                    <a:pt x="275842" y="512068"/>
                  </a:lnTo>
                  <a:lnTo>
                    <a:pt x="182880" y="512068"/>
                  </a:lnTo>
                  <a:lnTo>
                    <a:pt x="182880" y="597411"/>
                  </a:lnTo>
                  <a:close/>
                </a:path>
                <a:path w="367664" h="683260">
                  <a:moveTo>
                    <a:pt x="182880" y="682755"/>
                  </a:moveTo>
                  <a:lnTo>
                    <a:pt x="275842" y="682755"/>
                  </a:lnTo>
                  <a:lnTo>
                    <a:pt x="275842" y="597412"/>
                  </a:lnTo>
                  <a:lnTo>
                    <a:pt x="182880" y="597412"/>
                  </a:lnTo>
                  <a:lnTo>
                    <a:pt x="182880" y="682755"/>
                  </a:lnTo>
                  <a:close/>
                </a:path>
                <a:path w="367664" h="683260">
                  <a:moveTo>
                    <a:pt x="275844" y="85347"/>
                  </a:moveTo>
                  <a:lnTo>
                    <a:pt x="367284" y="85347"/>
                  </a:lnTo>
                  <a:lnTo>
                    <a:pt x="367284" y="0"/>
                  </a:lnTo>
                  <a:lnTo>
                    <a:pt x="275844" y="0"/>
                  </a:lnTo>
                  <a:lnTo>
                    <a:pt x="275844" y="85347"/>
                  </a:lnTo>
                  <a:close/>
                </a:path>
                <a:path w="367664" h="683260">
                  <a:moveTo>
                    <a:pt x="275844" y="170691"/>
                  </a:moveTo>
                  <a:lnTo>
                    <a:pt x="367284" y="170691"/>
                  </a:lnTo>
                  <a:lnTo>
                    <a:pt x="367284" y="85348"/>
                  </a:lnTo>
                  <a:lnTo>
                    <a:pt x="275844" y="85348"/>
                  </a:lnTo>
                  <a:lnTo>
                    <a:pt x="275844" y="170691"/>
                  </a:lnTo>
                  <a:close/>
                </a:path>
                <a:path w="367664" h="683260">
                  <a:moveTo>
                    <a:pt x="275844" y="256035"/>
                  </a:moveTo>
                  <a:lnTo>
                    <a:pt x="367284" y="256035"/>
                  </a:lnTo>
                  <a:lnTo>
                    <a:pt x="367284" y="170692"/>
                  </a:lnTo>
                  <a:lnTo>
                    <a:pt x="275844" y="170692"/>
                  </a:lnTo>
                  <a:lnTo>
                    <a:pt x="275844" y="256035"/>
                  </a:lnTo>
                  <a:close/>
                </a:path>
                <a:path w="367664" h="683260">
                  <a:moveTo>
                    <a:pt x="275844" y="341379"/>
                  </a:moveTo>
                  <a:lnTo>
                    <a:pt x="367284" y="341379"/>
                  </a:lnTo>
                  <a:lnTo>
                    <a:pt x="367284" y="256036"/>
                  </a:lnTo>
                  <a:lnTo>
                    <a:pt x="275844" y="256036"/>
                  </a:lnTo>
                  <a:lnTo>
                    <a:pt x="275844" y="341379"/>
                  </a:lnTo>
                  <a:close/>
                </a:path>
                <a:path w="367664" h="683260">
                  <a:moveTo>
                    <a:pt x="275844" y="426723"/>
                  </a:moveTo>
                  <a:lnTo>
                    <a:pt x="367284" y="426723"/>
                  </a:lnTo>
                  <a:lnTo>
                    <a:pt x="367284" y="341380"/>
                  </a:lnTo>
                  <a:lnTo>
                    <a:pt x="275844" y="341380"/>
                  </a:lnTo>
                  <a:lnTo>
                    <a:pt x="275844" y="426723"/>
                  </a:lnTo>
                  <a:close/>
                </a:path>
                <a:path w="367664" h="683260">
                  <a:moveTo>
                    <a:pt x="275844" y="512067"/>
                  </a:moveTo>
                  <a:lnTo>
                    <a:pt x="367284" y="512067"/>
                  </a:lnTo>
                  <a:lnTo>
                    <a:pt x="367284" y="426720"/>
                  </a:lnTo>
                  <a:lnTo>
                    <a:pt x="275844" y="426720"/>
                  </a:lnTo>
                  <a:lnTo>
                    <a:pt x="275844" y="512067"/>
                  </a:lnTo>
                  <a:close/>
                </a:path>
                <a:path w="367664" h="683260">
                  <a:moveTo>
                    <a:pt x="275844" y="597411"/>
                  </a:moveTo>
                  <a:lnTo>
                    <a:pt x="367284" y="597411"/>
                  </a:lnTo>
                  <a:lnTo>
                    <a:pt x="367284" y="512068"/>
                  </a:lnTo>
                  <a:lnTo>
                    <a:pt x="275844" y="512068"/>
                  </a:lnTo>
                  <a:lnTo>
                    <a:pt x="275844" y="597411"/>
                  </a:lnTo>
                  <a:close/>
                </a:path>
                <a:path w="367664" h="683260">
                  <a:moveTo>
                    <a:pt x="275844" y="682755"/>
                  </a:moveTo>
                  <a:lnTo>
                    <a:pt x="367284" y="682755"/>
                  </a:lnTo>
                  <a:lnTo>
                    <a:pt x="367284" y="597412"/>
                  </a:lnTo>
                  <a:lnTo>
                    <a:pt x="275844" y="597412"/>
                  </a:lnTo>
                  <a:lnTo>
                    <a:pt x="275844" y="682755"/>
                  </a:lnTo>
                  <a:close/>
                </a:path>
              </a:pathLst>
            </a:custGeom>
            <a:ln w="12700">
              <a:solidFill>
                <a:srgbClr val="D1D1D1"/>
              </a:solidFill>
            </a:ln>
          </p:spPr>
          <p:txBody>
            <a:bodyPr wrap="square" lIns="0" tIns="0" rIns="0" bIns="0" rtlCol="0"/>
            <a:lstStyle/>
            <a:p>
              <a:endParaRPr sz="2000"/>
            </a:p>
          </p:txBody>
        </p:sp>
        <p:sp>
          <p:nvSpPr>
            <p:cNvPr id="333" name="object 329">
              <a:extLst>
                <a:ext uri="{FF2B5EF4-FFF2-40B4-BE49-F238E27FC236}">
                  <a16:creationId xmlns:a16="http://schemas.microsoft.com/office/drawing/2014/main" id="{F165E35B-31F9-4A58-9559-9D15DF9CB7A1}"/>
                </a:ext>
              </a:extLst>
            </p:cNvPr>
            <p:cNvSpPr/>
            <p:nvPr/>
          </p:nvSpPr>
          <p:spPr>
            <a:xfrm>
              <a:off x="2894076" y="286816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6F000"/>
            </a:solidFill>
          </p:spPr>
          <p:txBody>
            <a:bodyPr wrap="square" lIns="0" tIns="0" rIns="0" bIns="0" rtlCol="0"/>
            <a:lstStyle/>
            <a:p>
              <a:endParaRPr sz="2000"/>
            </a:p>
          </p:txBody>
        </p:sp>
        <p:sp>
          <p:nvSpPr>
            <p:cNvPr id="334" name="object 330">
              <a:extLst>
                <a:ext uri="{FF2B5EF4-FFF2-40B4-BE49-F238E27FC236}">
                  <a16:creationId xmlns:a16="http://schemas.microsoft.com/office/drawing/2014/main" id="{DD46FEA3-3C89-4BEA-B54D-BA8188F4AA01}"/>
                </a:ext>
              </a:extLst>
            </p:cNvPr>
            <p:cNvSpPr/>
            <p:nvPr/>
          </p:nvSpPr>
          <p:spPr>
            <a:xfrm>
              <a:off x="2894076" y="286816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35" name="object 331">
              <a:extLst>
                <a:ext uri="{FF2B5EF4-FFF2-40B4-BE49-F238E27FC236}">
                  <a16:creationId xmlns:a16="http://schemas.microsoft.com/office/drawing/2014/main" id="{947C5349-9A5C-4D4E-8CAE-1076F2FBBEAE}"/>
                </a:ext>
              </a:extLst>
            </p:cNvPr>
            <p:cNvSpPr/>
            <p:nvPr/>
          </p:nvSpPr>
          <p:spPr>
            <a:xfrm>
              <a:off x="2894076" y="295351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36" name="object 332">
              <a:extLst>
                <a:ext uri="{FF2B5EF4-FFF2-40B4-BE49-F238E27FC236}">
                  <a16:creationId xmlns:a16="http://schemas.microsoft.com/office/drawing/2014/main" id="{C48D6F00-5C40-43E6-9CBE-02FEC3394DC9}"/>
                </a:ext>
              </a:extLst>
            </p:cNvPr>
            <p:cNvSpPr/>
            <p:nvPr/>
          </p:nvSpPr>
          <p:spPr>
            <a:xfrm>
              <a:off x="2894076" y="295351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7" name="object 333">
              <a:extLst>
                <a:ext uri="{FF2B5EF4-FFF2-40B4-BE49-F238E27FC236}">
                  <a16:creationId xmlns:a16="http://schemas.microsoft.com/office/drawing/2014/main" id="{E95AC78D-EEF2-4D81-969C-2E23C6B4F892}"/>
                </a:ext>
              </a:extLst>
            </p:cNvPr>
            <p:cNvSpPr/>
            <p:nvPr/>
          </p:nvSpPr>
          <p:spPr>
            <a:xfrm>
              <a:off x="2894076" y="303885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38" name="object 334">
              <a:extLst>
                <a:ext uri="{FF2B5EF4-FFF2-40B4-BE49-F238E27FC236}">
                  <a16:creationId xmlns:a16="http://schemas.microsoft.com/office/drawing/2014/main" id="{0BDCB1D7-E638-4B97-81C9-DE6C4C7ABBD2}"/>
                </a:ext>
              </a:extLst>
            </p:cNvPr>
            <p:cNvSpPr/>
            <p:nvPr/>
          </p:nvSpPr>
          <p:spPr>
            <a:xfrm>
              <a:off x="2894076" y="303885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9" name="object 335">
              <a:extLst>
                <a:ext uri="{FF2B5EF4-FFF2-40B4-BE49-F238E27FC236}">
                  <a16:creationId xmlns:a16="http://schemas.microsoft.com/office/drawing/2014/main" id="{75D7C7DB-4EC2-48AC-BAEA-F6A5496E65B5}"/>
                </a:ext>
              </a:extLst>
            </p:cNvPr>
            <p:cNvSpPr/>
            <p:nvPr/>
          </p:nvSpPr>
          <p:spPr>
            <a:xfrm>
              <a:off x="2894076" y="312420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0" name="object 336">
              <a:extLst>
                <a:ext uri="{FF2B5EF4-FFF2-40B4-BE49-F238E27FC236}">
                  <a16:creationId xmlns:a16="http://schemas.microsoft.com/office/drawing/2014/main" id="{0B3298B3-712D-4E60-8809-BEF628FD6123}"/>
                </a:ext>
              </a:extLst>
            </p:cNvPr>
            <p:cNvSpPr/>
            <p:nvPr/>
          </p:nvSpPr>
          <p:spPr>
            <a:xfrm>
              <a:off x="2894076" y="312420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1" name="object 337">
              <a:extLst>
                <a:ext uri="{FF2B5EF4-FFF2-40B4-BE49-F238E27FC236}">
                  <a16:creationId xmlns:a16="http://schemas.microsoft.com/office/drawing/2014/main" id="{345ECAE0-5865-41F2-B079-E077D40E3FFF}"/>
                </a:ext>
              </a:extLst>
            </p:cNvPr>
            <p:cNvSpPr/>
            <p:nvPr/>
          </p:nvSpPr>
          <p:spPr>
            <a:xfrm>
              <a:off x="2894076" y="320954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2" name="object 338">
              <a:extLst>
                <a:ext uri="{FF2B5EF4-FFF2-40B4-BE49-F238E27FC236}">
                  <a16:creationId xmlns:a16="http://schemas.microsoft.com/office/drawing/2014/main" id="{B5750CD3-8173-4447-A0A4-B6B7A667E679}"/>
                </a:ext>
              </a:extLst>
            </p:cNvPr>
            <p:cNvSpPr/>
            <p:nvPr/>
          </p:nvSpPr>
          <p:spPr>
            <a:xfrm>
              <a:off x="2894076" y="320954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3" name="object 339">
              <a:extLst>
                <a:ext uri="{FF2B5EF4-FFF2-40B4-BE49-F238E27FC236}">
                  <a16:creationId xmlns:a16="http://schemas.microsoft.com/office/drawing/2014/main" id="{AE82E228-CCD8-41FB-BCFF-B94813F9D901}"/>
                </a:ext>
              </a:extLst>
            </p:cNvPr>
            <p:cNvSpPr/>
            <p:nvPr/>
          </p:nvSpPr>
          <p:spPr>
            <a:xfrm>
              <a:off x="2894076" y="329488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6F000"/>
            </a:solidFill>
          </p:spPr>
          <p:txBody>
            <a:bodyPr wrap="square" lIns="0" tIns="0" rIns="0" bIns="0" rtlCol="0"/>
            <a:lstStyle/>
            <a:p>
              <a:endParaRPr sz="2000"/>
            </a:p>
          </p:txBody>
        </p:sp>
        <p:sp>
          <p:nvSpPr>
            <p:cNvPr id="344" name="object 340">
              <a:extLst>
                <a:ext uri="{FF2B5EF4-FFF2-40B4-BE49-F238E27FC236}">
                  <a16:creationId xmlns:a16="http://schemas.microsoft.com/office/drawing/2014/main" id="{09A06939-2FB9-4035-A679-BFBBE2323115}"/>
                </a:ext>
              </a:extLst>
            </p:cNvPr>
            <p:cNvSpPr/>
            <p:nvPr/>
          </p:nvSpPr>
          <p:spPr>
            <a:xfrm>
              <a:off x="2894076" y="329488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45" name="object 341">
              <a:extLst>
                <a:ext uri="{FF2B5EF4-FFF2-40B4-BE49-F238E27FC236}">
                  <a16:creationId xmlns:a16="http://schemas.microsoft.com/office/drawing/2014/main" id="{E54217F0-11D1-439C-A564-FAD1A99B07DB}"/>
                </a:ext>
              </a:extLst>
            </p:cNvPr>
            <p:cNvSpPr/>
            <p:nvPr/>
          </p:nvSpPr>
          <p:spPr>
            <a:xfrm>
              <a:off x="2894076" y="338023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6" name="object 342">
              <a:extLst>
                <a:ext uri="{FF2B5EF4-FFF2-40B4-BE49-F238E27FC236}">
                  <a16:creationId xmlns:a16="http://schemas.microsoft.com/office/drawing/2014/main" id="{6F49DB3E-C3E4-4F48-8666-D5AF956A96F6}"/>
                </a:ext>
              </a:extLst>
            </p:cNvPr>
            <p:cNvSpPr/>
            <p:nvPr/>
          </p:nvSpPr>
          <p:spPr>
            <a:xfrm>
              <a:off x="2894076" y="338023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7" name="object 343">
              <a:extLst>
                <a:ext uri="{FF2B5EF4-FFF2-40B4-BE49-F238E27FC236}">
                  <a16:creationId xmlns:a16="http://schemas.microsoft.com/office/drawing/2014/main" id="{8139AB98-89BA-4D6C-9E1B-44968B6255CD}"/>
                </a:ext>
              </a:extLst>
            </p:cNvPr>
            <p:cNvSpPr/>
            <p:nvPr/>
          </p:nvSpPr>
          <p:spPr>
            <a:xfrm>
              <a:off x="2894076" y="346557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8" name="object 344">
              <a:extLst>
                <a:ext uri="{FF2B5EF4-FFF2-40B4-BE49-F238E27FC236}">
                  <a16:creationId xmlns:a16="http://schemas.microsoft.com/office/drawing/2014/main" id="{2C8F5778-A3EE-42C2-9F8B-125147601EEC}"/>
                </a:ext>
              </a:extLst>
            </p:cNvPr>
            <p:cNvSpPr/>
            <p:nvPr/>
          </p:nvSpPr>
          <p:spPr>
            <a:xfrm>
              <a:off x="2894076" y="346557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349" name="object 345">
            <a:extLst>
              <a:ext uri="{FF2B5EF4-FFF2-40B4-BE49-F238E27FC236}">
                <a16:creationId xmlns:a16="http://schemas.microsoft.com/office/drawing/2014/main" id="{0024AAEE-C15D-45FE-BA79-770DA373B9BF}"/>
              </a:ext>
            </a:extLst>
          </p:cNvPr>
          <p:cNvSpPr txBox="1"/>
          <p:nvPr/>
        </p:nvSpPr>
        <p:spPr>
          <a:xfrm>
            <a:off x="2617328" y="3182197"/>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350" name="object 346">
            <a:extLst>
              <a:ext uri="{FF2B5EF4-FFF2-40B4-BE49-F238E27FC236}">
                <a16:creationId xmlns:a16="http://schemas.microsoft.com/office/drawing/2014/main" id="{F5421D03-8168-47B2-B078-F069ED42348E}"/>
              </a:ext>
            </a:extLst>
          </p:cNvPr>
          <p:cNvSpPr txBox="1"/>
          <p:nvPr/>
        </p:nvSpPr>
        <p:spPr>
          <a:xfrm>
            <a:off x="3948994" y="3182197"/>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351" name="object 347">
            <a:extLst>
              <a:ext uri="{FF2B5EF4-FFF2-40B4-BE49-F238E27FC236}">
                <a16:creationId xmlns:a16="http://schemas.microsoft.com/office/drawing/2014/main" id="{06486F27-D7AA-4B4F-9915-F5B2210E2761}"/>
              </a:ext>
            </a:extLst>
          </p:cNvPr>
          <p:cNvGrpSpPr/>
          <p:nvPr/>
        </p:nvGrpSpPr>
        <p:grpSpPr>
          <a:xfrm>
            <a:off x="4249983" y="3166252"/>
            <a:ext cx="825500" cy="393700"/>
            <a:chOff x="3824985" y="2849627"/>
            <a:chExt cx="742950" cy="354330"/>
          </a:xfrm>
        </p:grpSpPr>
        <p:sp>
          <p:nvSpPr>
            <p:cNvPr id="352" name="object 348">
              <a:extLst>
                <a:ext uri="{FF2B5EF4-FFF2-40B4-BE49-F238E27FC236}">
                  <a16:creationId xmlns:a16="http://schemas.microsoft.com/office/drawing/2014/main" id="{2BEAAC48-3E88-4894-807A-27C00DA32271}"/>
                </a:ext>
              </a:extLst>
            </p:cNvPr>
            <p:cNvSpPr/>
            <p:nvPr/>
          </p:nvSpPr>
          <p:spPr>
            <a:xfrm>
              <a:off x="3831335" y="2855977"/>
              <a:ext cx="184785" cy="341630"/>
            </a:xfrm>
            <a:custGeom>
              <a:avLst/>
              <a:gdLst/>
              <a:ahLst/>
              <a:cxnLst/>
              <a:rect l="l" t="t" r="r" b="b"/>
              <a:pathLst>
                <a:path w="184785" h="341630">
                  <a:moveTo>
                    <a:pt x="0" y="85342"/>
                  </a:moveTo>
                  <a:lnTo>
                    <a:pt x="91440" y="85342"/>
                  </a:lnTo>
                  <a:lnTo>
                    <a:pt x="91440" y="0"/>
                  </a:lnTo>
                  <a:lnTo>
                    <a:pt x="0" y="0"/>
                  </a:lnTo>
                  <a:lnTo>
                    <a:pt x="0" y="85342"/>
                  </a:lnTo>
                  <a:close/>
                </a:path>
                <a:path w="184785" h="341630">
                  <a:moveTo>
                    <a:pt x="0" y="170686"/>
                  </a:moveTo>
                  <a:lnTo>
                    <a:pt x="91440" y="170686"/>
                  </a:lnTo>
                  <a:lnTo>
                    <a:pt x="91440" y="85344"/>
                  </a:lnTo>
                  <a:lnTo>
                    <a:pt x="0" y="85344"/>
                  </a:lnTo>
                  <a:lnTo>
                    <a:pt x="0" y="170686"/>
                  </a:lnTo>
                  <a:close/>
                </a:path>
                <a:path w="184785" h="341630">
                  <a:moveTo>
                    <a:pt x="0" y="256030"/>
                  </a:moveTo>
                  <a:lnTo>
                    <a:pt x="91440" y="256030"/>
                  </a:lnTo>
                  <a:lnTo>
                    <a:pt x="91440" y="170688"/>
                  </a:lnTo>
                  <a:lnTo>
                    <a:pt x="0" y="170688"/>
                  </a:lnTo>
                  <a:lnTo>
                    <a:pt x="0" y="256030"/>
                  </a:lnTo>
                  <a:close/>
                </a:path>
                <a:path w="184785" h="341630">
                  <a:moveTo>
                    <a:pt x="0" y="341374"/>
                  </a:moveTo>
                  <a:lnTo>
                    <a:pt x="91440" y="341374"/>
                  </a:lnTo>
                  <a:lnTo>
                    <a:pt x="91440" y="256027"/>
                  </a:lnTo>
                  <a:lnTo>
                    <a:pt x="0" y="256027"/>
                  </a:lnTo>
                  <a:lnTo>
                    <a:pt x="0" y="341374"/>
                  </a:lnTo>
                  <a:close/>
                </a:path>
                <a:path w="184785" h="341630">
                  <a:moveTo>
                    <a:pt x="91440" y="85342"/>
                  </a:moveTo>
                  <a:lnTo>
                    <a:pt x="184402" y="85342"/>
                  </a:lnTo>
                  <a:lnTo>
                    <a:pt x="184402" y="0"/>
                  </a:lnTo>
                  <a:lnTo>
                    <a:pt x="91440" y="0"/>
                  </a:lnTo>
                  <a:lnTo>
                    <a:pt x="91440" y="85342"/>
                  </a:lnTo>
                  <a:close/>
                </a:path>
                <a:path w="184785" h="341630">
                  <a:moveTo>
                    <a:pt x="91440" y="170686"/>
                  </a:moveTo>
                  <a:lnTo>
                    <a:pt x="184402" y="170686"/>
                  </a:lnTo>
                  <a:lnTo>
                    <a:pt x="184402" y="85344"/>
                  </a:lnTo>
                  <a:lnTo>
                    <a:pt x="91440" y="85344"/>
                  </a:lnTo>
                  <a:lnTo>
                    <a:pt x="91440" y="170686"/>
                  </a:lnTo>
                  <a:close/>
                </a:path>
                <a:path w="184785" h="341630">
                  <a:moveTo>
                    <a:pt x="91440" y="256030"/>
                  </a:moveTo>
                  <a:lnTo>
                    <a:pt x="184402" y="256030"/>
                  </a:lnTo>
                  <a:lnTo>
                    <a:pt x="184402" y="170688"/>
                  </a:lnTo>
                  <a:lnTo>
                    <a:pt x="91440" y="170688"/>
                  </a:lnTo>
                  <a:lnTo>
                    <a:pt x="91440" y="256030"/>
                  </a:lnTo>
                  <a:close/>
                </a:path>
                <a:path w="184785" h="341630">
                  <a:moveTo>
                    <a:pt x="91440" y="341374"/>
                  </a:moveTo>
                  <a:lnTo>
                    <a:pt x="184402" y="341374"/>
                  </a:lnTo>
                  <a:lnTo>
                    <a:pt x="184402" y="256027"/>
                  </a:lnTo>
                  <a:lnTo>
                    <a:pt x="91440" y="256027"/>
                  </a:lnTo>
                  <a:lnTo>
                    <a:pt x="91440" y="341374"/>
                  </a:lnTo>
                  <a:close/>
                </a:path>
              </a:pathLst>
            </a:custGeom>
            <a:ln w="12700">
              <a:solidFill>
                <a:srgbClr val="D1D1D1"/>
              </a:solidFill>
            </a:ln>
          </p:spPr>
          <p:txBody>
            <a:bodyPr wrap="square" lIns="0" tIns="0" rIns="0" bIns="0" rtlCol="0"/>
            <a:lstStyle/>
            <a:p>
              <a:endParaRPr sz="2000"/>
            </a:p>
          </p:txBody>
        </p:sp>
        <p:sp>
          <p:nvSpPr>
            <p:cNvPr id="353" name="object 349">
              <a:extLst>
                <a:ext uri="{FF2B5EF4-FFF2-40B4-BE49-F238E27FC236}">
                  <a16:creationId xmlns:a16="http://schemas.microsoft.com/office/drawing/2014/main" id="{ED65DDB5-47EF-4AB6-8FD5-32EFE0D2F097}"/>
                </a:ext>
              </a:extLst>
            </p:cNvPr>
            <p:cNvSpPr/>
            <p:nvPr/>
          </p:nvSpPr>
          <p:spPr>
            <a:xfrm>
              <a:off x="4014215" y="28559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354" name="object 350">
              <a:extLst>
                <a:ext uri="{FF2B5EF4-FFF2-40B4-BE49-F238E27FC236}">
                  <a16:creationId xmlns:a16="http://schemas.microsoft.com/office/drawing/2014/main" id="{EAFF8EC5-9096-4C31-A562-AD7F368D45B9}"/>
                </a:ext>
              </a:extLst>
            </p:cNvPr>
            <p:cNvSpPr/>
            <p:nvPr/>
          </p:nvSpPr>
          <p:spPr>
            <a:xfrm>
              <a:off x="4014215" y="28559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5" name="object 351">
              <a:extLst>
                <a:ext uri="{FF2B5EF4-FFF2-40B4-BE49-F238E27FC236}">
                  <a16:creationId xmlns:a16="http://schemas.microsoft.com/office/drawing/2014/main" id="{20ED06B2-11E0-4F63-B1C2-5A21955D1356}"/>
                </a:ext>
              </a:extLst>
            </p:cNvPr>
            <p:cNvSpPr/>
            <p:nvPr/>
          </p:nvSpPr>
          <p:spPr>
            <a:xfrm>
              <a:off x="4014215" y="29413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356" name="object 352">
              <a:extLst>
                <a:ext uri="{FF2B5EF4-FFF2-40B4-BE49-F238E27FC236}">
                  <a16:creationId xmlns:a16="http://schemas.microsoft.com/office/drawing/2014/main" id="{B50D6C91-2ECE-45C0-969F-BBA65C5CB8F8}"/>
                </a:ext>
              </a:extLst>
            </p:cNvPr>
            <p:cNvSpPr/>
            <p:nvPr/>
          </p:nvSpPr>
          <p:spPr>
            <a:xfrm>
              <a:off x="4014215" y="29413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7" name="object 353">
              <a:extLst>
                <a:ext uri="{FF2B5EF4-FFF2-40B4-BE49-F238E27FC236}">
                  <a16:creationId xmlns:a16="http://schemas.microsoft.com/office/drawing/2014/main" id="{9BDBF2B6-E34F-4BED-99D6-C99C9427A161}"/>
                </a:ext>
              </a:extLst>
            </p:cNvPr>
            <p:cNvSpPr/>
            <p:nvPr/>
          </p:nvSpPr>
          <p:spPr>
            <a:xfrm>
              <a:off x="4014215" y="30266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358" name="object 354">
              <a:extLst>
                <a:ext uri="{FF2B5EF4-FFF2-40B4-BE49-F238E27FC236}">
                  <a16:creationId xmlns:a16="http://schemas.microsoft.com/office/drawing/2014/main" id="{ABB374FF-3E9E-4CE3-A2FE-9A53A86AB759}"/>
                </a:ext>
              </a:extLst>
            </p:cNvPr>
            <p:cNvSpPr/>
            <p:nvPr/>
          </p:nvSpPr>
          <p:spPr>
            <a:xfrm>
              <a:off x="4014215" y="30266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9" name="object 355">
              <a:extLst>
                <a:ext uri="{FF2B5EF4-FFF2-40B4-BE49-F238E27FC236}">
                  <a16:creationId xmlns:a16="http://schemas.microsoft.com/office/drawing/2014/main" id="{AAE8F082-5010-431D-B501-ED851CCDA689}"/>
                </a:ext>
              </a:extLst>
            </p:cNvPr>
            <p:cNvSpPr/>
            <p:nvPr/>
          </p:nvSpPr>
          <p:spPr>
            <a:xfrm>
              <a:off x="4014215" y="31120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C684EA"/>
            </a:solidFill>
          </p:spPr>
          <p:txBody>
            <a:bodyPr wrap="square" lIns="0" tIns="0" rIns="0" bIns="0" rtlCol="0"/>
            <a:lstStyle/>
            <a:p>
              <a:endParaRPr sz="2000"/>
            </a:p>
          </p:txBody>
        </p:sp>
        <p:sp>
          <p:nvSpPr>
            <p:cNvPr id="360" name="object 356">
              <a:extLst>
                <a:ext uri="{FF2B5EF4-FFF2-40B4-BE49-F238E27FC236}">
                  <a16:creationId xmlns:a16="http://schemas.microsoft.com/office/drawing/2014/main" id="{6B7115BB-C8CC-44F6-92F8-0CA9208ED4E3}"/>
                </a:ext>
              </a:extLst>
            </p:cNvPr>
            <p:cNvSpPr/>
            <p:nvPr/>
          </p:nvSpPr>
          <p:spPr>
            <a:xfrm>
              <a:off x="4014215" y="31120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61" name="object 357">
              <a:extLst>
                <a:ext uri="{FF2B5EF4-FFF2-40B4-BE49-F238E27FC236}">
                  <a16:creationId xmlns:a16="http://schemas.microsoft.com/office/drawing/2014/main" id="{914365D2-E588-4260-8EC7-0B2D18F931FD}"/>
                </a:ext>
              </a:extLst>
            </p:cNvPr>
            <p:cNvSpPr/>
            <p:nvPr/>
          </p:nvSpPr>
          <p:spPr>
            <a:xfrm>
              <a:off x="4194047" y="2855977"/>
              <a:ext cx="367665" cy="341630"/>
            </a:xfrm>
            <a:custGeom>
              <a:avLst/>
              <a:gdLst/>
              <a:ahLst/>
              <a:cxnLst/>
              <a:rect l="l" t="t" r="r" b="b"/>
              <a:pathLst>
                <a:path w="367664" h="341630">
                  <a:moveTo>
                    <a:pt x="0" y="85342"/>
                  </a:moveTo>
                  <a:lnTo>
                    <a:pt x="91440" y="85342"/>
                  </a:lnTo>
                  <a:lnTo>
                    <a:pt x="91440" y="0"/>
                  </a:lnTo>
                  <a:lnTo>
                    <a:pt x="0" y="0"/>
                  </a:lnTo>
                  <a:lnTo>
                    <a:pt x="0" y="85342"/>
                  </a:lnTo>
                  <a:close/>
                </a:path>
                <a:path w="367664" h="341630">
                  <a:moveTo>
                    <a:pt x="0" y="170686"/>
                  </a:moveTo>
                  <a:lnTo>
                    <a:pt x="91440" y="170686"/>
                  </a:lnTo>
                  <a:lnTo>
                    <a:pt x="91440" y="85344"/>
                  </a:lnTo>
                  <a:lnTo>
                    <a:pt x="0" y="85344"/>
                  </a:lnTo>
                  <a:lnTo>
                    <a:pt x="0" y="170686"/>
                  </a:lnTo>
                  <a:close/>
                </a:path>
                <a:path w="367664" h="341630">
                  <a:moveTo>
                    <a:pt x="0" y="256030"/>
                  </a:moveTo>
                  <a:lnTo>
                    <a:pt x="91440" y="256030"/>
                  </a:lnTo>
                  <a:lnTo>
                    <a:pt x="91440" y="170688"/>
                  </a:lnTo>
                  <a:lnTo>
                    <a:pt x="0" y="170688"/>
                  </a:lnTo>
                  <a:lnTo>
                    <a:pt x="0" y="256030"/>
                  </a:lnTo>
                  <a:close/>
                </a:path>
                <a:path w="367664" h="341630">
                  <a:moveTo>
                    <a:pt x="0" y="341374"/>
                  </a:moveTo>
                  <a:lnTo>
                    <a:pt x="91440" y="341374"/>
                  </a:lnTo>
                  <a:lnTo>
                    <a:pt x="91440" y="256027"/>
                  </a:lnTo>
                  <a:lnTo>
                    <a:pt x="0" y="256027"/>
                  </a:lnTo>
                  <a:lnTo>
                    <a:pt x="0" y="341374"/>
                  </a:lnTo>
                  <a:close/>
                </a:path>
                <a:path w="367664" h="341630">
                  <a:moveTo>
                    <a:pt x="91440" y="85342"/>
                  </a:moveTo>
                  <a:lnTo>
                    <a:pt x="184407" y="85342"/>
                  </a:lnTo>
                  <a:lnTo>
                    <a:pt x="184407" y="0"/>
                  </a:lnTo>
                  <a:lnTo>
                    <a:pt x="91440" y="0"/>
                  </a:lnTo>
                  <a:lnTo>
                    <a:pt x="91440" y="85342"/>
                  </a:lnTo>
                  <a:close/>
                </a:path>
                <a:path w="367664" h="341630">
                  <a:moveTo>
                    <a:pt x="91440" y="170686"/>
                  </a:moveTo>
                  <a:lnTo>
                    <a:pt x="184407" y="170686"/>
                  </a:lnTo>
                  <a:lnTo>
                    <a:pt x="184407" y="85344"/>
                  </a:lnTo>
                  <a:lnTo>
                    <a:pt x="91440" y="85344"/>
                  </a:lnTo>
                  <a:lnTo>
                    <a:pt x="91440" y="170686"/>
                  </a:lnTo>
                  <a:close/>
                </a:path>
                <a:path w="367664" h="341630">
                  <a:moveTo>
                    <a:pt x="91440" y="256030"/>
                  </a:moveTo>
                  <a:lnTo>
                    <a:pt x="184407" y="256030"/>
                  </a:lnTo>
                  <a:lnTo>
                    <a:pt x="184407" y="170688"/>
                  </a:lnTo>
                  <a:lnTo>
                    <a:pt x="91440" y="170688"/>
                  </a:lnTo>
                  <a:lnTo>
                    <a:pt x="91440" y="256030"/>
                  </a:lnTo>
                  <a:close/>
                </a:path>
                <a:path w="367664" h="341630">
                  <a:moveTo>
                    <a:pt x="91440" y="341374"/>
                  </a:moveTo>
                  <a:lnTo>
                    <a:pt x="184407" y="341374"/>
                  </a:lnTo>
                  <a:lnTo>
                    <a:pt x="184407" y="256027"/>
                  </a:lnTo>
                  <a:lnTo>
                    <a:pt x="91440" y="256027"/>
                  </a:lnTo>
                  <a:lnTo>
                    <a:pt x="91440" y="341374"/>
                  </a:lnTo>
                  <a:close/>
                </a:path>
                <a:path w="367664" h="341630">
                  <a:moveTo>
                    <a:pt x="182880" y="85342"/>
                  </a:moveTo>
                  <a:lnTo>
                    <a:pt x="275847" y="85342"/>
                  </a:lnTo>
                  <a:lnTo>
                    <a:pt x="275847" y="0"/>
                  </a:lnTo>
                  <a:lnTo>
                    <a:pt x="182880" y="0"/>
                  </a:lnTo>
                  <a:lnTo>
                    <a:pt x="182880" y="85342"/>
                  </a:lnTo>
                  <a:close/>
                </a:path>
                <a:path w="367664" h="341630">
                  <a:moveTo>
                    <a:pt x="182880" y="170686"/>
                  </a:moveTo>
                  <a:lnTo>
                    <a:pt x="275847" y="170686"/>
                  </a:lnTo>
                  <a:lnTo>
                    <a:pt x="275847" y="85344"/>
                  </a:lnTo>
                  <a:lnTo>
                    <a:pt x="182880" y="85344"/>
                  </a:lnTo>
                  <a:lnTo>
                    <a:pt x="182880" y="170686"/>
                  </a:lnTo>
                  <a:close/>
                </a:path>
                <a:path w="367664" h="341630">
                  <a:moveTo>
                    <a:pt x="182880" y="256030"/>
                  </a:moveTo>
                  <a:lnTo>
                    <a:pt x="275847" y="256030"/>
                  </a:lnTo>
                  <a:lnTo>
                    <a:pt x="275847" y="170688"/>
                  </a:lnTo>
                  <a:lnTo>
                    <a:pt x="182880" y="170688"/>
                  </a:lnTo>
                  <a:lnTo>
                    <a:pt x="182880" y="256030"/>
                  </a:lnTo>
                  <a:close/>
                </a:path>
                <a:path w="367664" h="341630">
                  <a:moveTo>
                    <a:pt x="182880" y="341374"/>
                  </a:moveTo>
                  <a:lnTo>
                    <a:pt x="275847" y="341374"/>
                  </a:lnTo>
                  <a:lnTo>
                    <a:pt x="275847" y="256027"/>
                  </a:lnTo>
                  <a:lnTo>
                    <a:pt x="182880" y="256027"/>
                  </a:lnTo>
                  <a:lnTo>
                    <a:pt x="182880" y="341374"/>
                  </a:lnTo>
                  <a:close/>
                </a:path>
                <a:path w="367664" h="341630">
                  <a:moveTo>
                    <a:pt x="275844" y="85342"/>
                  </a:moveTo>
                  <a:lnTo>
                    <a:pt x="367284" y="85342"/>
                  </a:lnTo>
                  <a:lnTo>
                    <a:pt x="367284" y="0"/>
                  </a:lnTo>
                  <a:lnTo>
                    <a:pt x="275844" y="0"/>
                  </a:lnTo>
                  <a:lnTo>
                    <a:pt x="275844" y="85342"/>
                  </a:lnTo>
                  <a:close/>
                </a:path>
                <a:path w="367664" h="341630">
                  <a:moveTo>
                    <a:pt x="275844" y="170686"/>
                  </a:moveTo>
                  <a:lnTo>
                    <a:pt x="367284" y="170686"/>
                  </a:lnTo>
                  <a:lnTo>
                    <a:pt x="367284" y="85344"/>
                  </a:lnTo>
                  <a:lnTo>
                    <a:pt x="275844" y="85344"/>
                  </a:lnTo>
                  <a:lnTo>
                    <a:pt x="275844" y="170686"/>
                  </a:lnTo>
                  <a:close/>
                </a:path>
                <a:path w="367664" h="341630">
                  <a:moveTo>
                    <a:pt x="275844" y="256030"/>
                  </a:moveTo>
                  <a:lnTo>
                    <a:pt x="367284" y="256030"/>
                  </a:lnTo>
                  <a:lnTo>
                    <a:pt x="367284" y="170688"/>
                  </a:lnTo>
                  <a:lnTo>
                    <a:pt x="275844" y="170688"/>
                  </a:lnTo>
                  <a:lnTo>
                    <a:pt x="275844" y="256030"/>
                  </a:lnTo>
                  <a:close/>
                </a:path>
                <a:path w="367664" h="341630">
                  <a:moveTo>
                    <a:pt x="275844" y="341374"/>
                  </a:moveTo>
                  <a:lnTo>
                    <a:pt x="367284" y="341374"/>
                  </a:lnTo>
                  <a:lnTo>
                    <a:pt x="367284" y="256027"/>
                  </a:lnTo>
                  <a:lnTo>
                    <a:pt x="275844" y="256027"/>
                  </a:lnTo>
                  <a:lnTo>
                    <a:pt x="275844" y="341374"/>
                  </a:lnTo>
                  <a:close/>
                </a:path>
              </a:pathLst>
            </a:custGeom>
            <a:ln w="12700">
              <a:solidFill>
                <a:srgbClr val="D1D1D1"/>
              </a:solidFill>
            </a:ln>
          </p:spPr>
          <p:txBody>
            <a:bodyPr wrap="square" lIns="0" tIns="0" rIns="0" bIns="0" rtlCol="0"/>
            <a:lstStyle/>
            <a:p>
              <a:endParaRPr sz="2000"/>
            </a:p>
          </p:txBody>
        </p:sp>
        <p:sp>
          <p:nvSpPr>
            <p:cNvPr id="362" name="object 358">
              <a:extLst>
                <a:ext uri="{FF2B5EF4-FFF2-40B4-BE49-F238E27FC236}">
                  <a16:creationId xmlns:a16="http://schemas.microsoft.com/office/drawing/2014/main" id="{A94389E8-E9B4-4302-9637-DAC477F58F7A}"/>
                </a:ext>
              </a:extLst>
            </p:cNvPr>
            <p:cNvSpPr/>
            <p:nvPr/>
          </p:nvSpPr>
          <p:spPr>
            <a:xfrm>
              <a:off x="4105655" y="285597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363" name="object 359">
              <a:extLst>
                <a:ext uri="{FF2B5EF4-FFF2-40B4-BE49-F238E27FC236}">
                  <a16:creationId xmlns:a16="http://schemas.microsoft.com/office/drawing/2014/main" id="{704CD8AB-F9DC-4C43-9E29-D4874F0B8E5E}"/>
                </a:ext>
              </a:extLst>
            </p:cNvPr>
            <p:cNvSpPr/>
            <p:nvPr/>
          </p:nvSpPr>
          <p:spPr>
            <a:xfrm>
              <a:off x="4105655" y="28559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4" name="object 360">
              <a:extLst>
                <a:ext uri="{FF2B5EF4-FFF2-40B4-BE49-F238E27FC236}">
                  <a16:creationId xmlns:a16="http://schemas.microsoft.com/office/drawing/2014/main" id="{E614AFB5-F7EF-43F8-860D-94AC9FE0BE3E}"/>
                </a:ext>
              </a:extLst>
            </p:cNvPr>
            <p:cNvSpPr/>
            <p:nvPr/>
          </p:nvSpPr>
          <p:spPr>
            <a:xfrm>
              <a:off x="4105655" y="294132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365" name="object 361">
              <a:extLst>
                <a:ext uri="{FF2B5EF4-FFF2-40B4-BE49-F238E27FC236}">
                  <a16:creationId xmlns:a16="http://schemas.microsoft.com/office/drawing/2014/main" id="{CCA7940E-813B-48D3-9B18-D54AA3550CE5}"/>
                </a:ext>
              </a:extLst>
            </p:cNvPr>
            <p:cNvSpPr/>
            <p:nvPr/>
          </p:nvSpPr>
          <p:spPr>
            <a:xfrm>
              <a:off x="4105655" y="29413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6" name="object 362">
              <a:extLst>
                <a:ext uri="{FF2B5EF4-FFF2-40B4-BE49-F238E27FC236}">
                  <a16:creationId xmlns:a16="http://schemas.microsoft.com/office/drawing/2014/main" id="{4D3C59A5-318D-4D4A-8853-FCEF6D3DDEA2}"/>
                </a:ext>
              </a:extLst>
            </p:cNvPr>
            <p:cNvSpPr/>
            <p:nvPr/>
          </p:nvSpPr>
          <p:spPr>
            <a:xfrm>
              <a:off x="4105655" y="3026665"/>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367" name="object 363">
              <a:extLst>
                <a:ext uri="{FF2B5EF4-FFF2-40B4-BE49-F238E27FC236}">
                  <a16:creationId xmlns:a16="http://schemas.microsoft.com/office/drawing/2014/main" id="{0F4EA66F-1A54-4402-98D7-C823A7DE9B26}"/>
                </a:ext>
              </a:extLst>
            </p:cNvPr>
            <p:cNvSpPr/>
            <p:nvPr/>
          </p:nvSpPr>
          <p:spPr>
            <a:xfrm>
              <a:off x="4105655" y="30266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8" name="object 364">
              <a:extLst>
                <a:ext uri="{FF2B5EF4-FFF2-40B4-BE49-F238E27FC236}">
                  <a16:creationId xmlns:a16="http://schemas.microsoft.com/office/drawing/2014/main" id="{1656B5CA-AC8D-4A83-8185-B3225E34E877}"/>
                </a:ext>
              </a:extLst>
            </p:cNvPr>
            <p:cNvSpPr/>
            <p:nvPr/>
          </p:nvSpPr>
          <p:spPr>
            <a:xfrm>
              <a:off x="4105655" y="311200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C684EA"/>
            </a:solidFill>
          </p:spPr>
          <p:txBody>
            <a:bodyPr wrap="square" lIns="0" tIns="0" rIns="0" bIns="0" rtlCol="0"/>
            <a:lstStyle/>
            <a:p>
              <a:endParaRPr sz="2000"/>
            </a:p>
          </p:txBody>
        </p:sp>
        <p:sp>
          <p:nvSpPr>
            <p:cNvPr id="369" name="object 365">
              <a:extLst>
                <a:ext uri="{FF2B5EF4-FFF2-40B4-BE49-F238E27FC236}">
                  <a16:creationId xmlns:a16="http://schemas.microsoft.com/office/drawing/2014/main" id="{E0C437AB-E244-424D-9DF3-2F09EC449994}"/>
                </a:ext>
              </a:extLst>
            </p:cNvPr>
            <p:cNvSpPr/>
            <p:nvPr/>
          </p:nvSpPr>
          <p:spPr>
            <a:xfrm>
              <a:off x="4105655" y="311200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grpSp>
      <p:grpSp>
        <p:nvGrpSpPr>
          <p:cNvPr id="370" name="object 366">
            <a:extLst>
              <a:ext uri="{FF2B5EF4-FFF2-40B4-BE49-F238E27FC236}">
                <a16:creationId xmlns:a16="http://schemas.microsoft.com/office/drawing/2014/main" id="{5FFB991B-7A1B-4CAC-838C-005CD9FC8350}"/>
              </a:ext>
            </a:extLst>
          </p:cNvPr>
          <p:cNvGrpSpPr/>
          <p:nvPr/>
        </p:nvGrpSpPr>
        <p:grpSpPr>
          <a:xfrm>
            <a:off x="1672732" y="4324492"/>
            <a:ext cx="829028" cy="393700"/>
            <a:chOff x="1505458" y="3892043"/>
            <a:chExt cx="746125" cy="354330"/>
          </a:xfrm>
        </p:grpSpPr>
        <p:sp>
          <p:nvSpPr>
            <p:cNvPr id="371" name="object 367">
              <a:extLst>
                <a:ext uri="{FF2B5EF4-FFF2-40B4-BE49-F238E27FC236}">
                  <a16:creationId xmlns:a16="http://schemas.microsoft.com/office/drawing/2014/main" id="{3F928F23-FB54-4490-8DAA-AF4333AF1551}"/>
                </a:ext>
              </a:extLst>
            </p:cNvPr>
            <p:cNvSpPr/>
            <p:nvPr/>
          </p:nvSpPr>
          <p:spPr>
            <a:xfrm>
              <a:off x="1877568" y="3898393"/>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2" name="object 368">
              <a:extLst>
                <a:ext uri="{FF2B5EF4-FFF2-40B4-BE49-F238E27FC236}">
                  <a16:creationId xmlns:a16="http://schemas.microsoft.com/office/drawing/2014/main" id="{607D9634-660B-4B58-BE6C-2E42498BF411}"/>
                </a:ext>
              </a:extLst>
            </p:cNvPr>
            <p:cNvSpPr/>
            <p:nvPr/>
          </p:nvSpPr>
          <p:spPr>
            <a:xfrm>
              <a:off x="1877568" y="3898393"/>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3" name="object 369">
              <a:extLst>
                <a:ext uri="{FF2B5EF4-FFF2-40B4-BE49-F238E27FC236}">
                  <a16:creationId xmlns:a16="http://schemas.microsoft.com/office/drawing/2014/main" id="{3E9B11D4-9F6D-4BAB-BEEE-3B59F8C8CFBC}"/>
                </a:ext>
              </a:extLst>
            </p:cNvPr>
            <p:cNvSpPr/>
            <p:nvPr/>
          </p:nvSpPr>
          <p:spPr>
            <a:xfrm>
              <a:off x="1877568" y="39837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4" name="object 370">
              <a:extLst>
                <a:ext uri="{FF2B5EF4-FFF2-40B4-BE49-F238E27FC236}">
                  <a16:creationId xmlns:a16="http://schemas.microsoft.com/office/drawing/2014/main" id="{0B625903-2EA0-4979-A8E2-10DE2A6BB57D}"/>
                </a:ext>
              </a:extLst>
            </p:cNvPr>
            <p:cNvSpPr/>
            <p:nvPr/>
          </p:nvSpPr>
          <p:spPr>
            <a:xfrm>
              <a:off x="1877568" y="39837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5" name="object 371">
              <a:extLst>
                <a:ext uri="{FF2B5EF4-FFF2-40B4-BE49-F238E27FC236}">
                  <a16:creationId xmlns:a16="http://schemas.microsoft.com/office/drawing/2014/main" id="{FF7296DD-E213-4B9C-9BB9-987EC56592F0}"/>
                </a:ext>
              </a:extLst>
            </p:cNvPr>
            <p:cNvSpPr/>
            <p:nvPr/>
          </p:nvSpPr>
          <p:spPr>
            <a:xfrm>
              <a:off x="1877568" y="4069081"/>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6" name="object 372">
              <a:extLst>
                <a:ext uri="{FF2B5EF4-FFF2-40B4-BE49-F238E27FC236}">
                  <a16:creationId xmlns:a16="http://schemas.microsoft.com/office/drawing/2014/main" id="{13E8387B-EBE1-43DB-AA98-5339F6EC0D91}"/>
                </a:ext>
              </a:extLst>
            </p:cNvPr>
            <p:cNvSpPr/>
            <p:nvPr/>
          </p:nvSpPr>
          <p:spPr>
            <a:xfrm>
              <a:off x="1877568" y="4069081"/>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7" name="object 373">
              <a:extLst>
                <a:ext uri="{FF2B5EF4-FFF2-40B4-BE49-F238E27FC236}">
                  <a16:creationId xmlns:a16="http://schemas.microsoft.com/office/drawing/2014/main" id="{6BA74D8F-675A-47D7-903E-242D8C38A267}"/>
                </a:ext>
              </a:extLst>
            </p:cNvPr>
            <p:cNvSpPr/>
            <p:nvPr/>
          </p:nvSpPr>
          <p:spPr>
            <a:xfrm>
              <a:off x="1877568" y="4154425"/>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8" name="object 374">
              <a:extLst>
                <a:ext uri="{FF2B5EF4-FFF2-40B4-BE49-F238E27FC236}">
                  <a16:creationId xmlns:a16="http://schemas.microsoft.com/office/drawing/2014/main" id="{E2195FF6-5970-4220-8882-A7020ED4C03F}"/>
                </a:ext>
              </a:extLst>
            </p:cNvPr>
            <p:cNvSpPr/>
            <p:nvPr/>
          </p:nvSpPr>
          <p:spPr>
            <a:xfrm>
              <a:off x="1877568" y="4154425"/>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9" name="object 375">
              <a:extLst>
                <a:ext uri="{FF2B5EF4-FFF2-40B4-BE49-F238E27FC236}">
                  <a16:creationId xmlns:a16="http://schemas.microsoft.com/office/drawing/2014/main" id="{79075F9E-96F2-4FE1-8200-1DCD298E0925}"/>
                </a:ext>
              </a:extLst>
            </p:cNvPr>
            <p:cNvSpPr/>
            <p:nvPr/>
          </p:nvSpPr>
          <p:spPr>
            <a:xfrm>
              <a:off x="1511808" y="3898393"/>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80" name="object 376">
              <a:extLst>
                <a:ext uri="{FF2B5EF4-FFF2-40B4-BE49-F238E27FC236}">
                  <a16:creationId xmlns:a16="http://schemas.microsoft.com/office/drawing/2014/main" id="{A52410DA-A9A2-416F-856A-FF892A7374F3}"/>
                </a:ext>
              </a:extLst>
            </p:cNvPr>
            <p:cNvSpPr/>
            <p:nvPr/>
          </p:nvSpPr>
          <p:spPr>
            <a:xfrm>
              <a:off x="1511808" y="3898393"/>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1" name="object 377">
              <a:extLst>
                <a:ext uri="{FF2B5EF4-FFF2-40B4-BE49-F238E27FC236}">
                  <a16:creationId xmlns:a16="http://schemas.microsoft.com/office/drawing/2014/main" id="{E8F6AF10-977E-434C-BD91-B0333BD7CDCC}"/>
                </a:ext>
              </a:extLst>
            </p:cNvPr>
            <p:cNvSpPr/>
            <p:nvPr/>
          </p:nvSpPr>
          <p:spPr>
            <a:xfrm>
              <a:off x="1604772"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82" name="object 378">
              <a:extLst>
                <a:ext uri="{FF2B5EF4-FFF2-40B4-BE49-F238E27FC236}">
                  <a16:creationId xmlns:a16="http://schemas.microsoft.com/office/drawing/2014/main" id="{79B719A5-15DE-49CA-8A4B-F3EDFEAF3755}"/>
                </a:ext>
              </a:extLst>
            </p:cNvPr>
            <p:cNvSpPr/>
            <p:nvPr/>
          </p:nvSpPr>
          <p:spPr>
            <a:xfrm>
              <a:off x="1604772"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3" name="object 379">
              <a:extLst>
                <a:ext uri="{FF2B5EF4-FFF2-40B4-BE49-F238E27FC236}">
                  <a16:creationId xmlns:a16="http://schemas.microsoft.com/office/drawing/2014/main" id="{2D6C50D5-21E7-4F8E-8958-F171BEF81BB5}"/>
                </a:ext>
              </a:extLst>
            </p:cNvPr>
            <p:cNvSpPr/>
            <p:nvPr/>
          </p:nvSpPr>
          <p:spPr>
            <a:xfrm>
              <a:off x="1696212" y="389839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84" name="object 380">
              <a:extLst>
                <a:ext uri="{FF2B5EF4-FFF2-40B4-BE49-F238E27FC236}">
                  <a16:creationId xmlns:a16="http://schemas.microsoft.com/office/drawing/2014/main" id="{84165814-9FB9-4F8D-8046-FC9D266C6515}"/>
                </a:ext>
              </a:extLst>
            </p:cNvPr>
            <p:cNvSpPr/>
            <p:nvPr/>
          </p:nvSpPr>
          <p:spPr>
            <a:xfrm>
              <a:off x="1696212" y="389839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5" name="object 381">
              <a:extLst>
                <a:ext uri="{FF2B5EF4-FFF2-40B4-BE49-F238E27FC236}">
                  <a16:creationId xmlns:a16="http://schemas.microsoft.com/office/drawing/2014/main" id="{BF77CF9C-34C8-4D4B-BF7F-8805F5107436}"/>
                </a:ext>
              </a:extLst>
            </p:cNvPr>
            <p:cNvSpPr/>
            <p:nvPr/>
          </p:nvSpPr>
          <p:spPr>
            <a:xfrm>
              <a:off x="1511808" y="39837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86" name="object 382">
              <a:extLst>
                <a:ext uri="{FF2B5EF4-FFF2-40B4-BE49-F238E27FC236}">
                  <a16:creationId xmlns:a16="http://schemas.microsoft.com/office/drawing/2014/main" id="{2D48CFF2-8BC0-45FE-ADF8-554861207C90}"/>
                </a:ext>
              </a:extLst>
            </p:cNvPr>
            <p:cNvSpPr/>
            <p:nvPr/>
          </p:nvSpPr>
          <p:spPr>
            <a:xfrm>
              <a:off x="1511808" y="39837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7" name="object 383">
              <a:extLst>
                <a:ext uri="{FF2B5EF4-FFF2-40B4-BE49-F238E27FC236}">
                  <a16:creationId xmlns:a16="http://schemas.microsoft.com/office/drawing/2014/main" id="{A2A7805C-D0EA-48F5-869D-2A6F24D752A9}"/>
                </a:ext>
              </a:extLst>
            </p:cNvPr>
            <p:cNvSpPr/>
            <p:nvPr/>
          </p:nvSpPr>
          <p:spPr>
            <a:xfrm>
              <a:off x="1604772"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88" name="object 384">
              <a:extLst>
                <a:ext uri="{FF2B5EF4-FFF2-40B4-BE49-F238E27FC236}">
                  <a16:creationId xmlns:a16="http://schemas.microsoft.com/office/drawing/2014/main" id="{653E7139-1D70-455D-9A5E-337AFC85444B}"/>
                </a:ext>
              </a:extLst>
            </p:cNvPr>
            <p:cNvSpPr/>
            <p:nvPr/>
          </p:nvSpPr>
          <p:spPr>
            <a:xfrm>
              <a:off x="1604772"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9" name="object 385">
              <a:extLst>
                <a:ext uri="{FF2B5EF4-FFF2-40B4-BE49-F238E27FC236}">
                  <a16:creationId xmlns:a16="http://schemas.microsoft.com/office/drawing/2014/main" id="{1DD37AAB-CA28-4ADC-9216-ECB3D97FCD30}"/>
                </a:ext>
              </a:extLst>
            </p:cNvPr>
            <p:cNvSpPr/>
            <p:nvPr/>
          </p:nvSpPr>
          <p:spPr>
            <a:xfrm>
              <a:off x="1696212" y="39837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90" name="object 386">
              <a:extLst>
                <a:ext uri="{FF2B5EF4-FFF2-40B4-BE49-F238E27FC236}">
                  <a16:creationId xmlns:a16="http://schemas.microsoft.com/office/drawing/2014/main" id="{111AC2FE-2EBC-4C2C-8E87-9133B613BAE7}"/>
                </a:ext>
              </a:extLst>
            </p:cNvPr>
            <p:cNvSpPr/>
            <p:nvPr/>
          </p:nvSpPr>
          <p:spPr>
            <a:xfrm>
              <a:off x="1696212" y="39837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1" name="object 387">
              <a:extLst>
                <a:ext uri="{FF2B5EF4-FFF2-40B4-BE49-F238E27FC236}">
                  <a16:creationId xmlns:a16="http://schemas.microsoft.com/office/drawing/2014/main" id="{0CD9BD92-EC85-4FE3-8AED-E52BC020187D}"/>
                </a:ext>
              </a:extLst>
            </p:cNvPr>
            <p:cNvSpPr/>
            <p:nvPr/>
          </p:nvSpPr>
          <p:spPr>
            <a:xfrm>
              <a:off x="1511808" y="4069081"/>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92" name="object 388">
              <a:extLst>
                <a:ext uri="{FF2B5EF4-FFF2-40B4-BE49-F238E27FC236}">
                  <a16:creationId xmlns:a16="http://schemas.microsoft.com/office/drawing/2014/main" id="{FF4413AF-7D52-4DCF-8171-D11F1C4CE875}"/>
                </a:ext>
              </a:extLst>
            </p:cNvPr>
            <p:cNvSpPr/>
            <p:nvPr/>
          </p:nvSpPr>
          <p:spPr>
            <a:xfrm>
              <a:off x="1511808" y="4069081"/>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3" name="object 389">
              <a:extLst>
                <a:ext uri="{FF2B5EF4-FFF2-40B4-BE49-F238E27FC236}">
                  <a16:creationId xmlns:a16="http://schemas.microsoft.com/office/drawing/2014/main" id="{764C4865-6846-443E-9DDF-ECDFFE7CFFD7}"/>
                </a:ext>
              </a:extLst>
            </p:cNvPr>
            <p:cNvSpPr/>
            <p:nvPr/>
          </p:nvSpPr>
          <p:spPr>
            <a:xfrm>
              <a:off x="1604772"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94" name="object 390">
              <a:extLst>
                <a:ext uri="{FF2B5EF4-FFF2-40B4-BE49-F238E27FC236}">
                  <a16:creationId xmlns:a16="http://schemas.microsoft.com/office/drawing/2014/main" id="{B25E59B6-22DA-4548-B0BD-879BD2CF5098}"/>
                </a:ext>
              </a:extLst>
            </p:cNvPr>
            <p:cNvSpPr/>
            <p:nvPr/>
          </p:nvSpPr>
          <p:spPr>
            <a:xfrm>
              <a:off x="1604772"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5" name="object 391">
              <a:extLst>
                <a:ext uri="{FF2B5EF4-FFF2-40B4-BE49-F238E27FC236}">
                  <a16:creationId xmlns:a16="http://schemas.microsoft.com/office/drawing/2014/main" id="{1BA0D689-06FB-401D-BCD5-3E76C9B5F4C5}"/>
                </a:ext>
              </a:extLst>
            </p:cNvPr>
            <p:cNvSpPr/>
            <p:nvPr/>
          </p:nvSpPr>
          <p:spPr>
            <a:xfrm>
              <a:off x="1696212" y="406908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96" name="object 392">
              <a:extLst>
                <a:ext uri="{FF2B5EF4-FFF2-40B4-BE49-F238E27FC236}">
                  <a16:creationId xmlns:a16="http://schemas.microsoft.com/office/drawing/2014/main" id="{0E0F86AF-2684-4888-BD08-325AF3DF128D}"/>
                </a:ext>
              </a:extLst>
            </p:cNvPr>
            <p:cNvSpPr/>
            <p:nvPr/>
          </p:nvSpPr>
          <p:spPr>
            <a:xfrm>
              <a:off x="1696212" y="406908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7" name="object 393">
              <a:extLst>
                <a:ext uri="{FF2B5EF4-FFF2-40B4-BE49-F238E27FC236}">
                  <a16:creationId xmlns:a16="http://schemas.microsoft.com/office/drawing/2014/main" id="{4CE03BBF-1A2E-43B1-816B-2374F9D200F2}"/>
                </a:ext>
              </a:extLst>
            </p:cNvPr>
            <p:cNvSpPr/>
            <p:nvPr/>
          </p:nvSpPr>
          <p:spPr>
            <a:xfrm>
              <a:off x="1511808" y="4154425"/>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98" name="object 394">
              <a:extLst>
                <a:ext uri="{FF2B5EF4-FFF2-40B4-BE49-F238E27FC236}">
                  <a16:creationId xmlns:a16="http://schemas.microsoft.com/office/drawing/2014/main" id="{EB16C760-5843-49F7-AAC7-2AF38969E3F7}"/>
                </a:ext>
              </a:extLst>
            </p:cNvPr>
            <p:cNvSpPr/>
            <p:nvPr/>
          </p:nvSpPr>
          <p:spPr>
            <a:xfrm>
              <a:off x="1511808" y="4154425"/>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9" name="object 395">
              <a:extLst>
                <a:ext uri="{FF2B5EF4-FFF2-40B4-BE49-F238E27FC236}">
                  <a16:creationId xmlns:a16="http://schemas.microsoft.com/office/drawing/2014/main" id="{EC84AD2C-EC6D-45B2-92AE-A8CB1700E232}"/>
                </a:ext>
              </a:extLst>
            </p:cNvPr>
            <p:cNvSpPr/>
            <p:nvPr/>
          </p:nvSpPr>
          <p:spPr>
            <a:xfrm>
              <a:off x="1604772"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0" name="object 396">
              <a:extLst>
                <a:ext uri="{FF2B5EF4-FFF2-40B4-BE49-F238E27FC236}">
                  <a16:creationId xmlns:a16="http://schemas.microsoft.com/office/drawing/2014/main" id="{5673FC34-B5AE-43A6-8AF8-A3F6F8EEB32A}"/>
                </a:ext>
              </a:extLst>
            </p:cNvPr>
            <p:cNvSpPr/>
            <p:nvPr/>
          </p:nvSpPr>
          <p:spPr>
            <a:xfrm>
              <a:off x="1604772"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1" name="object 397">
              <a:extLst>
                <a:ext uri="{FF2B5EF4-FFF2-40B4-BE49-F238E27FC236}">
                  <a16:creationId xmlns:a16="http://schemas.microsoft.com/office/drawing/2014/main" id="{90B09BFE-5C87-4CD2-95E6-CB93E514DD8F}"/>
                </a:ext>
              </a:extLst>
            </p:cNvPr>
            <p:cNvSpPr/>
            <p:nvPr/>
          </p:nvSpPr>
          <p:spPr>
            <a:xfrm>
              <a:off x="1696212" y="415442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02" name="object 398">
              <a:extLst>
                <a:ext uri="{FF2B5EF4-FFF2-40B4-BE49-F238E27FC236}">
                  <a16:creationId xmlns:a16="http://schemas.microsoft.com/office/drawing/2014/main" id="{16A79BE9-1EFA-4719-B7EC-49B2DA10804C}"/>
                </a:ext>
              </a:extLst>
            </p:cNvPr>
            <p:cNvSpPr/>
            <p:nvPr/>
          </p:nvSpPr>
          <p:spPr>
            <a:xfrm>
              <a:off x="1696212" y="415442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3" name="object 399">
              <a:extLst>
                <a:ext uri="{FF2B5EF4-FFF2-40B4-BE49-F238E27FC236}">
                  <a16:creationId xmlns:a16="http://schemas.microsoft.com/office/drawing/2014/main" id="{E5D02CFF-B4D8-4AAE-A2C3-12B3CC5152F4}"/>
                </a:ext>
              </a:extLst>
            </p:cNvPr>
            <p:cNvSpPr/>
            <p:nvPr/>
          </p:nvSpPr>
          <p:spPr>
            <a:xfrm>
              <a:off x="1789176"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4" name="object 400">
              <a:extLst>
                <a:ext uri="{FF2B5EF4-FFF2-40B4-BE49-F238E27FC236}">
                  <a16:creationId xmlns:a16="http://schemas.microsoft.com/office/drawing/2014/main" id="{14ED1F83-0818-442E-B26F-90377D2B8FF9}"/>
                </a:ext>
              </a:extLst>
            </p:cNvPr>
            <p:cNvSpPr/>
            <p:nvPr/>
          </p:nvSpPr>
          <p:spPr>
            <a:xfrm>
              <a:off x="1789176"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5" name="object 401">
              <a:extLst>
                <a:ext uri="{FF2B5EF4-FFF2-40B4-BE49-F238E27FC236}">
                  <a16:creationId xmlns:a16="http://schemas.microsoft.com/office/drawing/2014/main" id="{C75D6CA9-6002-4AA6-ADF1-17CBF39D255D}"/>
                </a:ext>
              </a:extLst>
            </p:cNvPr>
            <p:cNvSpPr/>
            <p:nvPr/>
          </p:nvSpPr>
          <p:spPr>
            <a:xfrm>
              <a:off x="1789176"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6" name="object 402">
              <a:extLst>
                <a:ext uri="{FF2B5EF4-FFF2-40B4-BE49-F238E27FC236}">
                  <a16:creationId xmlns:a16="http://schemas.microsoft.com/office/drawing/2014/main" id="{6019A28C-5DE8-43C0-8020-815E7A346418}"/>
                </a:ext>
              </a:extLst>
            </p:cNvPr>
            <p:cNvSpPr/>
            <p:nvPr/>
          </p:nvSpPr>
          <p:spPr>
            <a:xfrm>
              <a:off x="1789176"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7" name="object 403">
              <a:extLst>
                <a:ext uri="{FF2B5EF4-FFF2-40B4-BE49-F238E27FC236}">
                  <a16:creationId xmlns:a16="http://schemas.microsoft.com/office/drawing/2014/main" id="{408D91A8-9426-44A4-B19F-84F2F8B9ACB2}"/>
                </a:ext>
              </a:extLst>
            </p:cNvPr>
            <p:cNvSpPr/>
            <p:nvPr/>
          </p:nvSpPr>
          <p:spPr>
            <a:xfrm>
              <a:off x="1789176"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8" name="object 404">
              <a:extLst>
                <a:ext uri="{FF2B5EF4-FFF2-40B4-BE49-F238E27FC236}">
                  <a16:creationId xmlns:a16="http://schemas.microsoft.com/office/drawing/2014/main" id="{6191E248-9FC3-447E-8B32-7E08AFBEC5B4}"/>
                </a:ext>
              </a:extLst>
            </p:cNvPr>
            <p:cNvSpPr/>
            <p:nvPr/>
          </p:nvSpPr>
          <p:spPr>
            <a:xfrm>
              <a:off x="1789176"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9" name="object 405">
              <a:extLst>
                <a:ext uri="{FF2B5EF4-FFF2-40B4-BE49-F238E27FC236}">
                  <a16:creationId xmlns:a16="http://schemas.microsoft.com/office/drawing/2014/main" id="{D0B15445-6BAF-4B0E-BAEC-2731C791006B}"/>
                </a:ext>
              </a:extLst>
            </p:cNvPr>
            <p:cNvSpPr/>
            <p:nvPr/>
          </p:nvSpPr>
          <p:spPr>
            <a:xfrm>
              <a:off x="1789176"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0" name="object 406">
              <a:extLst>
                <a:ext uri="{FF2B5EF4-FFF2-40B4-BE49-F238E27FC236}">
                  <a16:creationId xmlns:a16="http://schemas.microsoft.com/office/drawing/2014/main" id="{898CFA44-6CFD-4535-A3FD-6A1ACC06FC2E}"/>
                </a:ext>
              </a:extLst>
            </p:cNvPr>
            <p:cNvSpPr/>
            <p:nvPr/>
          </p:nvSpPr>
          <p:spPr>
            <a:xfrm>
              <a:off x="1789176"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1" name="object 407">
              <a:extLst>
                <a:ext uri="{FF2B5EF4-FFF2-40B4-BE49-F238E27FC236}">
                  <a16:creationId xmlns:a16="http://schemas.microsoft.com/office/drawing/2014/main" id="{73E266A3-6D8F-47AD-B3D7-786088F8B68D}"/>
                </a:ext>
              </a:extLst>
            </p:cNvPr>
            <p:cNvSpPr/>
            <p:nvPr/>
          </p:nvSpPr>
          <p:spPr>
            <a:xfrm>
              <a:off x="1970531"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2" name="object 408">
              <a:extLst>
                <a:ext uri="{FF2B5EF4-FFF2-40B4-BE49-F238E27FC236}">
                  <a16:creationId xmlns:a16="http://schemas.microsoft.com/office/drawing/2014/main" id="{EB080759-5016-4BB3-8C05-DE440F8FD249}"/>
                </a:ext>
              </a:extLst>
            </p:cNvPr>
            <p:cNvSpPr/>
            <p:nvPr/>
          </p:nvSpPr>
          <p:spPr>
            <a:xfrm>
              <a:off x="1970531"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3" name="object 409">
              <a:extLst>
                <a:ext uri="{FF2B5EF4-FFF2-40B4-BE49-F238E27FC236}">
                  <a16:creationId xmlns:a16="http://schemas.microsoft.com/office/drawing/2014/main" id="{DA709BE0-0B8D-485C-8123-6002E49C442D}"/>
                </a:ext>
              </a:extLst>
            </p:cNvPr>
            <p:cNvSpPr/>
            <p:nvPr/>
          </p:nvSpPr>
          <p:spPr>
            <a:xfrm>
              <a:off x="1970531"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4" name="object 410">
              <a:extLst>
                <a:ext uri="{FF2B5EF4-FFF2-40B4-BE49-F238E27FC236}">
                  <a16:creationId xmlns:a16="http://schemas.microsoft.com/office/drawing/2014/main" id="{9AA6CC39-705C-4D94-A1D1-0C2CCAC6D9A0}"/>
                </a:ext>
              </a:extLst>
            </p:cNvPr>
            <p:cNvSpPr/>
            <p:nvPr/>
          </p:nvSpPr>
          <p:spPr>
            <a:xfrm>
              <a:off x="1970531"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5" name="object 411">
              <a:extLst>
                <a:ext uri="{FF2B5EF4-FFF2-40B4-BE49-F238E27FC236}">
                  <a16:creationId xmlns:a16="http://schemas.microsoft.com/office/drawing/2014/main" id="{4B333FEF-C4DA-47F9-B90A-29BD5FDAF546}"/>
                </a:ext>
              </a:extLst>
            </p:cNvPr>
            <p:cNvSpPr/>
            <p:nvPr/>
          </p:nvSpPr>
          <p:spPr>
            <a:xfrm>
              <a:off x="1970531"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6" name="object 412">
              <a:extLst>
                <a:ext uri="{FF2B5EF4-FFF2-40B4-BE49-F238E27FC236}">
                  <a16:creationId xmlns:a16="http://schemas.microsoft.com/office/drawing/2014/main" id="{032597DA-2C26-486C-A4ED-401B0181081D}"/>
                </a:ext>
              </a:extLst>
            </p:cNvPr>
            <p:cNvSpPr/>
            <p:nvPr/>
          </p:nvSpPr>
          <p:spPr>
            <a:xfrm>
              <a:off x="1970531"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7" name="object 413">
              <a:extLst>
                <a:ext uri="{FF2B5EF4-FFF2-40B4-BE49-F238E27FC236}">
                  <a16:creationId xmlns:a16="http://schemas.microsoft.com/office/drawing/2014/main" id="{CCA5CE4E-A08F-4C93-9C02-7D9355E6C052}"/>
                </a:ext>
              </a:extLst>
            </p:cNvPr>
            <p:cNvSpPr/>
            <p:nvPr/>
          </p:nvSpPr>
          <p:spPr>
            <a:xfrm>
              <a:off x="1970531"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8" name="object 414">
              <a:extLst>
                <a:ext uri="{FF2B5EF4-FFF2-40B4-BE49-F238E27FC236}">
                  <a16:creationId xmlns:a16="http://schemas.microsoft.com/office/drawing/2014/main" id="{4BDA5E11-2CBE-4B92-8F8D-C2FE60554304}"/>
                </a:ext>
              </a:extLst>
            </p:cNvPr>
            <p:cNvSpPr/>
            <p:nvPr/>
          </p:nvSpPr>
          <p:spPr>
            <a:xfrm>
              <a:off x="1970531"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9" name="object 415">
              <a:extLst>
                <a:ext uri="{FF2B5EF4-FFF2-40B4-BE49-F238E27FC236}">
                  <a16:creationId xmlns:a16="http://schemas.microsoft.com/office/drawing/2014/main" id="{8AF710B1-4D63-42CD-B0BE-B361BCCDEAC8}"/>
                </a:ext>
              </a:extLst>
            </p:cNvPr>
            <p:cNvSpPr/>
            <p:nvPr/>
          </p:nvSpPr>
          <p:spPr>
            <a:xfrm>
              <a:off x="2151888" y="3898393"/>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0" name="object 416">
              <a:extLst>
                <a:ext uri="{FF2B5EF4-FFF2-40B4-BE49-F238E27FC236}">
                  <a16:creationId xmlns:a16="http://schemas.microsoft.com/office/drawing/2014/main" id="{37F59535-51A2-4B67-989F-31DDDCB986BB}"/>
                </a:ext>
              </a:extLst>
            </p:cNvPr>
            <p:cNvSpPr/>
            <p:nvPr/>
          </p:nvSpPr>
          <p:spPr>
            <a:xfrm>
              <a:off x="2151888" y="3898393"/>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1" name="object 417">
              <a:extLst>
                <a:ext uri="{FF2B5EF4-FFF2-40B4-BE49-F238E27FC236}">
                  <a16:creationId xmlns:a16="http://schemas.microsoft.com/office/drawing/2014/main" id="{9EFE595C-5503-4165-8EB4-7359B0AB8652}"/>
                </a:ext>
              </a:extLst>
            </p:cNvPr>
            <p:cNvSpPr/>
            <p:nvPr/>
          </p:nvSpPr>
          <p:spPr>
            <a:xfrm>
              <a:off x="2151888" y="39837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2" name="object 418">
              <a:extLst>
                <a:ext uri="{FF2B5EF4-FFF2-40B4-BE49-F238E27FC236}">
                  <a16:creationId xmlns:a16="http://schemas.microsoft.com/office/drawing/2014/main" id="{55D6AC71-3650-4217-B6D6-5FB438C9E69F}"/>
                </a:ext>
              </a:extLst>
            </p:cNvPr>
            <p:cNvSpPr/>
            <p:nvPr/>
          </p:nvSpPr>
          <p:spPr>
            <a:xfrm>
              <a:off x="2151888" y="39837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3" name="object 419">
              <a:extLst>
                <a:ext uri="{FF2B5EF4-FFF2-40B4-BE49-F238E27FC236}">
                  <a16:creationId xmlns:a16="http://schemas.microsoft.com/office/drawing/2014/main" id="{7D748BC1-21B1-44C9-882E-BA4FC0923711}"/>
                </a:ext>
              </a:extLst>
            </p:cNvPr>
            <p:cNvSpPr/>
            <p:nvPr/>
          </p:nvSpPr>
          <p:spPr>
            <a:xfrm>
              <a:off x="2151888" y="4069081"/>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4" name="object 420">
              <a:extLst>
                <a:ext uri="{FF2B5EF4-FFF2-40B4-BE49-F238E27FC236}">
                  <a16:creationId xmlns:a16="http://schemas.microsoft.com/office/drawing/2014/main" id="{C9F67D3B-12E4-434B-805B-4BD021D94A8F}"/>
                </a:ext>
              </a:extLst>
            </p:cNvPr>
            <p:cNvSpPr/>
            <p:nvPr/>
          </p:nvSpPr>
          <p:spPr>
            <a:xfrm>
              <a:off x="2151888" y="4069081"/>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5" name="object 421">
              <a:extLst>
                <a:ext uri="{FF2B5EF4-FFF2-40B4-BE49-F238E27FC236}">
                  <a16:creationId xmlns:a16="http://schemas.microsoft.com/office/drawing/2014/main" id="{612ECA56-587C-4F4F-B26B-70F0C90A51E8}"/>
                </a:ext>
              </a:extLst>
            </p:cNvPr>
            <p:cNvSpPr/>
            <p:nvPr/>
          </p:nvSpPr>
          <p:spPr>
            <a:xfrm>
              <a:off x="2151888" y="4154425"/>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6" name="object 422">
              <a:extLst>
                <a:ext uri="{FF2B5EF4-FFF2-40B4-BE49-F238E27FC236}">
                  <a16:creationId xmlns:a16="http://schemas.microsoft.com/office/drawing/2014/main" id="{DC54FD14-CB45-4A45-B369-EC71B0933E20}"/>
                </a:ext>
              </a:extLst>
            </p:cNvPr>
            <p:cNvSpPr/>
            <p:nvPr/>
          </p:nvSpPr>
          <p:spPr>
            <a:xfrm>
              <a:off x="2151888" y="4154425"/>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7" name="object 423">
              <a:extLst>
                <a:ext uri="{FF2B5EF4-FFF2-40B4-BE49-F238E27FC236}">
                  <a16:creationId xmlns:a16="http://schemas.microsoft.com/office/drawing/2014/main" id="{E48113F8-3668-44EB-A490-CC28800AE16C}"/>
                </a:ext>
              </a:extLst>
            </p:cNvPr>
            <p:cNvSpPr/>
            <p:nvPr/>
          </p:nvSpPr>
          <p:spPr>
            <a:xfrm>
              <a:off x="2061972" y="389839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28" name="object 424">
              <a:extLst>
                <a:ext uri="{FF2B5EF4-FFF2-40B4-BE49-F238E27FC236}">
                  <a16:creationId xmlns:a16="http://schemas.microsoft.com/office/drawing/2014/main" id="{68C09B85-C6A1-4878-8EE6-ED1B9C660F93}"/>
                </a:ext>
              </a:extLst>
            </p:cNvPr>
            <p:cNvSpPr/>
            <p:nvPr/>
          </p:nvSpPr>
          <p:spPr>
            <a:xfrm>
              <a:off x="2061972" y="389839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9" name="object 425">
              <a:extLst>
                <a:ext uri="{FF2B5EF4-FFF2-40B4-BE49-F238E27FC236}">
                  <a16:creationId xmlns:a16="http://schemas.microsoft.com/office/drawing/2014/main" id="{F6C4FA45-D1A0-49F5-92E7-5DE07E1B9284}"/>
                </a:ext>
              </a:extLst>
            </p:cNvPr>
            <p:cNvSpPr/>
            <p:nvPr/>
          </p:nvSpPr>
          <p:spPr>
            <a:xfrm>
              <a:off x="2061972" y="39837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30" name="object 426">
              <a:extLst>
                <a:ext uri="{FF2B5EF4-FFF2-40B4-BE49-F238E27FC236}">
                  <a16:creationId xmlns:a16="http://schemas.microsoft.com/office/drawing/2014/main" id="{55AD64AA-35BE-4655-BF3D-9D86B068A202}"/>
                </a:ext>
              </a:extLst>
            </p:cNvPr>
            <p:cNvSpPr/>
            <p:nvPr/>
          </p:nvSpPr>
          <p:spPr>
            <a:xfrm>
              <a:off x="2061972" y="39837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1" name="object 427">
              <a:extLst>
                <a:ext uri="{FF2B5EF4-FFF2-40B4-BE49-F238E27FC236}">
                  <a16:creationId xmlns:a16="http://schemas.microsoft.com/office/drawing/2014/main" id="{C3F39843-7196-4C3A-A136-23DA1525B977}"/>
                </a:ext>
              </a:extLst>
            </p:cNvPr>
            <p:cNvSpPr/>
            <p:nvPr/>
          </p:nvSpPr>
          <p:spPr>
            <a:xfrm>
              <a:off x="2061972" y="406908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32" name="object 428">
              <a:extLst>
                <a:ext uri="{FF2B5EF4-FFF2-40B4-BE49-F238E27FC236}">
                  <a16:creationId xmlns:a16="http://schemas.microsoft.com/office/drawing/2014/main" id="{96C1D807-D815-49FC-8CA5-CA920EC1C1F0}"/>
                </a:ext>
              </a:extLst>
            </p:cNvPr>
            <p:cNvSpPr/>
            <p:nvPr/>
          </p:nvSpPr>
          <p:spPr>
            <a:xfrm>
              <a:off x="2061972" y="406908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3" name="object 429">
              <a:extLst>
                <a:ext uri="{FF2B5EF4-FFF2-40B4-BE49-F238E27FC236}">
                  <a16:creationId xmlns:a16="http://schemas.microsoft.com/office/drawing/2014/main" id="{F14B3FCD-511F-43B2-BCC7-47C64B065A65}"/>
                </a:ext>
              </a:extLst>
            </p:cNvPr>
            <p:cNvSpPr/>
            <p:nvPr/>
          </p:nvSpPr>
          <p:spPr>
            <a:xfrm>
              <a:off x="2061972" y="415442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34" name="object 430">
              <a:extLst>
                <a:ext uri="{FF2B5EF4-FFF2-40B4-BE49-F238E27FC236}">
                  <a16:creationId xmlns:a16="http://schemas.microsoft.com/office/drawing/2014/main" id="{6755E23F-9AFD-4254-B8E5-EB321EA55180}"/>
                </a:ext>
              </a:extLst>
            </p:cNvPr>
            <p:cNvSpPr/>
            <p:nvPr/>
          </p:nvSpPr>
          <p:spPr>
            <a:xfrm>
              <a:off x="2061972" y="415442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435" name="object 431">
            <a:extLst>
              <a:ext uri="{FF2B5EF4-FFF2-40B4-BE49-F238E27FC236}">
                <a16:creationId xmlns:a16="http://schemas.microsoft.com/office/drawing/2014/main" id="{740F42BC-D02A-45C9-B6A6-E13ADE29C390}"/>
              </a:ext>
            </a:extLst>
          </p:cNvPr>
          <p:cNvGrpSpPr/>
          <p:nvPr/>
        </p:nvGrpSpPr>
        <p:grpSpPr>
          <a:xfrm>
            <a:off x="2902091" y="4329567"/>
            <a:ext cx="832556" cy="774700"/>
            <a:chOff x="2611882" y="3896610"/>
            <a:chExt cx="749300" cy="697230"/>
          </a:xfrm>
        </p:grpSpPr>
        <p:sp>
          <p:nvSpPr>
            <p:cNvPr id="436" name="object 432">
              <a:extLst>
                <a:ext uri="{FF2B5EF4-FFF2-40B4-BE49-F238E27FC236}">
                  <a16:creationId xmlns:a16="http://schemas.microsoft.com/office/drawing/2014/main" id="{2817133A-21A0-4D4A-A130-F5328BBB35C8}"/>
                </a:ext>
              </a:extLst>
            </p:cNvPr>
            <p:cNvSpPr/>
            <p:nvPr/>
          </p:nvSpPr>
          <p:spPr>
            <a:xfrm>
              <a:off x="2618232" y="3902960"/>
              <a:ext cx="368935" cy="684530"/>
            </a:xfrm>
            <a:custGeom>
              <a:avLst/>
              <a:gdLst/>
              <a:ahLst/>
              <a:cxnLst/>
              <a:rect l="l" t="t" r="r" b="b"/>
              <a:pathLst>
                <a:path w="368935" h="684529">
                  <a:moveTo>
                    <a:pt x="0" y="86870"/>
                  </a:moveTo>
                  <a:lnTo>
                    <a:pt x="91440" y="86870"/>
                  </a:lnTo>
                  <a:lnTo>
                    <a:pt x="91440" y="0"/>
                  </a:lnTo>
                  <a:lnTo>
                    <a:pt x="0" y="0"/>
                  </a:lnTo>
                  <a:lnTo>
                    <a:pt x="0" y="86870"/>
                  </a:lnTo>
                  <a:close/>
                </a:path>
                <a:path w="368935" h="684529">
                  <a:moveTo>
                    <a:pt x="0" y="172214"/>
                  </a:moveTo>
                  <a:lnTo>
                    <a:pt x="91440" y="172214"/>
                  </a:lnTo>
                  <a:lnTo>
                    <a:pt x="91440" y="86871"/>
                  </a:lnTo>
                  <a:lnTo>
                    <a:pt x="0" y="86871"/>
                  </a:lnTo>
                  <a:lnTo>
                    <a:pt x="0" y="172214"/>
                  </a:lnTo>
                  <a:close/>
                </a:path>
                <a:path w="368935" h="684529">
                  <a:moveTo>
                    <a:pt x="0" y="257558"/>
                  </a:moveTo>
                  <a:lnTo>
                    <a:pt x="91440" y="257558"/>
                  </a:lnTo>
                  <a:lnTo>
                    <a:pt x="91440" y="172215"/>
                  </a:lnTo>
                  <a:lnTo>
                    <a:pt x="0" y="172215"/>
                  </a:lnTo>
                  <a:lnTo>
                    <a:pt x="0" y="257558"/>
                  </a:lnTo>
                  <a:close/>
                </a:path>
                <a:path w="368935" h="684529">
                  <a:moveTo>
                    <a:pt x="0" y="342902"/>
                  </a:moveTo>
                  <a:lnTo>
                    <a:pt x="91440" y="342902"/>
                  </a:lnTo>
                  <a:lnTo>
                    <a:pt x="91440" y="257559"/>
                  </a:lnTo>
                  <a:lnTo>
                    <a:pt x="0" y="257559"/>
                  </a:lnTo>
                  <a:lnTo>
                    <a:pt x="0" y="342902"/>
                  </a:lnTo>
                  <a:close/>
                </a:path>
                <a:path w="368935" h="684529">
                  <a:moveTo>
                    <a:pt x="0" y="428246"/>
                  </a:moveTo>
                  <a:lnTo>
                    <a:pt x="91440" y="428246"/>
                  </a:lnTo>
                  <a:lnTo>
                    <a:pt x="91440" y="342903"/>
                  </a:lnTo>
                  <a:lnTo>
                    <a:pt x="0" y="342903"/>
                  </a:lnTo>
                  <a:lnTo>
                    <a:pt x="0" y="428246"/>
                  </a:lnTo>
                  <a:close/>
                </a:path>
                <a:path w="368935" h="684529">
                  <a:moveTo>
                    <a:pt x="0" y="513590"/>
                  </a:moveTo>
                  <a:lnTo>
                    <a:pt x="91440" y="513590"/>
                  </a:lnTo>
                  <a:lnTo>
                    <a:pt x="91440" y="428242"/>
                  </a:lnTo>
                  <a:lnTo>
                    <a:pt x="0" y="428242"/>
                  </a:lnTo>
                  <a:lnTo>
                    <a:pt x="0" y="513590"/>
                  </a:lnTo>
                  <a:close/>
                </a:path>
                <a:path w="368935" h="684529">
                  <a:moveTo>
                    <a:pt x="0" y="598934"/>
                  </a:moveTo>
                  <a:lnTo>
                    <a:pt x="91440" y="598934"/>
                  </a:lnTo>
                  <a:lnTo>
                    <a:pt x="91440" y="513591"/>
                  </a:lnTo>
                  <a:lnTo>
                    <a:pt x="0" y="513591"/>
                  </a:lnTo>
                  <a:lnTo>
                    <a:pt x="0" y="598934"/>
                  </a:lnTo>
                  <a:close/>
                </a:path>
                <a:path w="368935" h="684529">
                  <a:moveTo>
                    <a:pt x="0" y="684278"/>
                  </a:moveTo>
                  <a:lnTo>
                    <a:pt x="91440" y="684278"/>
                  </a:lnTo>
                  <a:lnTo>
                    <a:pt x="91440" y="598935"/>
                  </a:lnTo>
                  <a:lnTo>
                    <a:pt x="0" y="598935"/>
                  </a:lnTo>
                  <a:lnTo>
                    <a:pt x="0" y="684278"/>
                  </a:lnTo>
                  <a:close/>
                </a:path>
                <a:path w="368935" h="684529">
                  <a:moveTo>
                    <a:pt x="91440" y="86870"/>
                  </a:moveTo>
                  <a:lnTo>
                    <a:pt x="184402" y="86870"/>
                  </a:lnTo>
                  <a:lnTo>
                    <a:pt x="184402" y="0"/>
                  </a:lnTo>
                  <a:lnTo>
                    <a:pt x="91440" y="0"/>
                  </a:lnTo>
                  <a:lnTo>
                    <a:pt x="91440" y="86870"/>
                  </a:lnTo>
                  <a:close/>
                </a:path>
                <a:path w="368935" h="684529">
                  <a:moveTo>
                    <a:pt x="91440" y="172214"/>
                  </a:moveTo>
                  <a:lnTo>
                    <a:pt x="184402" y="172214"/>
                  </a:lnTo>
                  <a:lnTo>
                    <a:pt x="184402" y="86871"/>
                  </a:lnTo>
                  <a:lnTo>
                    <a:pt x="91440" y="86871"/>
                  </a:lnTo>
                  <a:lnTo>
                    <a:pt x="91440" y="172214"/>
                  </a:lnTo>
                  <a:close/>
                </a:path>
                <a:path w="368935" h="684529">
                  <a:moveTo>
                    <a:pt x="91440" y="257558"/>
                  </a:moveTo>
                  <a:lnTo>
                    <a:pt x="184402" y="257558"/>
                  </a:lnTo>
                  <a:lnTo>
                    <a:pt x="184402" y="172215"/>
                  </a:lnTo>
                  <a:lnTo>
                    <a:pt x="91440" y="172215"/>
                  </a:lnTo>
                  <a:lnTo>
                    <a:pt x="91440" y="257558"/>
                  </a:lnTo>
                  <a:close/>
                </a:path>
                <a:path w="368935" h="684529">
                  <a:moveTo>
                    <a:pt x="91440" y="342902"/>
                  </a:moveTo>
                  <a:lnTo>
                    <a:pt x="184402" y="342902"/>
                  </a:lnTo>
                  <a:lnTo>
                    <a:pt x="184402" y="257559"/>
                  </a:lnTo>
                  <a:lnTo>
                    <a:pt x="91440" y="257559"/>
                  </a:lnTo>
                  <a:lnTo>
                    <a:pt x="91440" y="342902"/>
                  </a:lnTo>
                  <a:close/>
                </a:path>
                <a:path w="368935" h="684529">
                  <a:moveTo>
                    <a:pt x="91440" y="428246"/>
                  </a:moveTo>
                  <a:lnTo>
                    <a:pt x="184402" y="428246"/>
                  </a:lnTo>
                  <a:lnTo>
                    <a:pt x="184402" y="342903"/>
                  </a:lnTo>
                  <a:lnTo>
                    <a:pt x="91440" y="342903"/>
                  </a:lnTo>
                  <a:lnTo>
                    <a:pt x="91440" y="428246"/>
                  </a:lnTo>
                  <a:close/>
                </a:path>
                <a:path w="368935" h="684529">
                  <a:moveTo>
                    <a:pt x="91440" y="513590"/>
                  </a:moveTo>
                  <a:lnTo>
                    <a:pt x="184402" y="513590"/>
                  </a:lnTo>
                  <a:lnTo>
                    <a:pt x="184402" y="428242"/>
                  </a:lnTo>
                  <a:lnTo>
                    <a:pt x="91440" y="428242"/>
                  </a:lnTo>
                  <a:lnTo>
                    <a:pt x="91440" y="513590"/>
                  </a:lnTo>
                  <a:close/>
                </a:path>
                <a:path w="368935" h="684529">
                  <a:moveTo>
                    <a:pt x="91440" y="598934"/>
                  </a:moveTo>
                  <a:lnTo>
                    <a:pt x="184402" y="598934"/>
                  </a:lnTo>
                  <a:lnTo>
                    <a:pt x="184402" y="513591"/>
                  </a:lnTo>
                  <a:lnTo>
                    <a:pt x="91440" y="513591"/>
                  </a:lnTo>
                  <a:lnTo>
                    <a:pt x="91440" y="598934"/>
                  </a:lnTo>
                  <a:close/>
                </a:path>
                <a:path w="368935" h="684529">
                  <a:moveTo>
                    <a:pt x="91440" y="684278"/>
                  </a:moveTo>
                  <a:lnTo>
                    <a:pt x="184402" y="684278"/>
                  </a:lnTo>
                  <a:lnTo>
                    <a:pt x="184402" y="598935"/>
                  </a:lnTo>
                  <a:lnTo>
                    <a:pt x="91440" y="598935"/>
                  </a:lnTo>
                  <a:lnTo>
                    <a:pt x="91440" y="684278"/>
                  </a:lnTo>
                  <a:close/>
                </a:path>
                <a:path w="368935" h="684529">
                  <a:moveTo>
                    <a:pt x="184404" y="86870"/>
                  </a:moveTo>
                  <a:lnTo>
                    <a:pt x="275844" y="86870"/>
                  </a:lnTo>
                  <a:lnTo>
                    <a:pt x="275844" y="0"/>
                  </a:lnTo>
                  <a:lnTo>
                    <a:pt x="184404" y="0"/>
                  </a:lnTo>
                  <a:lnTo>
                    <a:pt x="184404" y="86870"/>
                  </a:lnTo>
                  <a:close/>
                </a:path>
                <a:path w="368935" h="684529">
                  <a:moveTo>
                    <a:pt x="184404" y="172214"/>
                  </a:moveTo>
                  <a:lnTo>
                    <a:pt x="275844" y="172214"/>
                  </a:lnTo>
                  <a:lnTo>
                    <a:pt x="275844" y="86871"/>
                  </a:lnTo>
                  <a:lnTo>
                    <a:pt x="184404" y="86871"/>
                  </a:lnTo>
                  <a:lnTo>
                    <a:pt x="184404" y="172214"/>
                  </a:lnTo>
                  <a:close/>
                </a:path>
                <a:path w="368935" h="684529">
                  <a:moveTo>
                    <a:pt x="184404" y="257558"/>
                  </a:moveTo>
                  <a:lnTo>
                    <a:pt x="275844" y="257558"/>
                  </a:lnTo>
                  <a:lnTo>
                    <a:pt x="275844" y="172215"/>
                  </a:lnTo>
                  <a:lnTo>
                    <a:pt x="184404" y="172215"/>
                  </a:lnTo>
                  <a:lnTo>
                    <a:pt x="184404" y="257558"/>
                  </a:lnTo>
                  <a:close/>
                </a:path>
                <a:path w="368935" h="684529">
                  <a:moveTo>
                    <a:pt x="184404" y="342902"/>
                  </a:moveTo>
                  <a:lnTo>
                    <a:pt x="275844" y="342902"/>
                  </a:lnTo>
                  <a:lnTo>
                    <a:pt x="275844" y="257559"/>
                  </a:lnTo>
                  <a:lnTo>
                    <a:pt x="184404" y="257559"/>
                  </a:lnTo>
                  <a:lnTo>
                    <a:pt x="184404" y="342902"/>
                  </a:lnTo>
                  <a:close/>
                </a:path>
                <a:path w="368935" h="684529">
                  <a:moveTo>
                    <a:pt x="184404" y="428246"/>
                  </a:moveTo>
                  <a:lnTo>
                    <a:pt x="275844" y="428246"/>
                  </a:lnTo>
                  <a:lnTo>
                    <a:pt x="275844" y="342903"/>
                  </a:lnTo>
                  <a:lnTo>
                    <a:pt x="184404" y="342903"/>
                  </a:lnTo>
                  <a:lnTo>
                    <a:pt x="184404" y="428246"/>
                  </a:lnTo>
                  <a:close/>
                </a:path>
                <a:path w="368935" h="684529">
                  <a:moveTo>
                    <a:pt x="184404" y="513590"/>
                  </a:moveTo>
                  <a:lnTo>
                    <a:pt x="275844" y="513590"/>
                  </a:lnTo>
                  <a:lnTo>
                    <a:pt x="275844" y="428242"/>
                  </a:lnTo>
                  <a:lnTo>
                    <a:pt x="184404" y="428242"/>
                  </a:lnTo>
                  <a:lnTo>
                    <a:pt x="184404" y="513590"/>
                  </a:lnTo>
                  <a:close/>
                </a:path>
                <a:path w="368935" h="684529">
                  <a:moveTo>
                    <a:pt x="184404" y="598934"/>
                  </a:moveTo>
                  <a:lnTo>
                    <a:pt x="275844" y="598934"/>
                  </a:lnTo>
                  <a:lnTo>
                    <a:pt x="275844" y="513591"/>
                  </a:lnTo>
                  <a:lnTo>
                    <a:pt x="184404" y="513591"/>
                  </a:lnTo>
                  <a:lnTo>
                    <a:pt x="184404" y="598934"/>
                  </a:lnTo>
                  <a:close/>
                </a:path>
                <a:path w="368935" h="684529">
                  <a:moveTo>
                    <a:pt x="184404" y="684278"/>
                  </a:moveTo>
                  <a:lnTo>
                    <a:pt x="275844" y="684278"/>
                  </a:lnTo>
                  <a:lnTo>
                    <a:pt x="275844" y="598935"/>
                  </a:lnTo>
                  <a:lnTo>
                    <a:pt x="184404" y="598935"/>
                  </a:lnTo>
                  <a:lnTo>
                    <a:pt x="184404" y="684278"/>
                  </a:lnTo>
                  <a:close/>
                </a:path>
                <a:path w="368935" h="684529">
                  <a:moveTo>
                    <a:pt x="275844" y="86870"/>
                  </a:moveTo>
                  <a:lnTo>
                    <a:pt x="368806" y="86870"/>
                  </a:lnTo>
                  <a:lnTo>
                    <a:pt x="368806" y="0"/>
                  </a:lnTo>
                  <a:lnTo>
                    <a:pt x="275844" y="0"/>
                  </a:lnTo>
                  <a:lnTo>
                    <a:pt x="275844" y="86870"/>
                  </a:lnTo>
                  <a:close/>
                </a:path>
                <a:path w="368935" h="684529">
                  <a:moveTo>
                    <a:pt x="275844" y="172214"/>
                  </a:moveTo>
                  <a:lnTo>
                    <a:pt x="368806" y="172214"/>
                  </a:lnTo>
                  <a:lnTo>
                    <a:pt x="368806" y="86871"/>
                  </a:lnTo>
                  <a:lnTo>
                    <a:pt x="275844" y="86871"/>
                  </a:lnTo>
                  <a:lnTo>
                    <a:pt x="275844" y="172214"/>
                  </a:lnTo>
                  <a:close/>
                </a:path>
                <a:path w="368935" h="684529">
                  <a:moveTo>
                    <a:pt x="275844" y="257558"/>
                  </a:moveTo>
                  <a:lnTo>
                    <a:pt x="368806" y="257558"/>
                  </a:lnTo>
                  <a:lnTo>
                    <a:pt x="368806" y="172215"/>
                  </a:lnTo>
                  <a:lnTo>
                    <a:pt x="275844" y="172215"/>
                  </a:lnTo>
                  <a:lnTo>
                    <a:pt x="275844" y="257558"/>
                  </a:lnTo>
                  <a:close/>
                </a:path>
                <a:path w="368935" h="684529">
                  <a:moveTo>
                    <a:pt x="275844" y="342902"/>
                  </a:moveTo>
                  <a:lnTo>
                    <a:pt x="368806" y="342902"/>
                  </a:lnTo>
                  <a:lnTo>
                    <a:pt x="368806" y="257559"/>
                  </a:lnTo>
                  <a:lnTo>
                    <a:pt x="275844" y="257559"/>
                  </a:lnTo>
                  <a:lnTo>
                    <a:pt x="275844" y="342902"/>
                  </a:lnTo>
                  <a:close/>
                </a:path>
                <a:path w="368935" h="684529">
                  <a:moveTo>
                    <a:pt x="275844" y="428246"/>
                  </a:moveTo>
                  <a:lnTo>
                    <a:pt x="368806" y="428246"/>
                  </a:lnTo>
                  <a:lnTo>
                    <a:pt x="368806" y="342903"/>
                  </a:lnTo>
                  <a:lnTo>
                    <a:pt x="275844" y="342903"/>
                  </a:lnTo>
                  <a:lnTo>
                    <a:pt x="275844" y="428246"/>
                  </a:lnTo>
                  <a:close/>
                </a:path>
                <a:path w="368935" h="684529">
                  <a:moveTo>
                    <a:pt x="275844" y="513590"/>
                  </a:moveTo>
                  <a:lnTo>
                    <a:pt x="368806" y="513590"/>
                  </a:lnTo>
                  <a:lnTo>
                    <a:pt x="368806" y="428242"/>
                  </a:lnTo>
                  <a:lnTo>
                    <a:pt x="275844" y="428242"/>
                  </a:lnTo>
                  <a:lnTo>
                    <a:pt x="275844" y="513590"/>
                  </a:lnTo>
                  <a:close/>
                </a:path>
                <a:path w="368935" h="684529">
                  <a:moveTo>
                    <a:pt x="275844" y="598934"/>
                  </a:moveTo>
                  <a:lnTo>
                    <a:pt x="368806" y="598934"/>
                  </a:lnTo>
                  <a:lnTo>
                    <a:pt x="368806" y="513591"/>
                  </a:lnTo>
                  <a:lnTo>
                    <a:pt x="275844" y="513591"/>
                  </a:lnTo>
                  <a:lnTo>
                    <a:pt x="275844" y="598934"/>
                  </a:lnTo>
                  <a:close/>
                </a:path>
                <a:path w="368935" h="684529">
                  <a:moveTo>
                    <a:pt x="275844" y="684278"/>
                  </a:moveTo>
                  <a:lnTo>
                    <a:pt x="368806" y="684278"/>
                  </a:lnTo>
                  <a:lnTo>
                    <a:pt x="368806" y="598935"/>
                  </a:lnTo>
                  <a:lnTo>
                    <a:pt x="275844" y="598935"/>
                  </a:lnTo>
                  <a:lnTo>
                    <a:pt x="275844" y="684278"/>
                  </a:lnTo>
                  <a:close/>
                </a:path>
              </a:pathLst>
            </a:custGeom>
            <a:ln w="12700">
              <a:solidFill>
                <a:srgbClr val="D1D1D1"/>
              </a:solidFill>
            </a:ln>
          </p:spPr>
          <p:txBody>
            <a:bodyPr wrap="square" lIns="0" tIns="0" rIns="0" bIns="0" rtlCol="0"/>
            <a:lstStyle/>
            <a:p>
              <a:endParaRPr sz="2000"/>
            </a:p>
          </p:txBody>
        </p:sp>
        <p:sp>
          <p:nvSpPr>
            <p:cNvPr id="437" name="object 433">
              <a:extLst>
                <a:ext uri="{FF2B5EF4-FFF2-40B4-BE49-F238E27FC236}">
                  <a16:creationId xmlns:a16="http://schemas.microsoft.com/office/drawing/2014/main" id="{B48097FE-AAA1-43FF-9D32-426EB1C72CC6}"/>
                </a:ext>
              </a:extLst>
            </p:cNvPr>
            <p:cNvSpPr/>
            <p:nvPr/>
          </p:nvSpPr>
          <p:spPr>
            <a:xfrm>
              <a:off x="2987040" y="3902960"/>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BBB800"/>
            </a:solidFill>
          </p:spPr>
          <p:txBody>
            <a:bodyPr wrap="square" lIns="0" tIns="0" rIns="0" bIns="0" rtlCol="0"/>
            <a:lstStyle/>
            <a:p>
              <a:endParaRPr sz="2000"/>
            </a:p>
          </p:txBody>
        </p:sp>
        <p:sp>
          <p:nvSpPr>
            <p:cNvPr id="438" name="object 434">
              <a:extLst>
                <a:ext uri="{FF2B5EF4-FFF2-40B4-BE49-F238E27FC236}">
                  <a16:creationId xmlns:a16="http://schemas.microsoft.com/office/drawing/2014/main" id="{B3D3947E-4573-439C-9F02-0E2B08F8D8BF}"/>
                </a:ext>
              </a:extLst>
            </p:cNvPr>
            <p:cNvSpPr/>
            <p:nvPr/>
          </p:nvSpPr>
          <p:spPr>
            <a:xfrm>
              <a:off x="2987040" y="3902960"/>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439" name="object 435">
              <a:extLst>
                <a:ext uri="{FF2B5EF4-FFF2-40B4-BE49-F238E27FC236}">
                  <a16:creationId xmlns:a16="http://schemas.microsoft.com/office/drawing/2014/main" id="{DC7A3446-7CC8-48DA-98A4-AC2831472574}"/>
                </a:ext>
              </a:extLst>
            </p:cNvPr>
            <p:cNvSpPr/>
            <p:nvPr/>
          </p:nvSpPr>
          <p:spPr>
            <a:xfrm>
              <a:off x="2987040" y="398983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0" name="object 436">
              <a:extLst>
                <a:ext uri="{FF2B5EF4-FFF2-40B4-BE49-F238E27FC236}">
                  <a16:creationId xmlns:a16="http://schemas.microsoft.com/office/drawing/2014/main" id="{F151E1EF-9B41-4DCB-9F6F-004739EA9EB5}"/>
                </a:ext>
              </a:extLst>
            </p:cNvPr>
            <p:cNvSpPr/>
            <p:nvPr/>
          </p:nvSpPr>
          <p:spPr>
            <a:xfrm>
              <a:off x="2987040" y="39898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1" name="object 437">
              <a:extLst>
                <a:ext uri="{FF2B5EF4-FFF2-40B4-BE49-F238E27FC236}">
                  <a16:creationId xmlns:a16="http://schemas.microsoft.com/office/drawing/2014/main" id="{C2D8D968-8A63-48F5-8270-6FD798BFC2DA}"/>
                </a:ext>
              </a:extLst>
            </p:cNvPr>
            <p:cNvSpPr/>
            <p:nvPr/>
          </p:nvSpPr>
          <p:spPr>
            <a:xfrm>
              <a:off x="2987040" y="407517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2" name="object 438">
              <a:extLst>
                <a:ext uri="{FF2B5EF4-FFF2-40B4-BE49-F238E27FC236}">
                  <a16:creationId xmlns:a16="http://schemas.microsoft.com/office/drawing/2014/main" id="{CE4F09F1-4AF3-4C79-9692-517042D0B795}"/>
                </a:ext>
              </a:extLst>
            </p:cNvPr>
            <p:cNvSpPr/>
            <p:nvPr/>
          </p:nvSpPr>
          <p:spPr>
            <a:xfrm>
              <a:off x="2987040" y="40751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3" name="object 439">
              <a:extLst>
                <a:ext uri="{FF2B5EF4-FFF2-40B4-BE49-F238E27FC236}">
                  <a16:creationId xmlns:a16="http://schemas.microsoft.com/office/drawing/2014/main" id="{A7D197A0-D638-4DCF-9288-6C0FCFAE64C4}"/>
                </a:ext>
              </a:extLst>
            </p:cNvPr>
            <p:cNvSpPr/>
            <p:nvPr/>
          </p:nvSpPr>
          <p:spPr>
            <a:xfrm>
              <a:off x="2987040" y="416052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4" name="object 440">
              <a:extLst>
                <a:ext uri="{FF2B5EF4-FFF2-40B4-BE49-F238E27FC236}">
                  <a16:creationId xmlns:a16="http://schemas.microsoft.com/office/drawing/2014/main" id="{9375AE2F-B8FA-4F85-BC97-BA9D926656E7}"/>
                </a:ext>
              </a:extLst>
            </p:cNvPr>
            <p:cNvSpPr/>
            <p:nvPr/>
          </p:nvSpPr>
          <p:spPr>
            <a:xfrm>
              <a:off x="2987040" y="41605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5" name="object 441">
              <a:extLst>
                <a:ext uri="{FF2B5EF4-FFF2-40B4-BE49-F238E27FC236}">
                  <a16:creationId xmlns:a16="http://schemas.microsoft.com/office/drawing/2014/main" id="{5AD0749E-1625-4BF0-AABD-7C076DCD527C}"/>
                </a:ext>
              </a:extLst>
            </p:cNvPr>
            <p:cNvSpPr/>
            <p:nvPr/>
          </p:nvSpPr>
          <p:spPr>
            <a:xfrm>
              <a:off x="2987040" y="424586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6" name="object 442">
              <a:extLst>
                <a:ext uri="{FF2B5EF4-FFF2-40B4-BE49-F238E27FC236}">
                  <a16:creationId xmlns:a16="http://schemas.microsoft.com/office/drawing/2014/main" id="{A882713C-7DC4-48DB-8736-D536DE886D10}"/>
                </a:ext>
              </a:extLst>
            </p:cNvPr>
            <p:cNvSpPr/>
            <p:nvPr/>
          </p:nvSpPr>
          <p:spPr>
            <a:xfrm>
              <a:off x="2987040" y="424586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7" name="object 443">
              <a:extLst>
                <a:ext uri="{FF2B5EF4-FFF2-40B4-BE49-F238E27FC236}">
                  <a16:creationId xmlns:a16="http://schemas.microsoft.com/office/drawing/2014/main" id="{82411A33-E22C-440F-9C37-56A6E1613C4B}"/>
                </a:ext>
              </a:extLst>
            </p:cNvPr>
            <p:cNvSpPr/>
            <p:nvPr/>
          </p:nvSpPr>
          <p:spPr>
            <a:xfrm>
              <a:off x="2987040" y="433120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448" name="object 444">
              <a:extLst>
                <a:ext uri="{FF2B5EF4-FFF2-40B4-BE49-F238E27FC236}">
                  <a16:creationId xmlns:a16="http://schemas.microsoft.com/office/drawing/2014/main" id="{97B4393F-00C5-411C-BBAA-0BAE092E866B}"/>
                </a:ext>
              </a:extLst>
            </p:cNvPr>
            <p:cNvSpPr/>
            <p:nvPr/>
          </p:nvSpPr>
          <p:spPr>
            <a:xfrm>
              <a:off x="2987040" y="433120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49" name="object 445">
              <a:extLst>
                <a:ext uri="{FF2B5EF4-FFF2-40B4-BE49-F238E27FC236}">
                  <a16:creationId xmlns:a16="http://schemas.microsoft.com/office/drawing/2014/main" id="{CE370E53-E564-46C0-AD97-B70B774DDCEF}"/>
                </a:ext>
              </a:extLst>
            </p:cNvPr>
            <p:cNvSpPr/>
            <p:nvPr/>
          </p:nvSpPr>
          <p:spPr>
            <a:xfrm>
              <a:off x="2987040" y="44165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0" name="object 446">
              <a:extLst>
                <a:ext uri="{FF2B5EF4-FFF2-40B4-BE49-F238E27FC236}">
                  <a16:creationId xmlns:a16="http://schemas.microsoft.com/office/drawing/2014/main" id="{1DC58202-779B-415F-9DAC-8616FC3E0A3D}"/>
                </a:ext>
              </a:extLst>
            </p:cNvPr>
            <p:cNvSpPr/>
            <p:nvPr/>
          </p:nvSpPr>
          <p:spPr>
            <a:xfrm>
              <a:off x="2987040" y="44165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1" name="object 447">
              <a:extLst>
                <a:ext uri="{FF2B5EF4-FFF2-40B4-BE49-F238E27FC236}">
                  <a16:creationId xmlns:a16="http://schemas.microsoft.com/office/drawing/2014/main" id="{DAD471E3-AFD8-45E0-B43E-D64757DD7C1E}"/>
                </a:ext>
              </a:extLst>
            </p:cNvPr>
            <p:cNvSpPr/>
            <p:nvPr/>
          </p:nvSpPr>
          <p:spPr>
            <a:xfrm>
              <a:off x="2987040" y="45018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2" name="object 448">
              <a:extLst>
                <a:ext uri="{FF2B5EF4-FFF2-40B4-BE49-F238E27FC236}">
                  <a16:creationId xmlns:a16="http://schemas.microsoft.com/office/drawing/2014/main" id="{B3BE93CC-11C0-4CFF-B040-C1F72138D08A}"/>
                </a:ext>
              </a:extLst>
            </p:cNvPr>
            <p:cNvSpPr/>
            <p:nvPr/>
          </p:nvSpPr>
          <p:spPr>
            <a:xfrm>
              <a:off x="2987040" y="45018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3" name="object 449">
              <a:extLst>
                <a:ext uri="{FF2B5EF4-FFF2-40B4-BE49-F238E27FC236}">
                  <a16:creationId xmlns:a16="http://schemas.microsoft.com/office/drawing/2014/main" id="{111F2287-D47C-498A-8C3E-9775B91B73B9}"/>
                </a:ext>
              </a:extLst>
            </p:cNvPr>
            <p:cNvSpPr/>
            <p:nvPr/>
          </p:nvSpPr>
          <p:spPr>
            <a:xfrm>
              <a:off x="3169920" y="3902960"/>
              <a:ext cx="184785" cy="684530"/>
            </a:xfrm>
            <a:custGeom>
              <a:avLst/>
              <a:gdLst/>
              <a:ahLst/>
              <a:cxnLst/>
              <a:rect l="l" t="t" r="r" b="b"/>
              <a:pathLst>
                <a:path w="184785" h="684529">
                  <a:moveTo>
                    <a:pt x="0" y="86870"/>
                  </a:moveTo>
                  <a:lnTo>
                    <a:pt x="92962" y="86870"/>
                  </a:lnTo>
                  <a:lnTo>
                    <a:pt x="92962" y="0"/>
                  </a:lnTo>
                  <a:lnTo>
                    <a:pt x="0" y="0"/>
                  </a:lnTo>
                  <a:lnTo>
                    <a:pt x="0" y="86870"/>
                  </a:lnTo>
                  <a:close/>
                </a:path>
                <a:path w="184785" h="684529">
                  <a:moveTo>
                    <a:pt x="0" y="172214"/>
                  </a:moveTo>
                  <a:lnTo>
                    <a:pt x="92962" y="172214"/>
                  </a:lnTo>
                  <a:lnTo>
                    <a:pt x="92962" y="86871"/>
                  </a:lnTo>
                  <a:lnTo>
                    <a:pt x="0" y="86871"/>
                  </a:lnTo>
                  <a:lnTo>
                    <a:pt x="0" y="172214"/>
                  </a:lnTo>
                  <a:close/>
                </a:path>
                <a:path w="184785" h="684529">
                  <a:moveTo>
                    <a:pt x="0" y="257558"/>
                  </a:moveTo>
                  <a:lnTo>
                    <a:pt x="92962" y="257558"/>
                  </a:lnTo>
                  <a:lnTo>
                    <a:pt x="92962" y="172215"/>
                  </a:lnTo>
                  <a:lnTo>
                    <a:pt x="0" y="172215"/>
                  </a:lnTo>
                  <a:lnTo>
                    <a:pt x="0" y="257558"/>
                  </a:lnTo>
                  <a:close/>
                </a:path>
                <a:path w="184785" h="684529">
                  <a:moveTo>
                    <a:pt x="0" y="342902"/>
                  </a:moveTo>
                  <a:lnTo>
                    <a:pt x="92962" y="342902"/>
                  </a:lnTo>
                  <a:lnTo>
                    <a:pt x="92962" y="257559"/>
                  </a:lnTo>
                  <a:lnTo>
                    <a:pt x="0" y="257559"/>
                  </a:lnTo>
                  <a:lnTo>
                    <a:pt x="0" y="342902"/>
                  </a:lnTo>
                  <a:close/>
                </a:path>
                <a:path w="184785" h="684529">
                  <a:moveTo>
                    <a:pt x="0" y="428246"/>
                  </a:moveTo>
                  <a:lnTo>
                    <a:pt x="92962" y="428246"/>
                  </a:lnTo>
                  <a:lnTo>
                    <a:pt x="92962" y="342903"/>
                  </a:lnTo>
                  <a:lnTo>
                    <a:pt x="0" y="342903"/>
                  </a:lnTo>
                  <a:lnTo>
                    <a:pt x="0" y="428246"/>
                  </a:lnTo>
                  <a:close/>
                </a:path>
                <a:path w="184785" h="684529">
                  <a:moveTo>
                    <a:pt x="0" y="513590"/>
                  </a:moveTo>
                  <a:lnTo>
                    <a:pt x="92962" y="513590"/>
                  </a:lnTo>
                  <a:lnTo>
                    <a:pt x="92962" y="428242"/>
                  </a:lnTo>
                  <a:lnTo>
                    <a:pt x="0" y="428242"/>
                  </a:lnTo>
                  <a:lnTo>
                    <a:pt x="0" y="513590"/>
                  </a:lnTo>
                  <a:close/>
                </a:path>
                <a:path w="184785" h="684529">
                  <a:moveTo>
                    <a:pt x="0" y="598934"/>
                  </a:moveTo>
                  <a:lnTo>
                    <a:pt x="92962" y="598934"/>
                  </a:lnTo>
                  <a:lnTo>
                    <a:pt x="92962" y="513591"/>
                  </a:lnTo>
                  <a:lnTo>
                    <a:pt x="0" y="513591"/>
                  </a:lnTo>
                  <a:lnTo>
                    <a:pt x="0" y="598934"/>
                  </a:lnTo>
                  <a:close/>
                </a:path>
                <a:path w="184785" h="684529">
                  <a:moveTo>
                    <a:pt x="0" y="684278"/>
                  </a:moveTo>
                  <a:lnTo>
                    <a:pt x="92962" y="684278"/>
                  </a:lnTo>
                  <a:lnTo>
                    <a:pt x="92962" y="598935"/>
                  </a:lnTo>
                  <a:lnTo>
                    <a:pt x="0" y="598935"/>
                  </a:lnTo>
                  <a:lnTo>
                    <a:pt x="0" y="684278"/>
                  </a:lnTo>
                  <a:close/>
                </a:path>
                <a:path w="184785" h="684529">
                  <a:moveTo>
                    <a:pt x="92964" y="86870"/>
                  </a:moveTo>
                  <a:lnTo>
                    <a:pt x="184404" y="86870"/>
                  </a:lnTo>
                  <a:lnTo>
                    <a:pt x="184404" y="0"/>
                  </a:lnTo>
                  <a:lnTo>
                    <a:pt x="92964" y="0"/>
                  </a:lnTo>
                  <a:lnTo>
                    <a:pt x="92964" y="86870"/>
                  </a:lnTo>
                  <a:close/>
                </a:path>
                <a:path w="184785" h="684529">
                  <a:moveTo>
                    <a:pt x="92964" y="172214"/>
                  </a:moveTo>
                  <a:lnTo>
                    <a:pt x="184404" y="172214"/>
                  </a:lnTo>
                  <a:lnTo>
                    <a:pt x="184404" y="86871"/>
                  </a:lnTo>
                  <a:lnTo>
                    <a:pt x="92964" y="86871"/>
                  </a:lnTo>
                  <a:lnTo>
                    <a:pt x="92964" y="172214"/>
                  </a:lnTo>
                  <a:close/>
                </a:path>
                <a:path w="184785" h="684529">
                  <a:moveTo>
                    <a:pt x="92964" y="257558"/>
                  </a:moveTo>
                  <a:lnTo>
                    <a:pt x="184404" y="257558"/>
                  </a:lnTo>
                  <a:lnTo>
                    <a:pt x="184404" y="172215"/>
                  </a:lnTo>
                  <a:lnTo>
                    <a:pt x="92964" y="172215"/>
                  </a:lnTo>
                  <a:lnTo>
                    <a:pt x="92964" y="257558"/>
                  </a:lnTo>
                  <a:close/>
                </a:path>
                <a:path w="184785" h="684529">
                  <a:moveTo>
                    <a:pt x="92964" y="342902"/>
                  </a:moveTo>
                  <a:lnTo>
                    <a:pt x="184404" y="342902"/>
                  </a:lnTo>
                  <a:lnTo>
                    <a:pt x="184404" y="257559"/>
                  </a:lnTo>
                  <a:lnTo>
                    <a:pt x="92964" y="257559"/>
                  </a:lnTo>
                  <a:lnTo>
                    <a:pt x="92964" y="342902"/>
                  </a:lnTo>
                  <a:close/>
                </a:path>
                <a:path w="184785" h="684529">
                  <a:moveTo>
                    <a:pt x="92964" y="428246"/>
                  </a:moveTo>
                  <a:lnTo>
                    <a:pt x="184404" y="428246"/>
                  </a:lnTo>
                  <a:lnTo>
                    <a:pt x="184404" y="342903"/>
                  </a:lnTo>
                  <a:lnTo>
                    <a:pt x="92964" y="342903"/>
                  </a:lnTo>
                  <a:lnTo>
                    <a:pt x="92964" y="428246"/>
                  </a:lnTo>
                  <a:close/>
                </a:path>
                <a:path w="184785" h="684529">
                  <a:moveTo>
                    <a:pt x="92964" y="513590"/>
                  </a:moveTo>
                  <a:lnTo>
                    <a:pt x="184404" y="513590"/>
                  </a:lnTo>
                  <a:lnTo>
                    <a:pt x="184404" y="428242"/>
                  </a:lnTo>
                  <a:lnTo>
                    <a:pt x="92964" y="428242"/>
                  </a:lnTo>
                  <a:lnTo>
                    <a:pt x="92964" y="513590"/>
                  </a:lnTo>
                  <a:close/>
                </a:path>
                <a:path w="184785" h="684529">
                  <a:moveTo>
                    <a:pt x="92964" y="598934"/>
                  </a:moveTo>
                  <a:lnTo>
                    <a:pt x="184404" y="598934"/>
                  </a:lnTo>
                  <a:lnTo>
                    <a:pt x="184404" y="513591"/>
                  </a:lnTo>
                  <a:lnTo>
                    <a:pt x="92964" y="513591"/>
                  </a:lnTo>
                  <a:lnTo>
                    <a:pt x="92964" y="598934"/>
                  </a:lnTo>
                  <a:close/>
                </a:path>
                <a:path w="184785" h="684529">
                  <a:moveTo>
                    <a:pt x="92964" y="684278"/>
                  </a:moveTo>
                  <a:lnTo>
                    <a:pt x="184404" y="684278"/>
                  </a:lnTo>
                  <a:lnTo>
                    <a:pt x="184404" y="598935"/>
                  </a:lnTo>
                  <a:lnTo>
                    <a:pt x="92964" y="598935"/>
                  </a:lnTo>
                  <a:lnTo>
                    <a:pt x="92964" y="684278"/>
                  </a:lnTo>
                  <a:close/>
                </a:path>
              </a:pathLst>
            </a:custGeom>
            <a:ln w="12700">
              <a:solidFill>
                <a:srgbClr val="D1D1D1"/>
              </a:solidFill>
            </a:ln>
          </p:spPr>
          <p:txBody>
            <a:bodyPr wrap="square" lIns="0" tIns="0" rIns="0" bIns="0" rtlCol="0"/>
            <a:lstStyle/>
            <a:p>
              <a:endParaRPr sz="2000"/>
            </a:p>
          </p:txBody>
        </p:sp>
        <p:sp>
          <p:nvSpPr>
            <p:cNvPr id="454" name="object 450">
              <a:extLst>
                <a:ext uri="{FF2B5EF4-FFF2-40B4-BE49-F238E27FC236}">
                  <a16:creationId xmlns:a16="http://schemas.microsoft.com/office/drawing/2014/main" id="{E880E790-FED1-4F5B-89FD-FBF4BCB32BAB}"/>
                </a:ext>
              </a:extLst>
            </p:cNvPr>
            <p:cNvSpPr/>
            <p:nvPr/>
          </p:nvSpPr>
          <p:spPr>
            <a:xfrm>
              <a:off x="3078480" y="3902960"/>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BBB800"/>
            </a:solidFill>
          </p:spPr>
          <p:txBody>
            <a:bodyPr wrap="square" lIns="0" tIns="0" rIns="0" bIns="0" rtlCol="0"/>
            <a:lstStyle/>
            <a:p>
              <a:endParaRPr sz="2000"/>
            </a:p>
          </p:txBody>
        </p:sp>
        <p:sp>
          <p:nvSpPr>
            <p:cNvPr id="455" name="object 451">
              <a:extLst>
                <a:ext uri="{FF2B5EF4-FFF2-40B4-BE49-F238E27FC236}">
                  <a16:creationId xmlns:a16="http://schemas.microsoft.com/office/drawing/2014/main" id="{9D0467DE-2AEA-4E46-BFD1-A3F096E176E9}"/>
                </a:ext>
              </a:extLst>
            </p:cNvPr>
            <p:cNvSpPr/>
            <p:nvPr/>
          </p:nvSpPr>
          <p:spPr>
            <a:xfrm>
              <a:off x="3078480" y="3902960"/>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456" name="object 452">
              <a:extLst>
                <a:ext uri="{FF2B5EF4-FFF2-40B4-BE49-F238E27FC236}">
                  <a16:creationId xmlns:a16="http://schemas.microsoft.com/office/drawing/2014/main" id="{2886BD48-D372-48E5-9171-3F9005B094CD}"/>
                </a:ext>
              </a:extLst>
            </p:cNvPr>
            <p:cNvSpPr/>
            <p:nvPr/>
          </p:nvSpPr>
          <p:spPr>
            <a:xfrm>
              <a:off x="3078480" y="398983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7" name="object 453">
              <a:extLst>
                <a:ext uri="{FF2B5EF4-FFF2-40B4-BE49-F238E27FC236}">
                  <a16:creationId xmlns:a16="http://schemas.microsoft.com/office/drawing/2014/main" id="{5F2E654D-759D-44A7-9CD5-95E6603244C9}"/>
                </a:ext>
              </a:extLst>
            </p:cNvPr>
            <p:cNvSpPr/>
            <p:nvPr/>
          </p:nvSpPr>
          <p:spPr>
            <a:xfrm>
              <a:off x="3078480" y="39898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8" name="object 454">
              <a:extLst>
                <a:ext uri="{FF2B5EF4-FFF2-40B4-BE49-F238E27FC236}">
                  <a16:creationId xmlns:a16="http://schemas.microsoft.com/office/drawing/2014/main" id="{38DD6A61-2DB3-43C7-B235-35F67AFBCFE7}"/>
                </a:ext>
              </a:extLst>
            </p:cNvPr>
            <p:cNvSpPr/>
            <p:nvPr/>
          </p:nvSpPr>
          <p:spPr>
            <a:xfrm>
              <a:off x="3078480" y="407517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9" name="object 455">
              <a:extLst>
                <a:ext uri="{FF2B5EF4-FFF2-40B4-BE49-F238E27FC236}">
                  <a16:creationId xmlns:a16="http://schemas.microsoft.com/office/drawing/2014/main" id="{AA25826E-FF34-4A77-80A2-7D755BC9971F}"/>
                </a:ext>
              </a:extLst>
            </p:cNvPr>
            <p:cNvSpPr/>
            <p:nvPr/>
          </p:nvSpPr>
          <p:spPr>
            <a:xfrm>
              <a:off x="3078480" y="40751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0" name="object 456">
              <a:extLst>
                <a:ext uri="{FF2B5EF4-FFF2-40B4-BE49-F238E27FC236}">
                  <a16:creationId xmlns:a16="http://schemas.microsoft.com/office/drawing/2014/main" id="{A9186421-B8F2-4BE0-A5CB-AA93F81CFC82}"/>
                </a:ext>
              </a:extLst>
            </p:cNvPr>
            <p:cNvSpPr/>
            <p:nvPr/>
          </p:nvSpPr>
          <p:spPr>
            <a:xfrm>
              <a:off x="3078480" y="416052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1" name="object 457">
              <a:extLst>
                <a:ext uri="{FF2B5EF4-FFF2-40B4-BE49-F238E27FC236}">
                  <a16:creationId xmlns:a16="http://schemas.microsoft.com/office/drawing/2014/main" id="{5D5B221F-ADE3-48FF-A1E0-5B2F6CA2BE48}"/>
                </a:ext>
              </a:extLst>
            </p:cNvPr>
            <p:cNvSpPr/>
            <p:nvPr/>
          </p:nvSpPr>
          <p:spPr>
            <a:xfrm>
              <a:off x="3078480" y="41605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2" name="object 458">
              <a:extLst>
                <a:ext uri="{FF2B5EF4-FFF2-40B4-BE49-F238E27FC236}">
                  <a16:creationId xmlns:a16="http://schemas.microsoft.com/office/drawing/2014/main" id="{A59E7AD4-F3E4-430E-B404-422C59020EAD}"/>
                </a:ext>
              </a:extLst>
            </p:cNvPr>
            <p:cNvSpPr/>
            <p:nvPr/>
          </p:nvSpPr>
          <p:spPr>
            <a:xfrm>
              <a:off x="3078480" y="424586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3" name="object 459">
              <a:extLst>
                <a:ext uri="{FF2B5EF4-FFF2-40B4-BE49-F238E27FC236}">
                  <a16:creationId xmlns:a16="http://schemas.microsoft.com/office/drawing/2014/main" id="{61D9921F-F4EC-4328-AE91-513AA036FFC2}"/>
                </a:ext>
              </a:extLst>
            </p:cNvPr>
            <p:cNvSpPr/>
            <p:nvPr/>
          </p:nvSpPr>
          <p:spPr>
            <a:xfrm>
              <a:off x="3078480" y="424586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4" name="object 460">
              <a:extLst>
                <a:ext uri="{FF2B5EF4-FFF2-40B4-BE49-F238E27FC236}">
                  <a16:creationId xmlns:a16="http://schemas.microsoft.com/office/drawing/2014/main" id="{097CD629-4544-46C0-8381-455B4B1282CE}"/>
                </a:ext>
              </a:extLst>
            </p:cNvPr>
            <p:cNvSpPr/>
            <p:nvPr/>
          </p:nvSpPr>
          <p:spPr>
            <a:xfrm>
              <a:off x="3078480" y="433120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465" name="object 461">
              <a:extLst>
                <a:ext uri="{FF2B5EF4-FFF2-40B4-BE49-F238E27FC236}">
                  <a16:creationId xmlns:a16="http://schemas.microsoft.com/office/drawing/2014/main" id="{778056A8-E689-4E3C-8FC1-4288D00B9703}"/>
                </a:ext>
              </a:extLst>
            </p:cNvPr>
            <p:cNvSpPr/>
            <p:nvPr/>
          </p:nvSpPr>
          <p:spPr>
            <a:xfrm>
              <a:off x="3078480" y="433120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66" name="object 462">
              <a:extLst>
                <a:ext uri="{FF2B5EF4-FFF2-40B4-BE49-F238E27FC236}">
                  <a16:creationId xmlns:a16="http://schemas.microsoft.com/office/drawing/2014/main" id="{0F728869-0C96-48AF-892A-C7A1E2B52E58}"/>
                </a:ext>
              </a:extLst>
            </p:cNvPr>
            <p:cNvSpPr/>
            <p:nvPr/>
          </p:nvSpPr>
          <p:spPr>
            <a:xfrm>
              <a:off x="3078480" y="44165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7" name="object 463">
              <a:extLst>
                <a:ext uri="{FF2B5EF4-FFF2-40B4-BE49-F238E27FC236}">
                  <a16:creationId xmlns:a16="http://schemas.microsoft.com/office/drawing/2014/main" id="{005C1AB0-EF8F-496C-B9AE-6083BAB5C44E}"/>
                </a:ext>
              </a:extLst>
            </p:cNvPr>
            <p:cNvSpPr/>
            <p:nvPr/>
          </p:nvSpPr>
          <p:spPr>
            <a:xfrm>
              <a:off x="3078480" y="44165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8" name="object 464">
              <a:extLst>
                <a:ext uri="{FF2B5EF4-FFF2-40B4-BE49-F238E27FC236}">
                  <a16:creationId xmlns:a16="http://schemas.microsoft.com/office/drawing/2014/main" id="{F188D478-FAF1-4B6E-99D0-A162010F8060}"/>
                </a:ext>
              </a:extLst>
            </p:cNvPr>
            <p:cNvSpPr/>
            <p:nvPr/>
          </p:nvSpPr>
          <p:spPr>
            <a:xfrm>
              <a:off x="3078480" y="45018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9" name="object 465">
              <a:extLst>
                <a:ext uri="{FF2B5EF4-FFF2-40B4-BE49-F238E27FC236}">
                  <a16:creationId xmlns:a16="http://schemas.microsoft.com/office/drawing/2014/main" id="{A9F14F43-5D7A-4142-A44C-63473B725AD2}"/>
                </a:ext>
              </a:extLst>
            </p:cNvPr>
            <p:cNvSpPr/>
            <p:nvPr/>
          </p:nvSpPr>
          <p:spPr>
            <a:xfrm>
              <a:off x="3078480" y="45018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470" name="object 466">
            <a:extLst>
              <a:ext uri="{FF2B5EF4-FFF2-40B4-BE49-F238E27FC236}">
                <a16:creationId xmlns:a16="http://schemas.microsoft.com/office/drawing/2014/main" id="{05084230-A974-4004-938B-432EFC40E591}"/>
              </a:ext>
            </a:extLst>
          </p:cNvPr>
          <p:cNvSpPr txBox="1"/>
          <p:nvPr/>
        </p:nvSpPr>
        <p:spPr>
          <a:xfrm>
            <a:off x="2617328" y="4334086"/>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sp>
        <p:nvSpPr>
          <p:cNvPr id="471" name="object 467">
            <a:extLst>
              <a:ext uri="{FF2B5EF4-FFF2-40B4-BE49-F238E27FC236}">
                <a16:creationId xmlns:a16="http://schemas.microsoft.com/office/drawing/2014/main" id="{47902C10-D05C-4392-B5A6-70FD5118298F}"/>
              </a:ext>
            </a:extLst>
          </p:cNvPr>
          <p:cNvSpPr txBox="1"/>
          <p:nvPr/>
        </p:nvSpPr>
        <p:spPr>
          <a:xfrm>
            <a:off x="3948994" y="4334086"/>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nvGrpSpPr>
          <p:cNvPr id="472" name="object 468">
            <a:extLst>
              <a:ext uri="{FF2B5EF4-FFF2-40B4-BE49-F238E27FC236}">
                <a16:creationId xmlns:a16="http://schemas.microsoft.com/office/drawing/2014/main" id="{22A909A8-3859-4E25-9450-C981CBA01E2C}"/>
              </a:ext>
            </a:extLst>
          </p:cNvPr>
          <p:cNvGrpSpPr/>
          <p:nvPr/>
        </p:nvGrpSpPr>
        <p:grpSpPr>
          <a:xfrm>
            <a:off x="4260143" y="4324492"/>
            <a:ext cx="825500" cy="393700"/>
            <a:chOff x="3834129" y="3892043"/>
            <a:chExt cx="742950" cy="354330"/>
          </a:xfrm>
        </p:grpSpPr>
        <p:sp>
          <p:nvSpPr>
            <p:cNvPr id="473" name="object 469">
              <a:extLst>
                <a:ext uri="{FF2B5EF4-FFF2-40B4-BE49-F238E27FC236}">
                  <a16:creationId xmlns:a16="http://schemas.microsoft.com/office/drawing/2014/main" id="{2E995A56-3BE2-46B7-9349-4470992A2FFC}"/>
                </a:ext>
              </a:extLst>
            </p:cNvPr>
            <p:cNvSpPr/>
            <p:nvPr/>
          </p:nvSpPr>
          <p:spPr>
            <a:xfrm>
              <a:off x="3840479" y="3898393"/>
              <a:ext cx="367665" cy="341630"/>
            </a:xfrm>
            <a:custGeom>
              <a:avLst/>
              <a:gdLst/>
              <a:ahLst/>
              <a:cxnLst/>
              <a:rect l="l" t="t" r="r" b="b"/>
              <a:pathLst>
                <a:path w="367664" h="341629">
                  <a:moveTo>
                    <a:pt x="0" y="85342"/>
                  </a:moveTo>
                  <a:lnTo>
                    <a:pt x="92962" y="85342"/>
                  </a:lnTo>
                  <a:lnTo>
                    <a:pt x="92962" y="0"/>
                  </a:lnTo>
                  <a:lnTo>
                    <a:pt x="0" y="0"/>
                  </a:lnTo>
                  <a:lnTo>
                    <a:pt x="0" y="85342"/>
                  </a:lnTo>
                  <a:close/>
                </a:path>
                <a:path w="367664" h="341629">
                  <a:moveTo>
                    <a:pt x="0" y="170686"/>
                  </a:moveTo>
                  <a:lnTo>
                    <a:pt x="92962" y="170686"/>
                  </a:lnTo>
                  <a:lnTo>
                    <a:pt x="92962" y="85344"/>
                  </a:lnTo>
                  <a:lnTo>
                    <a:pt x="0" y="85344"/>
                  </a:lnTo>
                  <a:lnTo>
                    <a:pt x="0" y="170686"/>
                  </a:lnTo>
                  <a:close/>
                </a:path>
                <a:path w="367664" h="341629">
                  <a:moveTo>
                    <a:pt x="0" y="256030"/>
                  </a:moveTo>
                  <a:lnTo>
                    <a:pt x="92962" y="256030"/>
                  </a:lnTo>
                  <a:lnTo>
                    <a:pt x="92962" y="170688"/>
                  </a:lnTo>
                  <a:lnTo>
                    <a:pt x="0" y="170688"/>
                  </a:lnTo>
                  <a:lnTo>
                    <a:pt x="0" y="256030"/>
                  </a:lnTo>
                  <a:close/>
                </a:path>
                <a:path w="367664" h="341629">
                  <a:moveTo>
                    <a:pt x="0" y="341374"/>
                  </a:moveTo>
                  <a:lnTo>
                    <a:pt x="92962" y="341374"/>
                  </a:lnTo>
                  <a:lnTo>
                    <a:pt x="92962" y="256032"/>
                  </a:lnTo>
                  <a:lnTo>
                    <a:pt x="0" y="256032"/>
                  </a:lnTo>
                  <a:lnTo>
                    <a:pt x="0" y="341374"/>
                  </a:lnTo>
                  <a:close/>
                </a:path>
                <a:path w="367664" h="341629">
                  <a:moveTo>
                    <a:pt x="92964" y="85342"/>
                  </a:moveTo>
                  <a:lnTo>
                    <a:pt x="184404" y="85342"/>
                  </a:lnTo>
                  <a:lnTo>
                    <a:pt x="184404" y="0"/>
                  </a:lnTo>
                  <a:lnTo>
                    <a:pt x="92964" y="0"/>
                  </a:lnTo>
                  <a:lnTo>
                    <a:pt x="92964" y="85342"/>
                  </a:lnTo>
                  <a:close/>
                </a:path>
                <a:path w="367664" h="341629">
                  <a:moveTo>
                    <a:pt x="92964" y="170686"/>
                  </a:moveTo>
                  <a:lnTo>
                    <a:pt x="184404" y="170686"/>
                  </a:lnTo>
                  <a:lnTo>
                    <a:pt x="184404" y="85344"/>
                  </a:lnTo>
                  <a:lnTo>
                    <a:pt x="92964" y="85344"/>
                  </a:lnTo>
                  <a:lnTo>
                    <a:pt x="92964" y="170686"/>
                  </a:lnTo>
                  <a:close/>
                </a:path>
                <a:path w="367664" h="341629">
                  <a:moveTo>
                    <a:pt x="92964" y="256030"/>
                  </a:moveTo>
                  <a:lnTo>
                    <a:pt x="184404" y="256030"/>
                  </a:lnTo>
                  <a:lnTo>
                    <a:pt x="184404" y="170688"/>
                  </a:lnTo>
                  <a:lnTo>
                    <a:pt x="92964" y="170688"/>
                  </a:lnTo>
                  <a:lnTo>
                    <a:pt x="92964" y="256030"/>
                  </a:lnTo>
                  <a:close/>
                </a:path>
                <a:path w="367664" h="341629">
                  <a:moveTo>
                    <a:pt x="92964" y="341374"/>
                  </a:moveTo>
                  <a:lnTo>
                    <a:pt x="184404" y="341374"/>
                  </a:lnTo>
                  <a:lnTo>
                    <a:pt x="184404" y="256032"/>
                  </a:lnTo>
                  <a:lnTo>
                    <a:pt x="92964" y="256032"/>
                  </a:lnTo>
                  <a:lnTo>
                    <a:pt x="92964" y="341374"/>
                  </a:lnTo>
                  <a:close/>
                </a:path>
                <a:path w="367664" h="341629">
                  <a:moveTo>
                    <a:pt x="184404" y="85342"/>
                  </a:moveTo>
                  <a:lnTo>
                    <a:pt x="275844" y="85342"/>
                  </a:lnTo>
                  <a:lnTo>
                    <a:pt x="275844" y="0"/>
                  </a:lnTo>
                  <a:lnTo>
                    <a:pt x="184404" y="0"/>
                  </a:lnTo>
                  <a:lnTo>
                    <a:pt x="184404" y="85342"/>
                  </a:lnTo>
                  <a:close/>
                </a:path>
                <a:path w="367664" h="341629">
                  <a:moveTo>
                    <a:pt x="184404" y="170686"/>
                  </a:moveTo>
                  <a:lnTo>
                    <a:pt x="275844" y="170686"/>
                  </a:lnTo>
                  <a:lnTo>
                    <a:pt x="275844" y="85344"/>
                  </a:lnTo>
                  <a:lnTo>
                    <a:pt x="184404" y="85344"/>
                  </a:lnTo>
                  <a:lnTo>
                    <a:pt x="184404" y="170686"/>
                  </a:lnTo>
                  <a:close/>
                </a:path>
                <a:path w="367664" h="341629">
                  <a:moveTo>
                    <a:pt x="184404" y="256030"/>
                  </a:moveTo>
                  <a:lnTo>
                    <a:pt x="275844" y="256030"/>
                  </a:lnTo>
                  <a:lnTo>
                    <a:pt x="275844" y="170688"/>
                  </a:lnTo>
                  <a:lnTo>
                    <a:pt x="184404" y="170688"/>
                  </a:lnTo>
                  <a:lnTo>
                    <a:pt x="184404" y="256030"/>
                  </a:lnTo>
                  <a:close/>
                </a:path>
                <a:path w="367664" h="341629">
                  <a:moveTo>
                    <a:pt x="184404" y="341374"/>
                  </a:moveTo>
                  <a:lnTo>
                    <a:pt x="275844" y="341374"/>
                  </a:lnTo>
                  <a:lnTo>
                    <a:pt x="275844" y="256032"/>
                  </a:lnTo>
                  <a:lnTo>
                    <a:pt x="184404" y="256032"/>
                  </a:lnTo>
                  <a:lnTo>
                    <a:pt x="184404" y="341374"/>
                  </a:lnTo>
                  <a:close/>
                </a:path>
                <a:path w="367664" h="341629">
                  <a:moveTo>
                    <a:pt x="275844" y="85342"/>
                  </a:moveTo>
                  <a:lnTo>
                    <a:pt x="367284" y="85342"/>
                  </a:lnTo>
                  <a:lnTo>
                    <a:pt x="367284" y="0"/>
                  </a:lnTo>
                  <a:lnTo>
                    <a:pt x="275844" y="0"/>
                  </a:lnTo>
                  <a:lnTo>
                    <a:pt x="275844" y="85342"/>
                  </a:lnTo>
                  <a:close/>
                </a:path>
                <a:path w="367664" h="341629">
                  <a:moveTo>
                    <a:pt x="275844" y="170686"/>
                  </a:moveTo>
                  <a:lnTo>
                    <a:pt x="367284" y="170686"/>
                  </a:lnTo>
                  <a:lnTo>
                    <a:pt x="367284" y="85344"/>
                  </a:lnTo>
                  <a:lnTo>
                    <a:pt x="275844" y="85344"/>
                  </a:lnTo>
                  <a:lnTo>
                    <a:pt x="275844" y="170686"/>
                  </a:lnTo>
                  <a:close/>
                </a:path>
                <a:path w="367664" h="341629">
                  <a:moveTo>
                    <a:pt x="275844" y="256030"/>
                  </a:moveTo>
                  <a:lnTo>
                    <a:pt x="367284" y="256030"/>
                  </a:lnTo>
                  <a:lnTo>
                    <a:pt x="367284" y="170688"/>
                  </a:lnTo>
                  <a:lnTo>
                    <a:pt x="275844" y="170688"/>
                  </a:lnTo>
                  <a:lnTo>
                    <a:pt x="275844" y="256030"/>
                  </a:lnTo>
                  <a:close/>
                </a:path>
                <a:path w="367664" h="341629">
                  <a:moveTo>
                    <a:pt x="275844" y="341374"/>
                  </a:moveTo>
                  <a:lnTo>
                    <a:pt x="367284" y="341374"/>
                  </a:lnTo>
                  <a:lnTo>
                    <a:pt x="367284" y="256032"/>
                  </a:lnTo>
                  <a:lnTo>
                    <a:pt x="275844" y="256032"/>
                  </a:lnTo>
                  <a:lnTo>
                    <a:pt x="275844" y="341374"/>
                  </a:lnTo>
                  <a:close/>
                </a:path>
              </a:pathLst>
            </a:custGeom>
            <a:ln w="12700">
              <a:solidFill>
                <a:srgbClr val="D1D1D1"/>
              </a:solidFill>
            </a:ln>
          </p:spPr>
          <p:txBody>
            <a:bodyPr wrap="square" lIns="0" tIns="0" rIns="0" bIns="0" rtlCol="0"/>
            <a:lstStyle/>
            <a:p>
              <a:endParaRPr sz="2000"/>
            </a:p>
          </p:txBody>
        </p:sp>
        <p:sp>
          <p:nvSpPr>
            <p:cNvPr id="474" name="object 470">
              <a:extLst>
                <a:ext uri="{FF2B5EF4-FFF2-40B4-BE49-F238E27FC236}">
                  <a16:creationId xmlns:a16="http://schemas.microsoft.com/office/drawing/2014/main" id="{2EA6945C-5C27-4526-BD59-FAED8AC328DF}"/>
                </a:ext>
              </a:extLst>
            </p:cNvPr>
            <p:cNvSpPr/>
            <p:nvPr/>
          </p:nvSpPr>
          <p:spPr>
            <a:xfrm>
              <a:off x="4204715"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75" name="object 471">
              <a:extLst>
                <a:ext uri="{FF2B5EF4-FFF2-40B4-BE49-F238E27FC236}">
                  <a16:creationId xmlns:a16="http://schemas.microsoft.com/office/drawing/2014/main" id="{D97F808B-42ED-4F29-BB24-07318AC948C3}"/>
                </a:ext>
              </a:extLst>
            </p:cNvPr>
            <p:cNvSpPr/>
            <p:nvPr/>
          </p:nvSpPr>
          <p:spPr>
            <a:xfrm>
              <a:off x="4204715"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76" name="object 472">
              <a:extLst>
                <a:ext uri="{FF2B5EF4-FFF2-40B4-BE49-F238E27FC236}">
                  <a16:creationId xmlns:a16="http://schemas.microsoft.com/office/drawing/2014/main" id="{AECF0F46-2582-40CC-830E-C1D8EF08D25B}"/>
                </a:ext>
              </a:extLst>
            </p:cNvPr>
            <p:cNvSpPr/>
            <p:nvPr/>
          </p:nvSpPr>
          <p:spPr>
            <a:xfrm>
              <a:off x="4204715"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77" name="object 473">
              <a:extLst>
                <a:ext uri="{FF2B5EF4-FFF2-40B4-BE49-F238E27FC236}">
                  <a16:creationId xmlns:a16="http://schemas.microsoft.com/office/drawing/2014/main" id="{67F07A9D-E81C-4558-80E8-472D9EE73072}"/>
                </a:ext>
              </a:extLst>
            </p:cNvPr>
            <p:cNvSpPr/>
            <p:nvPr/>
          </p:nvSpPr>
          <p:spPr>
            <a:xfrm>
              <a:off x="4204715"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78" name="object 474">
              <a:extLst>
                <a:ext uri="{FF2B5EF4-FFF2-40B4-BE49-F238E27FC236}">
                  <a16:creationId xmlns:a16="http://schemas.microsoft.com/office/drawing/2014/main" id="{B3DE9A3F-0F99-4C13-99BB-5872327ED125}"/>
                </a:ext>
              </a:extLst>
            </p:cNvPr>
            <p:cNvSpPr/>
            <p:nvPr/>
          </p:nvSpPr>
          <p:spPr>
            <a:xfrm>
              <a:off x="4204715"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79" name="object 475">
              <a:extLst>
                <a:ext uri="{FF2B5EF4-FFF2-40B4-BE49-F238E27FC236}">
                  <a16:creationId xmlns:a16="http://schemas.microsoft.com/office/drawing/2014/main" id="{ADC9ED64-B9E1-4F96-BD59-71D41E533A11}"/>
                </a:ext>
              </a:extLst>
            </p:cNvPr>
            <p:cNvSpPr/>
            <p:nvPr/>
          </p:nvSpPr>
          <p:spPr>
            <a:xfrm>
              <a:off x="4204715"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0" name="object 476">
              <a:extLst>
                <a:ext uri="{FF2B5EF4-FFF2-40B4-BE49-F238E27FC236}">
                  <a16:creationId xmlns:a16="http://schemas.microsoft.com/office/drawing/2014/main" id="{2B98AE9F-92DE-489A-803C-5B6B40ED2084}"/>
                </a:ext>
              </a:extLst>
            </p:cNvPr>
            <p:cNvSpPr/>
            <p:nvPr/>
          </p:nvSpPr>
          <p:spPr>
            <a:xfrm>
              <a:off x="4204715"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1" name="object 477">
              <a:extLst>
                <a:ext uri="{FF2B5EF4-FFF2-40B4-BE49-F238E27FC236}">
                  <a16:creationId xmlns:a16="http://schemas.microsoft.com/office/drawing/2014/main" id="{930612D2-340A-41F8-86C8-403000613EDD}"/>
                </a:ext>
              </a:extLst>
            </p:cNvPr>
            <p:cNvSpPr/>
            <p:nvPr/>
          </p:nvSpPr>
          <p:spPr>
            <a:xfrm>
              <a:off x="4204715"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2" name="object 478">
              <a:extLst>
                <a:ext uri="{FF2B5EF4-FFF2-40B4-BE49-F238E27FC236}">
                  <a16:creationId xmlns:a16="http://schemas.microsoft.com/office/drawing/2014/main" id="{2242A01F-B15B-447E-928A-9A12D5684926}"/>
                </a:ext>
              </a:extLst>
            </p:cNvPr>
            <p:cNvSpPr/>
            <p:nvPr/>
          </p:nvSpPr>
          <p:spPr>
            <a:xfrm>
              <a:off x="4387595" y="3898393"/>
              <a:ext cx="182880" cy="341630"/>
            </a:xfrm>
            <a:custGeom>
              <a:avLst/>
              <a:gdLst/>
              <a:ahLst/>
              <a:cxnLst/>
              <a:rect l="l" t="t" r="r" b="b"/>
              <a:pathLst>
                <a:path w="182879" h="341629">
                  <a:moveTo>
                    <a:pt x="0" y="85342"/>
                  </a:moveTo>
                  <a:lnTo>
                    <a:pt x="91440" y="85342"/>
                  </a:lnTo>
                  <a:lnTo>
                    <a:pt x="91440" y="0"/>
                  </a:lnTo>
                  <a:lnTo>
                    <a:pt x="0" y="0"/>
                  </a:lnTo>
                  <a:lnTo>
                    <a:pt x="0" y="85342"/>
                  </a:lnTo>
                  <a:close/>
                </a:path>
                <a:path w="182879" h="341629">
                  <a:moveTo>
                    <a:pt x="0" y="170686"/>
                  </a:moveTo>
                  <a:lnTo>
                    <a:pt x="91440" y="170686"/>
                  </a:lnTo>
                  <a:lnTo>
                    <a:pt x="91440" y="85344"/>
                  </a:lnTo>
                  <a:lnTo>
                    <a:pt x="0" y="85344"/>
                  </a:lnTo>
                  <a:lnTo>
                    <a:pt x="0" y="170686"/>
                  </a:lnTo>
                  <a:close/>
                </a:path>
                <a:path w="182879" h="341629">
                  <a:moveTo>
                    <a:pt x="0" y="256030"/>
                  </a:moveTo>
                  <a:lnTo>
                    <a:pt x="91440" y="256030"/>
                  </a:lnTo>
                  <a:lnTo>
                    <a:pt x="91440" y="170688"/>
                  </a:lnTo>
                  <a:lnTo>
                    <a:pt x="0" y="170688"/>
                  </a:lnTo>
                  <a:lnTo>
                    <a:pt x="0" y="256030"/>
                  </a:lnTo>
                  <a:close/>
                </a:path>
                <a:path w="182879" h="341629">
                  <a:moveTo>
                    <a:pt x="0" y="341374"/>
                  </a:moveTo>
                  <a:lnTo>
                    <a:pt x="91440" y="341374"/>
                  </a:lnTo>
                  <a:lnTo>
                    <a:pt x="91440" y="256032"/>
                  </a:lnTo>
                  <a:lnTo>
                    <a:pt x="0" y="256032"/>
                  </a:lnTo>
                  <a:lnTo>
                    <a:pt x="0" y="341374"/>
                  </a:lnTo>
                  <a:close/>
                </a:path>
                <a:path w="182879" h="341629">
                  <a:moveTo>
                    <a:pt x="91440" y="85342"/>
                  </a:moveTo>
                  <a:lnTo>
                    <a:pt x="182880" y="85342"/>
                  </a:lnTo>
                  <a:lnTo>
                    <a:pt x="182880" y="0"/>
                  </a:lnTo>
                  <a:lnTo>
                    <a:pt x="91440" y="0"/>
                  </a:lnTo>
                  <a:lnTo>
                    <a:pt x="91440" y="85342"/>
                  </a:lnTo>
                  <a:close/>
                </a:path>
                <a:path w="182879" h="341629">
                  <a:moveTo>
                    <a:pt x="91440" y="170686"/>
                  </a:moveTo>
                  <a:lnTo>
                    <a:pt x="182880" y="170686"/>
                  </a:lnTo>
                  <a:lnTo>
                    <a:pt x="182880" y="85344"/>
                  </a:lnTo>
                  <a:lnTo>
                    <a:pt x="91440" y="85344"/>
                  </a:lnTo>
                  <a:lnTo>
                    <a:pt x="91440" y="170686"/>
                  </a:lnTo>
                  <a:close/>
                </a:path>
                <a:path w="182879" h="341629">
                  <a:moveTo>
                    <a:pt x="91440" y="256030"/>
                  </a:moveTo>
                  <a:lnTo>
                    <a:pt x="182880" y="256030"/>
                  </a:lnTo>
                  <a:lnTo>
                    <a:pt x="182880" y="170688"/>
                  </a:lnTo>
                  <a:lnTo>
                    <a:pt x="91440" y="170688"/>
                  </a:lnTo>
                  <a:lnTo>
                    <a:pt x="91440" y="256030"/>
                  </a:lnTo>
                  <a:close/>
                </a:path>
                <a:path w="182879" h="341629">
                  <a:moveTo>
                    <a:pt x="91440" y="341374"/>
                  </a:moveTo>
                  <a:lnTo>
                    <a:pt x="182880" y="341374"/>
                  </a:lnTo>
                  <a:lnTo>
                    <a:pt x="182880" y="256032"/>
                  </a:lnTo>
                  <a:lnTo>
                    <a:pt x="91440" y="256032"/>
                  </a:lnTo>
                  <a:lnTo>
                    <a:pt x="91440" y="341374"/>
                  </a:lnTo>
                  <a:close/>
                </a:path>
              </a:pathLst>
            </a:custGeom>
            <a:ln w="12700">
              <a:solidFill>
                <a:srgbClr val="D1D1D1"/>
              </a:solidFill>
            </a:ln>
          </p:spPr>
          <p:txBody>
            <a:bodyPr wrap="square" lIns="0" tIns="0" rIns="0" bIns="0" rtlCol="0"/>
            <a:lstStyle/>
            <a:p>
              <a:endParaRPr sz="2000"/>
            </a:p>
          </p:txBody>
        </p:sp>
        <p:sp>
          <p:nvSpPr>
            <p:cNvPr id="483" name="object 479">
              <a:extLst>
                <a:ext uri="{FF2B5EF4-FFF2-40B4-BE49-F238E27FC236}">
                  <a16:creationId xmlns:a16="http://schemas.microsoft.com/office/drawing/2014/main" id="{94E9A1AF-BD59-428C-9FD0-811A3A0BFF23}"/>
                </a:ext>
              </a:extLst>
            </p:cNvPr>
            <p:cNvSpPr/>
            <p:nvPr/>
          </p:nvSpPr>
          <p:spPr>
            <a:xfrm>
              <a:off x="4296155"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4" name="object 480">
              <a:extLst>
                <a:ext uri="{FF2B5EF4-FFF2-40B4-BE49-F238E27FC236}">
                  <a16:creationId xmlns:a16="http://schemas.microsoft.com/office/drawing/2014/main" id="{74F3FAF4-69E9-4181-A469-8DAEB1E9F178}"/>
                </a:ext>
              </a:extLst>
            </p:cNvPr>
            <p:cNvSpPr/>
            <p:nvPr/>
          </p:nvSpPr>
          <p:spPr>
            <a:xfrm>
              <a:off x="4296155"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5" name="object 481">
              <a:extLst>
                <a:ext uri="{FF2B5EF4-FFF2-40B4-BE49-F238E27FC236}">
                  <a16:creationId xmlns:a16="http://schemas.microsoft.com/office/drawing/2014/main" id="{135DCA84-1D36-4C38-B0B9-72AFA31851EB}"/>
                </a:ext>
              </a:extLst>
            </p:cNvPr>
            <p:cNvSpPr/>
            <p:nvPr/>
          </p:nvSpPr>
          <p:spPr>
            <a:xfrm>
              <a:off x="4296155"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6" name="object 482">
              <a:extLst>
                <a:ext uri="{FF2B5EF4-FFF2-40B4-BE49-F238E27FC236}">
                  <a16:creationId xmlns:a16="http://schemas.microsoft.com/office/drawing/2014/main" id="{80C1A581-AE75-4237-82A8-73FAE2564D0F}"/>
                </a:ext>
              </a:extLst>
            </p:cNvPr>
            <p:cNvSpPr/>
            <p:nvPr/>
          </p:nvSpPr>
          <p:spPr>
            <a:xfrm>
              <a:off x="4296155"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7" name="object 483">
              <a:extLst>
                <a:ext uri="{FF2B5EF4-FFF2-40B4-BE49-F238E27FC236}">
                  <a16:creationId xmlns:a16="http://schemas.microsoft.com/office/drawing/2014/main" id="{3165C052-6F3F-4DE1-9BD3-FF4422305C5C}"/>
                </a:ext>
              </a:extLst>
            </p:cNvPr>
            <p:cNvSpPr/>
            <p:nvPr/>
          </p:nvSpPr>
          <p:spPr>
            <a:xfrm>
              <a:off x="4296155"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8" name="object 484">
              <a:extLst>
                <a:ext uri="{FF2B5EF4-FFF2-40B4-BE49-F238E27FC236}">
                  <a16:creationId xmlns:a16="http://schemas.microsoft.com/office/drawing/2014/main" id="{10DA55B6-026C-42DA-B17D-795B25D0A634}"/>
                </a:ext>
              </a:extLst>
            </p:cNvPr>
            <p:cNvSpPr/>
            <p:nvPr/>
          </p:nvSpPr>
          <p:spPr>
            <a:xfrm>
              <a:off x="4296155"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9" name="object 485">
              <a:extLst>
                <a:ext uri="{FF2B5EF4-FFF2-40B4-BE49-F238E27FC236}">
                  <a16:creationId xmlns:a16="http://schemas.microsoft.com/office/drawing/2014/main" id="{39EE6F7A-88F4-4B10-A711-59EF01E59A6D}"/>
                </a:ext>
              </a:extLst>
            </p:cNvPr>
            <p:cNvSpPr/>
            <p:nvPr/>
          </p:nvSpPr>
          <p:spPr>
            <a:xfrm>
              <a:off x="4296155"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90" name="object 486">
              <a:extLst>
                <a:ext uri="{FF2B5EF4-FFF2-40B4-BE49-F238E27FC236}">
                  <a16:creationId xmlns:a16="http://schemas.microsoft.com/office/drawing/2014/main" id="{8BDD470C-D48B-4439-927D-1DDE1869694E}"/>
                </a:ext>
              </a:extLst>
            </p:cNvPr>
            <p:cNvSpPr/>
            <p:nvPr/>
          </p:nvSpPr>
          <p:spPr>
            <a:xfrm>
              <a:off x="4296155"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491" name="object 487">
            <a:extLst>
              <a:ext uri="{FF2B5EF4-FFF2-40B4-BE49-F238E27FC236}">
                <a16:creationId xmlns:a16="http://schemas.microsoft.com/office/drawing/2014/main" id="{223A8906-752C-4913-B9E1-71ED152CDFBA}"/>
              </a:ext>
            </a:extLst>
          </p:cNvPr>
          <p:cNvSpPr txBox="1"/>
          <p:nvPr/>
        </p:nvSpPr>
        <p:spPr>
          <a:xfrm>
            <a:off x="325571" y="2036176"/>
            <a:ext cx="939799"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Worker</a:t>
            </a:r>
            <a:r>
              <a:rPr sz="1556" b="1" spc="-106" dirty="0">
                <a:latin typeface="Arial"/>
                <a:cs typeface="Arial"/>
              </a:rPr>
              <a:t> </a:t>
            </a:r>
            <a:r>
              <a:rPr sz="1556" b="1" dirty="0">
                <a:latin typeface="Arial"/>
                <a:cs typeface="Arial"/>
              </a:rPr>
              <a:t>0:</a:t>
            </a:r>
            <a:endParaRPr sz="1556">
              <a:latin typeface="Arial"/>
              <a:cs typeface="Arial"/>
            </a:endParaRPr>
          </a:p>
        </p:txBody>
      </p:sp>
      <p:sp>
        <p:nvSpPr>
          <p:cNvPr id="492" name="object 488">
            <a:extLst>
              <a:ext uri="{FF2B5EF4-FFF2-40B4-BE49-F238E27FC236}">
                <a16:creationId xmlns:a16="http://schemas.microsoft.com/office/drawing/2014/main" id="{FF2E2221-680A-4B73-931B-744005DA8E0F}"/>
              </a:ext>
            </a:extLst>
          </p:cNvPr>
          <p:cNvSpPr txBox="1"/>
          <p:nvPr/>
        </p:nvSpPr>
        <p:spPr>
          <a:xfrm>
            <a:off x="325571" y="3210698"/>
            <a:ext cx="939094"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83" dirty="0">
                <a:latin typeface="Arial"/>
                <a:cs typeface="Arial"/>
              </a:rPr>
              <a:t> </a:t>
            </a:r>
            <a:r>
              <a:rPr sz="1556" b="1" dirty="0">
                <a:latin typeface="Arial"/>
                <a:cs typeface="Arial"/>
              </a:rPr>
              <a:t>1:</a:t>
            </a:r>
            <a:endParaRPr sz="1556">
              <a:latin typeface="Arial"/>
              <a:cs typeface="Arial"/>
            </a:endParaRPr>
          </a:p>
        </p:txBody>
      </p:sp>
      <p:sp>
        <p:nvSpPr>
          <p:cNvPr id="493" name="object 489">
            <a:extLst>
              <a:ext uri="{FF2B5EF4-FFF2-40B4-BE49-F238E27FC236}">
                <a16:creationId xmlns:a16="http://schemas.microsoft.com/office/drawing/2014/main" id="{63EC154A-20B4-4931-9FB4-48C8134865A8}"/>
              </a:ext>
            </a:extLst>
          </p:cNvPr>
          <p:cNvSpPr txBox="1"/>
          <p:nvPr/>
        </p:nvSpPr>
        <p:spPr>
          <a:xfrm>
            <a:off x="353341" y="4340436"/>
            <a:ext cx="939094"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83" dirty="0">
                <a:latin typeface="Arial"/>
                <a:cs typeface="Arial"/>
              </a:rPr>
              <a:t> </a:t>
            </a:r>
            <a:r>
              <a:rPr sz="1556" b="1" dirty="0">
                <a:latin typeface="Arial"/>
                <a:cs typeface="Arial"/>
              </a:rPr>
              <a:t>2:</a:t>
            </a:r>
            <a:endParaRPr sz="1556">
              <a:latin typeface="Arial"/>
              <a:cs typeface="Arial"/>
            </a:endParaRPr>
          </a:p>
        </p:txBody>
      </p:sp>
      <p:sp>
        <p:nvSpPr>
          <p:cNvPr id="494" name="object 490">
            <a:extLst>
              <a:ext uri="{FF2B5EF4-FFF2-40B4-BE49-F238E27FC236}">
                <a16:creationId xmlns:a16="http://schemas.microsoft.com/office/drawing/2014/main" id="{9F54B931-07E1-4242-80D0-44510175BE36}"/>
              </a:ext>
            </a:extLst>
          </p:cNvPr>
          <p:cNvSpPr txBox="1"/>
          <p:nvPr/>
        </p:nvSpPr>
        <p:spPr>
          <a:xfrm>
            <a:off x="332686" y="5491589"/>
            <a:ext cx="939094"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83" dirty="0">
                <a:latin typeface="Arial"/>
                <a:cs typeface="Arial"/>
              </a:rPr>
              <a:t> </a:t>
            </a:r>
            <a:r>
              <a:rPr sz="1556" b="1" dirty="0">
                <a:latin typeface="Arial"/>
                <a:cs typeface="Arial"/>
              </a:rPr>
              <a:t>3:</a:t>
            </a:r>
            <a:endParaRPr sz="1556">
              <a:latin typeface="Arial"/>
              <a:cs typeface="Arial"/>
            </a:endParaRPr>
          </a:p>
        </p:txBody>
      </p:sp>
      <p:sp>
        <p:nvSpPr>
          <p:cNvPr id="495" name="Rectangle 490">
            <a:extLst>
              <a:ext uri="{FF2B5EF4-FFF2-40B4-BE49-F238E27FC236}">
                <a16:creationId xmlns:a16="http://schemas.microsoft.com/office/drawing/2014/main" id="{E54FB2A3-B88A-44E3-B301-80FDF902A817}"/>
              </a:ext>
            </a:extLst>
          </p:cNvPr>
          <p:cNvSpPr/>
          <p:nvPr/>
        </p:nvSpPr>
        <p:spPr>
          <a:xfrm>
            <a:off x="4966771" y="2606031"/>
            <a:ext cx="4073737" cy="1446550"/>
          </a:xfrm>
          <a:prstGeom prst="rect">
            <a:avLst/>
          </a:prstGeom>
        </p:spPr>
        <p:txBody>
          <a:bodyPr wrap="square">
            <a:spAutoFit/>
          </a:bodyPr>
          <a:lstStyle/>
          <a:p>
            <a:pPr marL="332313" indent="-318908">
              <a:spcBef>
                <a:spcPts val="522"/>
              </a:spcBef>
              <a:buClr>
                <a:srgbClr val="B2B2B2"/>
              </a:buClr>
              <a:buFont typeface="Arial"/>
              <a:buChar char="•"/>
              <a:tabLst>
                <a:tab pos="332313" algn="l"/>
                <a:tab pos="333019" algn="l"/>
              </a:tabLst>
            </a:pPr>
            <a:r>
              <a:rPr lang="en-US" sz="2400" b="1" dirty="0">
                <a:latin typeface="Trebuchet MS"/>
                <a:cs typeface="Trebuchet MS"/>
              </a:rPr>
              <a:t>Forward</a:t>
            </a:r>
            <a:r>
              <a:rPr lang="en-US" sz="2400" b="1" spc="-6" dirty="0">
                <a:latin typeface="Trebuchet MS"/>
                <a:cs typeface="Trebuchet MS"/>
              </a:rPr>
              <a:t> pass:</a:t>
            </a:r>
            <a:endParaRPr lang="en-US" sz="2400" dirty="0">
              <a:latin typeface="Trebuchet MS"/>
              <a:cs typeface="Trebuchet MS"/>
            </a:endParaRPr>
          </a:p>
          <a:p>
            <a:pPr marL="713310" lvl="1" indent="-319613">
              <a:spcBef>
                <a:spcPts val="572"/>
              </a:spcBef>
              <a:buClr>
                <a:srgbClr val="B2B2B2"/>
              </a:buClr>
              <a:buFont typeface="Arial"/>
              <a:buChar char="•"/>
              <a:tabLst>
                <a:tab pos="713310" algn="l"/>
                <a:tab pos="714015" algn="l"/>
              </a:tabLst>
            </a:pPr>
            <a:r>
              <a:rPr lang="en-US" spc="-6" dirty="0">
                <a:latin typeface="Trebuchet MS"/>
                <a:cs typeface="Trebuchet MS"/>
              </a:rPr>
              <a:t>Computes output activations </a:t>
            </a:r>
            <a:r>
              <a:rPr lang="en-US" spc="-11" dirty="0">
                <a:latin typeface="Trebuchet MS"/>
                <a:cs typeface="Trebuchet MS"/>
              </a:rPr>
              <a:t>for </a:t>
            </a:r>
            <a:r>
              <a:rPr lang="en-US" spc="-6" dirty="0">
                <a:latin typeface="Trebuchet MS"/>
                <a:cs typeface="Trebuchet MS"/>
              </a:rPr>
              <a:t>its portion of</a:t>
            </a:r>
            <a:r>
              <a:rPr lang="en-US" spc="194" dirty="0">
                <a:latin typeface="Trebuchet MS"/>
                <a:cs typeface="Trebuchet MS"/>
              </a:rPr>
              <a:t> </a:t>
            </a:r>
            <a:r>
              <a:rPr lang="en-US" spc="-11" dirty="0">
                <a:latin typeface="Trebuchet MS"/>
                <a:cs typeface="Trebuchet MS"/>
              </a:rPr>
              <a:t>minibatch</a:t>
            </a:r>
            <a:endParaRPr lang="en-US" dirty="0">
              <a:latin typeface="Trebuchet MS"/>
              <a:cs typeface="Trebuchet MS"/>
            </a:endParaRPr>
          </a:p>
          <a:p>
            <a:pPr marL="713310" lvl="1" indent="-319613">
              <a:spcBef>
                <a:spcPts val="572"/>
              </a:spcBef>
              <a:buClr>
                <a:srgbClr val="B2B2B2"/>
              </a:buClr>
              <a:buFont typeface="Arial"/>
              <a:buChar char="•"/>
              <a:tabLst>
                <a:tab pos="713310" algn="l"/>
                <a:tab pos="714015" algn="l"/>
              </a:tabLst>
            </a:pPr>
            <a:r>
              <a:rPr lang="en-US" spc="-6" dirty="0">
                <a:latin typeface="Trebuchet MS"/>
                <a:cs typeface="Trebuchet MS"/>
              </a:rPr>
              <a:t>No </a:t>
            </a:r>
            <a:r>
              <a:rPr lang="en-US" spc="-11" dirty="0">
                <a:latin typeface="Trebuchet MS"/>
                <a:cs typeface="Trebuchet MS"/>
              </a:rPr>
              <a:t>communication </a:t>
            </a:r>
            <a:r>
              <a:rPr lang="en-US" spc="-6" dirty="0">
                <a:latin typeface="Trebuchet MS"/>
                <a:cs typeface="Trebuchet MS"/>
              </a:rPr>
              <a:t>is</a:t>
            </a:r>
            <a:r>
              <a:rPr lang="en-US" spc="72" dirty="0">
                <a:latin typeface="Trebuchet MS"/>
                <a:cs typeface="Trebuchet MS"/>
              </a:rPr>
              <a:t> </a:t>
            </a:r>
            <a:r>
              <a:rPr lang="en-US" spc="-6" dirty="0">
                <a:latin typeface="Trebuchet MS"/>
                <a:cs typeface="Trebuchet MS"/>
              </a:rPr>
              <a:t>needed</a:t>
            </a:r>
            <a:endParaRPr lang="en-US" dirty="0">
              <a:latin typeface="Trebuchet MS"/>
              <a:cs typeface="Trebuchet MS"/>
            </a:endParaRPr>
          </a:p>
        </p:txBody>
      </p:sp>
      <p:sp>
        <p:nvSpPr>
          <p:cNvPr id="496" name="Rectangle 491">
            <a:extLst>
              <a:ext uri="{FF2B5EF4-FFF2-40B4-BE49-F238E27FC236}">
                <a16:creationId xmlns:a16="http://schemas.microsoft.com/office/drawing/2014/main" id="{5920AB69-5925-4771-8B33-B156BA710B79}"/>
              </a:ext>
            </a:extLst>
          </p:cNvPr>
          <p:cNvSpPr/>
          <p:nvPr/>
        </p:nvSpPr>
        <p:spPr>
          <a:xfrm>
            <a:off x="5729482" y="5296106"/>
            <a:ext cx="3469459" cy="1051570"/>
          </a:xfrm>
          <a:prstGeom prst="rect">
            <a:avLst/>
          </a:prstGeom>
        </p:spPr>
        <p:txBody>
          <a:bodyPr wrap="square">
            <a:spAutoFit/>
          </a:bodyPr>
          <a:lstStyle/>
          <a:p>
            <a:pPr marL="332313" indent="-318908">
              <a:spcBef>
                <a:spcPts val="522"/>
              </a:spcBef>
              <a:buClr>
                <a:srgbClr val="B2B2B2"/>
              </a:buClr>
              <a:buFont typeface="Arial"/>
              <a:buChar char="•"/>
              <a:tabLst>
                <a:tab pos="332313" algn="l"/>
                <a:tab pos="333019" algn="l"/>
              </a:tabLst>
            </a:pPr>
            <a:r>
              <a:rPr lang="en-US" b="1" i="1" dirty="0">
                <a:latin typeface="Trebuchet MS"/>
                <a:cs typeface="Trebuchet MS"/>
              </a:rPr>
              <a:t>X </a:t>
            </a:r>
            <a:r>
              <a:rPr lang="en-US" spc="-6" dirty="0">
                <a:latin typeface="Trebuchet MS"/>
                <a:cs typeface="Trebuchet MS"/>
              </a:rPr>
              <a:t>: input activations</a:t>
            </a:r>
          </a:p>
          <a:p>
            <a:pPr marL="332313" indent="-318908">
              <a:spcBef>
                <a:spcPts val="522"/>
              </a:spcBef>
              <a:buClr>
                <a:srgbClr val="B2B2B2"/>
              </a:buClr>
              <a:buFont typeface="Arial"/>
              <a:buChar char="•"/>
              <a:tabLst>
                <a:tab pos="332313" algn="l"/>
                <a:tab pos="333019" algn="l"/>
              </a:tabLst>
            </a:pPr>
            <a:r>
              <a:rPr lang="en-US" b="1" i="1" spc="-6" dirty="0">
                <a:latin typeface="Trebuchet MS"/>
                <a:cs typeface="Trebuchet MS"/>
              </a:rPr>
              <a:t>W </a:t>
            </a:r>
            <a:r>
              <a:rPr lang="en-US" spc="-6" dirty="0">
                <a:latin typeface="Trebuchet MS"/>
                <a:cs typeface="Trebuchet MS"/>
              </a:rPr>
              <a:t>: model</a:t>
            </a:r>
          </a:p>
          <a:p>
            <a:pPr marL="332313" indent="-318908">
              <a:spcBef>
                <a:spcPts val="522"/>
              </a:spcBef>
              <a:buClr>
                <a:srgbClr val="B2B2B2"/>
              </a:buClr>
              <a:buFont typeface="Arial"/>
              <a:buChar char="•"/>
              <a:tabLst>
                <a:tab pos="332313" algn="l"/>
                <a:tab pos="333019" algn="l"/>
              </a:tabLst>
            </a:pPr>
            <a:r>
              <a:rPr lang="en-US" b="1" i="1" spc="-6" dirty="0">
                <a:latin typeface="Trebuchet MS"/>
                <a:cs typeface="Trebuchet MS"/>
              </a:rPr>
              <a:t>Y </a:t>
            </a:r>
            <a:r>
              <a:rPr lang="en-US" spc="-6" dirty="0">
                <a:latin typeface="Trebuchet MS"/>
                <a:cs typeface="Trebuchet MS"/>
              </a:rPr>
              <a:t>: output activations</a:t>
            </a:r>
            <a:endParaRPr lang="en-US" dirty="0">
              <a:latin typeface="Trebuchet MS"/>
              <a:cs typeface="Trebuchet MS"/>
            </a:endParaRPr>
          </a:p>
        </p:txBody>
      </p:sp>
      <p:sp>
        <p:nvSpPr>
          <p:cNvPr id="2" name="文本框 1">
            <a:extLst>
              <a:ext uri="{FF2B5EF4-FFF2-40B4-BE49-F238E27FC236}">
                <a16:creationId xmlns:a16="http://schemas.microsoft.com/office/drawing/2014/main" id="{824360A8-FFEB-4611-A001-BBDFBEF0F64E}"/>
              </a:ext>
            </a:extLst>
          </p:cNvPr>
          <p:cNvSpPr txBox="1"/>
          <p:nvPr/>
        </p:nvSpPr>
        <p:spPr>
          <a:xfrm>
            <a:off x="1326590" y="1125135"/>
            <a:ext cx="1290738" cy="369332"/>
          </a:xfrm>
          <a:prstGeom prst="rect">
            <a:avLst/>
          </a:prstGeom>
          <a:noFill/>
        </p:spPr>
        <p:txBody>
          <a:bodyPr wrap="none" rtlCol="0">
            <a:spAutoFit/>
          </a:bodyPr>
          <a:lstStyle/>
          <a:p>
            <a:r>
              <a:rPr lang="en-US" altLang="zh-CN" dirty="0">
                <a:solidFill>
                  <a:srgbClr val="0000FF"/>
                </a:solidFill>
                <a:latin typeface="Arial Narrow" panose="020B0606020202030204" pitchFamily="34" charset="0"/>
              </a:rPr>
              <a:t>Whole Model</a:t>
            </a:r>
            <a:endParaRPr lang="zh-CN" altLang="en-US" dirty="0">
              <a:solidFill>
                <a:srgbClr val="0000FF"/>
              </a:solidFill>
              <a:latin typeface="Arial Narrow" panose="020B0606020202030204" pitchFamily="34" charset="0"/>
            </a:endParaRPr>
          </a:p>
        </p:txBody>
      </p:sp>
      <p:sp>
        <p:nvSpPr>
          <p:cNvPr id="497" name="文本框 496">
            <a:extLst>
              <a:ext uri="{FF2B5EF4-FFF2-40B4-BE49-F238E27FC236}">
                <a16:creationId xmlns:a16="http://schemas.microsoft.com/office/drawing/2014/main" id="{F74A26E1-F2CA-45B4-A30C-0BE859E927DE}"/>
              </a:ext>
            </a:extLst>
          </p:cNvPr>
          <p:cNvSpPr txBox="1"/>
          <p:nvPr/>
        </p:nvSpPr>
        <p:spPr>
          <a:xfrm>
            <a:off x="2619863" y="1143790"/>
            <a:ext cx="1398140" cy="369332"/>
          </a:xfrm>
          <a:prstGeom prst="rect">
            <a:avLst/>
          </a:prstGeom>
          <a:noFill/>
        </p:spPr>
        <p:txBody>
          <a:bodyPr wrap="none" rtlCol="0">
            <a:spAutoFit/>
          </a:bodyPr>
          <a:lstStyle/>
          <a:p>
            <a:r>
              <a:rPr lang="en-US" altLang="zh-CN" dirty="0">
                <a:solidFill>
                  <a:srgbClr val="FF0000"/>
                </a:solidFill>
                <a:latin typeface="Arial Narrow" panose="020B0606020202030204" pitchFamily="34" charset="0"/>
              </a:rPr>
              <a:t>Partial dataset</a:t>
            </a:r>
            <a:endParaRPr lang="zh-CN" altLang="en-US"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59151624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 </a:t>
            </a:r>
            <a:r>
              <a:rPr lang="en-US" altLang="zh-CN" spc="-6" dirty="0"/>
              <a:t>Parallel: Backward</a:t>
            </a:r>
            <a:r>
              <a:rPr lang="en-US" altLang="zh-CN" spc="-83" dirty="0"/>
              <a:t> </a:t>
            </a:r>
            <a:r>
              <a:rPr lang="en-US" altLang="zh-CN" dirty="0"/>
              <a:t>Pass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496" name="Rectangle 491">
            <a:extLst>
              <a:ext uri="{FF2B5EF4-FFF2-40B4-BE49-F238E27FC236}">
                <a16:creationId xmlns:a16="http://schemas.microsoft.com/office/drawing/2014/main" id="{5920AB69-5925-4771-8B33-B156BA710B79}"/>
              </a:ext>
            </a:extLst>
          </p:cNvPr>
          <p:cNvSpPr/>
          <p:nvPr/>
        </p:nvSpPr>
        <p:spPr>
          <a:xfrm>
            <a:off x="5729482" y="5296106"/>
            <a:ext cx="3469459" cy="1051570"/>
          </a:xfrm>
          <a:prstGeom prst="rect">
            <a:avLst/>
          </a:prstGeom>
        </p:spPr>
        <p:txBody>
          <a:bodyPr wrap="square">
            <a:spAutoFit/>
          </a:bodyPr>
          <a:lstStyle/>
          <a:p>
            <a:pPr marL="332313" indent="-318908">
              <a:spcBef>
                <a:spcPts val="522"/>
              </a:spcBef>
              <a:buClr>
                <a:srgbClr val="B2B2B2"/>
              </a:buClr>
              <a:buFont typeface="Arial"/>
              <a:buChar char="•"/>
              <a:tabLst>
                <a:tab pos="332313" algn="l"/>
                <a:tab pos="333019" algn="l"/>
              </a:tabLst>
            </a:pPr>
            <a:r>
              <a:rPr lang="en-US" b="1" i="1" dirty="0">
                <a:latin typeface="Trebuchet MS"/>
                <a:cs typeface="Trebuchet MS"/>
              </a:rPr>
              <a:t>X </a:t>
            </a:r>
            <a:r>
              <a:rPr lang="en-US" spc="-6" dirty="0">
                <a:latin typeface="Trebuchet MS"/>
                <a:cs typeface="Trebuchet MS"/>
              </a:rPr>
              <a:t>: input activations</a:t>
            </a:r>
          </a:p>
          <a:p>
            <a:pPr marL="332313" indent="-318908">
              <a:spcBef>
                <a:spcPts val="522"/>
              </a:spcBef>
              <a:buClr>
                <a:srgbClr val="B2B2B2"/>
              </a:buClr>
              <a:buFont typeface="Arial"/>
              <a:buChar char="•"/>
              <a:tabLst>
                <a:tab pos="332313" algn="l"/>
                <a:tab pos="333019" algn="l"/>
              </a:tabLst>
            </a:pPr>
            <a:r>
              <a:rPr lang="en-US" b="1" i="1" spc="-6" dirty="0">
                <a:latin typeface="Trebuchet MS"/>
                <a:cs typeface="Trebuchet MS"/>
              </a:rPr>
              <a:t>W </a:t>
            </a:r>
            <a:r>
              <a:rPr lang="en-US" spc="-6" dirty="0">
                <a:latin typeface="Trebuchet MS"/>
                <a:cs typeface="Trebuchet MS"/>
              </a:rPr>
              <a:t>: model</a:t>
            </a:r>
          </a:p>
          <a:p>
            <a:pPr marL="332313" indent="-318908">
              <a:spcBef>
                <a:spcPts val="522"/>
              </a:spcBef>
              <a:buClr>
                <a:srgbClr val="B2B2B2"/>
              </a:buClr>
              <a:buFont typeface="Arial"/>
              <a:buChar char="•"/>
              <a:tabLst>
                <a:tab pos="332313" algn="l"/>
                <a:tab pos="333019" algn="l"/>
              </a:tabLst>
            </a:pPr>
            <a:r>
              <a:rPr lang="en-US" b="1" i="1" spc="-6" dirty="0">
                <a:latin typeface="Trebuchet MS"/>
                <a:cs typeface="Trebuchet MS"/>
              </a:rPr>
              <a:t>Y </a:t>
            </a:r>
            <a:r>
              <a:rPr lang="en-US" spc="-6" dirty="0">
                <a:latin typeface="Trebuchet MS"/>
                <a:cs typeface="Trebuchet MS"/>
              </a:rPr>
              <a:t>: output activations</a:t>
            </a:r>
            <a:endParaRPr lang="en-US" dirty="0">
              <a:latin typeface="Trebuchet MS"/>
              <a:cs typeface="Trebuchet MS"/>
            </a:endParaRPr>
          </a:p>
        </p:txBody>
      </p:sp>
      <p:sp>
        <p:nvSpPr>
          <p:cNvPr id="497" name="object 4">
            <a:extLst>
              <a:ext uri="{FF2B5EF4-FFF2-40B4-BE49-F238E27FC236}">
                <a16:creationId xmlns:a16="http://schemas.microsoft.com/office/drawing/2014/main" id="{9F970290-AD62-4F83-9FD9-DF1E8268045C}"/>
              </a:ext>
            </a:extLst>
          </p:cNvPr>
          <p:cNvSpPr txBox="1"/>
          <p:nvPr/>
        </p:nvSpPr>
        <p:spPr>
          <a:xfrm>
            <a:off x="4352545" y="1607226"/>
            <a:ext cx="608189"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dW</a:t>
            </a:r>
            <a:r>
              <a:rPr lang="en-US" sz="1556" i="1" spc="-6" dirty="0">
                <a:latin typeface="Arial"/>
                <a:cs typeface="Arial"/>
              </a:rPr>
              <a:t>1</a:t>
            </a:r>
            <a:endParaRPr sz="1556" dirty="0">
              <a:latin typeface="Arial"/>
              <a:cs typeface="Arial"/>
            </a:endParaRPr>
          </a:p>
        </p:txBody>
      </p:sp>
      <p:sp>
        <p:nvSpPr>
          <p:cNvPr id="498" name="object 5">
            <a:extLst>
              <a:ext uri="{FF2B5EF4-FFF2-40B4-BE49-F238E27FC236}">
                <a16:creationId xmlns:a16="http://schemas.microsoft.com/office/drawing/2014/main" id="{4CB5C5DB-C0FE-4363-9782-0E35A29A8EA6}"/>
              </a:ext>
            </a:extLst>
          </p:cNvPr>
          <p:cNvSpPr txBox="1"/>
          <p:nvPr/>
        </p:nvSpPr>
        <p:spPr>
          <a:xfrm>
            <a:off x="2994350" y="1541185"/>
            <a:ext cx="330200" cy="254323"/>
          </a:xfrm>
          <a:prstGeom prst="rect">
            <a:avLst/>
          </a:prstGeom>
        </p:spPr>
        <p:txBody>
          <a:bodyPr vert="horz" wrap="square" lIns="0" tIns="14817" rIns="0" bIns="0" rtlCol="0">
            <a:spAutoFit/>
          </a:bodyPr>
          <a:lstStyle/>
          <a:p>
            <a:pPr marL="42333">
              <a:spcBef>
                <a:spcPts val="117"/>
              </a:spcBef>
            </a:pPr>
            <a:r>
              <a:rPr sz="2333" i="1" baseline="-15873" dirty="0">
                <a:latin typeface="Arial"/>
                <a:cs typeface="Arial"/>
              </a:rPr>
              <a:t>X</a:t>
            </a:r>
            <a:r>
              <a:rPr sz="2333" i="1" spc="-350" baseline="-15873" dirty="0">
                <a:latin typeface="Arial"/>
                <a:cs typeface="Arial"/>
              </a:rPr>
              <a:t> </a:t>
            </a:r>
            <a:r>
              <a:rPr sz="1000" spc="22" dirty="0">
                <a:latin typeface="Arial"/>
                <a:cs typeface="Arial"/>
              </a:rPr>
              <a:t>T</a:t>
            </a:r>
            <a:endParaRPr sz="1000">
              <a:latin typeface="Arial"/>
              <a:cs typeface="Arial"/>
            </a:endParaRPr>
          </a:p>
        </p:txBody>
      </p:sp>
      <p:sp>
        <p:nvSpPr>
          <p:cNvPr id="499" name="object 6">
            <a:extLst>
              <a:ext uri="{FF2B5EF4-FFF2-40B4-BE49-F238E27FC236}">
                <a16:creationId xmlns:a16="http://schemas.microsoft.com/office/drawing/2014/main" id="{32DBE919-F946-419F-BC5D-22FA915123DA}"/>
              </a:ext>
            </a:extLst>
          </p:cNvPr>
          <p:cNvSpPr txBox="1"/>
          <p:nvPr/>
        </p:nvSpPr>
        <p:spPr>
          <a:xfrm>
            <a:off x="1785734" y="1594239"/>
            <a:ext cx="270933"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dY</a:t>
            </a:r>
            <a:endParaRPr sz="1556">
              <a:latin typeface="Arial"/>
              <a:cs typeface="Arial"/>
            </a:endParaRPr>
          </a:p>
        </p:txBody>
      </p:sp>
      <p:grpSp>
        <p:nvGrpSpPr>
          <p:cNvPr id="500" name="object 7">
            <a:extLst>
              <a:ext uri="{FF2B5EF4-FFF2-40B4-BE49-F238E27FC236}">
                <a16:creationId xmlns:a16="http://schemas.microsoft.com/office/drawing/2014/main" id="{27ABAE82-781A-4B33-8FD2-8FA51DB2BEA1}"/>
              </a:ext>
            </a:extLst>
          </p:cNvPr>
          <p:cNvGrpSpPr/>
          <p:nvPr/>
        </p:nvGrpSpPr>
        <p:grpSpPr>
          <a:xfrm>
            <a:off x="4064959" y="1946458"/>
            <a:ext cx="826911" cy="393700"/>
            <a:chOff x="3814317" y="1804162"/>
            <a:chExt cx="744220" cy="354330"/>
          </a:xfrm>
        </p:grpSpPr>
        <p:sp>
          <p:nvSpPr>
            <p:cNvPr id="501" name="object 8">
              <a:extLst>
                <a:ext uri="{FF2B5EF4-FFF2-40B4-BE49-F238E27FC236}">
                  <a16:creationId xmlns:a16="http://schemas.microsoft.com/office/drawing/2014/main" id="{2F555174-1A23-4B1A-9FB3-06AEEBCF3B3A}"/>
                </a:ext>
              </a:extLst>
            </p:cNvPr>
            <p:cNvSpPr/>
            <p:nvPr/>
          </p:nvSpPr>
          <p:spPr>
            <a:xfrm>
              <a:off x="4186427" y="1810512"/>
              <a:ext cx="91440" cy="85342"/>
            </a:xfrm>
            <a:prstGeom prst="rect">
              <a:avLst/>
            </a:prstGeom>
            <a:blipFill>
              <a:blip r:embed="rId2" cstate="print"/>
              <a:stretch>
                <a:fillRect/>
              </a:stretch>
            </a:blipFill>
          </p:spPr>
          <p:txBody>
            <a:bodyPr wrap="square" lIns="0" tIns="0" rIns="0" bIns="0" rtlCol="0"/>
            <a:lstStyle/>
            <a:p>
              <a:endParaRPr sz="2000"/>
            </a:p>
          </p:txBody>
        </p:sp>
        <p:sp>
          <p:nvSpPr>
            <p:cNvPr id="502" name="object 9">
              <a:extLst>
                <a:ext uri="{FF2B5EF4-FFF2-40B4-BE49-F238E27FC236}">
                  <a16:creationId xmlns:a16="http://schemas.microsoft.com/office/drawing/2014/main" id="{D287CD9A-63E3-47B2-AE0B-D9A2420C0D83}"/>
                </a:ext>
              </a:extLst>
            </p:cNvPr>
            <p:cNvSpPr/>
            <p:nvPr/>
          </p:nvSpPr>
          <p:spPr>
            <a:xfrm>
              <a:off x="4186427" y="18105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03" name="object 10">
              <a:extLst>
                <a:ext uri="{FF2B5EF4-FFF2-40B4-BE49-F238E27FC236}">
                  <a16:creationId xmlns:a16="http://schemas.microsoft.com/office/drawing/2014/main" id="{5AE8BDB9-CD19-4A92-9548-3E0439F6D5E7}"/>
                </a:ext>
              </a:extLst>
            </p:cNvPr>
            <p:cNvSpPr/>
            <p:nvPr/>
          </p:nvSpPr>
          <p:spPr>
            <a:xfrm>
              <a:off x="4186427" y="1895856"/>
              <a:ext cx="91440" cy="85342"/>
            </a:xfrm>
            <a:prstGeom prst="rect">
              <a:avLst/>
            </a:prstGeom>
            <a:blipFill>
              <a:blip r:embed="rId3" cstate="print"/>
              <a:stretch>
                <a:fillRect/>
              </a:stretch>
            </a:blipFill>
          </p:spPr>
          <p:txBody>
            <a:bodyPr wrap="square" lIns="0" tIns="0" rIns="0" bIns="0" rtlCol="0"/>
            <a:lstStyle/>
            <a:p>
              <a:endParaRPr sz="2000"/>
            </a:p>
          </p:txBody>
        </p:sp>
        <p:sp>
          <p:nvSpPr>
            <p:cNvPr id="504" name="object 11">
              <a:extLst>
                <a:ext uri="{FF2B5EF4-FFF2-40B4-BE49-F238E27FC236}">
                  <a16:creationId xmlns:a16="http://schemas.microsoft.com/office/drawing/2014/main" id="{895F4C9F-B13A-45D3-BA92-44546C9C97CE}"/>
                </a:ext>
              </a:extLst>
            </p:cNvPr>
            <p:cNvSpPr/>
            <p:nvPr/>
          </p:nvSpPr>
          <p:spPr>
            <a:xfrm>
              <a:off x="4186427" y="18958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05" name="object 12">
              <a:extLst>
                <a:ext uri="{FF2B5EF4-FFF2-40B4-BE49-F238E27FC236}">
                  <a16:creationId xmlns:a16="http://schemas.microsoft.com/office/drawing/2014/main" id="{668CBAB0-380F-43A4-BCD3-B53204BA6B74}"/>
                </a:ext>
              </a:extLst>
            </p:cNvPr>
            <p:cNvSpPr/>
            <p:nvPr/>
          </p:nvSpPr>
          <p:spPr>
            <a:xfrm>
              <a:off x="4186427" y="1981200"/>
              <a:ext cx="91440" cy="85342"/>
            </a:xfrm>
            <a:prstGeom prst="rect">
              <a:avLst/>
            </a:prstGeom>
            <a:blipFill>
              <a:blip r:embed="rId4" cstate="print"/>
              <a:stretch>
                <a:fillRect/>
              </a:stretch>
            </a:blipFill>
          </p:spPr>
          <p:txBody>
            <a:bodyPr wrap="square" lIns="0" tIns="0" rIns="0" bIns="0" rtlCol="0"/>
            <a:lstStyle/>
            <a:p>
              <a:endParaRPr sz="2000"/>
            </a:p>
          </p:txBody>
        </p:sp>
        <p:sp>
          <p:nvSpPr>
            <p:cNvPr id="506" name="object 13">
              <a:extLst>
                <a:ext uri="{FF2B5EF4-FFF2-40B4-BE49-F238E27FC236}">
                  <a16:creationId xmlns:a16="http://schemas.microsoft.com/office/drawing/2014/main" id="{3162F707-DD1D-4815-B777-7574B64396A0}"/>
                </a:ext>
              </a:extLst>
            </p:cNvPr>
            <p:cNvSpPr/>
            <p:nvPr/>
          </p:nvSpPr>
          <p:spPr>
            <a:xfrm>
              <a:off x="4186427" y="19812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07" name="object 14">
              <a:extLst>
                <a:ext uri="{FF2B5EF4-FFF2-40B4-BE49-F238E27FC236}">
                  <a16:creationId xmlns:a16="http://schemas.microsoft.com/office/drawing/2014/main" id="{9B864B4C-5B75-4765-B7C6-3E8C05B736DC}"/>
                </a:ext>
              </a:extLst>
            </p:cNvPr>
            <p:cNvSpPr/>
            <p:nvPr/>
          </p:nvSpPr>
          <p:spPr>
            <a:xfrm>
              <a:off x="4186427" y="2066544"/>
              <a:ext cx="91440" cy="85342"/>
            </a:xfrm>
            <a:prstGeom prst="rect">
              <a:avLst/>
            </a:prstGeom>
            <a:blipFill>
              <a:blip r:embed="rId5" cstate="print"/>
              <a:stretch>
                <a:fillRect/>
              </a:stretch>
            </a:blipFill>
          </p:spPr>
          <p:txBody>
            <a:bodyPr wrap="square" lIns="0" tIns="0" rIns="0" bIns="0" rtlCol="0"/>
            <a:lstStyle/>
            <a:p>
              <a:endParaRPr sz="2000"/>
            </a:p>
          </p:txBody>
        </p:sp>
        <p:sp>
          <p:nvSpPr>
            <p:cNvPr id="508" name="object 15">
              <a:extLst>
                <a:ext uri="{FF2B5EF4-FFF2-40B4-BE49-F238E27FC236}">
                  <a16:creationId xmlns:a16="http://schemas.microsoft.com/office/drawing/2014/main" id="{D4DDA7E4-497C-45FE-BCEF-701724CEEE2D}"/>
                </a:ext>
              </a:extLst>
            </p:cNvPr>
            <p:cNvSpPr/>
            <p:nvPr/>
          </p:nvSpPr>
          <p:spPr>
            <a:xfrm>
              <a:off x="4186427" y="20665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09" name="object 16">
              <a:extLst>
                <a:ext uri="{FF2B5EF4-FFF2-40B4-BE49-F238E27FC236}">
                  <a16:creationId xmlns:a16="http://schemas.microsoft.com/office/drawing/2014/main" id="{1D0A5A8C-449E-4B6E-9D6D-1830E8227DC1}"/>
                </a:ext>
              </a:extLst>
            </p:cNvPr>
            <p:cNvSpPr/>
            <p:nvPr/>
          </p:nvSpPr>
          <p:spPr>
            <a:xfrm>
              <a:off x="3820667" y="1810512"/>
              <a:ext cx="91440" cy="85342"/>
            </a:xfrm>
            <a:prstGeom prst="rect">
              <a:avLst/>
            </a:prstGeom>
            <a:blipFill>
              <a:blip r:embed="rId6" cstate="print"/>
              <a:stretch>
                <a:fillRect/>
              </a:stretch>
            </a:blipFill>
          </p:spPr>
          <p:txBody>
            <a:bodyPr wrap="square" lIns="0" tIns="0" rIns="0" bIns="0" rtlCol="0"/>
            <a:lstStyle/>
            <a:p>
              <a:endParaRPr sz="2000"/>
            </a:p>
          </p:txBody>
        </p:sp>
        <p:sp>
          <p:nvSpPr>
            <p:cNvPr id="510" name="object 17">
              <a:extLst>
                <a:ext uri="{FF2B5EF4-FFF2-40B4-BE49-F238E27FC236}">
                  <a16:creationId xmlns:a16="http://schemas.microsoft.com/office/drawing/2014/main" id="{95D9EB57-4761-4EF7-ABE3-9C3C8F56149A}"/>
                </a:ext>
              </a:extLst>
            </p:cNvPr>
            <p:cNvSpPr/>
            <p:nvPr/>
          </p:nvSpPr>
          <p:spPr>
            <a:xfrm>
              <a:off x="3820667" y="18105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1" name="object 18">
              <a:extLst>
                <a:ext uri="{FF2B5EF4-FFF2-40B4-BE49-F238E27FC236}">
                  <a16:creationId xmlns:a16="http://schemas.microsoft.com/office/drawing/2014/main" id="{C2D59CFF-A324-46CE-BB4C-30D13B030965}"/>
                </a:ext>
              </a:extLst>
            </p:cNvPr>
            <p:cNvSpPr/>
            <p:nvPr/>
          </p:nvSpPr>
          <p:spPr>
            <a:xfrm>
              <a:off x="3912107" y="1810512"/>
              <a:ext cx="92967" cy="85342"/>
            </a:xfrm>
            <a:prstGeom prst="rect">
              <a:avLst/>
            </a:prstGeom>
            <a:blipFill>
              <a:blip r:embed="rId7" cstate="print"/>
              <a:stretch>
                <a:fillRect/>
              </a:stretch>
            </a:blipFill>
          </p:spPr>
          <p:txBody>
            <a:bodyPr wrap="square" lIns="0" tIns="0" rIns="0" bIns="0" rtlCol="0"/>
            <a:lstStyle/>
            <a:p>
              <a:endParaRPr sz="2000"/>
            </a:p>
          </p:txBody>
        </p:sp>
        <p:sp>
          <p:nvSpPr>
            <p:cNvPr id="512" name="object 19">
              <a:extLst>
                <a:ext uri="{FF2B5EF4-FFF2-40B4-BE49-F238E27FC236}">
                  <a16:creationId xmlns:a16="http://schemas.microsoft.com/office/drawing/2014/main" id="{9561E13D-435D-4A38-8A19-E80296139C84}"/>
                </a:ext>
              </a:extLst>
            </p:cNvPr>
            <p:cNvSpPr/>
            <p:nvPr/>
          </p:nvSpPr>
          <p:spPr>
            <a:xfrm>
              <a:off x="3912107" y="181051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3" name="object 20">
              <a:extLst>
                <a:ext uri="{FF2B5EF4-FFF2-40B4-BE49-F238E27FC236}">
                  <a16:creationId xmlns:a16="http://schemas.microsoft.com/office/drawing/2014/main" id="{AEADE871-2CB2-4DF2-B225-FB4E65C7AA0D}"/>
                </a:ext>
              </a:extLst>
            </p:cNvPr>
            <p:cNvSpPr/>
            <p:nvPr/>
          </p:nvSpPr>
          <p:spPr>
            <a:xfrm>
              <a:off x="4005071" y="1810512"/>
              <a:ext cx="91440" cy="85342"/>
            </a:xfrm>
            <a:prstGeom prst="rect">
              <a:avLst/>
            </a:prstGeom>
            <a:blipFill>
              <a:blip r:embed="rId8" cstate="print"/>
              <a:stretch>
                <a:fillRect/>
              </a:stretch>
            </a:blipFill>
          </p:spPr>
          <p:txBody>
            <a:bodyPr wrap="square" lIns="0" tIns="0" rIns="0" bIns="0" rtlCol="0"/>
            <a:lstStyle/>
            <a:p>
              <a:endParaRPr sz="2000"/>
            </a:p>
          </p:txBody>
        </p:sp>
        <p:sp>
          <p:nvSpPr>
            <p:cNvPr id="514" name="object 21">
              <a:extLst>
                <a:ext uri="{FF2B5EF4-FFF2-40B4-BE49-F238E27FC236}">
                  <a16:creationId xmlns:a16="http://schemas.microsoft.com/office/drawing/2014/main" id="{2D7C6E66-62E4-4BA7-85DF-484C630BA2FA}"/>
                </a:ext>
              </a:extLst>
            </p:cNvPr>
            <p:cNvSpPr/>
            <p:nvPr/>
          </p:nvSpPr>
          <p:spPr>
            <a:xfrm>
              <a:off x="4005071" y="18105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5" name="object 22">
              <a:extLst>
                <a:ext uri="{FF2B5EF4-FFF2-40B4-BE49-F238E27FC236}">
                  <a16:creationId xmlns:a16="http://schemas.microsoft.com/office/drawing/2014/main" id="{D2E8CFC9-37DF-4917-9CC5-9D6AD07F2006}"/>
                </a:ext>
              </a:extLst>
            </p:cNvPr>
            <p:cNvSpPr/>
            <p:nvPr/>
          </p:nvSpPr>
          <p:spPr>
            <a:xfrm>
              <a:off x="3820667" y="1895856"/>
              <a:ext cx="91440" cy="85342"/>
            </a:xfrm>
            <a:prstGeom prst="rect">
              <a:avLst/>
            </a:prstGeom>
            <a:blipFill>
              <a:blip r:embed="rId9" cstate="print"/>
              <a:stretch>
                <a:fillRect/>
              </a:stretch>
            </a:blipFill>
          </p:spPr>
          <p:txBody>
            <a:bodyPr wrap="square" lIns="0" tIns="0" rIns="0" bIns="0" rtlCol="0"/>
            <a:lstStyle/>
            <a:p>
              <a:endParaRPr sz="2000"/>
            </a:p>
          </p:txBody>
        </p:sp>
        <p:sp>
          <p:nvSpPr>
            <p:cNvPr id="516" name="object 23">
              <a:extLst>
                <a:ext uri="{FF2B5EF4-FFF2-40B4-BE49-F238E27FC236}">
                  <a16:creationId xmlns:a16="http://schemas.microsoft.com/office/drawing/2014/main" id="{52414585-F52F-4F60-9676-444D1D566DE7}"/>
                </a:ext>
              </a:extLst>
            </p:cNvPr>
            <p:cNvSpPr/>
            <p:nvPr/>
          </p:nvSpPr>
          <p:spPr>
            <a:xfrm>
              <a:off x="3820667" y="18958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7" name="object 24">
              <a:extLst>
                <a:ext uri="{FF2B5EF4-FFF2-40B4-BE49-F238E27FC236}">
                  <a16:creationId xmlns:a16="http://schemas.microsoft.com/office/drawing/2014/main" id="{8DEB87E8-4EEF-437A-AB11-5869C2C2861B}"/>
                </a:ext>
              </a:extLst>
            </p:cNvPr>
            <p:cNvSpPr/>
            <p:nvPr/>
          </p:nvSpPr>
          <p:spPr>
            <a:xfrm>
              <a:off x="3912107" y="1895856"/>
              <a:ext cx="92967" cy="85342"/>
            </a:xfrm>
            <a:prstGeom prst="rect">
              <a:avLst/>
            </a:prstGeom>
            <a:blipFill>
              <a:blip r:embed="rId10" cstate="print"/>
              <a:stretch>
                <a:fillRect/>
              </a:stretch>
            </a:blipFill>
          </p:spPr>
          <p:txBody>
            <a:bodyPr wrap="square" lIns="0" tIns="0" rIns="0" bIns="0" rtlCol="0"/>
            <a:lstStyle/>
            <a:p>
              <a:endParaRPr sz="2000"/>
            </a:p>
          </p:txBody>
        </p:sp>
        <p:sp>
          <p:nvSpPr>
            <p:cNvPr id="518" name="object 25">
              <a:extLst>
                <a:ext uri="{FF2B5EF4-FFF2-40B4-BE49-F238E27FC236}">
                  <a16:creationId xmlns:a16="http://schemas.microsoft.com/office/drawing/2014/main" id="{7292C041-A740-49F3-A126-CB45CEBAA969}"/>
                </a:ext>
              </a:extLst>
            </p:cNvPr>
            <p:cNvSpPr/>
            <p:nvPr/>
          </p:nvSpPr>
          <p:spPr>
            <a:xfrm>
              <a:off x="3912107" y="189585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9" name="object 26">
              <a:extLst>
                <a:ext uri="{FF2B5EF4-FFF2-40B4-BE49-F238E27FC236}">
                  <a16:creationId xmlns:a16="http://schemas.microsoft.com/office/drawing/2014/main" id="{C341126F-DA39-4F40-B268-74DDF2F45EAD}"/>
                </a:ext>
              </a:extLst>
            </p:cNvPr>
            <p:cNvSpPr/>
            <p:nvPr/>
          </p:nvSpPr>
          <p:spPr>
            <a:xfrm>
              <a:off x="4005071" y="1895856"/>
              <a:ext cx="91440" cy="85342"/>
            </a:xfrm>
            <a:prstGeom prst="rect">
              <a:avLst/>
            </a:prstGeom>
            <a:blipFill>
              <a:blip r:embed="rId11" cstate="print"/>
              <a:stretch>
                <a:fillRect/>
              </a:stretch>
            </a:blipFill>
          </p:spPr>
          <p:txBody>
            <a:bodyPr wrap="square" lIns="0" tIns="0" rIns="0" bIns="0" rtlCol="0"/>
            <a:lstStyle/>
            <a:p>
              <a:endParaRPr sz="2000"/>
            </a:p>
          </p:txBody>
        </p:sp>
        <p:sp>
          <p:nvSpPr>
            <p:cNvPr id="520" name="object 27">
              <a:extLst>
                <a:ext uri="{FF2B5EF4-FFF2-40B4-BE49-F238E27FC236}">
                  <a16:creationId xmlns:a16="http://schemas.microsoft.com/office/drawing/2014/main" id="{AA916E36-D808-4C28-BD2C-33A97E612D2A}"/>
                </a:ext>
              </a:extLst>
            </p:cNvPr>
            <p:cNvSpPr/>
            <p:nvPr/>
          </p:nvSpPr>
          <p:spPr>
            <a:xfrm>
              <a:off x="4005071" y="18958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21" name="object 28">
              <a:extLst>
                <a:ext uri="{FF2B5EF4-FFF2-40B4-BE49-F238E27FC236}">
                  <a16:creationId xmlns:a16="http://schemas.microsoft.com/office/drawing/2014/main" id="{58F742A3-6FC1-4695-8947-187A0C058F88}"/>
                </a:ext>
              </a:extLst>
            </p:cNvPr>
            <p:cNvSpPr/>
            <p:nvPr/>
          </p:nvSpPr>
          <p:spPr>
            <a:xfrm>
              <a:off x="3820667" y="1981200"/>
              <a:ext cx="91440" cy="85342"/>
            </a:xfrm>
            <a:prstGeom prst="rect">
              <a:avLst/>
            </a:prstGeom>
            <a:blipFill>
              <a:blip r:embed="rId12" cstate="print"/>
              <a:stretch>
                <a:fillRect/>
              </a:stretch>
            </a:blipFill>
          </p:spPr>
          <p:txBody>
            <a:bodyPr wrap="square" lIns="0" tIns="0" rIns="0" bIns="0" rtlCol="0"/>
            <a:lstStyle/>
            <a:p>
              <a:endParaRPr sz="2000"/>
            </a:p>
          </p:txBody>
        </p:sp>
        <p:sp>
          <p:nvSpPr>
            <p:cNvPr id="522" name="object 29">
              <a:extLst>
                <a:ext uri="{FF2B5EF4-FFF2-40B4-BE49-F238E27FC236}">
                  <a16:creationId xmlns:a16="http://schemas.microsoft.com/office/drawing/2014/main" id="{432DD2A7-CF26-43C3-9E86-0E9D447E4823}"/>
                </a:ext>
              </a:extLst>
            </p:cNvPr>
            <p:cNvSpPr/>
            <p:nvPr/>
          </p:nvSpPr>
          <p:spPr>
            <a:xfrm>
              <a:off x="3820667" y="19812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23" name="object 30">
              <a:extLst>
                <a:ext uri="{FF2B5EF4-FFF2-40B4-BE49-F238E27FC236}">
                  <a16:creationId xmlns:a16="http://schemas.microsoft.com/office/drawing/2014/main" id="{0C02D4B2-20EF-416D-BE65-ECF02541FDA0}"/>
                </a:ext>
              </a:extLst>
            </p:cNvPr>
            <p:cNvSpPr/>
            <p:nvPr/>
          </p:nvSpPr>
          <p:spPr>
            <a:xfrm>
              <a:off x="3912107" y="1981200"/>
              <a:ext cx="92967" cy="85342"/>
            </a:xfrm>
            <a:prstGeom prst="rect">
              <a:avLst/>
            </a:prstGeom>
            <a:blipFill>
              <a:blip r:embed="rId13" cstate="print"/>
              <a:stretch>
                <a:fillRect/>
              </a:stretch>
            </a:blipFill>
          </p:spPr>
          <p:txBody>
            <a:bodyPr wrap="square" lIns="0" tIns="0" rIns="0" bIns="0" rtlCol="0"/>
            <a:lstStyle/>
            <a:p>
              <a:endParaRPr sz="2000"/>
            </a:p>
          </p:txBody>
        </p:sp>
        <p:sp>
          <p:nvSpPr>
            <p:cNvPr id="524" name="object 31">
              <a:extLst>
                <a:ext uri="{FF2B5EF4-FFF2-40B4-BE49-F238E27FC236}">
                  <a16:creationId xmlns:a16="http://schemas.microsoft.com/office/drawing/2014/main" id="{6855E3A4-F547-4E1A-B4F0-07ACECB6E86D}"/>
                </a:ext>
              </a:extLst>
            </p:cNvPr>
            <p:cNvSpPr/>
            <p:nvPr/>
          </p:nvSpPr>
          <p:spPr>
            <a:xfrm>
              <a:off x="3912107" y="1981200"/>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25" name="object 32">
              <a:extLst>
                <a:ext uri="{FF2B5EF4-FFF2-40B4-BE49-F238E27FC236}">
                  <a16:creationId xmlns:a16="http://schemas.microsoft.com/office/drawing/2014/main" id="{91BB483E-3282-4D01-B2AC-D453671C3003}"/>
                </a:ext>
              </a:extLst>
            </p:cNvPr>
            <p:cNvSpPr/>
            <p:nvPr/>
          </p:nvSpPr>
          <p:spPr>
            <a:xfrm>
              <a:off x="4005071" y="1981200"/>
              <a:ext cx="91440" cy="85342"/>
            </a:xfrm>
            <a:prstGeom prst="rect">
              <a:avLst/>
            </a:prstGeom>
            <a:blipFill>
              <a:blip r:embed="rId14" cstate="print"/>
              <a:stretch>
                <a:fillRect/>
              </a:stretch>
            </a:blipFill>
          </p:spPr>
          <p:txBody>
            <a:bodyPr wrap="square" lIns="0" tIns="0" rIns="0" bIns="0" rtlCol="0"/>
            <a:lstStyle/>
            <a:p>
              <a:endParaRPr sz="2000"/>
            </a:p>
          </p:txBody>
        </p:sp>
        <p:sp>
          <p:nvSpPr>
            <p:cNvPr id="526" name="object 33">
              <a:extLst>
                <a:ext uri="{FF2B5EF4-FFF2-40B4-BE49-F238E27FC236}">
                  <a16:creationId xmlns:a16="http://schemas.microsoft.com/office/drawing/2014/main" id="{67F34ACE-28B7-48D8-A8DC-C3E61517E26F}"/>
                </a:ext>
              </a:extLst>
            </p:cNvPr>
            <p:cNvSpPr/>
            <p:nvPr/>
          </p:nvSpPr>
          <p:spPr>
            <a:xfrm>
              <a:off x="4005071" y="19812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27" name="object 34">
              <a:extLst>
                <a:ext uri="{FF2B5EF4-FFF2-40B4-BE49-F238E27FC236}">
                  <a16:creationId xmlns:a16="http://schemas.microsoft.com/office/drawing/2014/main" id="{1886D2FF-8CE2-4725-BB4C-55AA7A88C473}"/>
                </a:ext>
              </a:extLst>
            </p:cNvPr>
            <p:cNvSpPr/>
            <p:nvPr/>
          </p:nvSpPr>
          <p:spPr>
            <a:xfrm>
              <a:off x="3820667" y="2066544"/>
              <a:ext cx="91440" cy="85342"/>
            </a:xfrm>
            <a:prstGeom prst="rect">
              <a:avLst/>
            </a:prstGeom>
            <a:blipFill>
              <a:blip r:embed="rId15" cstate="print"/>
              <a:stretch>
                <a:fillRect/>
              </a:stretch>
            </a:blipFill>
          </p:spPr>
          <p:txBody>
            <a:bodyPr wrap="square" lIns="0" tIns="0" rIns="0" bIns="0" rtlCol="0"/>
            <a:lstStyle/>
            <a:p>
              <a:endParaRPr sz="2000"/>
            </a:p>
          </p:txBody>
        </p:sp>
        <p:sp>
          <p:nvSpPr>
            <p:cNvPr id="528" name="object 35">
              <a:extLst>
                <a:ext uri="{FF2B5EF4-FFF2-40B4-BE49-F238E27FC236}">
                  <a16:creationId xmlns:a16="http://schemas.microsoft.com/office/drawing/2014/main" id="{D6109351-0752-465E-9BD8-564B68473593}"/>
                </a:ext>
              </a:extLst>
            </p:cNvPr>
            <p:cNvSpPr/>
            <p:nvPr/>
          </p:nvSpPr>
          <p:spPr>
            <a:xfrm>
              <a:off x="3820667" y="20665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29" name="object 36">
              <a:extLst>
                <a:ext uri="{FF2B5EF4-FFF2-40B4-BE49-F238E27FC236}">
                  <a16:creationId xmlns:a16="http://schemas.microsoft.com/office/drawing/2014/main" id="{EC0F927C-AFD2-4327-8348-0F0464A13E10}"/>
                </a:ext>
              </a:extLst>
            </p:cNvPr>
            <p:cNvSpPr/>
            <p:nvPr/>
          </p:nvSpPr>
          <p:spPr>
            <a:xfrm>
              <a:off x="3912107" y="2066544"/>
              <a:ext cx="92967" cy="85342"/>
            </a:xfrm>
            <a:prstGeom prst="rect">
              <a:avLst/>
            </a:prstGeom>
            <a:blipFill>
              <a:blip r:embed="rId16" cstate="print"/>
              <a:stretch>
                <a:fillRect/>
              </a:stretch>
            </a:blipFill>
          </p:spPr>
          <p:txBody>
            <a:bodyPr wrap="square" lIns="0" tIns="0" rIns="0" bIns="0" rtlCol="0"/>
            <a:lstStyle/>
            <a:p>
              <a:endParaRPr sz="2000"/>
            </a:p>
          </p:txBody>
        </p:sp>
        <p:sp>
          <p:nvSpPr>
            <p:cNvPr id="530" name="object 37">
              <a:extLst>
                <a:ext uri="{FF2B5EF4-FFF2-40B4-BE49-F238E27FC236}">
                  <a16:creationId xmlns:a16="http://schemas.microsoft.com/office/drawing/2014/main" id="{A24C6757-8340-44AB-A5DB-6ECCD89DA550}"/>
                </a:ext>
              </a:extLst>
            </p:cNvPr>
            <p:cNvSpPr/>
            <p:nvPr/>
          </p:nvSpPr>
          <p:spPr>
            <a:xfrm>
              <a:off x="3912107" y="206654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1" name="object 38">
              <a:extLst>
                <a:ext uri="{FF2B5EF4-FFF2-40B4-BE49-F238E27FC236}">
                  <a16:creationId xmlns:a16="http://schemas.microsoft.com/office/drawing/2014/main" id="{5166C980-5B2E-4601-A104-3605986F907D}"/>
                </a:ext>
              </a:extLst>
            </p:cNvPr>
            <p:cNvSpPr/>
            <p:nvPr/>
          </p:nvSpPr>
          <p:spPr>
            <a:xfrm>
              <a:off x="4005071" y="2066544"/>
              <a:ext cx="91440" cy="85342"/>
            </a:xfrm>
            <a:prstGeom prst="rect">
              <a:avLst/>
            </a:prstGeom>
            <a:blipFill>
              <a:blip r:embed="rId17" cstate="print"/>
              <a:stretch>
                <a:fillRect/>
              </a:stretch>
            </a:blipFill>
          </p:spPr>
          <p:txBody>
            <a:bodyPr wrap="square" lIns="0" tIns="0" rIns="0" bIns="0" rtlCol="0"/>
            <a:lstStyle/>
            <a:p>
              <a:endParaRPr sz="2000"/>
            </a:p>
          </p:txBody>
        </p:sp>
        <p:sp>
          <p:nvSpPr>
            <p:cNvPr id="532" name="object 39">
              <a:extLst>
                <a:ext uri="{FF2B5EF4-FFF2-40B4-BE49-F238E27FC236}">
                  <a16:creationId xmlns:a16="http://schemas.microsoft.com/office/drawing/2014/main" id="{2F525C9B-DADF-4770-9976-671C2A81740E}"/>
                </a:ext>
              </a:extLst>
            </p:cNvPr>
            <p:cNvSpPr/>
            <p:nvPr/>
          </p:nvSpPr>
          <p:spPr>
            <a:xfrm>
              <a:off x="4005071" y="20665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3" name="object 40">
              <a:extLst>
                <a:ext uri="{FF2B5EF4-FFF2-40B4-BE49-F238E27FC236}">
                  <a16:creationId xmlns:a16="http://schemas.microsoft.com/office/drawing/2014/main" id="{ABB4900E-64A9-4336-9447-0F0D5958DC94}"/>
                </a:ext>
              </a:extLst>
            </p:cNvPr>
            <p:cNvSpPr/>
            <p:nvPr/>
          </p:nvSpPr>
          <p:spPr>
            <a:xfrm>
              <a:off x="4096511" y="1810512"/>
              <a:ext cx="92962" cy="85342"/>
            </a:xfrm>
            <a:prstGeom prst="rect">
              <a:avLst/>
            </a:prstGeom>
            <a:blipFill>
              <a:blip r:embed="rId18" cstate="print"/>
              <a:stretch>
                <a:fillRect/>
              </a:stretch>
            </a:blipFill>
          </p:spPr>
          <p:txBody>
            <a:bodyPr wrap="square" lIns="0" tIns="0" rIns="0" bIns="0" rtlCol="0"/>
            <a:lstStyle/>
            <a:p>
              <a:endParaRPr sz="2000"/>
            </a:p>
          </p:txBody>
        </p:sp>
        <p:sp>
          <p:nvSpPr>
            <p:cNvPr id="534" name="object 41">
              <a:extLst>
                <a:ext uri="{FF2B5EF4-FFF2-40B4-BE49-F238E27FC236}">
                  <a16:creationId xmlns:a16="http://schemas.microsoft.com/office/drawing/2014/main" id="{10DE12C4-EA0B-44CF-A46E-8F00C20165F5}"/>
                </a:ext>
              </a:extLst>
            </p:cNvPr>
            <p:cNvSpPr/>
            <p:nvPr/>
          </p:nvSpPr>
          <p:spPr>
            <a:xfrm>
              <a:off x="4096511" y="181051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5" name="object 42">
              <a:extLst>
                <a:ext uri="{FF2B5EF4-FFF2-40B4-BE49-F238E27FC236}">
                  <a16:creationId xmlns:a16="http://schemas.microsoft.com/office/drawing/2014/main" id="{0BEBC39A-72CF-4CF1-B32A-E214F8A5595C}"/>
                </a:ext>
              </a:extLst>
            </p:cNvPr>
            <p:cNvSpPr/>
            <p:nvPr/>
          </p:nvSpPr>
          <p:spPr>
            <a:xfrm>
              <a:off x="4096511" y="1895856"/>
              <a:ext cx="92962" cy="85342"/>
            </a:xfrm>
            <a:prstGeom prst="rect">
              <a:avLst/>
            </a:prstGeom>
            <a:blipFill>
              <a:blip r:embed="rId19" cstate="print"/>
              <a:stretch>
                <a:fillRect/>
              </a:stretch>
            </a:blipFill>
          </p:spPr>
          <p:txBody>
            <a:bodyPr wrap="square" lIns="0" tIns="0" rIns="0" bIns="0" rtlCol="0"/>
            <a:lstStyle/>
            <a:p>
              <a:endParaRPr sz="2000"/>
            </a:p>
          </p:txBody>
        </p:sp>
        <p:sp>
          <p:nvSpPr>
            <p:cNvPr id="536" name="object 43">
              <a:extLst>
                <a:ext uri="{FF2B5EF4-FFF2-40B4-BE49-F238E27FC236}">
                  <a16:creationId xmlns:a16="http://schemas.microsoft.com/office/drawing/2014/main" id="{7A3B8071-5EB4-4F4C-BE18-7CC3F873E295}"/>
                </a:ext>
              </a:extLst>
            </p:cNvPr>
            <p:cNvSpPr/>
            <p:nvPr/>
          </p:nvSpPr>
          <p:spPr>
            <a:xfrm>
              <a:off x="4096511" y="18958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7" name="object 44">
              <a:extLst>
                <a:ext uri="{FF2B5EF4-FFF2-40B4-BE49-F238E27FC236}">
                  <a16:creationId xmlns:a16="http://schemas.microsoft.com/office/drawing/2014/main" id="{4351B04E-38F8-490B-9795-458C201E7A79}"/>
                </a:ext>
              </a:extLst>
            </p:cNvPr>
            <p:cNvSpPr/>
            <p:nvPr/>
          </p:nvSpPr>
          <p:spPr>
            <a:xfrm>
              <a:off x="4096511" y="1981200"/>
              <a:ext cx="92962" cy="85342"/>
            </a:xfrm>
            <a:prstGeom prst="rect">
              <a:avLst/>
            </a:prstGeom>
            <a:blipFill>
              <a:blip r:embed="rId20" cstate="print"/>
              <a:stretch>
                <a:fillRect/>
              </a:stretch>
            </a:blipFill>
          </p:spPr>
          <p:txBody>
            <a:bodyPr wrap="square" lIns="0" tIns="0" rIns="0" bIns="0" rtlCol="0"/>
            <a:lstStyle/>
            <a:p>
              <a:endParaRPr sz="2000"/>
            </a:p>
          </p:txBody>
        </p:sp>
        <p:sp>
          <p:nvSpPr>
            <p:cNvPr id="538" name="object 45">
              <a:extLst>
                <a:ext uri="{FF2B5EF4-FFF2-40B4-BE49-F238E27FC236}">
                  <a16:creationId xmlns:a16="http://schemas.microsoft.com/office/drawing/2014/main" id="{7EC0C235-E360-4071-86CC-9487EDCEB117}"/>
                </a:ext>
              </a:extLst>
            </p:cNvPr>
            <p:cNvSpPr/>
            <p:nvPr/>
          </p:nvSpPr>
          <p:spPr>
            <a:xfrm>
              <a:off x="4096511" y="198120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9" name="object 46">
              <a:extLst>
                <a:ext uri="{FF2B5EF4-FFF2-40B4-BE49-F238E27FC236}">
                  <a16:creationId xmlns:a16="http://schemas.microsoft.com/office/drawing/2014/main" id="{B1E6951B-BCD3-493F-A809-6D71D4453F7D}"/>
                </a:ext>
              </a:extLst>
            </p:cNvPr>
            <p:cNvSpPr/>
            <p:nvPr/>
          </p:nvSpPr>
          <p:spPr>
            <a:xfrm>
              <a:off x="4096511" y="2066544"/>
              <a:ext cx="92962" cy="85342"/>
            </a:xfrm>
            <a:prstGeom prst="rect">
              <a:avLst/>
            </a:prstGeom>
            <a:blipFill>
              <a:blip r:embed="rId21" cstate="print"/>
              <a:stretch>
                <a:fillRect/>
              </a:stretch>
            </a:blipFill>
          </p:spPr>
          <p:txBody>
            <a:bodyPr wrap="square" lIns="0" tIns="0" rIns="0" bIns="0" rtlCol="0"/>
            <a:lstStyle/>
            <a:p>
              <a:endParaRPr sz="2000"/>
            </a:p>
          </p:txBody>
        </p:sp>
        <p:sp>
          <p:nvSpPr>
            <p:cNvPr id="540" name="object 47">
              <a:extLst>
                <a:ext uri="{FF2B5EF4-FFF2-40B4-BE49-F238E27FC236}">
                  <a16:creationId xmlns:a16="http://schemas.microsoft.com/office/drawing/2014/main" id="{DB7C33BD-9B72-41D9-9055-78E089F5975A}"/>
                </a:ext>
              </a:extLst>
            </p:cNvPr>
            <p:cNvSpPr/>
            <p:nvPr/>
          </p:nvSpPr>
          <p:spPr>
            <a:xfrm>
              <a:off x="4096511" y="206654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1" name="object 48">
              <a:extLst>
                <a:ext uri="{FF2B5EF4-FFF2-40B4-BE49-F238E27FC236}">
                  <a16:creationId xmlns:a16="http://schemas.microsoft.com/office/drawing/2014/main" id="{7A5B588F-94FA-44CC-9C04-E5AD114A3FB6}"/>
                </a:ext>
              </a:extLst>
            </p:cNvPr>
            <p:cNvSpPr/>
            <p:nvPr/>
          </p:nvSpPr>
          <p:spPr>
            <a:xfrm>
              <a:off x="4277867" y="1810512"/>
              <a:ext cx="92967" cy="85342"/>
            </a:xfrm>
            <a:prstGeom prst="rect">
              <a:avLst/>
            </a:prstGeom>
            <a:blipFill>
              <a:blip r:embed="rId22" cstate="print"/>
              <a:stretch>
                <a:fillRect/>
              </a:stretch>
            </a:blipFill>
          </p:spPr>
          <p:txBody>
            <a:bodyPr wrap="square" lIns="0" tIns="0" rIns="0" bIns="0" rtlCol="0"/>
            <a:lstStyle/>
            <a:p>
              <a:endParaRPr sz="2000"/>
            </a:p>
          </p:txBody>
        </p:sp>
        <p:sp>
          <p:nvSpPr>
            <p:cNvPr id="542" name="object 49">
              <a:extLst>
                <a:ext uri="{FF2B5EF4-FFF2-40B4-BE49-F238E27FC236}">
                  <a16:creationId xmlns:a16="http://schemas.microsoft.com/office/drawing/2014/main" id="{AEAA2DAD-82CE-4E6B-A367-4423F5904F2F}"/>
                </a:ext>
              </a:extLst>
            </p:cNvPr>
            <p:cNvSpPr/>
            <p:nvPr/>
          </p:nvSpPr>
          <p:spPr>
            <a:xfrm>
              <a:off x="4277867" y="181051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3" name="object 50">
              <a:extLst>
                <a:ext uri="{FF2B5EF4-FFF2-40B4-BE49-F238E27FC236}">
                  <a16:creationId xmlns:a16="http://schemas.microsoft.com/office/drawing/2014/main" id="{3128F756-BCCC-4AD4-A935-1BAC2FB9621A}"/>
                </a:ext>
              </a:extLst>
            </p:cNvPr>
            <p:cNvSpPr/>
            <p:nvPr/>
          </p:nvSpPr>
          <p:spPr>
            <a:xfrm>
              <a:off x="4277867" y="1895856"/>
              <a:ext cx="92967" cy="85342"/>
            </a:xfrm>
            <a:prstGeom prst="rect">
              <a:avLst/>
            </a:prstGeom>
            <a:blipFill>
              <a:blip r:embed="rId23" cstate="print"/>
              <a:stretch>
                <a:fillRect/>
              </a:stretch>
            </a:blipFill>
          </p:spPr>
          <p:txBody>
            <a:bodyPr wrap="square" lIns="0" tIns="0" rIns="0" bIns="0" rtlCol="0"/>
            <a:lstStyle/>
            <a:p>
              <a:endParaRPr sz="2000"/>
            </a:p>
          </p:txBody>
        </p:sp>
        <p:sp>
          <p:nvSpPr>
            <p:cNvPr id="544" name="object 51">
              <a:extLst>
                <a:ext uri="{FF2B5EF4-FFF2-40B4-BE49-F238E27FC236}">
                  <a16:creationId xmlns:a16="http://schemas.microsoft.com/office/drawing/2014/main" id="{F72C29F3-00A3-4936-A976-CDF6B2439940}"/>
                </a:ext>
              </a:extLst>
            </p:cNvPr>
            <p:cNvSpPr/>
            <p:nvPr/>
          </p:nvSpPr>
          <p:spPr>
            <a:xfrm>
              <a:off x="4277867" y="189585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5" name="object 52">
              <a:extLst>
                <a:ext uri="{FF2B5EF4-FFF2-40B4-BE49-F238E27FC236}">
                  <a16:creationId xmlns:a16="http://schemas.microsoft.com/office/drawing/2014/main" id="{5E3E85B6-8E16-4A7A-85A2-C315827ACB72}"/>
                </a:ext>
              </a:extLst>
            </p:cNvPr>
            <p:cNvSpPr/>
            <p:nvPr/>
          </p:nvSpPr>
          <p:spPr>
            <a:xfrm>
              <a:off x="4277867" y="1981200"/>
              <a:ext cx="92967" cy="85342"/>
            </a:xfrm>
            <a:prstGeom prst="rect">
              <a:avLst/>
            </a:prstGeom>
            <a:blipFill>
              <a:blip r:embed="rId24" cstate="print"/>
              <a:stretch>
                <a:fillRect/>
              </a:stretch>
            </a:blipFill>
          </p:spPr>
          <p:txBody>
            <a:bodyPr wrap="square" lIns="0" tIns="0" rIns="0" bIns="0" rtlCol="0"/>
            <a:lstStyle/>
            <a:p>
              <a:endParaRPr sz="2000"/>
            </a:p>
          </p:txBody>
        </p:sp>
        <p:sp>
          <p:nvSpPr>
            <p:cNvPr id="546" name="object 53">
              <a:extLst>
                <a:ext uri="{FF2B5EF4-FFF2-40B4-BE49-F238E27FC236}">
                  <a16:creationId xmlns:a16="http://schemas.microsoft.com/office/drawing/2014/main" id="{E7D57594-A911-4204-B0D8-0D10F732CD96}"/>
                </a:ext>
              </a:extLst>
            </p:cNvPr>
            <p:cNvSpPr/>
            <p:nvPr/>
          </p:nvSpPr>
          <p:spPr>
            <a:xfrm>
              <a:off x="4277867" y="1981200"/>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7" name="object 54">
              <a:extLst>
                <a:ext uri="{FF2B5EF4-FFF2-40B4-BE49-F238E27FC236}">
                  <a16:creationId xmlns:a16="http://schemas.microsoft.com/office/drawing/2014/main" id="{2BE5E71A-B22F-4EE8-A482-2D8684138EF5}"/>
                </a:ext>
              </a:extLst>
            </p:cNvPr>
            <p:cNvSpPr/>
            <p:nvPr/>
          </p:nvSpPr>
          <p:spPr>
            <a:xfrm>
              <a:off x="4277867" y="2066544"/>
              <a:ext cx="92967" cy="85342"/>
            </a:xfrm>
            <a:prstGeom prst="rect">
              <a:avLst/>
            </a:prstGeom>
            <a:blipFill>
              <a:blip r:embed="rId25" cstate="print"/>
              <a:stretch>
                <a:fillRect/>
              </a:stretch>
            </a:blipFill>
          </p:spPr>
          <p:txBody>
            <a:bodyPr wrap="square" lIns="0" tIns="0" rIns="0" bIns="0" rtlCol="0"/>
            <a:lstStyle/>
            <a:p>
              <a:endParaRPr sz="2000"/>
            </a:p>
          </p:txBody>
        </p:sp>
        <p:sp>
          <p:nvSpPr>
            <p:cNvPr id="548" name="object 55">
              <a:extLst>
                <a:ext uri="{FF2B5EF4-FFF2-40B4-BE49-F238E27FC236}">
                  <a16:creationId xmlns:a16="http://schemas.microsoft.com/office/drawing/2014/main" id="{8EAFEA21-537E-49C0-9543-584570E31444}"/>
                </a:ext>
              </a:extLst>
            </p:cNvPr>
            <p:cNvSpPr/>
            <p:nvPr/>
          </p:nvSpPr>
          <p:spPr>
            <a:xfrm>
              <a:off x="4277867" y="206654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9" name="object 56">
              <a:extLst>
                <a:ext uri="{FF2B5EF4-FFF2-40B4-BE49-F238E27FC236}">
                  <a16:creationId xmlns:a16="http://schemas.microsoft.com/office/drawing/2014/main" id="{E66E9625-98E0-4569-8CC2-5080E80D2572}"/>
                </a:ext>
              </a:extLst>
            </p:cNvPr>
            <p:cNvSpPr/>
            <p:nvPr/>
          </p:nvSpPr>
          <p:spPr>
            <a:xfrm>
              <a:off x="4460747" y="1810512"/>
              <a:ext cx="91440" cy="85342"/>
            </a:xfrm>
            <a:prstGeom prst="rect">
              <a:avLst/>
            </a:prstGeom>
            <a:blipFill>
              <a:blip r:embed="rId26" cstate="print"/>
              <a:stretch>
                <a:fillRect/>
              </a:stretch>
            </a:blipFill>
          </p:spPr>
          <p:txBody>
            <a:bodyPr wrap="square" lIns="0" tIns="0" rIns="0" bIns="0" rtlCol="0"/>
            <a:lstStyle/>
            <a:p>
              <a:endParaRPr sz="2000"/>
            </a:p>
          </p:txBody>
        </p:sp>
        <p:sp>
          <p:nvSpPr>
            <p:cNvPr id="550" name="object 57">
              <a:extLst>
                <a:ext uri="{FF2B5EF4-FFF2-40B4-BE49-F238E27FC236}">
                  <a16:creationId xmlns:a16="http://schemas.microsoft.com/office/drawing/2014/main" id="{DFE77FC2-BA0D-4D06-8BA7-74DA1CF1C8BB}"/>
                </a:ext>
              </a:extLst>
            </p:cNvPr>
            <p:cNvSpPr/>
            <p:nvPr/>
          </p:nvSpPr>
          <p:spPr>
            <a:xfrm>
              <a:off x="4460747" y="18105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1" name="object 58">
              <a:extLst>
                <a:ext uri="{FF2B5EF4-FFF2-40B4-BE49-F238E27FC236}">
                  <a16:creationId xmlns:a16="http://schemas.microsoft.com/office/drawing/2014/main" id="{B301CEB2-F1ED-4DBB-96D4-5B55FDF8F4CD}"/>
                </a:ext>
              </a:extLst>
            </p:cNvPr>
            <p:cNvSpPr/>
            <p:nvPr/>
          </p:nvSpPr>
          <p:spPr>
            <a:xfrm>
              <a:off x="4460747" y="1895856"/>
              <a:ext cx="91440" cy="85342"/>
            </a:xfrm>
            <a:prstGeom prst="rect">
              <a:avLst/>
            </a:prstGeom>
            <a:blipFill>
              <a:blip r:embed="rId27" cstate="print"/>
              <a:stretch>
                <a:fillRect/>
              </a:stretch>
            </a:blipFill>
          </p:spPr>
          <p:txBody>
            <a:bodyPr wrap="square" lIns="0" tIns="0" rIns="0" bIns="0" rtlCol="0"/>
            <a:lstStyle/>
            <a:p>
              <a:endParaRPr sz="2000"/>
            </a:p>
          </p:txBody>
        </p:sp>
        <p:sp>
          <p:nvSpPr>
            <p:cNvPr id="552" name="object 59">
              <a:extLst>
                <a:ext uri="{FF2B5EF4-FFF2-40B4-BE49-F238E27FC236}">
                  <a16:creationId xmlns:a16="http://schemas.microsoft.com/office/drawing/2014/main" id="{12B62A73-4C3E-4AF2-8B40-9FF08739AA36}"/>
                </a:ext>
              </a:extLst>
            </p:cNvPr>
            <p:cNvSpPr/>
            <p:nvPr/>
          </p:nvSpPr>
          <p:spPr>
            <a:xfrm>
              <a:off x="4460747" y="18958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3" name="object 60">
              <a:extLst>
                <a:ext uri="{FF2B5EF4-FFF2-40B4-BE49-F238E27FC236}">
                  <a16:creationId xmlns:a16="http://schemas.microsoft.com/office/drawing/2014/main" id="{EE10853D-2D26-47E3-A1B5-6029FFBC094F}"/>
                </a:ext>
              </a:extLst>
            </p:cNvPr>
            <p:cNvSpPr/>
            <p:nvPr/>
          </p:nvSpPr>
          <p:spPr>
            <a:xfrm>
              <a:off x="4460747" y="1981200"/>
              <a:ext cx="91440" cy="85342"/>
            </a:xfrm>
            <a:prstGeom prst="rect">
              <a:avLst/>
            </a:prstGeom>
            <a:blipFill>
              <a:blip r:embed="rId28" cstate="print"/>
              <a:stretch>
                <a:fillRect/>
              </a:stretch>
            </a:blipFill>
          </p:spPr>
          <p:txBody>
            <a:bodyPr wrap="square" lIns="0" tIns="0" rIns="0" bIns="0" rtlCol="0"/>
            <a:lstStyle/>
            <a:p>
              <a:endParaRPr sz="2000"/>
            </a:p>
          </p:txBody>
        </p:sp>
        <p:sp>
          <p:nvSpPr>
            <p:cNvPr id="554" name="object 61">
              <a:extLst>
                <a:ext uri="{FF2B5EF4-FFF2-40B4-BE49-F238E27FC236}">
                  <a16:creationId xmlns:a16="http://schemas.microsoft.com/office/drawing/2014/main" id="{60452A86-EF40-4DED-8FE6-7A58E022390F}"/>
                </a:ext>
              </a:extLst>
            </p:cNvPr>
            <p:cNvSpPr/>
            <p:nvPr/>
          </p:nvSpPr>
          <p:spPr>
            <a:xfrm>
              <a:off x="4460747" y="19812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5" name="object 62">
              <a:extLst>
                <a:ext uri="{FF2B5EF4-FFF2-40B4-BE49-F238E27FC236}">
                  <a16:creationId xmlns:a16="http://schemas.microsoft.com/office/drawing/2014/main" id="{DA0A9911-4883-4567-8975-36315018B17E}"/>
                </a:ext>
              </a:extLst>
            </p:cNvPr>
            <p:cNvSpPr/>
            <p:nvPr/>
          </p:nvSpPr>
          <p:spPr>
            <a:xfrm>
              <a:off x="4460747" y="2066544"/>
              <a:ext cx="91440" cy="85342"/>
            </a:xfrm>
            <a:prstGeom prst="rect">
              <a:avLst/>
            </a:prstGeom>
            <a:blipFill>
              <a:blip r:embed="rId29" cstate="print"/>
              <a:stretch>
                <a:fillRect/>
              </a:stretch>
            </a:blipFill>
          </p:spPr>
          <p:txBody>
            <a:bodyPr wrap="square" lIns="0" tIns="0" rIns="0" bIns="0" rtlCol="0"/>
            <a:lstStyle/>
            <a:p>
              <a:endParaRPr sz="2000"/>
            </a:p>
          </p:txBody>
        </p:sp>
        <p:sp>
          <p:nvSpPr>
            <p:cNvPr id="556" name="object 63">
              <a:extLst>
                <a:ext uri="{FF2B5EF4-FFF2-40B4-BE49-F238E27FC236}">
                  <a16:creationId xmlns:a16="http://schemas.microsoft.com/office/drawing/2014/main" id="{192DC536-DB62-4A03-BD59-938877C311D6}"/>
                </a:ext>
              </a:extLst>
            </p:cNvPr>
            <p:cNvSpPr/>
            <p:nvPr/>
          </p:nvSpPr>
          <p:spPr>
            <a:xfrm>
              <a:off x="4460747" y="20665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7" name="object 64">
              <a:extLst>
                <a:ext uri="{FF2B5EF4-FFF2-40B4-BE49-F238E27FC236}">
                  <a16:creationId xmlns:a16="http://schemas.microsoft.com/office/drawing/2014/main" id="{D581BA2A-8E5D-44DB-8ABE-A684BEFCDE99}"/>
                </a:ext>
              </a:extLst>
            </p:cNvPr>
            <p:cNvSpPr/>
            <p:nvPr/>
          </p:nvSpPr>
          <p:spPr>
            <a:xfrm>
              <a:off x="4370831" y="1810512"/>
              <a:ext cx="91440" cy="85342"/>
            </a:xfrm>
            <a:prstGeom prst="rect">
              <a:avLst/>
            </a:prstGeom>
            <a:blipFill>
              <a:blip r:embed="rId30" cstate="print"/>
              <a:stretch>
                <a:fillRect/>
              </a:stretch>
            </a:blipFill>
          </p:spPr>
          <p:txBody>
            <a:bodyPr wrap="square" lIns="0" tIns="0" rIns="0" bIns="0" rtlCol="0"/>
            <a:lstStyle/>
            <a:p>
              <a:endParaRPr sz="2000"/>
            </a:p>
          </p:txBody>
        </p:sp>
        <p:sp>
          <p:nvSpPr>
            <p:cNvPr id="558" name="object 65">
              <a:extLst>
                <a:ext uri="{FF2B5EF4-FFF2-40B4-BE49-F238E27FC236}">
                  <a16:creationId xmlns:a16="http://schemas.microsoft.com/office/drawing/2014/main" id="{972D0158-0717-48F5-AF71-05CAD746F915}"/>
                </a:ext>
              </a:extLst>
            </p:cNvPr>
            <p:cNvSpPr/>
            <p:nvPr/>
          </p:nvSpPr>
          <p:spPr>
            <a:xfrm>
              <a:off x="4370831" y="18105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9" name="object 66">
              <a:extLst>
                <a:ext uri="{FF2B5EF4-FFF2-40B4-BE49-F238E27FC236}">
                  <a16:creationId xmlns:a16="http://schemas.microsoft.com/office/drawing/2014/main" id="{88BFEB94-9502-4F0F-92B6-974E0CFB4E41}"/>
                </a:ext>
              </a:extLst>
            </p:cNvPr>
            <p:cNvSpPr/>
            <p:nvPr/>
          </p:nvSpPr>
          <p:spPr>
            <a:xfrm>
              <a:off x="4370831" y="1895856"/>
              <a:ext cx="91440" cy="85342"/>
            </a:xfrm>
            <a:prstGeom prst="rect">
              <a:avLst/>
            </a:prstGeom>
            <a:blipFill>
              <a:blip r:embed="rId31" cstate="print"/>
              <a:stretch>
                <a:fillRect/>
              </a:stretch>
            </a:blipFill>
          </p:spPr>
          <p:txBody>
            <a:bodyPr wrap="square" lIns="0" tIns="0" rIns="0" bIns="0" rtlCol="0"/>
            <a:lstStyle/>
            <a:p>
              <a:endParaRPr sz="2000"/>
            </a:p>
          </p:txBody>
        </p:sp>
        <p:sp>
          <p:nvSpPr>
            <p:cNvPr id="560" name="object 67">
              <a:extLst>
                <a:ext uri="{FF2B5EF4-FFF2-40B4-BE49-F238E27FC236}">
                  <a16:creationId xmlns:a16="http://schemas.microsoft.com/office/drawing/2014/main" id="{449B2CAE-3090-40BB-94EF-30E483A89558}"/>
                </a:ext>
              </a:extLst>
            </p:cNvPr>
            <p:cNvSpPr/>
            <p:nvPr/>
          </p:nvSpPr>
          <p:spPr>
            <a:xfrm>
              <a:off x="4370831" y="18958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1" name="object 68">
              <a:extLst>
                <a:ext uri="{FF2B5EF4-FFF2-40B4-BE49-F238E27FC236}">
                  <a16:creationId xmlns:a16="http://schemas.microsoft.com/office/drawing/2014/main" id="{760CDF3D-9E34-4715-9B98-A6239517F270}"/>
                </a:ext>
              </a:extLst>
            </p:cNvPr>
            <p:cNvSpPr/>
            <p:nvPr/>
          </p:nvSpPr>
          <p:spPr>
            <a:xfrm>
              <a:off x="4370831" y="1981200"/>
              <a:ext cx="91440" cy="85342"/>
            </a:xfrm>
            <a:prstGeom prst="rect">
              <a:avLst/>
            </a:prstGeom>
            <a:blipFill>
              <a:blip r:embed="rId32" cstate="print"/>
              <a:stretch>
                <a:fillRect/>
              </a:stretch>
            </a:blipFill>
          </p:spPr>
          <p:txBody>
            <a:bodyPr wrap="square" lIns="0" tIns="0" rIns="0" bIns="0" rtlCol="0"/>
            <a:lstStyle/>
            <a:p>
              <a:endParaRPr sz="2000"/>
            </a:p>
          </p:txBody>
        </p:sp>
        <p:sp>
          <p:nvSpPr>
            <p:cNvPr id="562" name="object 69">
              <a:extLst>
                <a:ext uri="{FF2B5EF4-FFF2-40B4-BE49-F238E27FC236}">
                  <a16:creationId xmlns:a16="http://schemas.microsoft.com/office/drawing/2014/main" id="{B26D58FE-9DB7-48B5-BD74-4CBC955CAA77}"/>
                </a:ext>
              </a:extLst>
            </p:cNvPr>
            <p:cNvSpPr/>
            <p:nvPr/>
          </p:nvSpPr>
          <p:spPr>
            <a:xfrm>
              <a:off x="4370831" y="19812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3" name="object 70">
              <a:extLst>
                <a:ext uri="{FF2B5EF4-FFF2-40B4-BE49-F238E27FC236}">
                  <a16:creationId xmlns:a16="http://schemas.microsoft.com/office/drawing/2014/main" id="{36736B24-DB30-4092-956C-DBADBEB3BE07}"/>
                </a:ext>
              </a:extLst>
            </p:cNvPr>
            <p:cNvSpPr/>
            <p:nvPr/>
          </p:nvSpPr>
          <p:spPr>
            <a:xfrm>
              <a:off x="4370831" y="2066544"/>
              <a:ext cx="91440" cy="85342"/>
            </a:xfrm>
            <a:prstGeom prst="rect">
              <a:avLst/>
            </a:prstGeom>
            <a:blipFill>
              <a:blip r:embed="rId33" cstate="print"/>
              <a:stretch>
                <a:fillRect/>
              </a:stretch>
            </a:blipFill>
          </p:spPr>
          <p:txBody>
            <a:bodyPr wrap="square" lIns="0" tIns="0" rIns="0" bIns="0" rtlCol="0"/>
            <a:lstStyle/>
            <a:p>
              <a:endParaRPr sz="2000"/>
            </a:p>
          </p:txBody>
        </p:sp>
        <p:sp>
          <p:nvSpPr>
            <p:cNvPr id="564" name="object 71">
              <a:extLst>
                <a:ext uri="{FF2B5EF4-FFF2-40B4-BE49-F238E27FC236}">
                  <a16:creationId xmlns:a16="http://schemas.microsoft.com/office/drawing/2014/main" id="{80D512AB-02EE-435D-8645-DB3F4995BA20}"/>
                </a:ext>
              </a:extLst>
            </p:cNvPr>
            <p:cNvSpPr/>
            <p:nvPr/>
          </p:nvSpPr>
          <p:spPr>
            <a:xfrm>
              <a:off x="4370831" y="20665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565" name="object 72">
            <a:extLst>
              <a:ext uri="{FF2B5EF4-FFF2-40B4-BE49-F238E27FC236}">
                <a16:creationId xmlns:a16="http://schemas.microsoft.com/office/drawing/2014/main" id="{041ED1DE-A3C5-4047-A866-AFDBF6552F9C}"/>
              </a:ext>
            </a:extLst>
          </p:cNvPr>
          <p:cNvSpPr txBox="1"/>
          <p:nvPr/>
        </p:nvSpPr>
        <p:spPr>
          <a:xfrm>
            <a:off x="2444157" y="1972564"/>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566" name="object 73">
            <a:extLst>
              <a:ext uri="{FF2B5EF4-FFF2-40B4-BE49-F238E27FC236}">
                <a16:creationId xmlns:a16="http://schemas.microsoft.com/office/drawing/2014/main" id="{5F45AAD9-A763-4893-B17A-9CBA4E7FF3DE}"/>
              </a:ext>
            </a:extLst>
          </p:cNvPr>
          <p:cNvSpPr txBox="1"/>
          <p:nvPr/>
        </p:nvSpPr>
        <p:spPr>
          <a:xfrm>
            <a:off x="3775823" y="1972564"/>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567" name="object 74">
            <a:extLst>
              <a:ext uri="{FF2B5EF4-FFF2-40B4-BE49-F238E27FC236}">
                <a16:creationId xmlns:a16="http://schemas.microsoft.com/office/drawing/2014/main" id="{FA96E476-7ED7-447E-8ADA-781F639C15CB}"/>
              </a:ext>
            </a:extLst>
          </p:cNvPr>
          <p:cNvGrpSpPr/>
          <p:nvPr/>
        </p:nvGrpSpPr>
        <p:grpSpPr>
          <a:xfrm>
            <a:off x="2757706" y="1939685"/>
            <a:ext cx="774700" cy="833967"/>
            <a:chOff x="2637789" y="1798066"/>
            <a:chExt cx="697230" cy="750570"/>
          </a:xfrm>
        </p:grpSpPr>
        <p:sp>
          <p:nvSpPr>
            <p:cNvPr id="568" name="object 75">
              <a:extLst>
                <a:ext uri="{FF2B5EF4-FFF2-40B4-BE49-F238E27FC236}">
                  <a16:creationId xmlns:a16="http://schemas.microsoft.com/office/drawing/2014/main" id="{D86ED212-6BFC-45CD-B20B-62A97967E52B}"/>
                </a:ext>
              </a:extLst>
            </p:cNvPr>
            <p:cNvSpPr/>
            <p:nvPr/>
          </p:nvSpPr>
          <p:spPr>
            <a:xfrm>
              <a:off x="2644139" y="1988820"/>
              <a:ext cx="684530" cy="553720"/>
            </a:xfrm>
            <a:custGeom>
              <a:avLst/>
              <a:gdLst/>
              <a:ahLst/>
              <a:cxnLst/>
              <a:rect l="l" t="t" r="r" b="b"/>
              <a:pathLst>
                <a:path w="684529" h="553719">
                  <a:moveTo>
                    <a:pt x="598932" y="92962"/>
                  </a:moveTo>
                  <a:lnTo>
                    <a:pt x="684274" y="92962"/>
                  </a:lnTo>
                  <a:lnTo>
                    <a:pt x="684274" y="0"/>
                  </a:lnTo>
                  <a:lnTo>
                    <a:pt x="598932" y="0"/>
                  </a:lnTo>
                  <a:lnTo>
                    <a:pt x="598932" y="92962"/>
                  </a:lnTo>
                  <a:close/>
                </a:path>
                <a:path w="684529" h="553719">
                  <a:moveTo>
                    <a:pt x="513588" y="92962"/>
                  </a:moveTo>
                  <a:lnTo>
                    <a:pt x="598935" y="92962"/>
                  </a:lnTo>
                  <a:lnTo>
                    <a:pt x="598935" y="0"/>
                  </a:lnTo>
                  <a:lnTo>
                    <a:pt x="513588" y="0"/>
                  </a:lnTo>
                  <a:lnTo>
                    <a:pt x="513588" y="92962"/>
                  </a:lnTo>
                  <a:close/>
                </a:path>
                <a:path w="684529" h="553719">
                  <a:moveTo>
                    <a:pt x="428244" y="92962"/>
                  </a:moveTo>
                  <a:lnTo>
                    <a:pt x="513586" y="92962"/>
                  </a:lnTo>
                  <a:lnTo>
                    <a:pt x="513586" y="0"/>
                  </a:lnTo>
                  <a:lnTo>
                    <a:pt x="428244" y="0"/>
                  </a:lnTo>
                  <a:lnTo>
                    <a:pt x="428244" y="92962"/>
                  </a:lnTo>
                  <a:close/>
                </a:path>
                <a:path w="684529" h="553719">
                  <a:moveTo>
                    <a:pt x="342900" y="92962"/>
                  </a:moveTo>
                  <a:lnTo>
                    <a:pt x="428242" y="92962"/>
                  </a:lnTo>
                  <a:lnTo>
                    <a:pt x="428242" y="0"/>
                  </a:lnTo>
                  <a:lnTo>
                    <a:pt x="342900" y="0"/>
                  </a:lnTo>
                  <a:lnTo>
                    <a:pt x="342900" y="92962"/>
                  </a:lnTo>
                  <a:close/>
                </a:path>
                <a:path w="684529" h="553719">
                  <a:moveTo>
                    <a:pt x="256032" y="92962"/>
                  </a:moveTo>
                  <a:lnTo>
                    <a:pt x="342897" y="92962"/>
                  </a:lnTo>
                  <a:lnTo>
                    <a:pt x="342897" y="0"/>
                  </a:lnTo>
                  <a:lnTo>
                    <a:pt x="256032" y="0"/>
                  </a:lnTo>
                  <a:lnTo>
                    <a:pt x="256032" y="92962"/>
                  </a:lnTo>
                  <a:close/>
                </a:path>
                <a:path w="684529" h="553719">
                  <a:moveTo>
                    <a:pt x="170688" y="92962"/>
                  </a:moveTo>
                  <a:lnTo>
                    <a:pt x="256035" y="92962"/>
                  </a:lnTo>
                  <a:lnTo>
                    <a:pt x="256035" y="0"/>
                  </a:lnTo>
                  <a:lnTo>
                    <a:pt x="170688" y="0"/>
                  </a:lnTo>
                  <a:lnTo>
                    <a:pt x="170688" y="92962"/>
                  </a:lnTo>
                  <a:close/>
                </a:path>
                <a:path w="684529" h="553719">
                  <a:moveTo>
                    <a:pt x="85344" y="92962"/>
                  </a:moveTo>
                  <a:lnTo>
                    <a:pt x="170686" y="92962"/>
                  </a:lnTo>
                  <a:lnTo>
                    <a:pt x="170686" y="0"/>
                  </a:lnTo>
                  <a:lnTo>
                    <a:pt x="85344" y="0"/>
                  </a:lnTo>
                  <a:lnTo>
                    <a:pt x="85344" y="92962"/>
                  </a:lnTo>
                  <a:close/>
                </a:path>
                <a:path w="684529" h="553719">
                  <a:moveTo>
                    <a:pt x="0" y="92962"/>
                  </a:moveTo>
                  <a:lnTo>
                    <a:pt x="85342" y="92962"/>
                  </a:lnTo>
                  <a:lnTo>
                    <a:pt x="85342" y="0"/>
                  </a:lnTo>
                  <a:lnTo>
                    <a:pt x="0" y="0"/>
                  </a:lnTo>
                  <a:lnTo>
                    <a:pt x="0" y="92962"/>
                  </a:lnTo>
                  <a:close/>
                </a:path>
                <a:path w="684529" h="553719">
                  <a:moveTo>
                    <a:pt x="598932" y="184402"/>
                  </a:moveTo>
                  <a:lnTo>
                    <a:pt x="684274" y="184402"/>
                  </a:lnTo>
                  <a:lnTo>
                    <a:pt x="684274" y="92962"/>
                  </a:lnTo>
                  <a:lnTo>
                    <a:pt x="598932" y="92962"/>
                  </a:lnTo>
                  <a:lnTo>
                    <a:pt x="598932" y="184402"/>
                  </a:lnTo>
                  <a:close/>
                </a:path>
                <a:path w="684529" h="553719">
                  <a:moveTo>
                    <a:pt x="513588" y="184402"/>
                  </a:moveTo>
                  <a:lnTo>
                    <a:pt x="598935" y="184402"/>
                  </a:lnTo>
                  <a:lnTo>
                    <a:pt x="598935" y="92962"/>
                  </a:lnTo>
                  <a:lnTo>
                    <a:pt x="513588" y="92962"/>
                  </a:lnTo>
                  <a:lnTo>
                    <a:pt x="513588" y="184402"/>
                  </a:lnTo>
                  <a:close/>
                </a:path>
                <a:path w="684529" h="553719">
                  <a:moveTo>
                    <a:pt x="428244" y="184402"/>
                  </a:moveTo>
                  <a:lnTo>
                    <a:pt x="513586" y="184402"/>
                  </a:lnTo>
                  <a:lnTo>
                    <a:pt x="513586" y="92962"/>
                  </a:lnTo>
                  <a:lnTo>
                    <a:pt x="428244" y="92962"/>
                  </a:lnTo>
                  <a:lnTo>
                    <a:pt x="428244" y="184402"/>
                  </a:lnTo>
                  <a:close/>
                </a:path>
                <a:path w="684529" h="553719">
                  <a:moveTo>
                    <a:pt x="342900" y="184402"/>
                  </a:moveTo>
                  <a:lnTo>
                    <a:pt x="428242" y="184402"/>
                  </a:lnTo>
                  <a:lnTo>
                    <a:pt x="428242" y="92962"/>
                  </a:lnTo>
                  <a:lnTo>
                    <a:pt x="342900" y="92962"/>
                  </a:lnTo>
                  <a:lnTo>
                    <a:pt x="342900" y="184402"/>
                  </a:lnTo>
                  <a:close/>
                </a:path>
                <a:path w="684529" h="553719">
                  <a:moveTo>
                    <a:pt x="256032" y="184402"/>
                  </a:moveTo>
                  <a:lnTo>
                    <a:pt x="342897" y="184402"/>
                  </a:lnTo>
                  <a:lnTo>
                    <a:pt x="342897" y="92962"/>
                  </a:lnTo>
                  <a:lnTo>
                    <a:pt x="256032" y="92962"/>
                  </a:lnTo>
                  <a:lnTo>
                    <a:pt x="256032" y="184402"/>
                  </a:lnTo>
                  <a:close/>
                </a:path>
                <a:path w="684529" h="553719">
                  <a:moveTo>
                    <a:pt x="170688" y="184402"/>
                  </a:moveTo>
                  <a:lnTo>
                    <a:pt x="256035" y="184402"/>
                  </a:lnTo>
                  <a:lnTo>
                    <a:pt x="256035" y="92962"/>
                  </a:lnTo>
                  <a:lnTo>
                    <a:pt x="170688" y="92962"/>
                  </a:lnTo>
                  <a:lnTo>
                    <a:pt x="170688" y="184402"/>
                  </a:lnTo>
                  <a:close/>
                </a:path>
                <a:path w="684529" h="553719">
                  <a:moveTo>
                    <a:pt x="85344" y="184402"/>
                  </a:moveTo>
                  <a:lnTo>
                    <a:pt x="170686" y="184402"/>
                  </a:lnTo>
                  <a:lnTo>
                    <a:pt x="170686" y="92962"/>
                  </a:lnTo>
                  <a:lnTo>
                    <a:pt x="85344" y="92962"/>
                  </a:lnTo>
                  <a:lnTo>
                    <a:pt x="85344" y="184402"/>
                  </a:lnTo>
                  <a:close/>
                </a:path>
                <a:path w="684529" h="553719">
                  <a:moveTo>
                    <a:pt x="0" y="184402"/>
                  </a:moveTo>
                  <a:lnTo>
                    <a:pt x="85342" y="184402"/>
                  </a:lnTo>
                  <a:lnTo>
                    <a:pt x="85342" y="92962"/>
                  </a:lnTo>
                  <a:lnTo>
                    <a:pt x="0" y="92962"/>
                  </a:lnTo>
                  <a:lnTo>
                    <a:pt x="0" y="184402"/>
                  </a:lnTo>
                  <a:close/>
                </a:path>
                <a:path w="684529" h="553719">
                  <a:moveTo>
                    <a:pt x="598932" y="275842"/>
                  </a:moveTo>
                  <a:lnTo>
                    <a:pt x="684274" y="275842"/>
                  </a:lnTo>
                  <a:lnTo>
                    <a:pt x="684274" y="184402"/>
                  </a:lnTo>
                  <a:lnTo>
                    <a:pt x="598932" y="184402"/>
                  </a:lnTo>
                  <a:lnTo>
                    <a:pt x="598932" y="275842"/>
                  </a:lnTo>
                  <a:close/>
                </a:path>
                <a:path w="684529" h="553719">
                  <a:moveTo>
                    <a:pt x="513588" y="275842"/>
                  </a:moveTo>
                  <a:lnTo>
                    <a:pt x="598935" y="275842"/>
                  </a:lnTo>
                  <a:lnTo>
                    <a:pt x="598935" y="184402"/>
                  </a:lnTo>
                  <a:lnTo>
                    <a:pt x="513588" y="184402"/>
                  </a:lnTo>
                  <a:lnTo>
                    <a:pt x="513588" y="275842"/>
                  </a:lnTo>
                  <a:close/>
                </a:path>
                <a:path w="684529" h="553719">
                  <a:moveTo>
                    <a:pt x="428244" y="275842"/>
                  </a:moveTo>
                  <a:lnTo>
                    <a:pt x="513586" y="275842"/>
                  </a:lnTo>
                  <a:lnTo>
                    <a:pt x="513586" y="184402"/>
                  </a:lnTo>
                  <a:lnTo>
                    <a:pt x="428244" y="184402"/>
                  </a:lnTo>
                  <a:lnTo>
                    <a:pt x="428244" y="275842"/>
                  </a:lnTo>
                  <a:close/>
                </a:path>
                <a:path w="684529" h="553719">
                  <a:moveTo>
                    <a:pt x="342900" y="275842"/>
                  </a:moveTo>
                  <a:lnTo>
                    <a:pt x="428242" y="275842"/>
                  </a:lnTo>
                  <a:lnTo>
                    <a:pt x="428242" y="184402"/>
                  </a:lnTo>
                  <a:lnTo>
                    <a:pt x="342900" y="184402"/>
                  </a:lnTo>
                  <a:lnTo>
                    <a:pt x="342900" y="275842"/>
                  </a:lnTo>
                  <a:close/>
                </a:path>
                <a:path w="684529" h="553719">
                  <a:moveTo>
                    <a:pt x="256032" y="275842"/>
                  </a:moveTo>
                  <a:lnTo>
                    <a:pt x="342897" y="275842"/>
                  </a:lnTo>
                  <a:lnTo>
                    <a:pt x="342897" y="184402"/>
                  </a:lnTo>
                  <a:lnTo>
                    <a:pt x="256032" y="184402"/>
                  </a:lnTo>
                  <a:lnTo>
                    <a:pt x="256032" y="275842"/>
                  </a:lnTo>
                  <a:close/>
                </a:path>
                <a:path w="684529" h="553719">
                  <a:moveTo>
                    <a:pt x="170688" y="275842"/>
                  </a:moveTo>
                  <a:lnTo>
                    <a:pt x="256035" y="275842"/>
                  </a:lnTo>
                  <a:lnTo>
                    <a:pt x="256035" y="184402"/>
                  </a:lnTo>
                  <a:lnTo>
                    <a:pt x="170688" y="184402"/>
                  </a:lnTo>
                  <a:lnTo>
                    <a:pt x="170688" y="275842"/>
                  </a:lnTo>
                  <a:close/>
                </a:path>
                <a:path w="684529" h="553719">
                  <a:moveTo>
                    <a:pt x="85344" y="275842"/>
                  </a:moveTo>
                  <a:lnTo>
                    <a:pt x="170686" y="275842"/>
                  </a:lnTo>
                  <a:lnTo>
                    <a:pt x="170686" y="184402"/>
                  </a:lnTo>
                  <a:lnTo>
                    <a:pt x="85344" y="184402"/>
                  </a:lnTo>
                  <a:lnTo>
                    <a:pt x="85344" y="275842"/>
                  </a:lnTo>
                  <a:close/>
                </a:path>
                <a:path w="684529" h="553719">
                  <a:moveTo>
                    <a:pt x="0" y="275842"/>
                  </a:moveTo>
                  <a:lnTo>
                    <a:pt x="85342" y="275842"/>
                  </a:lnTo>
                  <a:lnTo>
                    <a:pt x="85342" y="184402"/>
                  </a:lnTo>
                  <a:lnTo>
                    <a:pt x="0" y="184402"/>
                  </a:lnTo>
                  <a:lnTo>
                    <a:pt x="0" y="275842"/>
                  </a:lnTo>
                  <a:close/>
                </a:path>
                <a:path w="684529" h="553719">
                  <a:moveTo>
                    <a:pt x="598932" y="368806"/>
                  </a:moveTo>
                  <a:lnTo>
                    <a:pt x="684274" y="368806"/>
                  </a:lnTo>
                  <a:lnTo>
                    <a:pt x="684274" y="275844"/>
                  </a:lnTo>
                  <a:lnTo>
                    <a:pt x="598932" y="275844"/>
                  </a:lnTo>
                  <a:lnTo>
                    <a:pt x="598932" y="368806"/>
                  </a:lnTo>
                  <a:close/>
                </a:path>
                <a:path w="684529" h="553719">
                  <a:moveTo>
                    <a:pt x="513588" y="368806"/>
                  </a:moveTo>
                  <a:lnTo>
                    <a:pt x="598935" y="368806"/>
                  </a:lnTo>
                  <a:lnTo>
                    <a:pt x="598935" y="275844"/>
                  </a:lnTo>
                  <a:lnTo>
                    <a:pt x="513588" y="275844"/>
                  </a:lnTo>
                  <a:lnTo>
                    <a:pt x="513588" y="368806"/>
                  </a:lnTo>
                  <a:close/>
                </a:path>
                <a:path w="684529" h="553719">
                  <a:moveTo>
                    <a:pt x="428244" y="368806"/>
                  </a:moveTo>
                  <a:lnTo>
                    <a:pt x="513586" y="368806"/>
                  </a:lnTo>
                  <a:lnTo>
                    <a:pt x="513586" y="275844"/>
                  </a:lnTo>
                  <a:lnTo>
                    <a:pt x="428244" y="275844"/>
                  </a:lnTo>
                  <a:lnTo>
                    <a:pt x="428244" y="368806"/>
                  </a:lnTo>
                  <a:close/>
                </a:path>
                <a:path w="684529" h="553719">
                  <a:moveTo>
                    <a:pt x="342900" y="368806"/>
                  </a:moveTo>
                  <a:lnTo>
                    <a:pt x="428242" y="368806"/>
                  </a:lnTo>
                  <a:lnTo>
                    <a:pt x="428242" y="275844"/>
                  </a:lnTo>
                  <a:lnTo>
                    <a:pt x="342900" y="275844"/>
                  </a:lnTo>
                  <a:lnTo>
                    <a:pt x="342900" y="368806"/>
                  </a:lnTo>
                  <a:close/>
                </a:path>
                <a:path w="684529" h="553719">
                  <a:moveTo>
                    <a:pt x="256032" y="368806"/>
                  </a:moveTo>
                  <a:lnTo>
                    <a:pt x="342897" y="368806"/>
                  </a:lnTo>
                  <a:lnTo>
                    <a:pt x="342897" y="275844"/>
                  </a:lnTo>
                  <a:lnTo>
                    <a:pt x="256032" y="275844"/>
                  </a:lnTo>
                  <a:lnTo>
                    <a:pt x="256032" y="368806"/>
                  </a:lnTo>
                  <a:close/>
                </a:path>
                <a:path w="684529" h="553719">
                  <a:moveTo>
                    <a:pt x="170688" y="368806"/>
                  </a:moveTo>
                  <a:lnTo>
                    <a:pt x="256035" y="368806"/>
                  </a:lnTo>
                  <a:lnTo>
                    <a:pt x="256035" y="275844"/>
                  </a:lnTo>
                  <a:lnTo>
                    <a:pt x="170688" y="275844"/>
                  </a:lnTo>
                  <a:lnTo>
                    <a:pt x="170688" y="368806"/>
                  </a:lnTo>
                  <a:close/>
                </a:path>
                <a:path w="684529" h="553719">
                  <a:moveTo>
                    <a:pt x="85344" y="368806"/>
                  </a:moveTo>
                  <a:lnTo>
                    <a:pt x="170686" y="368806"/>
                  </a:lnTo>
                  <a:lnTo>
                    <a:pt x="170686" y="275844"/>
                  </a:lnTo>
                  <a:lnTo>
                    <a:pt x="85344" y="275844"/>
                  </a:lnTo>
                  <a:lnTo>
                    <a:pt x="85344" y="368806"/>
                  </a:lnTo>
                  <a:close/>
                </a:path>
                <a:path w="684529" h="553719">
                  <a:moveTo>
                    <a:pt x="0" y="368806"/>
                  </a:moveTo>
                  <a:lnTo>
                    <a:pt x="85342" y="368806"/>
                  </a:lnTo>
                  <a:lnTo>
                    <a:pt x="85342" y="275844"/>
                  </a:lnTo>
                  <a:lnTo>
                    <a:pt x="0" y="275844"/>
                  </a:lnTo>
                  <a:lnTo>
                    <a:pt x="0" y="368806"/>
                  </a:lnTo>
                  <a:close/>
                </a:path>
                <a:path w="684529" h="553719">
                  <a:moveTo>
                    <a:pt x="598932" y="460246"/>
                  </a:moveTo>
                  <a:lnTo>
                    <a:pt x="684274" y="460246"/>
                  </a:lnTo>
                  <a:lnTo>
                    <a:pt x="684274" y="368806"/>
                  </a:lnTo>
                  <a:lnTo>
                    <a:pt x="598932" y="368806"/>
                  </a:lnTo>
                  <a:lnTo>
                    <a:pt x="598932" y="460246"/>
                  </a:lnTo>
                  <a:close/>
                </a:path>
                <a:path w="684529" h="553719">
                  <a:moveTo>
                    <a:pt x="513588" y="460246"/>
                  </a:moveTo>
                  <a:lnTo>
                    <a:pt x="598935" y="460246"/>
                  </a:lnTo>
                  <a:lnTo>
                    <a:pt x="598935" y="368806"/>
                  </a:lnTo>
                  <a:lnTo>
                    <a:pt x="513588" y="368806"/>
                  </a:lnTo>
                  <a:lnTo>
                    <a:pt x="513588" y="460246"/>
                  </a:lnTo>
                  <a:close/>
                </a:path>
                <a:path w="684529" h="553719">
                  <a:moveTo>
                    <a:pt x="428244" y="460246"/>
                  </a:moveTo>
                  <a:lnTo>
                    <a:pt x="513586" y="460246"/>
                  </a:lnTo>
                  <a:lnTo>
                    <a:pt x="513586" y="368806"/>
                  </a:lnTo>
                  <a:lnTo>
                    <a:pt x="428244" y="368806"/>
                  </a:lnTo>
                  <a:lnTo>
                    <a:pt x="428244" y="460246"/>
                  </a:lnTo>
                  <a:close/>
                </a:path>
                <a:path w="684529" h="553719">
                  <a:moveTo>
                    <a:pt x="342900" y="460246"/>
                  </a:moveTo>
                  <a:lnTo>
                    <a:pt x="428242" y="460246"/>
                  </a:lnTo>
                  <a:lnTo>
                    <a:pt x="428242" y="368806"/>
                  </a:lnTo>
                  <a:lnTo>
                    <a:pt x="342900" y="368806"/>
                  </a:lnTo>
                  <a:lnTo>
                    <a:pt x="342900" y="460246"/>
                  </a:lnTo>
                  <a:close/>
                </a:path>
                <a:path w="684529" h="553719">
                  <a:moveTo>
                    <a:pt x="256032" y="460246"/>
                  </a:moveTo>
                  <a:lnTo>
                    <a:pt x="342897" y="460246"/>
                  </a:lnTo>
                  <a:lnTo>
                    <a:pt x="342897" y="368806"/>
                  </a:lnTo>
                  <a:lnTo>
                    <a:pt x="256032" y="368806"/>
                  </a:lnTo>
                  <a:lnTo>
                    <a:pt x="256032" y="460246"/>
                  </a:lnTo>
                  <a:close/>
                </a:path>
                <a:path w="684529" h="553719">
                  <a:moveTo>
                    <a:pt x="170688" y="460246"/>
                  </a:moveTo>
                  <a:lnTo>
                    <a:pt x="256035" y="460246"/>
                  </a:lnTo>
                  <a:lnTo>
                    <a:pt x="256035" y="368806"/>
                  </a:lnTo>
                  <a:lnTo>
                    <a:pt x="170688" y="368806"/>
                  </a:lnTo>
                  <a:lnTo>
                    <a:pt x="170688" y="460246"/>
                  </a:lnTo>
                  <a:close/>
                </a:path>
                <a:path w="684529" h="553719">
                  <a:moveTo>
                    <a:pt x="85344" y="460246"/>
                  </a:moveTo>
                  <a:lnTo>
                    <a:pt x="170686" y="460246"/>
                  </a:lnTo>
                  <a:lnTo>
                    <a:pt x="170686" y="368806"/>
                  </a:lnTo>
                  <a:lnTo>
                    <a:pt x="85344" y="368806"/>
                  </a:lnTo>
                  <a:lnTo>
                    <a:pt x="85344" y="460246"/>
                  </a:lnTo>
                  <a:close/>
                </a:path>
                <a:path w="684529" h="553719">
                  <a:moveTo>
                    <a:pt x="0" y="460246"/>
                  </a:moveTo>
                  <a:lnTo>
                    <a:pt x="85342" y="460246"/>
                  </a:lnTo>
                  <a:lnTo>
                    <a:pt x="85342" y="368806"/>
                  </a:lnTo>
                  <a:lnTo>
                    <a:pt x="0" y="368806"/>
                  </a:lnTo>
                  <a:lnTo>
                    <a:pt x="0" y="460246"/>
                  </a:lnTo>
                  <a:close/>
                </a:path>
                <a:path w="684529" h="553719">
                  <a:moveTo>
                    <a:pt x="598932" y="553210"/>
                  </a:moveTo>
                  <a:lnTo>
                    <a:pt x="684274" y="553210"/>
                  </a:lnTo>
                  <a:lnTo>
                    <a:pt x="684274" y="460243"/>
                  </a:lnTo>
                  <a:lnTo>
                    <a:pt x="598932" y="460243"/>
                  </a:lnTo>
                  <a:lnTo>
                    <a:pt x="598932" y="553210"/>
                  </a:lnTo>
                  <a:close/>
                </a:path>
                <a:path w="684529" h="553719">
                  <a:moveTo>
                    <a:pt x="513588" y="553210"/>
                  </a:moveTo>
                  <a:lnTo>
                    <a:pt x="598935" y="553210"/>
                  </a:lnTo>
                  <a:lnTo>
                    <a:pt x="598935" y="460243"/>
                  </a:lnTo>
                  <a:lnTo>
                    <a:pt x="513588" y="460243"/>
                  </a:lnTo>
                  <a:lnTo>
                    <a:pt x="513588" y="553210"/>
                  </a:lnTo>
                  <a:close/>
                </a:path>
                <a:path w="684529" h="553719">
                  <a:moveTo>
                    <a:pt x="428244" y="553210"/>
                  </a:moveTo>
                  <a:lnTo>
                    <a:pt x="513586" y="553210"/>
                  </a:lnTo>
                  <a:lnTo>
                    <a:pt x="513586" y="460243"/>
                  </a:lnTo>
                  <a:lnTo>
                    <a:pt x="428244" y="460243"/>
                  </a:lnTo>
                  <a:lnTo>
                    <a:pt x="428244" y="553210"/>
                  </a:lnTo>
                  <a:close/>
                </a:path>
                <a:path w="684529" h="553719">
                  <a:moveTo>
                    <a:pt x="342900" y="553210"/>
                  </a:moveTo>
                  <a:lnTo>
                    <a:pt x="428242" y="553210"/>
                  </a:lnTo>
                  <a:lnTo>
                    <a:pt x="428242" y="460243"/>
                  </a:lnTo>
                  <a:lnTo>
                    <a:pt x="342900" y="460243"/>
                  </a:lnTo>
                  <a:lnTo>
                    <a:pt x="342900" y="553210"/>
                  </a:lnTo>
                  <a:close/>
                </a:path>
                <a:path w="684529" h="553719">
                  <a:moveTo>
                    <a:pt x="256032" y="553210"/>
                  </a:moveTo>
                  <a:lnTo>
                    <a:pt x="342897" y="553210"/>
                  </a:lnTo>
                  <a:lnTo>
                    <a:pt x="342897" y="460243"/>
                  </a:lnTo>
                  <a:lnTo>
                    <a:pt x="256032" y="460243"/>
                  </a:lnTo>
                  <a:lnTo>
                    <a:pt x="256032" y="553210"/>
                  </a:lnTo>
                  <a:close/>
                </a:path>
                <a:path w="684529" h="553719">
                  <a:moveTo>
                    <a:pt x="170688" y="553210"/>
                  </a:moveTo>
                  <a:lnTo>
                    <a:pt x="256035" y="553210"/>
                  </a:lnTo>
                  <a:lnTo>
                    <a:pt x="256035" y="460243"/>
                  </a:lnTo>
                  <a:lnTo>
                    <a:pt x="170688" y="460243"/>
                  </a:lnTo>
                  <a:lnTo>
                    <a:pt x="170688" y="553210"/>
                  </a:lnTo>
                  <a:close/>
                </a:path>
                <a:path w="684529" h="553719">
                  <a:moveTo>
                    <a:pt x="85344" y="553210"/>
                  </a:moveTo>
                  <a:lnTo>
                    <a:pt x="170686" y="553210"/>
                  </a:lnTo>
                  <a:lnTo>
                    <a:pt x="170686" y="460243"/>
                  </a:lnTo>
                  <a:lnTo>
                    <a:pt x="85344" y="460243"/>
                  </a:lnTo>
                  <a:lnTo>
                    <a:pt x="85344" y="553210"/>
                  </a:lnTo>
                  <a:close/>
                </a:path>
                <a:path w="684529" h="553719">
                  <a:moveTo>
                    <a:pt x="0" y="553210"/>
                  </a:moveTo>
                  <a:lnTo>
                    <a:pt x="85342" y="553210"/>
                  </a:lnTo>
                  <a:lnTo>
                    <a:pt x="85342" y="460243"/>
                  </a:lnTo>
                  <a:lnTo>
                    <a:pt x="0" y="460243"/>
                  </a:lnTo>
                  <a:lnTo>
                    <a:pt x="0" y="553210"/>
                  </a:lnTo>
                  <a:close/>
                </a:path>
              </a:pathLst>
            </a:custGeom>
            <a:ln w="12700">
              <a:solidFill>
                <a:srgbClr val="D1D1D1"/>
              </a:solidFill>
            </a:ln>
          </p:spPr>
          <p:txBody>
            <a:bodyPr wrap="square" lIns="0" tIns="0" rIns="0" bIns="0" rtlCol="0"/>
            <a:lstStyle/>
            <a:p>
              <a:endParaRPr sz="2000"/>
            </a:p>
          </p:txBody>
        </p:sp>
        <p:sp>
          <p:nvSpPr>
            <p:cNvPr id="569" name="object 76">
              <a:extLst>
                <a:ext uri="{FF2B5EF4-FFF2-40B4-BE49-F238E27FC236}">
                  <a16:creationId xmlns:a16="http://schemas.microsoft.com/office/drawing/2014/main" id="{79BD3161-8236-4CC9-9139-D7CC206F88AC}"/>
                </a:ext>
              </a:extLst>
            </p:cNvPr>
            <p:cNvSpPr/>
            <p:nvPr/>
          </p:nvSpPr>
          <p:spPr>
            <a:xfrm>
              <a:off x="3243071" y="1804416"/>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570" name="object 77">
              <a:extLst>
                <a:ext uri="{FF2B5EF4-FFF2-40B4-BE49-F238E27FC236}">
                  <a16:creationId xmlns:a16="http://schemas.microsoft.com/office/drawing/2014/main" id="{E9ECBE53-FA7D-46BF-853A-287D0E70EDFB}"/>
                </a:ext>
              </a:extLst>
            </p:cNvPr>
            <p:cNvSpPr/>
            <p:nvPr/>
          </p:nvSpPr>
          <p:spPr>
            <a:xfrm>
              <a:off x="3243071" y="1804416"/>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71" name="object 78">
              <a:extLst>
                <a:ext uri="{FF2B5EF4-FFF2-40B4-BE49-F238E27FC236}">
                  <a16:creationId xmlns:a16="http://schemas.microsoft.com/office/drawing/2014/main" id="{326E3409-DAB4-4AF0-84BB-E410B46298D4}"/>
                </a:ext>
              </a:extLst>
            </p:cNvPr>
            <p:cNvSpPr/>
            <p:nvPr/>
          </p:nvSpPr>
          <p:spPr>
            <a:xfrm>
              <a:off x="3157727" y="1804416"/>
              <a:ext cx="85725" cy="93345"/>
            </a:xfrm>
            <a:custGeom>
              <a:avLst/>
              <a:gdLst/>
              <a:ahLst/>
              <a:cxnLst/>
              <a:rect l="l" t="t" r="r" b="b"/>
              <a:pathLst>
                <a:path w="85725" h="93344">
                  <a:moveTo>
                    <a:pt x="85347" y="0"/>
                  </a:moveTo>
                  <a:lnTo>
                    <a:pt x="0" y="0"/>
                  </a:lnTo>
                  <a:lnTo>
                    <a:pt x="0" y="92962"/>
                  </a:lnTo>
                  <a:lnTo>
                    <a:pt x="85347" y="92962"/>
                  </a:lnTo>
                  <a:lnTo>
                    <a:pt x="85347" y="0"/>
                  </a:lnTo>
                  <a:close/>
                </a:path>
              </a:pathLst>
            </a:custGeom>
            <a:solidFill>
              <a:srgbClr val="FFFD96"/>
            </a:solidFill>
          </p:spPr>
          <p:txBody>
            <a:bodyPr wrap="square" lIns="0" tIns="0" rIns="0" bIns="0" rtlCol="0"/>
            <a:lstStyle/>
            <a:p>
              <a:endParaRPr sz="2000"/>
            </a:p>
          </p:txBody>
        </p:sp>
        <p:sp>
          <p:nvSpPr>
            <p:cNvPr id="572" name="object 79">
              <a:extLst>
                <a:ext uri="{FF2B5EF4-FFF2-40B4-BE49-F238E27FC236}">
                  <a16:creationId xmlns:a16="http://schemas.microsoft.com/office/drawing/2014/main" id="{A8D783D3-3A8E-4150-A5A7-DBA22C8EFD45}"/>
                </a:ext>
              </a:extLst>
            </p:cNvPr>
            <p:cNvSpPr/>
            <p:nvPr/>
          </p:nvSpPr>
          <p:spPr>
            <a:xfrm>
              <a:off x="3157727" y="1804416"/>
              <a:ext cx="85725" cy="93345"/>
            </a:xfrm>
            <a:custGeom>
              <a:avLst/>
              <a:gdLst/>
              <a:ahLst/>
              <a:cxnLst/>
              <a:rect l="l" t="t" r="r" b="b"/>
              <a:pathLst>
                <a:path w="85725" h="93344">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73" name="object 80">
              <a:extLst>
                <a:ext uri="{FF2B5EF4-FFF2-40B4-BE49-F238E27FC236}">
                  <a16:creationId xmlns:a16="http://schemas.microsoft.com/office/drawing/2014/main" id="{28F6CB29-920B-4E33-8FF8-F807894CA40C}"/>
                </a:ext>
              </a:extLst>
            </p:cNvPr>
            <p:cNvSpPr/>
            <p:nvPr/>
          </p:nvSpPr>
          <p:spPr>
            <a:xfrm>
              <a:off x="3072383" y="1804416"/>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574" name="object 81">
              <a:extLst>
                <a:ext uri="{FF2B5EF4-FFF2-40B4-BE49-F238E27FC236}">
                  <a16:creationId xmlns:a16="http://schemas.microsoft.com/office/drawing/2014/main" id="{5CB286BF-26B0-44EE-9053-C82E52679926}"/>
                </a:ext>
              </a:extLst>
            </p:cNvPr>
            <p:cNvSpPr/>
            <p:nvPr/>
          </p:nvSpPr>
          <p:spPr>
            <a:xfrm>
              <a:off x="3072383" y="1804416"/>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75" name="object 82">
              <a:extLst>
                <a:ext uri="{FF2B5EF4-FFF2-40B4-BE49-F238E27FC236}">
                  <a16:creationId xmlns:a16="http://schemas.microsoft.com/office/drawing/2014/main" id="{10D404EA-64AA-4DE7-BD0A-01EBF804F2F9}"/>
                </a:ext>
              </a:extLst>
            </p:cNvPr>
            <p:cNvSpPr/>
            <p:nvPr/>
          </p:nvSpPr>
          <p:spPr>
            <a:xfrm>
              <a:off x="2987039" y="1804416"/>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576" name="object 83">
              <a:extLst>
                <a:ext uri="{FF2B5EF4-FFF2-40B4-BE49-F238E27FC236}">
                  <a16:creationId xmlns:a16="http://schemas.microsoft.com/office/drawing/2014/main" id="{E8309F56-84E3-4328-91EE-BF25F4C6B961}"/>
                </a:ext>
              </a:extLst>
            </p:cNvPr>
            <p:cNvSpPr/>
            <p:nvPr/>
          </p:nvSpPr>
          <p:spPr>
            <a:xfrm>
              <a:off x="2987039" y="1804416"/>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77" name="object 84">
              <a:extLst>
                <a:ext uri="{FF2B5EF4-FFF2-40B4-BE49-F238E27FC236}">
                  <a16:creationId xmlns:a16="http://schemas.microsoft.com/office/drawing/2014/main" id="{E1AC498F-B69D-4C3E-89BA-4C9FABA116EC}"/>
                </a:ext>
              </a:extLst>
            </p:cNvPr>
            <p:cNvSpPr/>
            <p:nvPr/>
          </p:nvSpPr>
          <p:spPr>
            <a:xfrm>
              <a:off x="2900171" y="1804416"/>
              <a:ext cx="86995" cy="93345"/>
            </a:xfrm>
            <a:custGeom>
              <a:avLst/>
              <a:gdLst/>
              <a:ahLst/>
              <a:cxnLst/>
              <a:rect l="l" t="t" r="r" b="b"/>
              <a:pathLst>
                <a:path w="86994" h="93344">
                  <a:moveTo>
                    <a:pt x="86865" y="0"/>
                  </a:moveTo>
                  <a:lnTo>
                    <a:pt x="0" y="0"/>
                  </a:lnTo>
                  <a:lnTo>
                    <a:pt x="0" y="92962"/>
                  </a:lnTo>
                  <a:lnTo>
                    <a:pt x="86865" y="92962"/>
                  </a:lnTo>
                  <a:lnTo>
                    <a:pt x="86865" y="0"/>
                  </a:lnTo>
                  <a:close/>
                </a:path>
              </a:pathLst>
            </a:custGeom>
            <a:solidFill>
              <a:srgbClr val="FFFD96"/>
            </a:solidFill>
          </p:spPr>
          <p:txBody>
            <a:bodyPr wrap="square" lIns="0" tIns="0" rIns="0" bIns="0" rtlCol="0"/>
            <a:lstStyle/>
            <a:p>
              <a:endParaRPr sz="2000"/>
            </a:p>
          </p:txBody>
        </p:sp>
        <p:sp>
          <p:nvSpPr>
            <p:cNvPr id="578" name="object 85">
              <a:extLst>
                <a:ext uri="{FF2B5EF4-FFF2-40B4-BE49-F238E27FC236}">
                  <a16:creationId xmlns:a16="http://schemas.microsoft.com/office/drawing/2014/main" id="{44E49CDF-37AB-41B7-97BF-736F798F7673}"/>
                </a:ext>
              </a:extLst>
            </p:cNvPr>
            <p:cNvSpPr/>
            <p:nvPr/>
          </p:nvSpPr>
          <p:spPr>
            <a:xfrm>
              <a:off x="2900171" y="1804416"/>
              <a:ext cx="86995" cy="93345"/>
            </a:xfrm>
            <a:custGeom>
              <a:avLst/>
              <a:gdLst/>
              <a:ahLst/>
              <a:cxnLst/>
              <a:rect l="l" t="t" r="r" b="b"/>
              <a:pathLst>
                <a:path w="86994" h="93344">
                  <a:moveTo>
                    <a:pt x="0" y="92962"/>
                  </a:moveTo>
                  <a:lnTo>
                    <a:pt x="86865" y="92962"/>
                  </a:lnTo>
                  <a:lnTo>
                    <a:pt x="86865"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79" name="object 86">
              <a:extLst>
                <a:ext uri="{FF2B5EF4-FFF2-40B4-BE49-F238E27FC236}">
                  <a16:creationId xmlns:a16="http://schemas.microsoft.com/office/drawing/2014/main" id="{22FBB971-86DC-4C68-8619-D906D7176095}"/>
                </a:ext>
              </a:extLst>
            </p:cNvPr>
            <p:cNvSpPr/>
            <p:nvPr/>
          </p:nvSpPr>
          <p:spPr>
            <a:xfrm>
              <a:off x="2814827" y="1804416"/>
              <a:ext cx="85725" cy="93345"/>
            </a:xfrm>
            <a:custGeom>
              <a:avLst/>
              <a:gdLst/>
              <a:ahLst/>
              <a:cxnLst/>
              <a:rect l="l" t="t" r="r" b="b"/>
              <a:pathLst>
                <a:path w="85725" h="93344">
                  <a:moveTo>
                    <a:pt x="85347" y="0"/>
                  </a:moveTo>
                  <a:lnTo>
                    <a:pt x="0" y="0"/>
                  </a:lnTo>
                  <a:lnTo>
                    <a:pt x="0" y="92962"/>
                  </a:lnTo>
                  <a:lnTo>
                    <a:pt x="85347" y="92962"/>
                  </a:lnTo>
                  <a:lnTo>
                    <a:pt x="85347" y="0"/>
                  </a:lnTo>
                  <a:close/>
                </a:path>
              </a:pathLst>
            </a:custGeom>
            <a:solidFill>
              <a:srgbClr val="FFFD96"/>
            </a:solidFill>
          </p:spPr>
          <p:txBody>
            <a:bodyPr wrap="square" lIns="0" tIns="0" rIns="0" bIns="0" rtlCol="0"/>
            <a:lstStyle/>
            <a:p>
              <a:endParaRPr sz="2000"/>
            </a:p>
          </p:txBody>
        </p:sp>
        <p:sp>
          <p:nvSpPr>
            <p:cNvPr id="580" name="object 87">
              <a:extLst>
                <a:ext uri="{FF2B5EF4-FFF2-40B4-BE49-F238E27FC236}">
                  <a16:creationId xmlns:a16="http://schemas.microsoft.com/office/drawing/2014/main" id="{0D9266E2-34AB-469F-B06C-036CD71E7C84}"/>
                </a:ext>
              </a:extLst>
            </p:cNvPr>
            <p:cNvSpPr/>
            <p:nvPr/>
          </p:nvSpPr>
          <p:spPr>
            <a:xfrm>
              <a:off x="2814827" y="1804416"/>
              <a:ext cx="85725" cy="93345"/>
            </a:xfrm>
            <a:custGeom>
              <a:avLst/>
              <a:gdLst/>
              <a:ahLst/>
              <a:cxnLst/>
              <a:rect l="l" t="t" r="r" b="b"/>
              <a:pathLst>
                <a:path w="85725" h="93344">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81" name="object 88">
              <a:extLst>
                <a:ext uri="{FF2B5EF4-FFF2-40B4-BE49-F238E27FC236}">
                  <a16:creationId xmlns:a16="http://schemas.microsoft.com/office/drawing/2014/main" id="{0E5C4D53-3D5A-4C4A-88AB-D979D1B58114}"/>
                </a:ext>
              </a:extLst>
            </p:cNvPr>
            <p:cNvSpPr/>
            <p:nvPr/>
          </p:nvSpPr>
          <p:spPr>
            <a:xfrm>
              <a:off x="2729483" y="1804416"/>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582" name="object 89">
              <a:extLst>
                <a:ext uri="{FF2B5EF4-FFF2-40B4-BE49-F238E27FC236}">
                  <a16:creationId xmlns:a16="http://schemas.microsoft.com/office/drawing/2014/main" id="{E1DFB64A-8577-47AA-92AD-4BB0E3BDEFEE}"/>
                </a:ext>
              </a:extLst>
            </p:cNvPr>
            <p:cNvSpPr/>
            <p:nvPr/>
          </p:nvSpPr>
          <p:spPr>
            <a:xfrm>
              <a:off x="2729483" y="1804416"/>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83" name="object 90">
              <a:extLst>
                <a:ext uri="{FF2B5EF4-FFF2-40B4-BE49-F238E27FC236}">
                  <a16:creationId xmlns:a16="http://schemas.microsoft.com/office/drawing/2014/main" id="{D4BA56F3-C155-4C31-8860-A47ADCF53A84}"/>
                </a:ext>
              </a:extLst>
            </p:cNvPr>
            <p:cNvSpPr/>
            <p:nvPr/>
          </p:nvSpPr>
          <p:spPr>
            <a:xfrm>
              <a:off x="2644139" y="1804416"/>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FFD96"/>
            </a:solidFill>
          </p:spPr>
          <p:txBody>
            <a:bodyPr wrap="square" lIns="0" tIns="0" rIns="0" bIns="0" rtlCol="0"/>
            <a:lstStyle/>
            <a:p>
              <a:endParaRPr sz="2000"/>
            </a:p>
          </p:txBody>
        </p:sp>
        <p:sp>
          <p:nvSpPr>
            <p:cNvPr id="584" name="object 91">
              <a:extLst>
                <a:ext uri="{FF2B5EF4-FFF2-40B4-BE49-F238E27FC236}">
                  <a16:creationId xmlns:a16="http://schemas.microsoft.com/office/drawing/2014/main" id="{419B4D64-64E7-4696-88EC-4B9D17AC2F19}"/>
                </a:ext>
              </a:extLst>
            </p:cNvPr>
            <p:cNvSpPr/>
            <p:nvPr/>
          </p:nvSpPr>
          <p:spPr>
            <a:xfrm>
              <a:off x="2644139" y="1804416"/>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585" name="object 92">
              <a:extLst>
                <a:ext uri="{FF2B5EF4-FFF2-40B4-BE49-F238E27FC236}">
                  <a16:creationId xmlns:a16="http://schemas.microsoft.com/office/drawing/2014/main" id="{3B7B1B83-7720-48BB-A4D1-07FCCC4A026A}"/>
                </a:ext>
              </a:extLst>
            </p:cNvPr>
            <p:cNvSpPr/>
            <p:nvPr/>
          </p:nvSpPr>
          <p:spPr>
            <a:xfrm>
              <a:off x="3243071" y="189737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586" name="object 93">
              <a:extLst>
                <a:ext uri="{FF2B5EF4-FFF2-40B4-BE49-F238E27FC236}">
                  <a16:creationId xmlns:a16="http://schemas.microsoft.com/office/drawing/2014/main" id="{B3D325AB-2708-4C07-8579-7366B803D2EB}"/>
                </a:ext>
              </a:extLst>
            </p:cNvPr>
            <p:cNvSpPr/>
            <p:nvPr/>
          </p:nvSpPr>
          <p:spPr>
            <a:xfrm>
              <a:off x="3243071" y="189737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587" name="object 94">
              <a:extLst>
                <a:ext uri="{FF2B5EF4-FFF2-40B4-BE49-F238E27FC236}">
                  <a16:creationId xmlns:a16="http://schemas.microsoft.com/office/drawing/2014/main" id="{ED59037E-0C62-4428-A885-9D8BAB250C13}"/>
                </a:ext>
              </a:extLst>
            </p:cNvPr>
            <p:cNvSpPr/>
            <p:nvPr/>
          </p:nvSpPr>
          <p:spPr>
            <a:xfrm>
              <a:off x="3157727" y="1897379"/>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FFFD96"/>
            </a:solidFill>
          </p:spPr>
          <p:txBody>
            <a:bodyPr wrap="square" lIns="0" tIns="0" rIns="0" bIns="0" rtlCol="0"/>
            <a:lstStyle/>
            <a:p>
              <a:endParaRPr sz="2000"/>
            </a:p>
          </p:txBody>
        </p:sp>
        <p:sp>
          <p:nvSpPr>
            <p:cNvPr id="588" name="object 95">
              <a:extLst>
                <a:ext uri="{FF2B5EF4-FFF2-40B4-BE49-F238E27FC236}">
                  <a16:creationId xmlns:a16="http://schemas.microsoft.com/office/drawing/2014/main" id="{E04AD758-B21A-49E7-84EA-AB58B387C414}"/>
                </a:ext>
              </a:extLst>
            </p:cNvPr>
            <p:cNvSpPr/>
            <p:nvPr/>
          </p:nvSpPr>
          <p:spPr>
            <a:xfrm>
              <a:off x="3157727" y="1897379"/>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589" name="object 96">
              <a:extLst>
                <a:ext uri="{FF2B5EF4-FFF2-40B4-BE49-F238E27FC236}">
                  <a16:creationId xmlns:a16="http://schemas.microsoft.com/office/drawing/2014/main" id="{2EAF3459-D3CB-493C-A7BD-750035E40B54}"/>
                </a:ext>
              </a:extLst>
            </p:cNvPr>
            <p:cNvSpPr/>
            <p:nvPr/>
          </p:nvSpPr>
          <p:spPr>
            <a:xfrm>
              <a:off x="3072383" y="189737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590" name="object 97">
              <a:extLst>
                <a:ext uri="{FF2B5EF4-FFF2-40B4-BE49-F238E27FC236}">
                  <a16:creationId xmlns:a16="http://schemas.microsoft.com/office/drawing/2014/main" id="{0585CA37-75C5-432B-ADED-4902C444FAF8}"/>
                </a:ext>
              </a:extLst>
            </p:cNvPr>
            <p:cNvSpPr/>
            <p:nvPr/>
          </p:nvSpPr>
          <p:spPr>
            <a:xfrm>
              <a:off x="3072383" y="189737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591" name="object 98">
              <a:extLst>
                <a:ext uri="{FF2B5EF4-FFF2-40B4-BE49-F238E27FC236}">
                  <a16:creationId xmlns:a16="http://schemas.microsoft.com/office/drawing/2014/main" id="{676CCC7E-A5AF-477E-9445-E8D7D7CD3721}"/>
                </a:ext>
              </a:extLst>
            </p:cNvPr>
            <p:cNvSpPr/>
            <p:nvPr/>
          </p:nvSpPr>
          <p:spPr>
            <a:xfrm>
              <a:off x="2987039" y="189737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592" name="object 99">
              <a:extLst>
                <a:ext uri="{FF2B5EF4-FFF2-40B4-BE49-F238E27FC236}">
                  <a16:creationId xmlns:a16="http://schemas.microsoft.com/office/drawing/2014/main" id="{FE60DAC4-17F5-421E-BBB1-EBB6B2F744A4}"/>
                </a:ext>
              </a:extLst>
            </p:cNvPr>
            <p:cNvSpPr/>
            <p:nvPr/>
          </p:nvSpPr>
          <p:spPr>
            <a:xfrm>
              <a:off x="2987039" y="189737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593" name="object 100">
              <a:extLst>
                <a:ext uri="{FF2B5EF4-FFF2-40B4-BE49-F238E27FC236}">
                  <a16:creationId xmlns:a16="http://schemas.microsoft.com/office/drawing/2014/main" id="{37BBC3E3-3F3B-4516-B193-F57552D00F49}"/>
                </a:ext>
              </a:extLst>
            </p:cNvPr>
            <p:cNvSpPr/>
            <p:nvPr/>
          </p:nvSpPr>
          <p:spPr>
            <a:xfrm>
              <a:off x="2900171" y="1897379"/>
              <a:ext cx="86995" cy="91440"/>
            </a:xfrm>
            <a:custGeom>
              <a:avLst/>
              <a:gdLst/>
              <a:ahLst/>
              <a:cxnLst/>
              <a:rect l="l" t="t" r="r" b="b"/>
              <a:pathLst>
                <a:path w="86994" h="91439">
                  <a:moveTo>
                    <a:pt x="86865" y="0"/>
                  </a:moveTo>
                  <a:lnTo>
                    <a:pt x="0" y="0"/>
                  </a:lnTo>
                  <a:lnTo>
                    <a:pt x="0" y="91440"/>
                  </a:lnTo>
                  <a:lnTo>
                    <a:pt x="86865" y="91440"/>
                  </a:lnTo>
                  <a:lnTo>
                    <a:pt x="86865" y="0"/>
                  </a:lnTo>
                  <a:close/>
                </a:path>
              </a:pathLst>
            </a:custGeom>
            <a:solidFill>
              <a:srgbClr val="FFFD96"/>
            </a:solidFill>
          </p:spPr>
          <p:txBody>
            <a:bodyPr wrap="square" lIns="0" tIns="0" rIns="0" bIns="0" rtlCol="0"/>
            <a:lstStyle/>
            <a:p>
              <a:endParaRPr sz="2000"/>
            </a:p>
          </p:txBody>
        </p:sp>
        <p:sp>
          <p:nvSpPr>
            <p:cNvPr id="594" name="object 101">
              <a:extLst>
                <a:ext uri="{FF2B5EF4-FFF2-40B4-BE49-F238E27FC236}">
                  <a16:creationId xmlns:a16="http://schemas.microsoft.com/office/drawing/2014/main" id="{768EFBF1-F50D-404B-867E-3B04A9DCA634}"/>
                </a:ext>
              </a:extLst>
            </p:cNvPr>
            <p:cNvSpPr/>
            <p:nvPr/>
          </p:nvSpPr>
          <p:spPr>
            <a:xfrm>
              <a:off x="2900171" y="1897379"/>
              <a:ext cx="86995" cy="91440"/>
            </a:xfrm>
            <a:custGeom>
              <a:avLst/>
              <a:gdLst/>
              <a:ahLst/>
              <a:cxnLst/>
              <a:rect l="l" t="t" r="r" b="b"/>
              <a:pathLst>
                <a:path w="86994" h="91439">
                  <a:moveTo>
                    <a:pt x="0" y="91440"/>
                  </a:moveTo>
                  <a:lnTo>
                    <a:pt x="86865" y="91440"/>
                  </a:lnTo>
                  <a:lnTo>
                    <a:pt x="86865" y="0"/>
                  </a:lnTo>
                  <a:lnTo>
                    <a:pt x="0" y="0"/>
                  </a:lnTo>
                  <a:lnTo>
                    <a:pt x="0" y="91440"/>
                  </a:lnTo>
                  <a:close/>
                </a:path>
              </a:pathLst>
            </a:custGeom>
            <a:ln w="12700">
              <a:solidFill>
                <a:srgbClr val="000000"/>
              </a:solidFill>
            </a:ln>
          </p:spPr>
          <p:txBody>
            <a:bodyPr wrap="square" lIns="0" tIns="0" rIns="0" bIns="0" rtlCol="0"/>
            <a:lstStyle/>
            <a:p>
              <a:endParaRPr sz="2000"/>
            </a:p>
          </p:txBody>
        </p:sp>
        <p:sp>
          <p:nvSpPr>
            <p:cNvPr id="595" name="object 102">
              <a:extLst>
                <a:ext uri="{FF2B5EF4-FFF2-40B4-BE49-F238E27FC236}">
                  <a16:creationId xmlns:a16="http://schemas.microsoft.com/office/drawing/2014/main" id="{B1023D2D-E293-4521-AC93-AA7A0C9FBFA9}"/>
                </a:ext>
              </a:extLst>
            </p:cNvPr>
            <p:cNvSpPr/>
            <p:nvPr/>
          </p:nvSpPr>
          <p:spPr>
            <a:xfrm>
              <a:off x="2814827" y="1897379"/>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FFFD96"/>
            </a:solidFill>
          </p:spPr>
          <p:txBody>
            <a:bodyPr wrap="square" lIns="0" tIns="0" rIns="0" bIns="0" rtlCol="0"/>
            <a:lstStyle/>
            <a:p>
              <a:endParaRPr sz="2000"/>
            </a:p>
          </p:txBody>
        </p:sp>
        <p:sp>
          <p:nvSpPr>
            <p:cNvPr id="596" name="object 103">
              <a:extLst>
                <a:ext uri="{FF2B5EF4-FFF2-40B4-BE49-F238E27FC236}">
                  <a16:creationId xmlns:a16="http://schemas.microsoft.com/office/drawing/2014/main" id="{595426F8-0B33-43FF-A691-55B266E88A9A}"/>
                </a:ext>
              </a:extLst>
            </p:cNvPr>
            <p:cNvSpPr/>
            <p:nvPr/>
          </p:nvSpPr>
          <p:spPr>
            <a:xfrm>
              <a:off x="2814827" y="1897379"/>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597" name="object 104">
              <a:extLst>
                <a:ext uri="{FF2B5EF4-FFF2-40B4-BE49-F238E27FC236}">
                  <a16:creationId xmlns:a16="http://schemas.microsoft.com/office/drawing/2014/main" id="{C90F1DF4-EA0B-427E-887C-B2FDDF467961}"/>
                </a:ext>
              </a:extLst>
            </p:cNvPr>
            <p:cNvSpPr/>
            <p:nvPr/>
          </p:nvSpPr>
          <p:spPr>
            <a:xfrm>
              <a:off x="2729483" y="189737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598" name="object 105">
              <a:extLst>
                <a:ext uri="{FF2B5EF4-FFF2-40B4-BE49-F238E27FC236}">
                  <a16:creationId xmlns:a16="http://schemas.microsoft.com/office/drawing/2014/main" id="{61EC9909-276F-4E79-9F37-248002A5D0CC}"/>
                </a:ext>
              </a:extLst>
            </p:cNvPr>
            <p:cNvSpPr/>
            <p:nvPr/>
          </p:nvSpPr>
          <p:spPr>
            <a:xfrm>
              <a:off x="2729483" y="189737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599" name="object 106">
              <a:extLst>
                <a:ext uri="{FF2B5EF4-FFF2-40B4-BE49-F238E27FC236}">
                  <a16:creationId xmlns:a16="http://schemas.microsoft.com/office/drawing/2014/main" id="{E01601A4-6B2E-42F0-B4CE-9EC4190608D3}"/>
                </a:ext>
              </a:extLst>
            </p:cNvPr>
            <p:cNvSpPr/>
            <p:nvPr/>
          </p:nvSpPr>
          <p:spPr>
            <a:xfrm>
              <a:off x="2644139" y="189737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00" name="object 107">
              <a:extLst>
                <a:ext uri="{FF2B5EF4-FFF2-40B4-BE49-F238E27FC236}">
                  <a16:creationId xmlns:a16="http://schemas.microsoft.com/office/drawing/2014/main" id="{EFADEA96-56A6-4956-9F61-0BA43B1D259F}"/>
                </a:ext>
              </a:extLst>
            </p:cNvPr>
            <p:cNvSpPr/>
            <p:nvPr/>
          </p:nvSpPr>
          <p:spPr>
            <a:xfrm>
              <a:off x="2644139" y="189737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grpSp>
      <p:grpSp>
        <p:nvGrpSpPr>
          <p:cNvPr id="601" name="object 108">
            <a:extLst>
              <a:ext uri="{FF2B5EF4-FFF2-40B4-BE49-F238E27FC236}">
                <a16:creationId xmlns:a16="http://schemas.microsoft.com/office/drawing/2014/main" id="{5253D9EA-2493-4233-AEE4-E41B69C1E590}"/>
              </a:ext>
            </a:extLst>
          </p:cNvPr>
          <p:cNvGrpSpPr/>
          <p:nvPr/>
        </p:nvGrpSpPr>
        <p:grpSpPr>
          <a:xfrm>
            <a:off x="1519880" y="1939685"/>
            <a:ext cx="825500" cy="393700"/>
            <a:chOff x="1523746" y="1798066"/>
            <a:chExt cx="742950" cy="354330"/>
          </a:xfrm>
        </p:grpSpPr>
        <p:sp>
          <p:nvSpPr>
            <p:cNvPr id="602" name="object 109">
              <a:extLst>
                <a:ext uri="{FF2B5EF4-FFF2-40B4-BE49-F238E27FC236}">
                  <a16:creationId xmlns:a16="http://schemas.microsoft.com/office/drawing/2014/main" id="{64A4BDF5-CE1A-496D-9469-6944F2958F4F}"/>
                </a:ext>
              </a:extLst>
            </p:cNvPr>
            <p:cNvSpPr/>
            <p:nvPr/>
          </p:nvSpPr>
          <p:spPr>
            <a:xfrm>
              <a:off x="1712976" y="1804416"/>
              <a:ext cx="547370" cy="341630"/>
            </a:xfrm>
            <a:custGeom>
              <a:avLst/>
              <a:gdLst/>
              <a:ahLst/>
              <a:cxnLst/>
              <a:rect l="l" t="t" r="r" b="b"/>
              <a:pathLst>
                <a:path w="547369" h="341630">
                  <a:moveTo>
                    <a:pt x="0" y="85342"/>
                  </a:moveTo>
                  <a:lnTo>
                    <a:pt x="91440" y="85342"/>
                  </a:lnTo>
                  <a:lnTo>
                    <a:pt x="91440" y="0"/>
                  </a:lnTo>
                  <a:lnTo>
                    <a:pt x="0" y="0"/>
                  </a:lnTo>
                  <a:lnTo>
                    <a:pt x="0" y="85342"/>
                  </a:lnTo>
                  <a:close/>
                </a:path>
                <a:path w="547369" h="341630">
                  <a:moveTo>
                    <a:pt x="0" y="170686"/>
                  </a:moveTo>
                  <a:lnTo>
                    <a:pt x="91440" y="170686"/>
                  </a:lnTo>
                  <a:lnTo>
                    <a:pt x="91440" y="85344"/>
                  </a:lnTo>
                  <a:lnTo>
                    <a:pt x="0" y="85344"/>
                  </a:lnTo>
                  <a:lnTo>
                    <a:pt x="0" y="170686"/>
                  </a:lnTo>
                  <a:close/>
                </a:path>
                <a:path w="547369" h="341630">
                  <a:moveTo>
                    <a:pt x="0" y="256030"/>
                  </a:moveTo>
                  <a:lnTo>
                    <a:pt x="91440" y="256030"/>
                  </a:lnTo>
                  <a:lnTo>
                    <a:pt x="91440" y="170688"/>
                  </a:lnTo>
                  <a:lnTo>
                    <a:pt x="0" y="170688"/>
                  </a:lnTo>
                  <a:lnTo>
                    <a:pt x="0" y="256030"/>
                  </a:lnTo>
                  <a:close/>
                </a:path>
                <a:path w="547369" h="341630">
                  <a:moveTo>
                    <a:pt x="0" y="341374"/>
                  </a:moveTo>
                  <a:lnTo>
                    <a:pt x="91440" y="341374"/>
                  </a:lnTo>
                  <a:lnTo>
                    <a:pt x="91440" y="256027"/>
                  </a:lnTo>
                  <a:lnTo>
                    <a:pt x="0" y="256027"/>
                  </a:lnTo>
                  <a:lnTo>
                    <a:pt x="0" y="341374"/>
                  </a:lnTo>
                  <a:close/>
                </a:path>
                <a:path w="547369" h="341630">
                  <a:moveTo>
                    <a:pt x="91440" y="85342"/>
                  </a:moveTo>
                  <a:lnTo>
                    <a:pt x="184402" y="85342"/>
                  </a:lnTo>
                  <a:lnTo>
                    <a:pt x="184402" y="0"/>
                  </a:lnTo>
                  <a:lnTo>
                    <a:pt x="91440" y="0"/>
                  </a:lnTo>
                  <a:lnTo>
                    <a:pt x="91440" y="85342"/>
                  </a:lnTo>
                  <a:close/>
                </a:path>
                <a:path w="547369" h="341630">
                  <a:moveTo>
                    <a:pt x="91440" y="170686"/>
                  </a:moveTo>
                  <a:lnTo>
                    <a:pt x="184402" y="170686"/>
                  </a:lnTo>
                  <a:lnTo>
                    <a:pt x="184402" y="85344"/>
                  </a:lnTo>
                  <a:lnTo>
                    <a:pt x="91440" y="85344"/>
                  </a:lnTo>
                  <a:lnTo>
                    <a:pt x="91440" y="170686"/>
                  </a:lnTo>
                  <a:close/>
                </a:path>
                <a:path w="547369" h="341630">
                  <a:moveTo>
                    <a:pt x="91440" y="256030"/>
                  </a:moveTo>
                  <a:lnTo>
                    <a:pt x="184402" y="256030"/>
                  </a:lnTo>
                  <a:lnTo>
                    <a:pt x="184402" y="170688"/>
                  </a:lnTo>
                  <a:lnTo>
                    <a:pt x="91440" y="170688"/>
                  </a:lnTo>
                  <a:lnTo>
                    <a:pt x="91440" y="256030"/>
                  </a:lnTo>
                  <a:close/>
                </a:path>
                <a:path w="547369" h="341630">
                  <a:moveTo>
                    <a:pt x="91440" y="341374"/>
                  </a:moveTo>
                  <a:lnTo>
                    <a:pt x="184402" y="341374"/>
                  </a:lnTo>
                  <a:lnTo>
                    <a:pt x="184402" y="256027"/>
                  </a:lnTo>
                  <a:lnTo>
                    <a:pt x="91440" y="256027"/>
                  </a:lnTo>
                  <a:lnTo>
                    <a:pt x="91440" y="341374"/>
                  </a:lnTo>
                  <a:close/>
                </a:path>
                <a:path w="547369" h="341630">
                  <a:moveTo>
                    <a:pt x="179832" y="85342"/>
                  </a:moveTo>
                  <a:lnTo>
                    <a:pt x="271272" y="85342"/>
                  </a:lnTo>
                  <a:lnTo>
                    <a:pt x="271272" y="0"/>
                  </a:lnTo>
                  <a:lnTo>
                    <a:pt x="179832" y="0"/>
                  </a:lnTo>
                  <a:lnTo>
                    <a:pt x="179832" y="85342"/>
                  </a:lnTo>
                  <a:close/>
                </a:path>
                <a:path w="547369" h="341630">
                  <a:moveTo>
                    <a:pt x="179832" y="170686"/>
                  </a:moveTo>
                  <a:lnTo>
                    <a:pt x="271272" y="170686"/>
                  </a:lnTo>
                  <a:lnTo>
                    <a:pt x="271272" y="85344"/>
                  </a:lnTo>
                  <a:lnTo>
                    <a:pt x="179832" y="85344"/>
                  </a:lnTo>
                  <a:lnTo>
                    <a:pt x="179832" y="170686"/>
                  </a:lnTo>
                  <a:close/>
                </a:path>
                <a:path w="547369" h="341630">
                  <a:moveTo>
                    <a:pt x="179832" y="256030"/>
                  </a:moveTo>
                  <a:lnTo>
                    <a:pt x="271272" y="256030"/>
                  </a:lnTo>
                  <a:lnTo>
                    <a:pt x="271272" y="170688"/>
                  </a:lnTo>
                  <a:lnTo>
                    <a:pt x="179832" y="170688"/>
                  </a:lnTo>
                  <a:lnTo>
                    <a:pt x="179832" y="256030"/>
                  </a:lnTo>
                  <a:close/>
                </a:path>
                <a:path w="547369" h="341630">
                  <a:moveTo>
                    <a:pt x="179832" y="341374"/>
                  </a:moveTo>
                  <a:lnTo>
                    <a:pt x="271272" y="341374"/>
                  </a:lnTo>
                  <a:lnTo>
                    <a:pt x="271272" y="256027"/>
                  </a:lnTo>
                  <a:lnTo>
                    <a:pt x="179832" y="256027"/>
                  </a:lnTo>
                  <a:lnTo>
                    <a:pt x="179832" y="341374"/>
                  </a:lnTo>
                  <a:close/>
                </a:path>
                <a:path w="547369" h="341630">
                  <a:moveTo>
                    <a:pt x="271272" y="85342"/>
                  </a:moveTo>
                  <a:lnTo>
                    <a:pt x="364239" y="85342"/>
                  </a:lnTo>
                  <a:lnTo>
                    <a:pt x="364239" y="0"/>
                  </a:lnTo>
                  <a:lnTo>
                    <a:pt x="271272" y="0"/>
                  </a:lnTo>
                  <a:lnTo>
                    <a:pt x="271272" y="85342"/>
                  </a:lnTo>
                  <a:close/>
                </a:path>
                <a:path w="547369" h="341630">
                  <a:moveTo>
                    <a:pt x="271272" y="170686"/>
                  </a:moveTo>
                  <a:lnTo>
                    <a:pt x="364239" y="170686"/>
                  </a:lnTo>
                  <a:lnTo>
                    <a:pt x="364239" y="85344"/>
                  </a:lnTo>
                  <a:lnTo>
                    <a:pt x="271272" y="85344"/>
                  </a:lnTo>
                  <a:lnTo>
                    <a:pt x="271272" y="170686"/>
                  </a:lnTo>
                  <a:close/>
                </a:path>
                <a:path w="547369" h="341630">
                  <a:moveTo>
                    <a:pt x="271272" y="256030"/>
                  </a:moveTo>
                  <a:lnTo>
                    <a:pt x="364239" y="256030"/>
                  </a:lnTo>
                  <a:lnTo>
                    <a:pt x="364239" y="170688"/>
                  </a:lnTo>
                  <a:lnTo>
                    <a:pt x="271272" y="170688"/>
                  </a:lnTo>
                  <a:lnTo>
                    <a:pt x="271272" y="256030"/>
                  </a:lnTo>
                  <a:close/>
                </a:path>
                <a:path w="547369" h="341630">
                  <a:moveTo>
                    <a:pt x="271272" y="341374"/>
                  </a:moveTo>
                  <a:lnTo>
                    <a:pt x="364239" y="341374"/>
                  </a:lnTo>
                  <a:lnTo>
                    <a:pt x="364239" y="256027"/>
                  </a:lnTo>
                  <a:lnTo>
                    <a:pt x="271272" y="256027"/>
                  </a:lnTo>
                  <a:lnTo>
                    <a:pt x="271272" y="341374"/>
                  </a:lnTo>
                  <a:close/>
                </a:path>
                <a:path w="547369" h="341630">
                  <a:moveTo>
                    <a:pt x="362712" y="85342"/>
                  </a:moveTo>
                  <a:lnTo>
                    <a:pt x="454152" y="85342"/>
                  </a:lnTo>
                  <a:lnTo>
                    <a:pt x="454152" y="0"/>
                  </a:lnTo>
                  <a:lnTo>
                    <a:pt x="362712" y="0"/>
                  </a:lnTo>
                  <a:lnTo>
                    <a:pt x="362712" y="85342"/>
                  </a:lnTo>
                  <a:close/>
                </a:path>
                <a:path w="547369" h="341630">
                  <a:moveTo>
                    <a:pt x="362712" y="170686"/>
                  </a:moveTo>
                  <a:lnTo>
                    <a:pt x="454152" y="170686"/>
                  </a:lnTo>
                  <a:lnTo>
                    <a:pt x="454152" y="85344"/>
                  </a:lnTo>
                  <a:lnTo>
                    <a:pt x="362712" y="85344"/>
                  </a:lnTo>
                  <a:lnTo>
                    <a:pt x="362712" y="170686"/>
                  </a:lnTo>
                  <a:close/>
                </a:path>
                <a:path w="547369" h="341630">
                  <a:moveTo>
                    <a:pt x="362712" y="256030"/>
                  </a:moveTo>
                  <a:lnTo>
                    <a:pt x="454152" y="256030"/>
                  </a:lnTo>
                  <a:lnTo>
                    <a:pt x="454152" y="170688"/>
                  </a:lnTo>
                  <a:lnTo>
                    <a:pt x="362712" y="170688"/>
                  </a:lnTo>
                  <a:lnTo>
                    <a:pt x="362712" y="256030"/>
                  </a:lnTo>
                  <a:close/>
                </a:path>
                <a:path w="547369" h="341630">
                  <a:moveTo>
                    <a:pt x="362712" y="341374"/>
                  </a:moveTo>
                  <a:lnTo>
                    <a:pt x="454152" y="341374"/>
                  </a:lnTo>
                  <a:lnTo>
                    <a:pt x="454152" y="256027"/>
                  </a:lnTo>
                  <a:lnTo>
                    <a:pt x="362712" y="256027"/>
                  </a:lnTo>
                  <a:lnTo>
                    <a:pt x="362712" y="341374"/>
                  </a:lnTo>
                  <a:close/>
                </a:path>
                <a:path w="547369" h="341630">
                  <a:moveTo>
                    <a:pt x="454152" y="85342"/>
                  </a:moveTo>
                  <a:lnTo>
                    <a:pt x="547119" y="85342"/>
                  </a:lnTo>
                  <a:lnTo>
                    <a:pt x="547119" y="0"/>
                  </a:lnTo>
                  <a:lnTo>
                    <a:pt x="454152" y="0"/>
                  </a:lnTo>
                  <a:lnTo>
                    <a:pt x="454152" y="85342"/>
                  </a:lnTo>
                  <a:close/>
                </a:path>
                <a:path w="547369" h="341630">
                  <a:moveTo>
                    <a:pt x="454152" y="170686"/>
                  </a:moveTo>
                  <a:lnTo>
                    <a:pt x="547119" y="170686"/>
                  </a:lnTo>
                  <a:lnTo>
                    <a:pt x="547119" y="85344"/>
                  </a:lnTo>
                  <a:lnTo>
                    <a:pt x="454152" y="85344"/>
                  </a:lnTo>
                  <a:lnTo>
                    <a:pt x="454152" y="170686"/>
                  </a:lnTo>
                  <a:close/>
                </a:path>
                <a:path w="547369" h="341630">
                  <a:moveTo>
                    <a:pt x="454152" y="256030"/>
                  </a:moveTo>
                  <a:lnTo>
                    <a:pt x="547119" y="256030"/>
                  </a:lnTo>
                  <a:lnTo>
                    <a:pt x="547119" y="170688"/>
                  </a:lnTo>
                  <a:lnTo>
                    <a:pt x="454152" y="170688"/>
                  </a:lnTo>
                  <a:lnTo>
                    <a:pt x="454152" y="256030"/>
                  </a:lnTo>
                  <a:close/>
                </a:path>
                <a:path w="547369" h="341630">
                  <a:moveTo>
                    <a:pt x="454152" y="341374"/>
                  </a:moveTo>
                  <a:lnTo>
                    <a:pt x="547119" y="341374"/>
                  </a:lnTo>
                  <a:lnTo>
                    <a:pt x="547119" y="256027"/>
                  </a:lnTo>
                  <a:lnTo>
                    <a:pt x="454152" y="256027"/>
                  </a:lnTo>
                  <a:lnTo>
                    <a:pt x="454152" y="341374"/>
                  </a:lnTo>
                  <a:close/>
                </a:path>
              </a:pathLst>
            </a:custGeom>
            <a:ln w="12700">
              <a:solidFill>
                <a:srgbClr val="D1D1D1"/>
              </a:solidFill>
            </a:ln>
          </p:spPr>
          <p:txBody>
            <a:bodyPr wrap="square" lIns="0" tIns="0" rIns="0" bIns="0" rtlCol="0"/>
            <a:lstStyle/>
            <a:p>
              <a:endParaRPr sz="2000"/>
            </a:p>
          </p:txBody>
        </p:sp>
        <p:sp>
          <p:nvSpPr>
            <p:cNvPr id="603" name="object 110">
              <a:extLst>
                <a:ext uri="{FF2B5EF4-FFF2-40B4-BE49-F238E27FC236}">
                  <a16:creationId xmlns:a16="http://schemas.microsoft.com/office/drawing/2014/main" id="{BB399531-9D6F-4D46-BADE-88A6A6CE60BE}"/>
                </a:ext>
              </a:extLst>
            </p:cNvPr>
            <p:cNvSpPr/>
            <p:nvPr/>
          </p:nvSpPr>
          <p:spPr>
            <a:xfrm>
              <a:off x="1530096" y="1804416"/>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604" name="object 111">
              <a:extLst>
                <a:ext uri="{FF2B5EF4-FFF2-40B4-BE49-F238E27FC236}">
                  <a16:creationId xmlns:a16="http://schemas.microsoft.com/office/drawing/2014/main" id="{5073FAC6-3806-41F8-8A4C-A72C7B920525}"/>
                </a:ext>
              </a:extLst>
            </p:cNvPr>
            <p:cNvSpPr/>
            <p:nvPr/>
          </p:nvSpPr>
          <p:spPr>
            <a:xfrm>
              <a:off x="1530096" y="180441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5" name="object 112">
              <a:extLst>
                <a:ext uri="{FF2B5EF4-FFF2-40B4-BE49-F238E27FC236}">
                  <a16:creationId xmlns:a16="http://schemas.microsoft.com/office/drawing/2014/main" id="{F919ACD8-EC12-4A31-AC61-24B215BB78D1}"/>
                </a:ext>
              </a:extLst>
            </p:cNvPr>
            <p:cNvSpPr/>
            <p:nvPr/>
          </p:nvSpPr>
          <p:spPr>
            <a:xfrm>
              <a:off x="1530096" y="1889760"/>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606" name="object 113">
              <a:extLst>
                <a:ext uri="{FF2B5EF4-FFF2-40B4-BE49-F238E27FC236}">
                  <a16:creationId xmlns:a16="http://schemas.microsoft.com/office/drawing/2014/main" id="{9DB4A99D-71DE-4C17-8E5E-6A9AFE7E1396}"/>
                </a:ext>
              </a:extLst>
            </p:cNvPr>
            <p:cNvSpPr/>
            <p:nvPr/>
          </p:nvSpPr>
          <p:spPr>
            <a:xfrm>
              <a:off x="1530096" y="188976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7" name="object 114">
              <a:extLst>
                <a:ext uri="{FF2B5EF4-FFF2-40B4-BE49-F238E27FC236}">
                  <a16:creationId xmlns:a16="http://schemas.microsoft.com/office/drawing/2014/main" id="{A3083E05-3A0F-4FBE-822A-50BB024D5BF9}"/>
                </a:ext>
              </a:extLst>
            </p:cNvPr>
            <p:cNvSpPr/>
            <p:nvPr/>
          </p:nvSpPr>
          <p:spPr>
            <a:xfrm>
              <a:off x="1530096" y="197510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608" name="object 115">
              <a:extLst>
                <a:ext uri="{FF2B5EF4-FFF2-40B4-BE49-F238E27FC236}">
                  <a16:creationId xmlns:a16="http://schemas.microsoft.com/office/drawing/2014/main" id="{7E005842-4E16-4890-AA0A-61B495427BE1}"/>
                </a:ext>
              </a:extLst>
            </p:cNvPr>
            <p:cNvSpPr/>
            <p:nvPr/>
          </p:nvSpPr>
          <p:spPr>
            <a:xfrm>
              <a:off x="1530096" y="197510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9" name="object 116">
              <a:extLst>
                <a:ext uri="{FF2B5EF4-FFF2-40B4-BE49-F238E27FC236}">
                  <a16:creationId xmlns:a16="http://schemas.microsoft.com/office/drawing/2014/main" id="{B1F5104C-FC8E-4A6F-B734-62604C49D9CC}"/>
                </a:ext>
              </a:extLst>
            </p:cNvPr>
            <p:cNvSpPr/>
            <p:nvPr/>
          </p:nvSpPr>
          <p:spPr>
            <a:xfrm>
              <a:off x="1530096" y="206044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610" name="object 117">
              <a:extLst>
                <a:ext uri="{FF2B5EF4-FFF2-40B4-BE49-F238E27FC236}">
                  <a16:creationId xmlns:a16="http://schemas.microsoft.com/office/drawing/2014/main" id="{D2427D78-74C8-47A7-8740-2EE205D4701D}"/>
                </a:ext>
              </a:extLst>
            </p:cNvPr>
            <p:cNvSpPr/>
            <p:nvPr/>
          </p:nvSpPr>
          <p:spPr>
            <a:xfrm>
              <a:off x="1530096" y="206044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11" name="object 118">
              <a:extLst>
                <a:ext uri="{FF2B5EF4-FFF2-40B4-BE49-F238E27FC236}">
                  <a16:creationId xmlns:a16="http://schemas.microsoft.com/office/drawing/2014/main" id="{157C3AC8-AFE1-4614-A462-C35299CBEDE5}"/>
                </a:ext>
              </a:extLst>
            </p:cNvPr>
            <p:cNvSpPr/>
            <p:nvPr/>
          </p:nvSpPr>
          <p:spPr>
            <a:xfrm>
              <a:off x="1621536" y="18044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612" name="object 119">
              <a:extLst>
                <a:ext uri="{FF2B5EF4-FFF2-40B4-BE49-F238E27FC236}">
                  <a16:creationId xmlns:a16="http://schemas.microsoft.com/office/drawing/2014/main" id="{F314ABFA-1590-4A2D-8366-DD52709ADFB7}"/>
                </a:ext>
              </a:extLst>
            </p:cNvPr>
            <p:cNvSpPr/>
            <p:nvPr/>
          </p:nvSpPr>
          <p:spPr>
            <a:xfrm>
              <a:off x="1621536" y="18044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3" name="object 120">
              <a:extLst>
                <a:ext uri="{FF2B5EF4-FFF2-40B4-BE49-F238E27FC236}">
                  <a16:creationId xmlns:a16="http://schemas.microsoft.com/office/drawing/2014/main" id="{24FB5961-8AC3-400E-BE9D-7DDA92E6108E}"/>
                </a:ext>
              </a:extLst>
            </p:cNvPr>
            <p:cNvSpPr/>
            <p:nvPr/>
          </p:nvSpPr>
          <p:spPr>
            <a:xfrm>
              <a:off x="1621536" y="188976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614" name="object 121">
              <a:extLst>
                <a:ext uri="{FF2B5EF4-FFF2-40B4-BE49-F238E27FC236}">
                  <a16:creationId xmlns:a16="http://schemas.microsoft.com/office/drawing/2014/main" id="{5445EB05-5C36-43BD-A758-B1A546D05D2B}"/>
                </a:ext>
              </a:extLst>
            </p:cNvPr>
            <p:cNvSpPr/>
            <p:nvPr/>
          </p:nvSpPr>
          <p:spPr>
            <a:xfrm>
              <a:off x="1621536" y="18897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5" name="object 122">
              <a:extLst>
                <a:ext uri="{FF2B5EF4-FFF2-40B4-BE49-F238E27FC236}">
                  <a16:creationId xmlns:a16="http://schemas.microsoft.com/office/drawing/2014/main" id="{BBB690A4-D772-4E03-A6F3-0E65187F02FE}"/>
                </a:ext>
              </a:extLst>
            </p:cNvPr>
            <p:cNvSpPr/>
            <p:nvPr/>
          </p:nvSpPr>
          <p:spPr>
            <a:xfrm>
              <a:off x="1621536" y="197510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616" name="object 123">
              <a:extLst>
                <a:ext uri="{FF2B5EF4-FFF2-40B4-BE49-F238E27FC236}">
                  <a16:creationId xmlns:a16="http://schemas.microsoft.com/office/drawing/2014/main" id="{E444B14E-4F5B-469A-A643-102F661736AF}"/>
                </a:ext>
              </a:extLst>
            </p:cNvPr>
            <p:cNvSpPr/>
            <p:nvPr/>
          </p:nvSpPr>
          <p:spPr>
            <a:xfrm>
              <a:off x="1621536" y="197510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7" name="object 124">
              <a:extLst>
                <a:ext uri="{FF2B5EF4-FFF2-40B4-BE49-F238E27FC236}">
                  <a16:creationId xmlns:a16="http://schemas.microsoft.com/office/drawing/2014/main" id="{CF921E21-CA17-4160-96D9-10509D00D8AE}"/>
                </a:ext>
              </a:extLst>
            </p:cNvPr>
            <p:cNvSpPr/>
            <p:nvPr/>
          </p:nvSpPr>
          <p:spPr>
            <a:xfrm>
              <a:off x="1621536" y="206044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618" name="object 125">
              <a:extLst>
                <a:ext uri="{FF2B5EF4-FFF2-40B4-BE49-F238E27FC236}">
                  <a16:creationId xmlns:a16="http://schemas.microsoft.com/office/drawing/2014/main" id="{7D176818-1B29-4363-9BFF-6728ABCE90D4}"/>
                </a:ext>
              </a:extLst>
            </p:cNvPr>
            <p:cNvSpPr/>
            <p:nvPr/>
          </p:nvSpPr>
          <p:spPr>
            <a:xfrm>
              <a:off x="1621536" y="206044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grpSp>
      <p:sp>
        <p:nvSpPr>
          <p:cNvPr id="619" name="object 126">
            <a:extLst>
              <a:ext uri="{FF2B5EF4-FFF2-40B4-BE49-F238E27FC236}">
                <a16:creationId xmlns:a16="http://schemas.microsoft.com/office/drawing/2014/main" id="{2A489078-9F66-4975-9EE0-B7C83B5BDCF5}"/>
              </a:ext>
            </a:extLst>
          </p:cNvPr>
          <p:cNvSpPr txBox="1"/>
          <p:nvPr/>
        </p:nvSpPr>
        <p:spPr>
          <a:xfrm>
            <a:off x="152400" y="1978010"/>
            <a:ext cx="939799"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Worker</a:t>
            </a:r>
            <a:r>
              <a:rPr sz="1556" b="1" spc="-106" dirty="0">
                <a:latin typeface="Arial"/>
                <a:cs typeface="Arial"/>
              </a:rPr>
              <a:t> </a:t>
            </a:r>
            <a:r>
              <a:rPr sz="1556" b="1" dirty="0">
                <a:latin typeface="Arial"/>
                <a:cs typeface="Arial"/>
              </a:rPr>
              <a:t>0:</a:t>
            </a:r>
            <a:endParaRPr sz="1556">
              <a:latin typeface="Arial"/>
              <a:cs typeface="Arial"/>
            </a:endParaRPr>
          </a:p>
        </p:txBody>
      </p:sp>
      <p:sp>
        <p:nvSpPr>
          <p:cNvPr id="620" name="object 127">
            <a:extLst>
              <a:ext uri="{FF2B5EF4-FFF2-40B4-BE49-F238E27FC236}">
                <a16:creationId xmlns:a16="http://schemas.microsoft.com/office/drawing/2014/main" id="{5F5FB2A1-61BC-41AD-9A27-06A75F577EF0}"/>
              </a:ext>
            </a:extLst>
          </p:cNvPr>
          <p:cNvSpPr txBox="1"/>
          <p:nvPr/>
        </p:nvSpPr>
        <p:spPr>
          <a:xfrm>
            <a:off x="152400" y="3152532"/>
            <a:ext cx="939094"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83" dirty="0">
                <a:latin typeface="Arial"/>
                <a:cs typeface="Arial"/>
              </a:rPr>
              <a:t> </a:t>
            </a:r>
            <a:r>
              <a:rPr sz="1556" b="1" dirty="0">
                <a:latin typeface="Arial"/>
                <a:cs typeface="Arial"/>
              </a:rPr>
              <a:t>1:</a:t>
            </a:r>
            <a:endParaRPr sz="1556">
              <a:latin typeface="Arial"/>
              <a:cs typeface="Arial"/>
            </a:endParaRPr>
          </a:p>
        </p:txBody>
      </p:sp>
      <p:sp>
        <p:nvSpPr>
          <p:cNvPr id="621" name="object 128">
            <a:extLst>
              <a:ext uri="{FF2B5EF4-FFF2-40B4-BE49-F238E27FC236}">
                <a16:creationId xmlns:a16="http://schemas.microsoft.com/office/drawing/2014/main" id="{0F5A6426-1B1A-496E-9C71-99835BE5D329}"/>
              </a:ext>
            </a:extLst>
          </p:cNvPr>
          <p:cNvSpPr txBox="1"/>
          <p:nvPr/>
        </p:nvSpPr>
        <p:spPr>
          <a:xfrm>
            <a:off x="180170" y="4282270"/>
            <a:ext cx="939094"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83" dirty="0">
                <a:latin typeface="Arial"/>
                <a:cs typeface="Arial"/>
              </a:rPr>
              <a:t> </a:t>
            </a:r>
            <a:r>
              <a:rPr sz="1556" b="1" dirty="0">
                <a:latin typeface="Arial"/>
                <a:cs typeface="Arial"/>
              </a:rPr>
              <a:t>2:</a:t>
            </a:r>
            <a:endParaRPr sz="1556">
              <a:latin typeface="Arial"/>
              <a:cs typeface="Arial"/>
            </a:endParaRPr>
          </a:p>
        </p:txBody>
      </p:sp>
      <p:sp>
        <p:nvSpPr>
          <p:cNvPr id="622" name="object 129">
            <a:extLst>
              <a:ext uri="{FF2B5EF4-FFF2-40B4-BE49-F238E27FC236}">
                <a16:creationId xmlns:a16="http://schemas.microsoft.com/office/drawing/2014/main" id="{34019D4E-7995-415A-8B55-9022198B2BDD}"/>
              </a:ext>
            </a:extLst>
          </p:cNvPr>
          <p:cNvSpPr txBox="1"/>
          <p:nvPr/>
        </p:nvSpPr>
        <p:spPr>
          <a:xfrm>
            <a:off x="159515" y="5433423"/>
            <a:ext cx="939094"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83" dirty="0">
                <a:latin typeface="Arial"/>
                <a:cs typeface="Arial"/>
              </a:rPr>
              <a:t> </a:t>
            </a:r>
            <a:r>
              <a:rPr sz="1556" b="1" dirty="0">
                <a:latin typeface="Arial"/>
                <a:cs typeface="Arial"/>
              </a:rPr>
              <a:t>3:</a:t>
            </a:r>
            <a:endParaRPr sz="1556">
              <a:latin typeface="Arial"/>
              <a:cs typeface="Arial"/>
            </a:endParaRPr>
          </a:p>
        </p:txBody>
      </p:sp>
      <p:grpSp>
        <p:nvGrpSpPr>
          <p:cNvPr id="623" name="object 130">
            <a:extLst>
              <a:ext uri="{FF2B5EF4-FFF2-40B4-BE49-F238E27FC236}">
                <a16:creationId xmlns:a16="http://schemas.microsoft.com/office/drawing/2014/main" id="{1160B169-2457-463B-BAE9-7CD4D738F74B}"/>
              </a:ext>
            </a:extLst>
          </p:cNvPr>
          <p:cNvGrpSpPr/>
          <p:nvPr/>
        </p:nvGrpSpPr>
        <p:grpSpPr>
          <a:xfrm>
            <a:off x="4064959" y="3130093"/>
            <a:ext cx="826911" cy="393700"/>
            <a:chOff x="3814317" y="2869433"/>
            <a:chExt cx="744220" cy="354330"/>
          </a:xfrm>
        </p:grpSpPr>
        <p:sp>
          <p:nvSpPr>
            <p:cNvPr id="624" name="object 131">
              <a:extLst>
                <a:ext uri="{FF2B5EF4-FFF2-40B4-BE49-F238E27FC236}">
                  <a16:creationId xmlns:a16="http://schemas.microsoft.com/office/drawing/2014/main" id="{5361DC35-4700-4501-8991-9DC2B460598C}"/>
                </a:ext>
              </a:extLst>
            </p:cNvPr>
            <p:cNvSpPr/>
            <p:nvPr/>
          </p:nvSpPr>
          <p:spPr>
            <a:xfrm>
              <a:off x="4186427" y="2875783"/>
              <a:ext cx="91440" cy="85347"/>
            </a:xfrm>
            <a:prstGeom prst="rect">
              <a:avLst/>
            </a:prstGeom>
            <a:blipFill>
              <a:blip r:embed="rId34" cstate="print"/>
              <a:stretch>
                <a:fillRect/>
              </a:stretch>
            </a:blipFill>
          </p:spPr>
          <p:txBody>
            <a:bodyPr wrap="square" lIns="0" tIns="0" rIns="0" bIns="0" rtlCol="0"/>
            <a:lstStyle/>
            <a:p>
              <a:endParaRPr sz="2000"/>
            </a:p>
          </p:txBody>
        </p:sp>
        <p:sp>
          <p:nvSpPr>
            <p:cNvPr id="625" name="object 132">
              <a:extLst>
                <a:ext uri="{FF2B5EF4-FFF2-40B4-BE49-F238E27FC236}">
                  <a16:creationId xmlns:a16="http://schemas.microsoft.com/office/drawing/2014/main" id="{33556057-8219-4E77-8619-38428BAD7C77}"/>
                </a:ext>
              </a:extLst>
            </p:cNvPr>
            <p:cNvSpPr/>
            <p:nvPr/>
          </p:nvSpPr>
          <p:spPr>
            <a:xfrm>
              <a:off x="4186427" y="28757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26" name="object 133">
              <a:extLst>
                <a:ext uri="{FF2B5EF4-FFF2-40B4-BE49-F238E27FC236}">
                  <a16:creationId xmlns:a16="http://schemas.microsoft.com/office/drawing/2014/main" id="{6284EF6B-F07D-4A6E-B6CF-EB9143CC73E2}"/>
                </a:ext>
              </a:extLst>
            </p:cNvPr>
            <p:cNvSpPr/>
            <p:nvPr/>
          </p:nvSpPr>
          <p:spPr>
            <a:xfrm>
              <a:off x="4186427" y="2961132"/>
              <a:ext cx="91440" cy="85342"/>
            </a:xfrm>
            <a:prstGeom prst="rect">
              <a:avLst/>
            </a:prstGeom>
            <a:blipFill>
              <a:blip r:embed="rId35" cstate="print"/>
              <a:stretch>
                <a:fillRect/>
              </a:stretch>
            </a:blipFill>
          </p:spPr>
          <p:txBody>
            <a:bodyPr wrap="square" lIns="0" tIns="0" rIns="0" bIns="0" rtlCol="0"/>
            <a:lstStyle/>
            <a:p>
              <a:endParaRPr sz="2000"/>
            </a:p>
          </p:txBody>
        </p:sp>
        <p:sp>
          <p:nvSpPr>
            <p:cNvPr id="627" name="object 134">
              <a:extLst>
                <a:ext uri="{FF2B5EF4-FFF2-40B4-BE49-F238E27FC236}">
                  <a16:creationId xmlns:a16="http://schemas.microsoft.com/office/drawing/2014/main" id="{6BD2520E-68A0-493E-B930-D3CC94104F32}"/>
                </a:ext>
              </a:extLst>
            </p:cNvPr>
            <p:cNvSpPr/>
            <p:nvPr/>
          </p:nvSpPr>
          <p:spPr>
            <a:xfrm>
              <a:off x="4186427" y="29611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28" name="object 135">
              <a:extLst>
                <a:ext uri="{FF2B5EF4-FFF2-40B4-BE49-F238E27FC236}">
                  <a16:creationId xmlns:a16="http://schemas.microsoft.com/office/drawing/2014/main" id="{4ED2E4A4-A542-469F-B169-A77108762413}"/>
                </a:ext>
              </a:extLst>
            </p:cNvPr>
            <p:cNvSpPr/>
            <p:nvPr/>
          </p:nvSpPr>
          <p:spPr>
            <a:xfrm>
              <a:off x="4186427" y="3046476"/>
              <a:ext cx="91440" cy="85342"/>
            </a:xfrm>
            <a:prstGeom prst="rect">
              <a:avLst/>
            </a:prstGeom>
            <a:blipFill>
              <a:blip r:embed="rId36" cstate="print"/>
              <a:stretch>
                <a:fillRect/>
              </a:stretch>
            </a:blipFill>
          </p:spPr>
          <p:txBody>
            <a:bodyPr wrap="square" lIns="0" tIns="0" rIns="0" bIns="0" rtlCol="0"/>
            <a:lstStyle/>
            <a:p>
              <a:endParaRPr sz="2000"/>
            </a:p>
          </p:txBody>
        </p:sp>
        <p:sp>
          <p:nvSpPr>
            <p:cNvPr id="629" name="object 136">
              <a:extLst>
                <a:ext uri="{FF2B5EF4-FFF2-40B4-BE49-F238E27FC236}">
                  <a16:creationId xmlns:a16="http://schemas.microsoft.com/office/drawing/2014/main" id="{3543F26D-FC61-4650-9F7F-8F7BEB4DC0A9}"/>
                </a:ext>
              </a:extLst>
            </p:cNvPr>
            <p:cNvSpPr/>
            <p:nvPr/>
          </p:nvSpPr>
          <p:spPr>
            <a:xfrm>
              <a:off x="4186427" y="30464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0" name="object 137">
              <a:extLst>
                <a:ext uri="{FF2B5EF4-FFF2-40B4-BE49-F238E27FC236}">
                  <a16:creationId xmlns:a16="http://schemas.microsoft.com/office/drawing/2014/main" id="{CA0B38A1-4225-4FD5-885B-8DC6C19DE615}"/>
                </a:ext>
              </a:extLst>
            </p:cNvPr>
            <p:cNvSpPr/>
            <p:nvPr/>
          </p:nvSpPr>
          <p:spPr>
            <a:xfrm>
              <a:off x="4186427" y="3131820"/>
              <a:ext cx="91440" cy="85342"/>
            </a:xfrm>
            <a:prstGeom prst="rect">
              <a:avLst/>
            </a:prstGeom>
            <a:blipFill>
              <a:blip r:embed="rId37" cstate="print"/>
              <a:stretch>
                <a:fillRect/>
              </a:stretch>
            </a:blipFill>
          </p:spPr>
          <p:txBody>
            <a:bodyPr wrap="square" lIns="0" tIns="0" rIns="0" bIns="0" rtlCol="0"/>
            <a:lstStyle/>
            <a:p>
              <a:endParaRPr sz="2000"/>
            </a:p>
          </p:txBody>
        </p:sp>
        <p:sp>
          <p:nvSpPr>
            <p:cNvPr id="631" name="object 138">
              <a:extLst>
                <a:ext uri="{FF2B5EF4-FFF2-40B4-BE49-F238E27FC236}">
                  <a16:creationId xmlns:a16="http://schemas.microsoft.com/office/drawing/2014/main" id="{1BD9AF0B-ED5C-4C57-B2D8-9EA376A51539}"/>
                </a:ext>
              </a:extLst>
            </p:cNvPr>
            <p:cNvSpPr/>
            <p:nvPr/>
          </p:nvSpPr>
          <p:spPr>
            <a:xfrm>
              <a:off x="4186427" y="31318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2" name="object 139">
              <a:extLst>
                <a:ext uri="{FF2B5EF4-FFF2-40B4-BE49-F238E27FC236}">
                  <a16:creationId xmlns:a16="http://schemas.microsoft.com/office/drawing/2014/main" id="{7696597A-8B13-46E5-A32E-29C16FB30C47}"/>
                </a:ext>
              </a:extLst>
            </p:cNvPr>
            <p:cNvSpPr/>
            <p:nvPr/>
          </p:nvSpPr>
          <p:spPr>
            <a:xfrm>
              <a:off x="3820667" y="2875783"/>
              <a:ext cx="91440" cy="85347"/>
            </a:xfrm>
            <a:prstGeom prst="rect">
              <a:avLst/>
            </a:prstGeom>
            <a:blipFill>
              <a:blip r:embed="rId38" cstate="print"/>
              <a:stretch>
                <a:fillRect/>
              </a:stretch>
            </a:blipFill>
          </p:spPr>
          <p:txBody>
            <a:bodyPr wrap="square" lIns="0" tIns="0" rIns="0" bIns="0" rtlCol="0"/>
            <a:lstStyle/>
            <a:p>
              <a:endParaRPr sz="2000"/>
            </a:p>
          </p:txBody>
        </p:sp>
        <p:sp>
          <p:nvSpPr>
            <p:cNvPr id="633" name="object 140">
              <a:extLst>
                <a:ext uri="{FF2B5EF4-FFF2-40B4-BE49-F238E27FC236}">
                  <a16:creationId xmlns:a16="http://schemas.microsoft.com/office/drawing/2014/main" id="{A05494BD-89F7-43B0-B9D2-C5E5589FB31D}"/>
                </a:ext>
              </a:extLst>
            </p:cNvPr>
            <p:cNvSpPr/>
            <p:nvPr/>
          </p:nvSpPr>
          <p:spPr>
            <a:xfrm>
              <a:off x="3820667" y="28757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34" name="object 141">
              <a:extLst>
                <a:ext uri="{FF2B5EF4-FFF2-40B4-BE49-F238E27FC236}">
                  <a16:creationId xmlns:a16="http://schemas.microsoft.com/office/drawing/2014/main" id="{33CAAFB0-6D52-408F-8A52-9C3C5E00564C}"/>
                </a:ext>
              </a:extLst>
            </p:cNvPr>
            <p:cNvSpPr/>
            <p:nvPr/>
          </p:nvSpPr>
          <p:spPr>
            <a:xfrm>
              <a:off x="3912107" y="2875783"/>
              <a:ext cx="92967" cy="85347"/>
            </a:xfrm>
            <a:prstGeom prst="rect">
              <a:avLst/>
            </a:prstGeom>
            <a:blipFill>
              <a:blip r:embed="rId39" cstate="print"/>
              <a:stretch>
                <a:fillRect/>
              </a:stretch>
            </a:blipFill>
          </p:spPr>
          <p:txBody>
            <a:bodyPr wrap="square" lIns="0" tIns="0" rIns="0" bIns="0" rtlCol="0"/>
            <a:lstStyle/>
            <a:p>
              <a:endParaRPr sz="2000"/>
            </a:p>
          </p:txBody>
        </p:sp>
        <p:sp>
          <p:nvSpPr>
            <p:cNvPr id="635" name="object 142">
              <a:extLst>
                <a:ext uri="{FF2B5EF4-FFF2-40B4-BE49-F238E27FC236}">
                  <a16:creationId xmlns:a16="http://schemas.microsoft.com/office/drawing/2014/main" id="{F73EDDC2-3C42-4ED3-A461-5FAD05CF018B}"/>
                </a:ext>
              </a:extLst>
            </p:cNvPr>
            <p:cNvSpPr/>
            <p:nvPr/>
          </p:nvSpPr>
          <p:spPr>
            <a:xfrm>
              <a:off x="3912107" y="2875783"/>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36" name="object 143">
              <a:extLst>
                <a:ext uri="{FF2B5EF4-FFF2-40B4-BE49-F238E27FC236}">
                  <a16:creationId xmlns:a16="http://schemas.microsoft.com/office/drawing/2014/main" id="{C37729E4-4A9C-4B81-8316-35D350C39A9D}"/>
                </a:ext>
              </a:extLst>
            </p:cNvPr>
            <p:cNvSpPr/>
            <p:nvPr/>
          </p:nvSpPr>
          <p:spPr>
            <a:xfrm>
              <a:off x="4005071" y="2875783"/>
              <a:ext cx="91440" cy="85347"/>
            </a:xfrm>
            <a:prstGeom prst="rect">
              <a:avLst/>
            </a:prstGeom>
            <a:blipFill>
              <a:blip r:embed="rId40" cstate="print"/>
              <a:stretch>
                <a:fillRect/>
              </a:stretch>
            </a:blipFill>
          </p:spPr>
          <p:txBody>
            <a:bodyPr wrap="square" lIns="0" tIns="0" rIns="0" bIns="0" rtlCol="0"/>
            <a:lstStyle/>
            <a:p>
              <a:endParaRPr sz="2000"/>
            </a:p>
          </p:txBody>
        </p:sp>
        <p:sp>
          <p:nvSpPr>
            <p:cNvPr id="637" name="object 144">
              <a:extLst>
                <a:ext uri="{FF2B5EF4-FFF2-40B4-BE49-F238E27FC236}">
                  <a16:creationId xmlns:a16="http://schemas.microsoft.com/office/drawing/2014/main" id="{F72F4A46-12BE-4481-A2B6-4B829A184402}"/>
                </a:ext>
              </a:extLst>
            </p:cNvPr>
            <p:cNvSpPr/>
            <p:nvPr/>
          </p:nvSpPr>
          <p:spPr>
            <a:xfrm>
              <a:off x="4005071" y="28757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38" name="object 145">
              <a:extLst>
                <a:ext uri="{FF2B5EF4-FFF2-40B4-BE49-F238E27FC236}">
                  <a16:creationId xmlns:a16="http://schemas.microsoft.com/office/drawing/2014/main" id="{175BB794-3B38-46B6-A8D8-11BCCE238AA7}"/>
                </a:ext>
              </a:extLst>
            </p:cNvPr>
            <p:cNvSpPr/>
            <p:nvPr/>
          </p:nvSpPr>
          <p:spPr>
            <a:xfrm>
              <a:off x="3820667" y="2961132"/>
              <a:ext cx="91440" cy="85342"/>
            </a:xfrm>
            <a:prstGeom prst="rect">
              <a:avLst/>
            </a:prstGeom>
            <a:blipFill>
              <a:blip r:embed="rId41" cstate="print"/>
              <a:stretch>
                <a:fillRect/>
              </a:stretch>
            </a:blipFill>
          </p:spPr>
          <p:txBody>
            <a:bodyPr wrap="square" lIns="0" tIns="0" rIns="0" bIns="0" rtlCol="0"/>
            <a:lstStyle/>
            <a:p>
              <a:endParaRPr sz="2000"/>
            </a:p>
          </p:txBody>
        </p:sp>
        <p:sp>
          <p:nvSpPr>
            <p:cNvPr id="639" name="object 146">
              <a:extLst>
                <a:ext uri="{FF2B5EF4-FFF2-40B4-BE49-F238E27FC236}">
                  <a16:creationId xmlns:a16="http://schemas.microsoft.com/office/drawing/2014/main" id="{70B32A96-3965-42D0-B58F-DE4B98C54CBC}"/>
                </a:ext>
              </a:extLst>
            </p:cNvPr>
            <p:cNvSpPr/>
            <p:nvPr/>
          </p:nvSpPr>
          <p:spPr>
            <a:xfrm>
              <a:off x="3820667" y="29611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0" name="object 147">
              <a:extLst>
                <a:ext uri="{FF2B5EF4-FFF2-40B4-BE49-F238E27FC236}">
                  <a16:creationId xmlns:a16="http://schemas.microsoft.com/office/drawing/2014/main" id="{6EB6C596-30C3-4DDF-B122-0F44BF13C913}"/>
                </a:ext>
              </a:extLst>
            </p:cNvPr>
            <p:cNvSpPr/>
            <p:nvPr/>
          </p:nvSpPr>
          <p:spPr>
            <a:xfrm>
              <a:off x="3912107" y="2961132"/>
              <a:ext cx="92967" cy="85342"/>
            </a:xfrm>
            <a:prstGeom prst="rect">
              <a:avLst/>
            </a:prstGeom>
            <a:blipFill>
              <a:blip r:embed="rId42" cstate="print"/>
              <a:stretch>
                <a:fillRect/>
              </a:stretch>
            </a:blipFill>
          </p:spPr>
          <p:txBody>
            <a:bodyPr wrap="square" lIns="0" tIns="0" rIns="0" bIns="0" rtlCol="0"/>
            <a:lstStyle/>
            <a:p>
              <a:endParaRPr sz="2000"/>
            </a:p>
          </p:txBody>
        </p:sp>
        <p:sp>
          <p:nvSpPr>
            <p:cNvPr id="641" name="object 148">
              <a:extLst>
                <a:ext uri="{FF2B5EF4-FFF2-40B4-BE49-F238E27FC236}">
                  <a16:creationId xmlns:a16="http://schemas.microsoft.com/office/drawing/2014/main" id="{1D61893C-1118-4A29-8CA0-126D00428322}"/>
                </a:ext>
              </a:extLst>
            </p:cNvPr>
            <p:cNvSpPr/>
            <p:nvPr/>
          </p:nvSpPr>
          <p:spPr>
            <a:xfrm>
              <a:off x="3912107" y="296113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2" name="object 149">
              <a:extLst>
                <a:ext uri="{FF2B5EF4-FFF2-40B4-BE49-F238E27FC236}">
                  <a16:creationId xmlns:a16="http://schemas.microsoft.com/office/drawing/2014/main" id="{122E87D0-3317-480D-A54D-9F00A909C146}"/>
                </a:ext>
              </a:extLst>
            </p:cNvPr>
            <p:cNvSpPr/>
            <p:nvPr/>
          </p:nvSpPr>
          <p:spPr>
            <a:xfrm>
              <a:off x="4005071" y="2961132"/>
              <a:ext cx="91440" cy="85342"/>
            </a:xfrm>
            <a:prstGeom prst="rect">
              <a:avLst/>
            </a:prstGeom>
            <a:blipFill>
              <a:blip r:embed="rId43" cstate="print"/>
              <a:stretch>
                <a:fillRect/>
              </a:stretch>
            </a:blipFill>
          </p:spPr>
          <p:txBody>
            <a:bodyPr wrap="square" lIns="0" tIns="0" rIns="0" bIns="0" rtlCol="0"/>
            <a:lstStyle/>
            <a:p>
              <a:endParaRPr sz="2000"/>
            </a:p>
          </p:txBody>
        </p:sp>
        <p:sp>
          <p:nvSpPr>
            <p:cNvPr id="643" name="object 150">
              <a:extLst>
                <a:ext uri="{FF2B5EF4-FFF2-40B4-BE49-F238E27FC236}">
                  <a16:creationId xmlns:a16="http://schemas.microsoft.com/office/drawing/2014/main" id="{4E85D85F-E1A5-442D-AA13-4095D2F36F46}"/>
                </a:ext>
              </a:extLst>
            </p:cNvPr>
            <p:cNvSpPr/>
            <p:nvPr/>
          </p:nvSpPr>
          <p:spPr>
            <a:xfrm>
              <a:off x="4005071" y="29611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4" name="object 151">
              <a:extLst>
                <a:ext uri="{FF2B5EF4-FFF2-40B4-BE49-F238E27FC236}">
                  <a16:creationId xmlns:a16="http://schemas.microsoft.com/office/drawing/2014/main" id="{392286B3-3B69-4009-BFFC-B80A1893AE9C}"/>
                </a:ext>
              </a:extLst>
            </p:cNvPr>
            <p:cNvSpPr/>
            <p:nvPr/>
          </p:nvSpPr>
          <p:spPr>
            <a:xfrm>
              <a:off x="3820667" y="3046476"/>
              <a:ext cx="91440" cy="85342"/>
            </a:xfrm>
            <a:prstGeom prst="rect">
              <a:avLst/>
            </a:prstGeom>
            <a:blipFill>
              <a:blip r:embed="rId44" cstate="print"/>
              <a:stretch>
                <a:fillRect/>
              </a:stretch>
            </a:blipFill>
          </p:spPr>
          <p:txBody>
            <a:bodyPr wrap="square" lIns="0" tIns="0" rIns="0" bIns="0" rtlCol="0"/>
            <a:lstStyle/>
            <a:p>
              <a:endParaRPr sz="2000"/>
            </a:p>
          </p:txBody>
        </p:sp>
        <p:sp>
          <p:nvSpPr>
            <p:cNvPr id="645" name="object 152">
              <a:extLst>
                <a:ext uri="{FF2B5EF4-FFF2-40B4-BE49-F238E27FC236}">
                  <a16:creationId xmlns:a16="http://schemas.microsoft.com/office/drawing/2014/main" id="{175A0BE5-1997-49A7-95FF-BB8BE1A065C4}"/>
                </a:ext>
              </a:extLst>
            </p:cNvPr>
            <p:cNvSpPr/>
            <p:nvPr/>
          </p:nvSpPr>
          <p:spPr>
            <a:xfrm>
              <a:off x="3820667" y="30464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6" name="object 153">
              <a:extLst>
                <a:ext uri="{FF2B5EF4-FFF2-40B4-BE49-F238E27FC236}">
                  <a16:creationId xmlns:a16="http://schemas.microsoft.com/office/drawing/2014/main" id="{FA1AFD68-209A-4C9E-9202-31AB0BADB27C}"/>
                </a:ext>
              </a:extLst>
            </p:cNvPr>
            <p:cNvSpPr/>
            <p:nvPr/>
          </p:nvSpPr>
          <p:spPr>
            <a:xfrm>
              <a:off x="3912107" y="3046476"/>
              <a:ext cx="92967" cy="85342"/>
            </a:xfrm>
            <a:prstGeom prst="rect">
              <a:avLst/>
            </a:prstGeom>
            <a:blipFill>
              <a:blip r:embed="rId45" cstate="print"/>
              <a:stretch>
                <a:fillRect/>
              </a:stretch>
            </a:blipFill>
          </p:spPr>
          <p:txBody>
            <a:bodyPr wrap="square" lIns="0" tIns="0" rIns="0" bIns="0" rtlCol="0"/>
            <a:lstStyle/>
            <a:p>
              <a:endParaRPr sz="2000"/>
            </a:p>
          </p:txBody>
        </p:sp>
        <p:sp>
          <p:nvSpPr>
            <p:cNvPr id="647" name="object 154">
              <a:extLst>
                <a:ext uri="{FF2B5EF4-FFF2-40B4-BE49-F238E27FC236}">
                  <a16:creationId xmlns:a16="http://schemas.microsoft.com/office/drawing/2014/main" id="{591A6DA8-E331-407B-B8A3-EF3C8FB4BF51}"/>
                </a:ext>
              </a:extLst>
            </p:cNvPr>
            <p:cNvSpPr/>
            <p:nvPr/>
          </p:nvSpPr>
          <p:spPr>
            <a:xfrm>
              <a:off x="3912107" y="304647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8" name="object 155">
              <a:extLst>
                <a:ext uri="{FF2B5EF4-FFF2-40B4-BE49-F238E27FC236}">
                  <a16:creationId xmlns:a16="http://schemas.microsoft.com/office/drawing/2014/main" id="{14CDC30D-68B9-46E7-86C1-622FE8E826A2}"/>
                </a:ext>
              </a:extLst>
            </p:cNvPr>
            <p:cNvSpPr/>
            <p:nvPr/>
          </p:nvSpPr>
          <p:spPr>
            <a:xfrm>
              <a:off x="4005071" y="3046476"/>
              <a:ext cx="91440" cy="85342"/>
            </a:xfrm>
            <a:prstGeom prst="rect">
              <a:avLst/>
            </a:prstGeom>
            <a:blipFill>
              <a:blip r:embed="rId46" cstate="print"/>
              <a:stretch>
                <a:fillRect/>
              </a:stretch>
            </a:blipFill>
          </p:spPr>
          <p:txBody>
            <a:bodyPr wrap="square" lIns="0" tIns="0" rIns="0" bIns="0" rtlCol="0"/>
            <a:lstStyle/>
            <a:p>
              <a:endParaRPr sz="2000"/>
            </a:p>
          </p:txBody>
        </p:sp>
        <p:sp>
          <p:nvSpPr>
            <p:cNvPr id="649" name="object 156">
              <a:extLst>
                <a:ext uri="{FF2B5EF4-FFF2-40B4-BE49-F238E27FC236}">
                  <a16:creationId xmlns:a16="http://schemas.microsoft.com/office/drawing/2014/main" id="{1F04250A-8E3D-4173-B94F-50009C436B66}"/>
                </a:ext>
              </a:extLst>
            </p:cNvPr>
            <p:cNvSpPr/>
            <p:nvPr/>
          </p:nvSpPr>
          <p:spPr>
            <a:xfrm>
              <a:off x="4005071" y="30464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0" name="object 157">
              <a:extLst>
                <a:ext uri="{FF2B5EF4-FFF2-40B4-BE49-F238E27FC236}">
                  <a16:creationId xmlns:a16="http://schemas.microsoft.com/office/drawing/2014/main" id="{ABB41BC1-060B-456F-A409-2486767C279D}"/>
                </a:ext>
              </a:extLst>
            </p:cNvPr>
            <p:cNvSpPr/>
            <p:nvPr/>
          </p:nvSpPr>
          <p:spPr>
            <a:xfrm>
              <a:off x="3820667" y="3131820"/>
              <a:ext cx="91440" cy="85342"/>
            </a:xfrm>
            <a:prstGeom prst="rect">
              <a:avLst/>
            </a:prstGeom>
            <a:blipFill>
              <a:blip r:embed="rId47" cstate="print"/>
              <a:stretch>
                <a:fillRect/>
              </a:stretch>
            </a:blipFill>
          </p:spPr>
          <p:txBody>
            <a:bodyPr wrap="square" lIns="0" tIns="0" rIns="0" bIns="0" rtlCol="0"/>
            <a:lstStyle/>
            <a:p>
              <a:endParaRPr sz="2000"/>
            </a:p>
          </p:txBody>
        </p:sp>
        <p:sp>
          <p:nvSpPr>
            <p:cNvPr id="651" name="object 158">
              <a:extLst>
                <a:ext uri="{FF2B5EF4-FFF2-40B4-BE49-F238E27FC236}">
                  <a16:creationId xmlns:a16="http://schemas.microsoft.com/office/drawing/2014/main" id="{3B79AA14-49E5-42AD-9A96-C63ADBF73A3C}"/>
                </a:ext>
              </a:extLst>
            </p:cNvPr>
            <p:cNvSpPr/>
            <p:nvPr/>
          </p:nvSpPr>
          <p:spPr>
            <a:xfrm>
              <a:off x="3820667" y="31318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2" name="object 159">
              <a:extLst>
                <a:ext uri="{FF2B5EF4-FFF2-40B4-BE49-F238E27FC236}">
                  <a16:creationId xmlns:a16="http://schemas.microsoft.com/office/drawing/2014/main" id="{C2B41C59-CBA5-4F6E-9579-B44941C58340}"/>
                </a:ext>
              </a:extLst>
            </p:cNvPr>
            <p:cNvSpPr/>
            <p:nvPr/>
          </p:nvSpPr>
          <p:spPr>
            <a:xfrm>
              <a:off x="3912107" y="3131820"/>
              <a:ext cx="92967" cy="85342"/>
            </a:xfrm>
            <a:prstGeom prst="rect">
              <a:avLst/>
            </a:prstGeom>
            <a:blipFill>
              <a:blip r:embed="rId48" cstate="print"/>
              <a:stretch>
                <a:fillRect/>
              </a:stretch>
            </a:blipFill>
          </p:spPr>
          <p:txBody>
            <a:bodyPr wrap="square" lIns="0" tIns="0" rIns="0" bIns="0" rtlCol="0"/>
            <a:lstStyle/>
            <a:p>
              <a:endParaRPr sz="2000"/>
            </a:p>
          </p:txBody>
        </p:sp>
        <p:sp>
          <p:nvSpPr>
            <p:cNvPr id="653" name="object 160">
              <a:extLst>
                <a:ext uri="{FF2B5EF4-FFF2-40B4-BE49-F238E27FC236}">
                  <a16:creationId xmlns:a16="http://schemas.microsoft.com/office/drawing/2014/main" id="{4B4FEDF0-B700-4BCD-B7A7-C548289E054D}"/>
                </a:ext>
              </a:extLst>
            </p:cNvPr>
            <p:cNvSpPr/>
            <p:nvPr/>
          </p:nvSpPr>
          <p:spPr>
            <a:xfrm>
              <a:off x="3912107" y="3131820"/>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4" name="object 161">
              <a:extLst>
                <a:ext uri="{FF2B5EF4-FFF2-40B4-BE49-F238E27FC236}">
                  <a16:creationId xmlns:a16="http://schemas.microsoft.com/office/drawing/2014/main" id="{11F3D176-E09F-4956-A081-5BAB5BAA1FC7}"/>
                </a:ext>
              </a:extLst>
            </p:cNvPr>
            <p:cNvSpPr/>
            <p:nvPr/>
          </p:nvSpPr>
          <p:spPr>
            <a:xfrm>
              <a:off x="4005071" y="3131820"/>
              <a:ext cx="91440" cy="85342"/>
            </a:xfrm>
            <a:prstGeom prst="rect">
              <a:avLst/>
            </a:prstGeom>
            <a:blipFill>
              <a:blip r:embed="rId49" cstate="print"/>
              <a:stretch>
                <a:fillRect/>
              </a:stretch>
            </a:blipFill>
          </p:spPr>
          <p:txBody>
            <a:bodyPr wrap="square" lIns="0" tIns="0" rIns="0" bIns="0" rtlCol="0"/>
            <a:lstStyle/>
            <a:p>
              <a:endParaRPr sz="2000"/>
            </a:p>
          </p:txBody>
        </p:sp>
        <p:sp>
          <p:nvSpPr>
            <p:cNvPr id="655" name="object 162">
              <a:extLst>
                <a:ext uri="{FF2B5EF4-FFF2-40B4-BE49-F238E27FC236}">
                  <a16:creationId xmlns:a16="http://schemas.microsoft.com/office/drawing/2014/main" id="{55921FD1-249F-4EB5-8CBF-13071029A9EC}"/>
                </a:ext>
              </a:extLst>
            </p:cNvPr>
            <p:cNvSpPr/>
            <p:nvPr/>
          </p:nvSpPr>
          <p:spPr>
            <a:xfrm>
              <a:off x="4005071" y="31318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6" name="object 163">
              <a:extLst>
                <a:ext uri="{FF2B5EF4-FFF2-40B4-BE49-F238E27FC236}">
                  <a16:creationId xmlns:a16="http://schemas.microsoft.com/office/drawing/2014/main" id="{595A3DE8-8D5A-4A9D-B791-73BD5CCE0495}"/>
                </a:ext>
              </a:extLst>
            </p:cNvPr>
            <p:cNvSpPr/>
            <p:nvPr/>
          </p:nvSpPr>
          <p:spPr>
            <a:xfrm>
              <a:off x="4096511" y="2875783"/>
              <a:ext cx="92962" cy="85347"/>
            </a:xfrm>
            <a:prstGeom prst="rect">
              <a:avLst/>
            </a:prstGeom>
            <a:blipFill>
              <a:blip r:embed="rId50" cstate="print"/>
              <a:stretch>
                <a:fillRect/>
              </a:stretch>
            </a:blipFill>
          </p:spPr>
          <p:txBody>
            <a:bodyPr wrap="square" lIns="0" tIns="0" rIns="0" bIns="0" rtlCol="0"/>
            <a:lstStyle/>
            <a:p>
              <a:endParaRPr sz="2000"/>
            </a:p>
          </p:txBody>
        </p:sp>
        <p:sp>
          <p:nvSpPr>
            <p:cNvPr id="657" name="object 164">
              <a:extLst>
                <a:ext uri="{FF2B5EF4-FFF2-40B4-BE49-F238E27FC236}">
                  <a16:creationId xmlns:a16="http://schemas.microsoft.com/office/drawing/2014/main" id="{6B9CCDE1-345B-4F45-B68B-9A2AA19FBAB1}"/>
                </a:ext>
              </a:extLst>
            </p:cNvPr>
            <p:cNvSpPr/>
            <p:nvPr/>
          </p:nvSpPr>
          <p:spPr>
            <a:xfrm>
              <a:off x="4096511" y="287578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58" name="object 165">
              <a:extLst>
                <a:ext uri="{FF2B5EF4-FFF2-40B4-BE49-F238E27FC236}">
                  <a16:creationId xmlns:a16="http://schemas.microsoft.com/office/drawing/2014/main" id="{31FA87BB-7863-42EA-8140-3E044EFA1614}"/>
                </a:ext>
              </a:extLst>
            </p:cNvPr>
            <p:cNvSpPr/>
            <p:nvPr/>
          </p:nvSpPr>
          <p:spPr>
            <a:xfrm>
              <a:off x="4096511" y="2961132"/>
              <a:ext cx="92962" cy="85342"/>
            </a:xfrm>
            <a:prstGeom prst="rect">
              <a:avLst/>
            </a:prstGeom>
            <a:blipFill>
              <a:blip r:embed="rId51" cstate="print"/>
              <a:stretch>
                <a:fillRect/>
              </a:stretch>
            </a:blipFill>
          </p:spPr>
          <p:txBody>
            <a:bodyPr wrap="square" lIns="0" tIns="0" rIns="0" bIns="0" rtlCol="0"/>
            <a:lstStyle/>
            <a:p>
              <a:endParaRPr sz="2000"/>
            </a:p>
          </p:txBody>
        </p:sp>
        <p:sp>
          <p:nvSpPr>
            <p:cNvPr id="659" name="object 166">
              <a:extLst>
                <a:ext uri="{FF2B5EF4-FFF2-40B4-BE49-F238E27FC236}">
                  <a16:creationId xmlns:a16="http://schemas.microsoft.com/office/drawing/2014/main" id="{8442E34A-9BD7-41AB-94E0-3EA853AACDD5}"/>
                </a:ext>
              </a:extLst>
            </p:cNvPr>
            <p:cNvSpPr/>
            <p:nvPr/>
          </p:nvSpPr>
          <p:spPr>
            <a:xfrm>
              <a:off x="4096511" y="296113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0" name="object 167">
              <a:extLst>
                <a:ext uri="{FF2B5EF4-FFF2-40B4-BE49-F238E27FC236}">
                  <a16:creationId xmlns:a16="http://schemas.microsoft.com/office/drawing/2014/main" id="{BFBDE33B-FAF9-48EB-B7F8-082EF303D85F}"/>
                </a:ext>
              </a:extLst>
            </p:cNvPr>
            <p:cNvSpPr/>
            <p:nvPr/>
          </p:nvSpPr>
          <p:spPr>
            <a:xfrm>
              <a:off x="4096511" y="3046476"/>
              <a:ext cx="92962" cy="85342"/>
            </a:xfrm>
            <a:prstGeom prst="rect">
              <a:avLst/>
            </a:prstGeom>
            <a:blipFill>
              <a:blip r:embed="rId52" cstate="print"/>
              <a:stretch>
                <a:fillRect/>
              </a:stretch>
            </a:blipFill>
          </p:spPr>
          <p:txBody>
            <a:bodyPr wrap="square" lIns="0" tIns="0" rIns="0" bIns="0" rtlCol="0"/>
            <a:lstStyle/>
            <a:p>
              <a:endParaRPr sz="2000"/>
            </a:p>
          </p:txBody>
        </p:sp>
        <p:sp>
          <p:nvSpPr>
            <p:cNvPr id="661" name="object 168">
              <a:extLst>
                <a:ext uri="{FF2B5EF4-FFF2-40B4-BE49-F238E27FC236}">
                  <a16:creationId xmlns:a16="http://schemas.microsoft.com/office/drawing/2014/main" id="{B05BF2B5-6084-4CF2-9269-1081B1517DF2}"/>
                </a:ext>
              </a:extLst>
            </p:cNvPr>
            <p:cNvSpPr/>
            <p:nvPr/>
          </p:nvSpPr>
          <p:spPr>
            <a:xfrm>
              <a:off x="4096511" y="304647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2" name="object 169">
              <a:extLst>
                <a:ext uri="{FF2B5EF4-FFF2-40B4-BE49-F238E27FC236}">
                  <a16:creationId xmlns:a16="http://schemas.microsoft.com/office/drawing/2014/main" id="{22BEE3F8-C496-4775-9907-F7E60BF327B5}"/>
                </a:ext>
              </a:extLst>
            </p:cNvPr>
            <p:cNvSpPr/>
            <p:nvPr/>
          </p:nvSpPr>
          <p:spPr>
            <a:xfrm>
              <a:off x="4096511" y="3131820"/>
              <a:ext cx="92962" cy="85342"/>
            </a:xfrm>
            <a:prstGeom prst="rect">
              <a:avLst/>
            </a:prstGeom>
            <a:blipFill>
              <a:blip r:embed="rId53" cstate="print"/>
              <a:stretch>
                <a:fillRect/>
              </a:stretch>
            </a:blipFill>
          </p:spPr>
          <p:txBody>
            <a:bodyPr wrap="square" lIns="0" tIns="0" rIns="0" bIns="0" rtlCol="0"/>
            <a:lstStyle/>
            <a:p>
              <a:endParaRPr sz="2000"/>
            </a:p>
          </p:txBody>
        </p:sp>
        <p:sp>
          <p:nvSpPr>
            <p:cNvPr id="663" name="object 170">
              <a:extLst>
                <a:ext uri="{FF2B5EF4-FFF2-40B4-BE49-F238E27FC236}">
                  <a16:creationId xmlns:a16="http://schemas.microsoft.com/office/drawing/2014/main" id="{CC4FCBB1-8783-43C4-A90C-1994F02ECAE8}"/>
                </a:ext>
              </a:extLst>
            </p:cNvPr>
            <p:cNvSpPr/>
            <p:nvPr/>
          </p:nvSpPr>
          <p:spPr>
            <a:xfrm>
              <a:off x="4096511" y="313182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4" name="object 171">
              <a:extLst>
                <a:ext uri="{FF2B5EF4-FFF2-40B4-BE49-F238E27FC236}">
                  <a16:creationId xmlns:a16="http://schemas.microsoft.com/office/drawing/2014/main" id="{8A326264-E20D-4D57-ABC0-C9FACF9B8DCB}"/>
                </a:ext>
              </a:extLst>
            </p:cNvPr>
            <p:cNvSpPr/>
            <p:nvPr/>
          </p:nvSpPr>
          <p:spPr>
            <a:xfrm>
              <a:off x="4277867" y="2875783"/>
              <a:ext cx="92967" cy="85347"/>
            </a:xfrm>
            <a:prstGeom prst="rect">
              <a:avLst/>
            </a:prstGeom>
            <a:blipFill>
              <a:blip r:embed="rId54" cstate="print"/>
              <a:stretch>
                <a:fillRect/>
              </a:stretch>
            </a:blipFill>
          </p:spPr>
          <p:txBody>
            <a:bodyPr wrap="square" lIns="0" tIns="0" rIns="0" bIns="0" rtlCol="0"/>
            <a:lstStyle/>
            <a:p>
              <a:endParaRPr sz="2000"/>
            </a:p>
          </p:txBody>
        </p:sp>
        <p:sp>
          <p:nvSpPr>
            <p:cNvPr id="665" name="object 172">
              <a:extLst>
                <a:ext uri="{FF2B5EF4-FFF2-40B4-BE49-F238E27FC236}">
                  <a16:creationId xmlns:a16="http://schemas.microsoft.com/office/drawing/2014/main" id="{DF423070-1593-4DAC-9BD1-009A3D6BC517}"/>
                </a:ext>
              </a:extLst>
            </p:cNvPr>
            <p:cNvSpPr/>
            <p:nvPr/>
          </p:nvSpPr>
          <p:spPr>
            <a:xfrm>
              <a:off x="4277867" y="2875783"/>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66" name="object 173">
              <a:extLst>
                <a:ext uri="{FF2B5EF4-FFF2-40B4-BE49-F238E27FC236}">
                  <a16:creationId xmlns:a16="http://schemas.microsoft.com/office/drawing/2014/main" id="{EA9713E2-6000-4F55-B612-6DF13FA9A3AD}"/>
                </a:ext>
              </a:extLst>
            </p:cNvPr>
            <p:cNvSpPr/>
            <p:nvPr/>
          </p:nvSpPr>
          <p:spPr>
            <a:xfrm>
              <a:off x="4277867" y="2961132"/>
              <a:ext cx="92967" cy="85342"/>
            </a:xfrm>
            <a:prstGeom prst="rect">
              <a:avLst/>
            </a:prstGeom>
            <a:blipFill>
              <a:blip r:embed="rId55" cstate="print"/>
              <a:stretch>
                <a:fillRect/>
              </a:stretch>
            </a:blipFill>
          </p:spPr>
          <p:txBody>
            <a:bodyPr wrap="square" lIns="0" tIns="0" rIns="0" bIns="0" rtlCol="0"/>
            <a:lstStyle/>
            <a:p>
              <a:endParaRPr sz="2000"/>
            </a:p>
          </p:txBody>
        </p:sp>
        <p:sp>
          <p:nvSpPr>
            <p:cNvPr id="667" name="object 174">
              <a:extLst>
                <a:ext uri="{FF2B5EF4-FFF2-40B4-BE49-F238E27FC236}">
                  <a16:creationId xmlns:a16="http://schemas.microsoft.com/office/drawing/2014/main" id="{6D4B9D85-CC29-4085-A9D1-320B281FD8D3}"/>
                </a:ext>
              </a:extLst>
            </p:cNvPr>
            <p:cNvSpPr/>
            <p:nvPr/>
          </p:nvSpPr>
          <p:spPr>
            <a:xfrm>
              <a:off x="4277867" y="296113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8" name="object 175">
              <a:extLst>
                <a:ext uri="{FF2B5EF4-FFF2-40B4-BE49-F238E27FC236}">
                  <a16:creationId xmlns:a16="http://schemas.microsoft.com/office/drawing/2014/main" id="{C471E840-F305-4031-A1FA-099813BA9401}"/>
                </a:ext>
              </a:extLst>
            </p:cNvPr>
            <p:cNvSpPr/>
            <p:nvPr/>
          </p:nvSpPr>
          <p:spPr>
            <a:xfrm>
              <a:off x="4277867" y="3046476"/>
              <a:ext cx="92967" cy="85342"/>
            </a:xfrm>
            <a:prstGeom prst="rect">
              <a:avLst/>
            </a:prstGeom>
            <a:blipFill>
              <a:blip r:embed="rId56" cstate="print"/>
              <a:stretch>
                <a:fillRect/>
              </a:stretch>
            </a:blipFill>
          </p:spPr>
          <p:txBody>
            <a:bodyPr wrap="square" lIns="0" tIns="0" rIns="0" bIns="0" rtlCol="0"/>
            <a:lstStyle/>
            <a:p>
              <a:endParaRPr sz="2000"/>
            </a:p>
          </p:txBody>
        </p:sp>
        <p:sp>
          <p:nvSpPr>
            <p:cNvPr id="669" name="object 176">
              <a:extLst>
                <a:ext uri="{FF2B5EF4-FFF2-40B4-BE49-F238E27FC236}">
                  <a16:creationId xmlns:a16="http://schemas.microsoft.com/office/drawing/2014/main" id="{07DA369A-CE48-4AA2-8B01-84232F7C7AB7}"/>
                </a:ext>
              </a:extLst>
            </p:cNvPr>
            <p:cNvSpPr/>
            <p:nvPr/>
          </p:nvSpPr>
          <p:spPr>
            <a:xfrm>
              <a:off x="4277867" y="304647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0" name="object 177">
              <a:extLst>
                <a:ext uri="{FF2B5EF4-FFF2-40B4-BE49-F238E27FC236}">
                  <a16:creationId xmlns:a16="http://schemas.microsoft.com/office/drawing/2014/main" id="{9DDB82AE-B94A-4857-A245-AE72180CDABD}"/>
                </a:ext>
              </a:extLst>
            </p:cNvPr>
            <p:cNvSpPr/>
            <p:nvPr/>
          </p:nvSpPr>
          <p:spPr>
            <a:xfrm>
              <a:off x="4277867" y="3131820"/>
              <a:ext cx="92967" cy="85342"/>
            </a:xfrm>
            <a:prstGeom prst="rect">
              <a:avLst/>
            </a:prstGeom>
            <a:blipFill>
              <a:blip r:embed="rId57" cstate="print"/>
              <a:stretch>
                <a:fillRect/>
              </a:stretch>
            </a:blipFill>
          </p:spPr>
          <p:txBody>
            <a:bodyPr wrap="square" lIns="0" tIns="0" rIns="0" bIns="0" rtlCol="0"/>
            <a:lstStyle/>
            <a:p>
              <a:endParaRPr sz="2000"/>
            </a:p>
          </p:txBody>
        </p:sp>
        <p:sp>
          <p:nvSpPr>
            <p:cNvPr id="671" name="object 178">
              <a:extLst>
                <a:ext uri="{FF2B5EF4-FFF2-40B4-BE49-F238E27FC236}">
                  <a16:creationId xmlns:a16="http://schemas.microsoft.com/office/drawing/2014/main" id="{91EAA20E-28A0-443C-B763-E0F7F73DB845}"/>
                </a:ext>
              </a:extLst>
            </p:cNvPr>
            <p:cNvSpPr/>
            <p:nvPr/>
          </p:nvSpPr>
          <p:spPr>
            <a:xfrm>
              <a:off x="4277867" y="3131820"/>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2" name="object 179">
              <a:extLst>
                <a:ext uri="{FF2B5EF4-FFF2-40B4-BE49-F238E27FC236}">
                  <a16:creationId xmlns:a16="http://schemas.microsoft.com/office/drawing/2014/main" id="{C87E001C-40E0-47A7-8D59-635ACA4591C5}"/>
                </a:ext>
              </a:extLst>
            </p:cNvPr>
            <p:cNvSpPr/>
            <p:nvPr/>
          </p:nvSpPr>
          <p:spPr>
            <a:xfrm>
              <a:off x="4460747" y="2875783"/>
              <a:ext cx="91440" cy="85347"/>
            </a:xfrm>
            <a:prstGeom prst="rect">
              <a:avLst/>
            </a:prstGeom>
            <a:blipFill>
              <a:blip r:embed="rId58" cstate="print"/>
              <a:stretch>
                <a:fillRect/>
              </a:stretch>
            </a:blipFill>
          </p:spPr>
          <p:txBody>
            <a:bodyPr wrap="square" lIns="0" tIns="0" rIns="0" bIns="0" rtlCol="0"/>
            <a:lstStyle/>
            <a:p>
              <a:endParaRPr sz="2000"/>
            </a:p>
          </p:txBody>
        </p:sp>
        <p:sp>
          <p:nvSpPr>
            <p:cNvPr id="673" name="object 180">
              <a:extLst>
                <a:ext uri="{FF2B5EF4-FFF2-40B4-BE49-F238E27FC236}">
                  <a16:creationId xmlns:a16="http://schemas.microsoft.com/office/drawing/2014/main" id="{F08F5D34-2814-4395-9FAF-22FBC42B6139}"/>
                </a:ext>
              </a:extLst>
            </p:cNvPr>
            <p:cNvSpPr/>
            <p:nvPr/>
          </p:nvSpPr>
          <p:spPr>
            <a:xfrm>
              <a:off x="4460747" y="28757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74" name="object 181">
              <a:extLst>
                <a:ext uri="{FF2B5EF4-FFF2-40B4-BE49-F238E27FC236}">
                  <a16:creationId xmlns:a16="http://schemas.microsoft.com/office/drawing/2014/main" id="{A26493B6-AD66-4413-A601-12B92F4357E4}"/>
                </a:ext>
              </a:extLst>
            </p:cNvPr>
            <p:cNvSpPr/>
            <p:nvPr/>
          </p:nvSpPr>
          <p:spPr>
            <a:xfrm>
              <a:off x="4460747" y="2961132"/>
              <a:ext cx="91440" cy="85342"/>
            </a:xfrm>
            <a:prstGeom prst="rect">
              <a:avLst/>
            </a:prstGeom>
            <a:blipFill>
              <a:blip r:embed="rId59" cstate="print"/>
              <a:stretch>
                <a:fillRect/>
              </a:stretch>
            </a:blipFill>
          </p:spPr>
          <p:txBody>
            <a:bodyPr wrap="square" lIns="0" tIns="0" rIns="0" bIns="0" rtlCol="0"/>
            <a:lstStyle/>
            <a:p>
              <a:endParaRPr sz="2000"/>
            </a:p>
          </p:txBody>
        </p:sp>
        <p:sp>
          <p:nvSpPr>
            <p:cNvPr id="675" name="object 182">
              <a:extLst>
                <a:ext uri="{FF2B5EF4-FFF2-40B4-BE49-F238E27FC236}">
                  <a16:creationId xmlns:a16="http://schemas.microsoft.com/office/drawing/2014/main" id="{EF54DCD3-9549-4BB0-A351-E86F63D85A5E}"/>
                </a:ext>
              </a:extLst>
            </p:cNvPr>
            <p:cNvSpPr/>
            <p:nvPr/>
          </p:nvSpPr>
          <p:spPr>
            <a:xfrm>
              <a:off x="4460747" y="29611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6" name="object 183">
              <a:extLst>
                <a:ext uri="{FF2B5EF4-FFF2-40B4-BE49-F238E27FC236}">
                  <a16:creationId xmlns:a16="http://schemas.microsoft.com/office/drawing/2014/main" id="{6711A8CF-CF81-4439-AFC1-25E1A89DD9B2}"/>
                </a:ext>
              </a:extLst>
            </p:cNvPr>
            <p:cNvSpPr/>
            <p:nvPr/>
          </p:nvSpPr>
          <p:spPr>
            <a:xfrm>
              <a:off x="4460747" y="3046476"/>
              <a:ext cx="91440" cy="85342"/>
            </a:xfrm>
            <a:prstGeom prst="rect">
              <a:avLst/>
            </a:prstGeom>
            <a:blipFill>
              <a:blip r:embed="rId60" cstate="print"/>
              <a:stretch>
                <a:fillRect/>
              </a:stretch>
            </a:blipFill>
          </p:spPr>
          <p:txBody>
            <a:bodyPr wrap="square" lIns="0" tIns="0" rIns="0" bIns="0" rtlCol="0"/>
            <a:lstStyle/>
            <a:p>
              <a:endParaRPr sz="2000"/>
            </a:p>
          </p:txBody>
        </p:sp>
        <p:sp>
          <p:nvSpPr>
            <p:cNvPr id="677" name="object 184">
              <a:extLst>
                <a:ext uri="{FF2B5EF4-FFF2-40B4-BE49-F238E27FC236}">
                  <a16:creationId xmlns:a16="http://schemas.microsoft.com/office/drawing/2014/main" id="{B5D74E48-1BA6-4B7D-B685-C70339A32322}"/>
                </a:ext>
              </a:extLst>
            </p:cNvPr>
            <p:cNvSpPr/>
            <p:nvPr/>
          </p:nvSpPr>
          <p:spPr>
            <a:xfrm>
              <a:off x="4460747" y="30464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8" name="object 185">
              <a:extLst>
                <a:ext uri="{FF2B5EF4-FFF2-40B4-BE49-F238E27FC236}">
                  <a16:creationId xmlns:a16="http://schemas.microsoft.com/office/drawing/2014/main" id="{62D0779A-C44F-4D34-8BDE-FC647FF60B7C}"/>
                </a:ext>
              </a:extLst>
            </p:cNvPr>
            <p:cNvSpPr/>
            <p:nvPr/>
          </p:nvSpPr>
          <p:spPr>
            <a:xfrm>
              <a:off x="4460747" y="3131820"/>
              <a:ext cx="91440" cy="85342"/>
            </a:xfrm>
            <a:prstGeom prst="rect">
              <a:avLst/>
            </a:prstGeom>
            <a:blipFill>
              <a:blip r:embed="rId61" cstate="print"/>
              <a:stretch>
                <a:fillRect/>
              </a:stretch>
            </a:blipFill>
          </p:spPr>
          <p:txBody>
            <a:bodyPr wrap="square" lIns="0" tIns="0" rIns="0" bIns="0" rtlCol="0"/>
            <a:lstStyle/>
            <a:p>
              <a:endParaRPr sz="2000"/>
            </a:p>
          </p:txBody>
        </p:sp>
        <p:sp>
          <p:nvSpPr>
            <p:cNvPr id="679" name="object 186">
              <a:extLst>
                <a:ext uri="{FF2B5EF4-FFF2-40B4-BE49-F238E27FC236}">
                  <a16:creationId xmlns:a16="http://schemas.microsoft.com/office/drawing/2014/main" id="{4DABB29A-3BA5-4E59-A6FF-FDC41CA3311B}"/>
                </a:ext>
              </a:extLst>
            </p:cNvPr>
            <p:cNvSpPr/>
            <p:nvPr/>
          </p:nvSpPr>
          <p:spPr>
            <a:xfrm>
              <a:off x="4460747" y="31318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80" name="object 187">
              <a:extLst>
                <a:ext uri="{FF2B5EF4-FFF2-40B4-BE49-F238E27FC236}">
                  <a16:creationId xmlns:a16="http://schemas.microsoft.com/office/drawing/2014/main" id="{F92B3368-79B9-4EE9-9F8C-5377B487D09A}"/>
                </a:ext>
              </a:extLst>
            </p:cNvPr>
            <p:cNvSpPr/>
            <p:nvPr/>
          </p:nvSpPr>
          <p:spPr>
            <a:xfrm>
              <a:off x="4370831" y="2875783"/>
              <a:ext cx="91440" cy="85347"/>
            </a:xfrm>
            <a:prstGeom prst="rect">
              <a:avLst/>
            </a:prstGeom>
            <a:blipFill>
              <a:blip r:embed="rId62" cstate="print"/>
              <a:stretch>
                <a:fillRect/>
              </a:stretch>
            </a:blipFill>
          </p:spPr>
          <p:txBody>
            <a:bodyPr wrap="square" lIns="0" tIns="0" rIns="0" bIns="0" rtlCol="0"/>
            <a:lstStyle/>
            <a:p>
              <a:endParaRPr sz="2000"/>
            </a:p>
          </p:txBody>
        </p:sp>
        <p:sp>
          <p:nvSpPr>
            <p:cNvPr id="681" name="object 188">
              <a:extLst>
                <a:ext uri="{FF2B5EF4-FFF2-40B4-BE49-F238E27FC236}">
                  <a16:creationId xmlns:a16="http://schemas.microsoft.com/office/drawing/2014/main" id="{603C01B4-6189-4937-8BE1-F5ACD9D048F0}"/>
                </a:ext>
              </a:extLst>
            </p:cNvPr>
            <p:cNvSpPr/>
            <p:nvPr/>
          </p:nvSpPr>
          <p:spPr>
            <a:xfrm>
              <a:off x="4370831" y="28757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682" name="object 189">
              <a:extLst>
                <a:ext uri="{FF2B5EF4-FFF2-40B4-BE49-F238E27FC236}">
                  <a16:creationId xmlns:a16="http://schemas.microsoft.com/office/drawing/2014/main" id="{FBC1D748-A078-4FDF-95A6-368C3801D4EF}"/>
                </a:ext>
              </a:extLst>
            </p:cNvPr>
            <p:cNvSpPr/>
            <p:nvPr/>
          </p:nvSpPr>
          <p:spPr>
            <a:xfrm>
              <a:off x="4370831" y="2961132"/>
              <a:ext cx="91440" cy="85342"/>
            </a:xfrm>
            <a:prstGeom prst="rect">
              <a:avLst/>
            </a:prstGeom>
            <a:blipFill>
              <a:blip r:embed="rId63" cstate="print"/>
              <a:stretch>
                <a:fillRect/>
              </a:stretch>
            </a:blipFill>
          </p:spPr>
          <p:txBody>
            <a:bodyPr wrap="square" lIns="0" tIns="0" rIns="0" bIns="0" rtlCol="0"/>
            <a:lstStyle/>
            <a:p>
              <a:endParaRPr sz="2000"/>
            </a:p>
          </p:txBody>
        </p:sp>
        <p:sp>
          <p:nvSpPr>
            <p:cNvPr id="683" name="object 190">
              <a:extLst>
                <a:ext uri="{FF2B5EF4-FFF2-40B4-BE49-F238E27FC236}">
                  <a16:creationId xmlns:a16="http://schemas.microsoft.com/office/drawing/2014/main" id="{2CA31C18-A099-4411-90BB-A91F241AE77A}"/>
                </a:ext>
              </a:extLst>
            </p:cNvPr>
            <p:cNvSpPr/>
            <p:nvPr/>
          </p:nvSpPr>
          <p:spPr>
            <a:xfrm>
              <a:off x="4370831" y="29611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84" name="object 191">
              <a:extLst>
                <a:ext uri="{FF2B5EF4-FFF2-40B4-BE49-F238E27FC236}">
                  <a16:creationId xmlns:a16="http://schemas.microsoft.com/office/drawing/2014/main" id="{4B98C755-0A6B-40B6-8DF0-BEFE6C7E0746}"/>
                </a:ext>
              </a:extLst>
            </p:cNvPr>
            <p:cNvSpPr/>
            <p:nvPr/>
          </p:nvSpPr>
          <p:spPr>
            <a:xfrm>
              <a:off x="4370831" y="3046476"/>
              <a:ext cx="91440" cy="85342"/>
            </a:xfrm>
            <a:prstGeom prst="rect">
              <a:avLst/>
            </a:prstGeom>
            <a:blipFill>
              <a:blip r:embed="rId64" cstate="print"/>
              <a:stretch>
                <a:fillRect/>
              </a:stretch>
            </a:blipFill>
          </p:spPr>
          <p:txBody>
            <a:bodyPr wrap="square" lIns="0" tIns="0" rIns="0" bIns="0" rtlCol="0"/>
            <a:lstStyle/>
            <a:p>
              <a:endParaRPr sz="2000"/>
            </a:p>
          </p:txBody>
        </p:sp>
        <p:sp>
          <p:nvSpPr>
            <p:cNvPr id="685" name="object 192">
              <a:extLst>
                <a:ext uri="{FF2B5EF4-FFF2-40B4-BE49-F238E27FC236}">
                  <a16:creationId xmlns:a16="http://schemas.microsoft.com/office/drawing/2014/main" id="{D54ECF27-A3D0-4F17-AAF4-2F62F62A21FB}"/>
                </a:ext>
              </a:extLst>
            </p:cNvPr>
            <p:cNvSpPr/>
            <p:nvPr/>
          </p:nvSpPr>
          <p:spPr>
            <a:xfrm>
              <a:off x="4370831" y="30464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86" name="object 193">
              <a:extLst>
                <a:ext uri="{FF2B5EF4-FFF2-40B4-BE49-F238E27FC236}">
                  <a16:creationId xmlns:a16="http://schemas.microsoft.com/office/drawing/2014/main" id="{D8376E7D-EFD7-47B2-A322-74BA36B4CEF4}"/>
                </a:ext>
              </a:extLst>
            </p:cNvPr>
            <p:cNvSpPr/>
            <p:nvPr/>
          </p:nvSpPr>
          <p:spPr>
            <a:xfrm>
              <a:off x="4370831" y="3131820"/>
              <a:ext cx="91440" cy="85342"/>
            </a:xfrm>
            <a:prstGeom prst="rect">
              <a:avLst/>
            </a:prstGeom>
            <a:blipFill>
              <a:blip r:embed="rId65" cstate="print"/>
              <a:stretch>
                <a:fillRect/>
              </a:stretch>
            </a:blipFill>
          </p:spPr>
          <p:txBody>
            <a:bodyPr wrap="square" lIns="0" tIns="0" rIns="0" bIns="0" rtlCol="0"/>
            <a:lstStyle/>
            <a:p>
              <a:endParaRPr sz="2000"/>
            </a:p>
          </p:txBody>
        </p:sp>
        <p:sp>
          <p:nvSpPr>
            <p:cNvPr id="687" name="object 194">
              <a:extLst>
                <a:ext uri="{FF2B5EF4-FFF2-40B4-BE49-F238E27FC236}">
                  <a16:creationId xmlns:a16="http://schemas.microsoft.com/office/drawing/2014/main" id="{08187E62-1208-4B8B-B96D-729AB0BDBE78}"/>
                </a:ext>
              </a:extLst>
            </p:cNvPr>
            <p:cNvSpPr/>
            <p:nvPr/>
          </p:nvSpPr>
          <p:spPr>
            <a:xfrm>
              <a:off x="4370831" y="31318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688" name="object 195">
            <a:extLst>
              <a:ext uri="{FF2B5EF4-FFF2-40B4-BE49-F238E27FC236}">
                <a16:creationId xmlns:a16="http://schemas.microsoft.com/office/drawing/2014/main" id="{1972E799-6EBE-4CD1-AACE-2DBF62C42E58}"/>
              </a:ext>
            </a:extLst>
          </p:cNvPr>
          <p:cNvSpPr txBox="1"/>
          <p:nvPr/>
        </p:nvSpPr>
        <p:spPr>
          <a:xfrm>
            <a:off x="2444157" y="3156627"/>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689" name="object 196">
            <a:extLst>
              <a:ext uri="{FF2B5EF4-FFF2-40B4-BE49-F238E27FC236}">
                <a16:creationId xmlns:a16="http://schemas.microsoft.com/office/drawing/2014/main" id="{DAAD5A26-1B6A-42AF-85BB-E4DC2079AA10}"/>
              </a:ext>
            </a:extLst>
          </p:cNvPr>
          <p:cNvSpPr txBox="1"/>
          <p:nvPr/>
        </p:nvSpPr>
        <p:spPr>
          <a:xfrm>
            <a:off x="3775823" y="3156627"/>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690" name="object 197">
            <a:extLst>
              <a:ext uri="{FF2B5EF4-FFF2-40B4-BE49-F238E27FC236}">
                <a16:creationId xmlns:a16="http://schemas.microsoft.com/office/drawing/2014/main" id="{D9210A1E-82C4-4D74-8DE8-CE21F9B8FFCB}"/>
              </a:ext>
            </a:extLst>
          </p:cNvPr>
          <p:cNvGrpSpPr/>
          <p:nvPr/>
        </p:nvGrpSpPr>
        <p:grpSpPr>
          <a:xfrm>
            <a:off x="2757706" y="3123326"/>
            <a:ext cx="774700" cy="833967"/>
            <a:chOff x="2637789" y="2863343"/>
            <a:chExt cx="697230" cy="750570"/>
          </a:xfrm>
        </p:grpSpPr>
        <p:sp>
          <p:nvSpPr>
            <p:cNvPr id="691" name="object 198">
              <a:extLst>
                <a:ext uri="{FF2B5EF4-FFF2-40B4-BE49-F238E27FC236}">
                  <a16:creationId xmlns:a16="http://schemas.microsoft.com/office/drawing/2014/main" id="{F3AC1DD7-4969-45A2-9D4B-58B8AD2F6748}"/>
                </a:ext>
              </a:extLst>
            </p:cNvPr>
            <p:cNvSpPr/>
            <p:nvPr/>
          </p:nvSpPr>
          <p:spPr>
            <a:xfrm>
              <a:off x="2644139" y="2869693"/>
              <a:ext cx="684530" cy="737870"/>
            </a:xfrm>
            <a:custGeom>
              <a:avLst/>
              <a:gdLst/>
              <a:ahLst/>
              <a:cxnLst/>
              <a:rect l="l" t="t" r="r" b="b"/>
              <a:pathLst>
                <a:path w="684529" h="737870">
                  <a:moveTo>
                    <a:pt x="598932" y="461770"/>
                  </a:moveTo>
                  <a:lnTo>
                    <a:pt x="684274" y="461770"/>
                  </a:lnTo>
                  <a:lnTo>
                    <a:pt x="684274" y="368808"/>
                  </a:lnTo>
                  <a:lnTo>
                    <a:pt x="598932" y="368808"/>
                  </a:lnTo>
                  <a:lnTo>
                    <a:pt x="598932" y="461770"/>
                  </a:lnTo>
                  <a:close/>
                </a:path>
                <a:path w="684529" h="737870">
                  <a:moveTo>
                    <a:pt x="513588" y="461770"/>
                  </a:moveTo>
                  <a:lnTo>
                    <a:pt x="598935" y="461770"/>
                  </a:lnTo>
                  <a:lnTo>
                    <a:pt x="598935" y="368808"/>
                  </a:lnTo>
                  <a:lnTo>
                    <a:pt x="513588" y="368808"/>
                  </a:lnTo>
                  <a:lnTo>
                    <a:pt x="513588" y="461770"/>
                  </a:lnTo>
                  <a:close/>
                </a:path>
                <a:path w="684529" h="737870">
                  <a:moveTo>
                    <a:pt x="428244" y="461770"/>
                  </a:moveTo>
                  <a:lnTo>
                    <a:pt x="513586" y="461770"/>
                  </a:lnTo>
                  <a:lnTo>
                    <a:pt x="513586" y="368808"/>
                  </a:lnTo>
                  <a:lnTo>
                    <a:pt x="428244" y="368808"/>
                  </a:lnTo>
                  <a:lnTo>
                    <a:pt x="428244" y="461770"/>
                  </a:lnTo>
                  <a:close/>
                </a:path>
                <a:path w="684529" h="737870">
                  <a:moveTo>
                    <a:pt x="342900" y="461770"/>
                  </a:moveTo>
                  <a:lnTo>
                    <a:pt x="428242" y="461770"/>
                  </a:lnTo>
                  <a:lnTo>
                    <a:pt x="428242" y="368808"/>
                  </a:lnTo>
                  <a:lnTo>
                    <a:pt x="342900" y="368808"/>
                  </a:lnTo>
                  <a:lnTo>
                    <a:pt x="342900" y="461770"/>
                  </a:lnTo>
                  <a:close/>
                </a:path>
                <a:path w="684529" h="737870">
                  <a:moveTo>
                    <a:pt x="256032" y="461770"/>
                  </a:moveTo>
                  <a:lnTo>
                    <a:pt x="342897" y="461770"/>
                  </a:lnTo>
                  <a:lnTo>
                    <a:pt x="342897" y="368808"/>
                  </a:lnTo>
                  <a:lnTo>
                    <a:pt x="256032" y="368808"/>
                  </a:lnTo>
                  <a:lnTo>
                    <a:pt x="256032" y="461770"/>
                  </a:lnTo>
                  <a:close/>
                </a:path>
                <a:path w="684529" h="737870">
                  <a:moveTo>
                    <a:pt x="170688" y="461770"/>
                  </a:moveTo>
                  <a:lnTo>
                    <a:pt x="256035" y="461770"/>
                  </a:lnTo>
                  <a:lnTo>
                    <a:pt x="256035" y="368808"/>
                  </a:lnTo>
                  <a:lnTo>
                    <a:pt x="170688" y="368808"/>
                  </a:lnTo>
                  <a:lnTo>
                    <a:pt x="170688" y="461770"/>
                  </a:lnTo>
                  <a:close/>
                </a:path>
                <a:path w="684529" h="737870">
                  <a:moveTo>
                    <a:pt x="85344" y="461770"/>
                  </a:moveTo>
                  <a:lnTo>
                    <a:pt x="170686" y="461770"/>
                  </a:lnTo>
                  <a:lnTo>
                    <a:pt x="170686" y="368808"/>
                  </a:lnTo>
                  <a:lnTo>
                    <a:pt x="85344" y="368808"/>
                  </a:lnTo>
                  <a:lnTo>
                    <a:pt x="85344" y="461770"/>
                  </a:lnTo>
                  <a:close/>
                </a:path>
                <a:path w="684529" h="737870">
                  <a:moveTo>
                    <a:pt x="0" y="461770"/>
                  </a:moveTo>
                  <a:lnTo>
                    <a:pt x="85342" y="461770"/>
                  </a:lnTo>
                  <a:lnTo>
                    <a:pt x="85342" y="368808"/>
                  </a:lnTo>
                  <a:lnTo>
                    <a:pt x="0" y="368808"/>
                  </a:lnTo>
                  <a:lnTo>
                    <a:pt x="0" y="461770"/>
                  </a:lnTo>
                  <a:close/>
                </a:path>
                <a:path w="684529" h="737870">
                  <a:moveTo>
                    <a:pt x="598932" y="553210"/>
                  </a:moveTo>
                  <a:lnTo>
                    <a:pt x="684274" y="553210"/>
                  </a:lnTo>
                  <a:lnTo>
                    <a:pt x="684274" y="461770"/>
                  </a:lnTo>
                  <a:lnTo>
                    <a:pt x="598932" y="461770"/>
                  </a:lnTo>
                  <a:lnTo>
                    <a:pt x="598932" y="553210"/>
                  </a:lnTo>
                  <a:close/>
                </a:path>
                <a:path w="684529" h="737870">
                  <a:moveTo>
                    <a:pt x="513588" y="553210"/>
                  </a:moveTo>
                  <a:lnTo>
                    <a:pt x="598935" y="553210"/>
                  </a:lnTo>
                  <a:lnTo>
                    <a:pt x="598935" y="461770"/>
                  </a:lnTo>
                  <a:lnTo>
                    <a:pt x="513588" y="461770"/>
                  </a:lnTo>
                  <a:lnTo>
                    <a:pt x="513588" y="553210"/>
                  </a:lnTo>
                  <a:close/>
                </a:path>
                <a:path w="684529" h="737870">
                  <a:moveTo>
                    <a:pt x="428244" y="553210"/>
                  </a:moveTo>
                  <a:lnTo>
                    <a:pt x="513586" y="553210"/>
                  </a:lnTo>
                  <a:lnTo>
                    <a:pt x="513586" y="461770"/>
                  </a:lnTo>
                  <a:lnTo>
                    <a:pt x="428244" y="461770"/>
                  </a:lnTo>
                  <a:lnTo>
                    <a:pt x="428244" y="553210"/>
                  </a:lnTo>
                  <a:close/>
                </a:path>
                <a:path w="684529" h="737870">
                  <a:moveTo>
                    <a:pt x="342900" y="553210"/>
                  </a:moveTo>
                  <a:lnTo>
                    <a:pt x="428242" y="553210"/>
                  </a:lnTo>
                  <a:lnTo>
                    <a:pt x="428242" y="461770"/>
                  </a:lnTo>
                  <a:lnTo>
                    <a:pt x="342900" y="461770"/>
                  </a:lnTo>
                  <a:lnTo>
                    <a:pt x="342900" y="553210"/>
                  </a:lnTo>
                  <a:close/>
                </a:path>
                <a:path w="684529" h="737870">
                  <a:moveTo>
                    <a:pt x="256032" y="553210"/>
                  </a:moveTo>
                  <a:lnTo>
                    <a:pt x="342897" y="553210"/>
                  </a:lnTo>
                  <a:lnTo>
                    <a:pt x="342897" y="461770"/>
                  </a:lnTo>
                  <a:lnTo>
                    <a:pt x="256032" y="461770"/>
                  </a:lnTo>
                  <a:lnTo>
                    <a:pt x="256032" y="553210"/>
                  </a:lnTo>
                  <a:close/>
                </a:path>
                <a:path w="684529" h="737870">
                  <a:moveTo>
                    <a:pt x="170688" y="553210"/>
                  </a:moveTo>
                  <a:lnTo>
                    <a:pt x="256035" y="553210"/>
                  </a:lnTo>
                  <a:lnTo>
                    <a:pt x="256035" y="461770"/>
                  </a:lnTo>
                  <a:lnTo>
                    <a:pt x="170688" y="461770"/>
                  </a:lnTo>
                  <a:lnTo>
                    <a:pt x="170688" y="553210"/>
                  </a:lnTo>
                  <a:close/>
                </a:path>
                <a:path w="684529" h="737870">
                  <a:moveTo>
                    <a:pt x="85344" y="553210"/>
                  </a:moveTo>
                  <a:lnTo>
                    <a:pt x="170686" y="553210"/>
                  </a:lnTo>
                  <a:lnTo>
                    <a:pt x="170686" y="461770"/>
                  </a:lnTo>
                  <a:lnTo>
                    <a:pt x="85344" y="461770"/>
                  </a:lnTo>
                  <a:lnTo>
                    <a:pt x="85344" y="553210"/>
                  </a:lnTo>
                  <a:close/>
                </a:path>
                <a:path w="684529" h="737870">
                  <a:moveTo>
                    <a:pt x="0" y="553210"/>
                  </a:moveTo>
                  <a:lnTo>
                    <a:pt x="85342" y="553210"/>
                  </a:lnTo>
                  <a:lnTo>
                    <a:pt x="85342" y="461770"/>
                  </a:lnTo>
                  <a:lnTo>
                    <a:pt x="0" y="461770"/>
                  </a:lnTo>
                  <a:lnTo>
                    <a:pt x="0" y="553210"/>
                  </a:lnTo>
                  <a:close/>
                </a:path>
                <a:path w="684529" h="737870">
                  <a:moveTo>
                    <a:pt x="598932" y="644650"/>
                  </a:moveTo>
                  <a:lnTo>
                    <a:pt x="684274" y="644650"/>
                  </a:lnTo>
                  <a:lnTo>
                    <a:pt x="684274" y="553210"/>
                  </a:lnTo>
                  <a:lnTo>
                    <a:pt x="598932" y="553210"/>
                  </a:lnTo>
                  <a:lnTo>
                    <a:pt x="598932" y="644650"/>
                  </a:lnTo>
                  <a:close/>
                </a:path>
                <a:path w="684529" h="737870">
                  <a:moveTo>
                    <a:pt x="513588" y="644650"/>
                  </a:moveTo>
                  <a:lnTo>
                    <a:pt x="598935" y="644650"/>
                  </a:lnTo>
                  <a:lnTo>
                    <a:pt x="598935" y="553210"/>
                  </a:lnTo>
                  <a:lnTo>
                    <a:pt x="513588" y="553210"/>
                  </a:lnTo>
                  <a:lnTo>
                    <a:pt x="513588" y="644650"/>
                  </a:lnTo>
                  <a:close/>
                </a:path>
                <a:path w="684529" h="737870">
                  <a:moveTo>
                    <a:pt x="428244" y="644650"/>
                  </a:moveTo>
                  <a:lnTo>
                    <a:pt x="513586" y="644650"/>
                  </a:lnTo>
                  <a:lnTo>
                    <a:pt x="513586" y="553210"/>
                  </a:lnTo>
                  <a:lnTo>
                    <a:pt x="428244" y="553210"/>
                  </a:lnTo>
                  <a:lnTo>
                    <a:pt x="428244" y="644650"/>
                  </a:lnTo>
                  <a:close/>
                </a:path>
                <a:path w="684529" h="737870">
                  <a:moveTo>
                    <a:pt x="342900" y="644650"/>
                  </a:moveTo>
                  <a:lnTo>
                    <a:pt x="428242" y="644650"/>
                  </a:lnTo>
                  <a:lnTo>
                    <a:pt x="428242" y="553210"/>
                  </a:lnTo>
                  <a:lnTo>
                    <a:pt x="342900" y="553210"/>
                  </a:lnTo>
                  <a:lnTo>
                    <a:pt x="342900" y="644650"/>
                  </a:lnTo>
                  <a:close/>
                </a:path>
                <a:path w="684529" h="737870">
                  <a:moveTo>
                    <a:pt x="256032" y="644650"/>
                  </a:moveTo>
                  <a:lnTo>
                    <a:pt x="342897" y="644650"/>
                  </a:lnTo>
                  <a:lnTo>
                    <a:pt x="342897" y="553210"/>
                  </a:lnTo>
                  <a:lnTo>
                    <a:pt x="256032" y="553210"/>
                  </a:lnTo>
                  <a:lnTo>
                    <a:pt x="256032" y="644650"/>
                  </a:lnTo>
                  <a:close/>
                </a:path>
                <a:path w="684529" h="737870">
                  <a:moveTo>
                    <a:pt x="170688" y="644650"/>
                  </a:moveTo>
                  <a:lnTo>
                    <a:pt x="256035" y="644650"/>
                  </a:lnTo>
                  <a:lnTo>
                    <a:pt x="256035" y="553210"/>
                  </a:lnTo>
                  <a:lnTo>
                    <a:pt x="170688" y="553210"/>
                  </a:lnTo>
                  <a:lnTo>
                    <a:pt x="170688" y="644650"/>
                  </a:lnTo>
                  <a:close/>
                </a:path>
                <a:path w="684529" h="737870">
                  <a:moveTo>
                    <a:pt x="85344" y="644650"/>
                  </a:moveTo>
                  <a:lnTo>
                    <a:pt x="170686" y="644650"/>
                  </a:lnTo>
                  <a:lnTo>
                    <a:pt x="170686" y="553210"/>
                  </a:lnTo>
                  <a:lnTo>
                    <a:pt x="85344" y="553210"/>
                  </a:lnTo>
                  <a:lnTo>
                    <a:pt x="85344" y="644650"/>
                  </a:lnTo>
                  <a:close/>
                </a:path>
                <a:path w="684529" h="737870">
                  <a:moveTo>
                    <a:pt x="0" y="644650"/>
                  </a:moveTo>
                  <a:lnTo>
                    <a:pt x="85342" y="644650"/>
                  </a:lnTo>
                  <a:lnTo>
                    <a:pt x="85342" y="553210"/>
                  </a:lnTo>
                  <a:lnTo>
                    <a:pt x="0" y="553210"/>
                  </a:lnTo>
                  <a:lnTo>
                    <a:pt x="0" y="644650"/>
                  </a:lnTo>
                  <a:close/>
                </a:path>
                <a:path w="684529" h="737870">
                  <a:moveTo>
                    <a:pt x="598932" y="737614"/>
                  </a:moveTo>
                  <a:lnTo>
                    <a:pt x="684274" y="737614"/>
                  </a:lnTo>
                  <a:lnTo>
                    <a:pt x="684274" y="644652"/>
                  </a:lnTo>
                  <a:lnTo>
                    <a:pt x="598932" y="644652"/>
                  </a:lnTo>
                  <a:lnTo>
                    <a:pt x="598932" y="737614"/>
                  </a:lnTo>
                  <a:close/>
                </a:path>
                <a:path w="684529" h="737870">
                  <a:moveTo>
                    <a:pt x="513588" y="737614"/>
                  </a:moveTo>
                  <a:lnTo>
                    <a:pt x="598935" y="737614"/>
                  </a:lnTo>
                  <a:lnTo>
                    <a:pt x="598935" y="644652"/>
                  </a:lnTo>
                  <a:lnTo>
                    <a:pt x="513588" y="644652"/>
                  </a:lnTo>
                  <a:lnTo>
                    <a:pt x="513588" y="737614"/>
                  </a:lnTo>
                  <a:close/>
                </a:path>
                <a:path w="684529" h="737870">
                  <a:moveTo>
                    <a:pt x="428244" y="737614"/>
                  </a:moveTo>
                  <a:lnTo>
                    <a:pt x="513586" y="737614"/>
                  </a:lnTo>
                  <a:lnTo>
                    <a:pt x="513586" y="644652"/>
                  </a:lnTo>
                  <a:lnTo>
                    <a:pt x="428244" y="644652"/>
                  </a:lnTo>
                  <a:lnTo>
                    <a:pt x="428244" y="737614"/>
                  </a:lnTo>
                  <a:close/>
                </a:path>
                <a:path w="684529" h="737870">
                  <a:moveTo>
                    <a:pt x="342900" y="737614"/>
                  </a:moveTo>
                  <a:lnTo>
                    <a:pt x="428242" y="737614"/>
                  </a:lnTo>
                  <a:lnTo>
                    <a:pt x="428242" y="644652"/>
                  </a:lnTo>
                  <a:lnTo>
                    <a:pt x="342900" y="644652"/>
                  </a:lnTo>
                  <a:lnTo>
                    <a:pt x="342900" y="737614"/>
                  </a:lnTo>
                  <a:close/>
                </a:path>
                <a:path w="684529" h="737870">
                  <a:moveTo>
                    <a:pt x="256032" y="737614"/>
                  </a:moveTo>
                  <a:lnTo>
                    <a:pt x="342897" y="737614"/>
                  </a:lnTo>
                  <a:lnTo>
                    <a:pt x="342897" y="644652"/>
                  </a:lnTo>
                  <a:lnTo>
                    <a:pt x="256032" y="644652"/>
                  </a:lnTo>
                  <a:lnTo>
                    <a:pt x="256032" y="737614"/>
                  </a:lnTo>
                  <a:close/>
                </a:path>
                <a:path w="684529" h="737870">
                  <a:moveTo>
                    <a:pt x="170688" y="737614"/>
                  </a:moveTo>
                  <a:lnTo>
                    <a:pt x="256035" y="737614"/>
                  </a:lnTo>
                  <a:lnTo>
                    <a:pt x="256035" y="644652"/>
                  </a:lnTo>
                  <a:lnTo>
                    <a:pt x="170688" y="644652"/>
                  </a:lnTo>
                  <a:lnTo>
                    <a:pt x="170688" y="737614"/>
                  </a:lnTo>
                  <a:close/>
                </a:path>
                <a:path w="684529" h="737870">
                  <a:moveTo>
                    <a:pt x="85344" y="737614"/>
                  </a:moveTo>
                  <a:lnTo>
                    <a:pt x="170686" y="737614"/>
                  </a:lnTo>
                  <a:lnTo>
                    <a:pt x="170686" y="644652"/>
                  </a:lnTo>
                  <a:lnTo>
                    <a:pt x="85344" y="644652"/>
                  </a:lnTo>
                  <a:lnTo>
                    <a:pt x="85344" y="737614"/>
                  </a:lnTo>
                  <a:close/>
                </a:path>
                <a:path w="684529" h="737870">
                  <a:moveTo>
                    <a:pt x="0" y="737614"/>
                  </a:moveTo>
                  <a:lnTo>
                    <a:pt x="85342" y="737614"/>
                  </a:lnTo>
                  <a:lnTo>
                    <a:pt x="85342" y="644652"/>
                  </a:lnTo>
                  <a:lnTo>
                    <a:pt x="0" y="644652"/>
                  </a:lnTo>
                  <a:lnTo>
                    <a:pt x="0" y="737614"/>
                  </a:lnTo>
                  <a:close/>
                </a:path>
                <a:path w="684529" h="737870">
                  <a:moveTo>
                    <a:pt x="598932" y="92962"/>
                  </a:moveTo>
                  <a:lnTo>
                    <a:pt x="684274" y="92962"/>
                  </a:lnTo>
                  <a:lnTo>
                    <a:pt x="684274" y="0"/>
                  </a:lnTo>
                  <a:lnTo>
                    <a:pt x="598932" y="0"/>
                  </a:lnTo>
                  <a:lnTo>
                    <a:pt x="598932" y="92962"/>
                  </a:lnTo>
                  <a:close/>
                </a:path>
                <a:path w="684529" h="737870">
                  <a:moveTo>
                    <a:pt x="513588" y="92962"/>
                  </a:moveTo>
                  <a:lnTo>
                    <a:pt x="598935" y="92962"/>
                  </a:lnTo>
                  <a:lnTo>
                    <a:pt x="598935" y="0"/>
                  </a:lnTo>
                  <a:lnTo>
                    <a:pt x="513588" y="0"/>
                  </a:lnTo>
                  <a:lnTo>
                    <a:pt x="513588" y="92962"/>
                  </a:lnTo>
                  <a:close/>
                </a:path>
                <a:path w="684529" h="737870">
                  <a:moveTo>
                    <a:pt x="428244" y="92962"/>
                  </a:moveTo>
                  <a:lnTo>
                    <a:pt x="513586" y="92962"/>
                  </a:lnTo>
                  <a:lnTo>
                    <a:pt x="513586" y="0"/>
                  </a:lnTo>
                  <a:lnTo>
                    <a:pt x="428244" y="0"/>
                  </a:lnTo>
                  <a:lnTo>
                    <a:pt x="428244" y="92962"/>
                  </a:lnTo>
                  <a:close/>
                </a:path>
                <a:path w="684529" h="737870">
                  <a:moveTo>
                    <a:pt x="342900" y="92962"/>
                  </a:moveTo>
                  <a:lnTo>
                    <a:pt x="428242" y="92962"/>
                  </a:lnTo>
                  <a:lnTo>
                    <a:pt x="428242" y="0"/>
                  </a:lnTo>
                  <a:lnTo>
                    <a:pt x="342900" y="0"/>
                  </a:lnTo>
                  <a:lnTo>
                    <a:pt x="342900" y="92962"/>
                  </a:lnTo>
                  <a:close/>
                </a:path>
                <a:path w="684529" h="737870">
                  <a:moveTo>
                    <a:pt x="256032" y="92962"/>
                  </a:moveTo>
                  <a:lnTo>
                    <a:pt x="342897" y="92962"/>
                  </a:lnTo>
                  <a:lnTo>
                    <a:pt x="342897" y="0"/>
                  </a:lnTo>
                  <a:lnTo>
                    <a:pt x="256032" y="0"/>
                  </a:lnTo>
                  <a:lnTo>
                    <a:pt x="256032" y="92962"/>
                  </a:lnTo>
                  <a:close/>
                </a:path>
                <a:path w="684529" h="737870">
                  <a:moveTo>
                    <a:pt x="170688" y="92962"/>
                  </a:moveTo>
                  <a:lnTo>
                    <a:pt x="256035" y="92962"/>
                  </a:lnTo>
                  <a:lnTo>
                    <a:pt x="256035" y="0"/>
                  </a:lnTo>
                  <a:lnTo>
                    <a:pt x="170688" y="0"/>
                  </a:lnTo>
                  <a:lnTo>
                    <a:pt x="170688" y="92962"/>
                  </a:lnTo>
                  <a:close/>
                </a:path>
                <a:path w="684529" h="737870">
                  <a:moveTo>
                    <a:pt x="85344" y="92962"/>
                  </a:moveTo>
                  <a:lnTo>
                    <a:pt x="170686" y="92962"/>
                  </a:lnTo>
                  <a:lnTo>
                    <a:pt x="170686" y="0"/>
                  </a:lnTo>
                  <a:lnTo>
                    <a:pt x="85344" y="0"/>
                  </a:lnTo>
                  <a:lnTo>
                    <a:pt x="85344" y="92962"/>
                  </a:lnTo>
                  <a:close/>
                </a:path>
                <a:path w="684529" h="737870">
                  <a:moveTo>
                    <a:pt x="0" y="92962"/>
                  </a:moveTo>
                  <a:lnTo>
                    <a:pt x="85342" y="92962"/>
                  </a:lnTo>
                  <a:lnTo>
                    <a:pt x="85342" y="0"/>
                  </a:lnTo>
                  <a:lnTo>
                    <a:pt x="0" y="0"/>
                  </a:lnTo>
                  <a:lnTo>
                    <a:pt x="0" y="92962"/>
                  </a:lnTo>
                  <a:close/>
                </a:path>
                <a:path w="684529" h="737870">
                  <a:moveTo>
                    <a:pt x="598932" y="184402"/>
                  </a:moveTo>
                  <a:lnTo>
                    <a:pt x="684274" y="184402"/>
                  </a:lnTo>
                  <a:lnTo>
                    <a:pt x="684274" y="92962"/>
                  </a:lnTo>
                  <a:lnTo>
                    <a:pt x="598932" y="92962"/>
                  </a:lnTo>
                  <a:lnTo>
                    <a:pt x="598932" y="184402"/>
                  </a:lnTo>
                  <a:close/>
                </a:path>
                <a:path w="684529" h="737870">
                  <a:moveTo>
                    <a:pt x="513588" y="184402"/>
                  </a:moveTo>
                  <a:lnTo>
                    <a:pt x="598935" y="184402"/>
                  </a:lnTo>
                  <a:lnTo>
                    <a:pt x="598935" y="92962"/>
                  </a:lnTo>
                  <a:lnTo>
                    <a:pt x="513588" y="92962"/>
                  </a:lnTo>
                  <a:lnTo>
                    <a:pt x="513588" y="184402"/>
                  </a:lnTo>
                  <a:close/>
                </a:path>
                <a:path w="684529" h="737870">
                  <a:moveTo>
                    <a:pt x="428244" y="184402"/>
                  </a:moveTo>
                  <a:lnTo>
                    <a:pt x="513586" y="184402"/>
                  </a:lnTo>
                  <a:lnTo>
                    <a:pt x="513586" y="92962"/>
                  </a:lnTo>
                  <a:lnTo>
                    <a:pt x="428244" y="92962"/>
                  </a:lnTo>
                  <a:lnTo>
                    <a:pt x="428244" y="184402"/>
                  </a:lnTo>
                  <a:close/>
                </a:path>
                <a:path w="684529" h="737870">
                  <a:moveTo>
                    <a:pt x="342900" y="184402"/>
                  </a:moveTo>
                  <a:lnTo>
                    <a:pt x="428242" y="184402"/>
                  </a:lnTo>
                  <a:lnTo>
                    <a:pt x="428242" y="92962"/>
                  </a:lnTo>
                  <a:lnTo>
                    <a:pt x="342900" y="92962"/>
                  </a:lnTo>
                  <a:lnTo>
                    <a:pt x="342900" y="184402"/>
                  </a:lnTo>
                  <a:close/>
                </a:path>
                <a:path w="684529" h="737870">
                  <a:moveTo>
                    <a:pt x="256032" y="184402"/>
                  </a:moveTo>
                  <a:lnTo>
                    <a:pt x="342897" y="184402"/>
                  </a:lnTo>
                  <a:lnTo>
                    <a:pt x="342897" y="92962"/>
                  </a:lnTo>
                  <a:lnTo>
                    <a:pt x="256032" y="92962"/>
                  </a:lnTo>
                  <a:lnTo>
                    <a:pt x="256032" y="184402"/>
                  </a:lnTo>
                  <a:close/>
                </a:path>
                <a:path w="684529" h="737870">
                  <a:moveTo>
                    <a:pt x="170688" y="184402"/>
                  </a:moveTo>
                  <a:lnTo>
                    <a:pt x="256035" y="184402"/>
                  </a:lnTo>
                  <a:lnTo>
                    <a:pt x="256035" y="92962"/>
                  </a:lnTo>
                  <a:lnTo>
                    <a:pt x="170688" y="92962"/>
                  </a:lnTo>
                  <a:lnTo>
                    <a:pt x="170688" y="184402"/>
                  </a:lnTo>
                  <a:close/>
                </a:path>
                <a:path w="684529" h="737870">
                  <a:moveTo>
                    <a:pt x="85344" y="184402"/>
                  </a:moveTo>
                  <a:lnTo>
                    <a:pt x="170686" y="184402"/>
                  </a:lnTo>
                  <a:lnTo>
                    <a:pt x="170686" y="92962"/>
                  </a:lnTo>
                  <a:lnTo>
                    <a:pt x="85344" y="92962"/>
                  </a:lnTo>
                  <a:lnTo>
                    <a:pt x="85344" y="184402"/>
                  </a:lnTo>
                  <a:close/>
                </a:path>
                <a:path w="684529" h="737870">
                  <a:moveTo>
                    <a:pt x="0" y="184402"/>
                  </a:moveTo>
                  <a:lnTo>
                    <a:pt x="85342" y="184402"/>
                  </a:lnTo>
                  <a:lnTo>
                    <a:pt x="85342" y="92962"/>
                  </a:lnTo>
                  <a:lnTo>
                    <a:pt x="0" y="92962"/>
                  </a:lnTo>
                  <a:lnTo>
                    <a:pt x="0" y="184402"/>
                  </a:lnTo>
                  <a:close/>
                </a:path>
              </a:pathLst>
            </a:custGeom>
            <a:ln w="12700">
              <a:solidFill>
                <a:srgbClr val="D1D1D1"/>
              </a:solidFill>
            </a:ln>
          </p:spPr>
          <p:txBody>
            <a:bodyPr wrap="square" lIns="0" tIns="0" rIns="0" bIns="0" rtlCol="0"/>
            <a:lstStyle/>
            <a:p>
              <a:endParaRPr sz="2000"/>
            </a:p>
          </p:txBody>
        </p:sp>
        <p:sp>
          <p:nvSpPr>
            <p:cNvPr id="692" name="object 199">
              <a:extLst>
                <a:ext uri="{FF2B5EF4-FFF2-40B4-BE49-F238E27FC236}">
                  <a16:creationId xmlns:a16="http://schemas.microsoft.com/office/drawing/2014/main" id="{17453C52-F15D-4997-BDA2-F01624934076}"/>
                </a:ext>
              </a:extLst>
            </p:cNvPr>
            <p:cNvSpPr/>
            <p:nvPr/>
          </p:nvSpPr>
          <p:spPr>
            <a:xfrm>
              <a:off x="3243071" y="3054097"/>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6F000"/>
            </a:solidFill>
          </p:spPr>
          <p:txBody>
            <a:bodyPr wrap="square" lIns="0" tIns="0" rIns="0" bIns="0" rtlCol="0"/>
            <a:lstStyle/>
            <a:p>
              <a:endParaRPr sz="2000"/>
            </a:p>
          </p:txBody>
        </p:sp>
        <p:sp>
          <p:nvSpPr>
            <p:cNvPr id="693" name="object 200">
              <a:extLst>
                <a:ext uri="{FF2B5EF4-FFF2-40B4-BE49-F238E27FC236}">
                  <a16:creationId xmlns:a16="http://schemas.microsoft.com/office/drawing/2014/main" id="{47567B53-A52F-4400-BE20-89615EE5B9E0}"/>
                </a:ext>
              </a:extLst>
            </p:cNvPr>
            <p:cNvSpPr/>
            <p:nvPr/>
          </p:nvSpPr>
          <p:spPr>
            <a:xfrm>
              <a:off x="3243071" y="3054097"/>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694" name="object 201">
              <a:extLst>
                <a:ext uri="{FF2B5EF4-FFF2-40B4-BE49-F238E27FC236}">
                  <a16:creationId xmlns:a16="http://schemas.microsoft.com/office/drawing/2014/main" id="{7DE5CD6C-C0A4-4217-A05B-5E3DDD876974}"/>
                </a:ext>
              </a:extLst>
            </p:cNvPr>
            <p:cNvSpPr/>
            <p:nvPr/>
          </p:nvSpPr>
          <p:spPr>
            <a:xfrm>
              <a:off x="3157727" y="3054097"/>
              <a:ext cx="85725" cy="93345"/>
            </a:xfrm>
            <a:custGeom>
              <a:avLst/>
              <a:gdLst/>
              <a:ahLst/>
              <a:cxnLst/>
              <a:rect l="l" t="t" r="r" b="b"/>
              <a:pathLst>
                <a:path w="85725" h="93344">
                  <a:moveTo>
                    <a:pt x="85347" y="0"/>
                  </a:moveTo>
                  <a:lnTo>
                    <a:pt x="0" y="0"/>
                  </a:lnTo>
                  <a:lnTo>
                    <a:pt x="0" y="92962"/>
                  </a:lnTo>
                  <a:lnTo>
                    <a:pt x="85347" y="92962"/>
                  </a:lnTo>
                  <a:lnTo>
                    <a:pt x="85347" y="0"/>
                  </a:lnTo>
                  <a:close/>
                </a:path>
              </a:pathLst>
            </a:custGeom>
            <a:solidFill>
              <a:srgbClr val="F6F000"/>
            </a:solidFill>
          </p:spPr>
          <p:txBody>
            <a:bodyPr wrap="square" lIns="0" tIns="0" rIns="0" bIns="0" rtlCol="0"/>
            <a:lstStyle/>
            <a:p>
              <a:endParaRPr sz="2000"/>
            </a:p>
          </p:txBody>
        </p:sp>
        <p:sp>
          <p:nvSpPr>
            <p:cNvPr id="695" name="object 202">
              <a:extLst>
                <a:ext uri="{FF2B5EF4-FFF2-40B4-BE49-F238E27FC236}">
                  <a16:creationId xmlns:a16="http://schemas.microsoft.com/office/drawing/2014/main" id="{41B1592E-D5B3-45FE-A987-E0F8D4789537}"/>
                </a:ext>
              </a:extLst>
            </p:cNvPr>
            <p:cNvSpPr/>
            <p:nvPr/>
          </p:nvSpPr>
          <p:spPr>
            <a:xfrm>
              <a:off x="3157727" y="3054097"/>
              <a:ext cx="85725" cy="93345"/>
            </a:xfrm>
            <a:custGeom>
              <a:avLst/>
              <a:gdLst/>
              <a:ahLst/>
              <a:cxnLst/>
              <a:rect l="l" t="t" r="r" b="b"/>
              <a:pathLst>
                <a:path w="85725" h="93344">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696" name="object 203">
              <a:extLst>
                <a:ext uri="{FF2B5EF4-FFF2-40B4-BE49-F238E27FC236}">
                  <a16:creationId xmlns:a16="http://schemas.microsoft.com/office/drawing/2014/main" id="{7CA0E12A-DDFA-4060-B8A8-595F3DA058F1}"/>
                </a:ext>
              </a:extLst>
            </p:cNvPr>
            <p:cNvSpPr/>
            <p:nvPr/>
          </p:nvSpPr>
          <p:spPr>
            <a:xfrm>
              <a:off x="3072383" y="3054097"/>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6F000"/>
            </a:solidFill>
          </p:spPr>
          <p:txBody>
            <a:bodyPr wrap="square" lIns="0" tIns="0" rIns="0" bIns="0" rtlCol="0"/>
            <a:lstStyle/>
            <a:p>
              <a:endParaRPr sz="2000"/>
            </a:p>
          </p:txBody>
        </p:sp>
        <p:sp>
          <p:nvSpPr>
            <p:cNvPr id="697" name="object 204">
              <a:extLst>
                <a:ext uri="{FF2B5EF4-FFF2-40B4-BE49-F238E27FC236}">
                  <a16:creationId xmlns:a16="http://schemas.microsoft.com/office/drawing/2014/main" id="{0468473C-A6D1-4449-851C-BCD2DD65B809}"/>
                </a:ext>
              </a:extLst>
            </p:cNvPr>
            <p:cNvSpPr/>
            <p:nvPr/>
          </p:nvSpPr>
          <p:spPr>
            <a:xfrm>
              <a:off x="3072383" y="3054097"/>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698" name="object 205">
              <a:extLst>
                <a:ext uri="{FF2B5EF4-FFF2-40B4-BE49-F238E27FC236}">
                  <a16:creationId xmlns:a16="http://schemas.microsoft.com/office/drawing/2014/main" id="{92B21D65-6A67-4DA1-8E5D-1F84D020AF2B}"/>
                </a:ext>
              </a:extLst>
            </p:cNvPr>
            <p:cNvSpPr/>
            <p:nvPr/>
          </p:nvSpPr>
          <p:spPr>
            <a:xfrm>
              <a:off x="2987039" y="3054097"/>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6F000"/>
            </a:solidFill>
          </p:spPr>
          <p:txBody>
            <a:bodyPr wrap="square" lIns="0" tIns="0" rIns="0" bIns="0" rtlCol="0"/>
            <a:lstStyle/>
            <a:p>
              <a:endParaRPr sz="2000"/>
            </a:p>
          </p:txBody>
        </p:sp>
        <p:sp>
          <p:nvSpPr>
            <p:cNvPr id="699" name="object 206">
              <a:extLst>
                <a:ext uri="{FF2B5EF4-FFF2-40B4-BE49-F238E27FC236}">
                  <a16:creationId xmlns:a16="http://schemas.microsoft.com/office/drawing/2014/main" id="{566E5408-F767-4AF4-887C-3F1D5DCCC424}"/>
                </a:ext>
              </a:extLst>
            </p:cNvPr>
            <p:cNvSpPr/>
            <p:nvPr/>
          </p:nvSpPr>
          <p:spPr>
            <a:xfrm>
              <a:off x="2987039" y="3054097"/>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00" name="object 207">
              <a:extLst>
                <a:ext uri="{FF2B5EF4-FFF2-40B4-BE49-F238E27FC236}">
                  <a16:creationId xmlns:a16="http://schemas.microsoft.com/office/drawing/2014/main" id="{B4390BD3-9711-4111-9001-DB776B7C1958}"/>
                </a:ext>
              </a:extLst>
            </p:cNvPr>
            <p:cNvSpPr/>
            <p:nvPr/>
          </p:nvSpPr>
          <p:spPr>
            <a:xfrm>
              <a:off x="2900171" y="3054097"/>
              <a:ext cx="86995" cy="93345"/>
            </a:xfrm>
            <a:custGeom>
              <a:avLst/>
              <a:gdLst/>
              <a:ahLst/>
              <a:cxnLst/>
              <a:rect l="l" t="t" r="r" b="b"/>
              <a:pathLst>
                <a:path w="86994" h="93344">
                  <a:moveTo>
                    <a:pt x="86865" y="0"/>
                  </a:moveTo>
                  <a:lnTo>
                    <a:pt x="0" y="0"/>
                  </a:lnTo>
                  <a:lnTo>
                    <a:pt x="0" y="92962"/>
                  </a:lnTo>
                  <a:lnTo>
                    <a:pt x="86865" y="92962"/>
                  </a:lnTo>
                  <a:lnTo>
                    <a:pt x="86865" y="0"/>
                  </a:lnTo>
                  <a:close/>
                </a:path>
              </a:pathLst>
            </a:custGeom>
            <a:solidFill>
              <a:srgbClr val="F6F000"/>
            </a:solidFill>
          </p:spPr>
          <p:txBody>
            <a:bodyPr wrap="square" lIns="0" tIns="0" rIns="0" bIns="0" rtlCol="0"/>
            <a:lstStyle/>
            <a:p>
              <a:endParaRPr sz="2000"/>
            </a:p>
          </p:txBody>
        </p:sp>
        <p:sp>
          <p:nvSpPr>
            <p:cNvPr id="701" name="object 208">
              <a:extLst>
                <a:ext uri="{FF2B5EF4-FFF2-40B4-BE49-F238E27FC236}">
                  <a16:creationId xmlns:a16="http://schemas.microsoft.com/office/drawing/2014/main" id="{D2F627DA-BD82-4AE9-A556-A703CA23624D}"/>
                </a:ext>
              </a:extLst>
            </p:cNvPr>
            <p:cNvSpPr/>
            <p:nvPr/>
          </p:nvSpPr>
          <p:spPr>
            <a:xfrm>
              <a:off x="2900171" y="3054097"/>
              <a:ext cx="86995" cy="93345"/>
            </a:xfrm>
            <a:custGeom>
              <a:avLst/>
              <a:gdLst/>
              <a:ahLst/>
              <a:cxnLst/>
              <a:rect l="l" t="t" r="r" b="b"/>
              <a:pathLst>
                <a:path w="86994" h="93344">
                  <a:moveTo>
                    <a:pt x="0" y="92962"/>
                  </a:moveTo>
                  <a:lnTo>
                    <a:pt x="86865" y="92962"/>
                  </a:lnTo>
                  <a:lnTo>
                    <a:pt x="86865"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02" name="object 209">
              <a:extLst>
                <a:ext uri="{FF2B5EF4-FFF2-40B4-BE49-F238E27FC236}">
                  <a16:creationId xmlns:a16="http://schemas.microsoft.com/office/drawing/2014/main" id="{AA1D95FB-AFE8-4589-A735-E1AA519B71EA}"/>
                </a:ext>
              </a:extLst>
            </p:cNvPr>
            <p:cNvSpPr/>
            <p:nvPr/>
          </p:nvSpPr>
          <p:spPr>
            <a:xfrm>
              <a:off x="2814827" y="3054097"/>
              <a:ext cx="85725" cy="93345"/>
            </a:xfrm>
            <a:custGeom>
              <a:avLst/>
              <a:gdLst/>
              <a:ahLst/>
              <a:cxnLst/>
              <a:rect l="l" t="t" r="r" b="b"/>
              <a:pathLst>
                <a:path w="85725" h="93344">
                  <a:moveTo>
                    <a:pt x="85347" y="0"/>
                  </a:moveTo>
                  <a:lnTo>
                    <a:pt x="0" y="0"/>
                  </a:lnTo>
                  <a:lnTo>
                    <a:pt x="0" y="92962"/>
                  </a:lnTo>
                  <a:lnTo>
                    <a:pt x="85347" y="92962"/>
                  </a:lnTo>
                  <a:lnTo>
                    <a:pt x="85347" y="0"/>
                  </a:lnTo>
                  <a:close/>
                </a:path>
              </a:pathLst>
            </a:custGeom>
            <a:solidFill>
              <a:srgbClr val="F6F000"/>
            </a:solidFill>
          </p:spPr>
          <p:txBody>
            <a:bodyPr wrap="square" lIns="0" tIns="0" rIns="0" bIns="0" rtlCol="0"/>
            <a:lstStyle/>
            <a:p>
              <a:endParaRPr sz="2000"/>
            </a:p>
          </p:txBody>
        </p:sp>
        <p:sp>
          <p:nvSpPr>
            <p:cNvPr id="703" name="object 210">
              <a:extLst>
                <a:ext uri="{FF2B5EF4-FFF2-40B4-BE49-F238E27FC236}">
                  <a16:creationId xmlns:a16="http://schemas.microsoft.com/office/drawing/2014/main" id="{83C1EBBF-13AC-4453-83F1-6E0D90C51A68}"/>
                </a:ext>
              </a:extLst>
            </p:cNvPr>
            <p:cNvSpPr/>
            <p:nvPr/>
          </p:nvSpPr>
          <p:spPr>
            <a:xfrm>
              <a:off x="2814827" y="3054097"/>
              <a:ext cx="85725" cy="93345"/>
            </a:xfrm>
            <a:custGeom>
              <a:avLst/>
              <a:gdLst/>
              <a:ahLst/>
              <a:cxnLst/>
              <a:rect l="l" t="t" r="r" b="b"/>
              <a:pathLst>
                <a:path w="85725" h="93344">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04" name="object 211">
              <a:extLst>
                <a:ext uri="{FF2B5EF4-FFF2-40B4-BE49-F238E27FC236}">
                  <a16:creationId xmlns:a16="http://schemas.microsoft.com/office/drawing/2014/main" id="{FECB68BE-62B0-4A2A-8856-7136F75EB773}"/>
                </a:ext>
              </a:extLst>
            </p:cNvPr>
            <p:cNvSpPr/>
            <p:nvPr/>
          </p:nvSpPr>
          <p:spPr>
            <a:xfrm>
              <a:off x="2729483" y="3054097"/>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6F000"/>
            </a:solidFill>
          </p:spPr>
          <p:txBody>
            <a:bodyPr wrap="square" lIns="0" tIns="0" rIns="0" bIns="0" rtlCol="0"/>
            <a:lstStyle/>
            <a:p>
              <a:endParaRPr sz="2000"/>
            </a:p>
          </p:txBody>
        </p:sp>
        <p:sp>
          <p:nvSpPr>
            <p:cNvPr id="705" name="object 212">
              <a:extLst>
                <a:ext uri="{FF2B5EF4-FFF2-40B4-BE49-F238E27FC236}">
                  <a16:creationId xmlns:a16="http://schemas.microsoft.com/office/drawing/2014/main" id="{E850FCEF-AAD5-4447-A52B-9D4D7C64FC62}"/>
                </a:ext>
              </a:extLst>
            </p:cNvPr>
            <p:cNvSpPr/>
            <p:nvPr/>
          </p:nvSpPr>
          <p:spPr>
            <a:xfrm>
              <a:off x="2729483" y="3054097"/>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06" name="object 213">
              <a:extLst>
                <a:ext uri="{FF2B5EF4-FFF2-40B4-BE49-F238E27FC236}">
                  <a16:creationId xmlns:a16="http://schemas.microsoft.com/office/drawing/2014/main" id="{822ABC8B-95D5-4368-A986-370B4921B66B}"/>
                </a:ext>
              </a:extLst>
            </p:cNvPr>
            <p:cNvSpPr/>
            <p:nvPr/>
          </p:nvSpPr>
          <p:spPr>
            <a:xfrm>
              <a:off x="2644139" y="3054097"/>
              <a:ext cx="85725" cy="93345"/>
            </a:xfrm>
            <a:custGeom>
              <a:avLst/>
              <a:gdLst/>
              <a:ahLst/>
              <a:cxnLst/>
              <a:rect l="l" t="t" r="r" b="b"/>
              <a:pathLst>
                <a:path w="85725" h="93344">
                  <a:moveTo>
                    <a:pt x="85342" y="0"/>
                  </a:moveTo>
                  <a:lnTo>
                    <a:pt x="0" y="0"/>
                  </a:lnTo>
                  <a:lnTo>
                    <a:pt x="0" y="92962"/>
                  </a:lnTo>
                  <a:lnTo>
                    <a:pt x="85342" y="92962"/>
                  </a:lnTo>
                  <a:lnTo>
                    <a:pt x="85342" y="0"/>
                  </a:lnTo>
                  <a:close/>
                </a:path>
              </a:pathLst>
            </a:custGeom>
            <a:solidFill>
              <a:srgbClr val="F6F000"/>
            </a:solidFill>
          </p:spPr>
          <p:txBody>
            <a:bodyPr wrap="square" lIns="0" tIns="0" rIns="0" bIns="0" rtlCol="0"/>
            <a:lstStyle/>
            <a:p>
              <a:endParaRPr sz="2000"/>
            </a:p>
          </p:txBody>
        </p:sp>
        <p:sp>
          <p:nvSpPr>
            <p:cNvPr id="707" name="object 214">
              <a:extLst>
                <a:ext uri="{FF2B5EF4-FFF2-40B4-BE49-F238E27FC236}">
                  <a16:creationId xmlns:a16="http://schemas.microsoft.com/office/drawing/2014/main" id="{30C4117A-2473-4DE9-AA4B-E354F165FAFE}"/>
                </a:ext>
              </a:extLst>
            </p:cNvPr>
            <p:cNvSpPr/>
            <p:nvPr/>
          </p:nvSpPr>
          <p:spPr>
            <a:xfrm>
              <a:off x="2644139" y="3054097"/>
              <a:ext cx="85725" cy="93345"/>
            </a:xfrm>
            <a:custGeom>
              <a:avLst/>
              <a:gdLst/>
              <a:ahLst/>
              <a:cxnLst/>
              <a:rect l="l" t="t" r="r" b="b"/>
              <a:pathLst>
                <a:path w="85725" h="93344">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08" name="object 215">
              <a:extLst>
                <a:ext uri="{FF2B5EF4-FFF2-40B4-BE49-F238E27FC236}">
                  <a16:creationId xmlns:a16="http://schemas.microsoft.com/office/drawing/2014/main" id="{70ABC376-5C4A-4A16-9E59-0F5BDD7140F0}"/>
                </a:ext>
              </a:extLst>
            </p:cNvPr>
            <p:cNvSpPr/>
            <p:nvPr/>
          </p:nvSpPr>
          <p:spPr>
            <a:xfrm>
              <a:off x="3243071" y="31470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6F000"/>
            </a:solidFill>
          </p:spPr>
          <p:txBody>
            <a:bodyPr wrap="square" lIns="0" tIns="0" rIns="0" bIns="0" rtlCol="0"/>
            <a:lstStyle/>
            <a:p>
              <a:endParaRPr sz="2000"/>
            </a:p>
          </p:txBody>
        </p:sp>
        <p:sp>
          <p:nvSpPr>
            <p:cNvPr id="709" name="object 216">
              <a:extLst>
                <a:ext uri="{FF2B5EF4-FFF2-40B4-BE49-F238E27FC236}">
                  <a16:creationId xmlns:a16="http://schemas.microsoft.com/office/drawing/2014/main" id="{A5BFF50A-DBD0-488D-8045-267BEE417B82}"/>
                </a:ext>
              </a:extLst>
            </p:cNvPr>
            <p:cNvSpPr/>
            <p:nvPr/>
          </p:nvSpPr>
          <p:spPr>
            <a:xfrm>
              <a:off x="3243071" y="31470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10" name="object 217">
              <a:extLst>
                <a:ext uri="{FF2B5EF4-FFF2-40B4-BE49-F238E27FC236}">
                  <a16:creationId xmlns:a16="http://schemas.microsoft.com/office/drawing/2014/main" id="{5943DE7E-9037-424A-8D81-1D3333416CBD}"/>
                </a:ext>
              </a:extLst>
            </p:cNvPr>
            <p:cNvSpPr/>
            <p:nvPr/>
          </p:nvSpPr>
          <p:spPr>
            <a:xfrm>
              <a:off x="3157727" y="314706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F6F000"/>
            </a:solidFill>
          </p:spPr>
          <p:txBody>
            <a:bodyPr wrap="square" lIns="0" tIns="0" rIns="0" bIns="0" rtlCol="0"/>
            <a:lstStyle/>
            <a:p>
              <a:endParaRPr sz="2000"/>
            </a:p>
          </p:txBody>
        </p:sp>
        <p:sp>
          <p:nvSpPr>
            <p:cNvPr id="711" name="object 218">
              <a:extLst>
                <a:ext uri="{FF2B5EF4-FFF2-40B4-BE49-F238E27FC236}">
                  <a16:creationId xmlns:a16="http://schemas.microsoft.com/office/drawing/2014/main" id="{3F863C43-2C52-4151-9ADA-F6C549D1750E}"/>
                </a:ext>
              </a:extLst>
            </p:cNvPr>
            <p:cNvSpPr/>
            <p:nvPr/>
          </p:nvSpPr>
          <p:spPr>
            <a:xfrm>
              <a:off x="3157727" y="314706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12" name="object 219">
              <a:extLst>
                <a:ext uri="{FF2B5EF4-FFF2-40B4-BE49-F238E27FC236}">
                  <a16:creationId xmlns:a16="http://schemas.microsoft.com/office/drawing/2014/main" id="{B4EA9DAC-4477-433E-85A1-D1DE23FCEA67}"/>
                </a:ext>
              </a:extLst>
            </p:cNvPr>
            <p:cNvSpPr/>
            <p:nvPr/>
          </p:nvSpPr>
          <p:spPr>
            <a:xfrm>
              <a:off x="3072383" y="31470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6F000"/>
            </a:solidFill>
          </p:spPr>
          <p:txBody>
            <a:bodyPr wrap="square" lIns="0" tIns="0" rIns="0" bIns="0" rtlCol="0"/>
            <a:lstStyle/>
            <a:p>
              <a:endParaRPr sz="2000"/>
            </a:p>
          </p:txBody>
        </p:sp>
        <p:sp>
          <p:nvSpPr>
            <p:cNvPr id="713" name="object 220">
              <a:extLst>
                <a:ext uri="{FF2B5EF4-FFF2-40B4-BE49-F238E27FC236}">
                  <a16:creationId xmlns:a16="http://schemas.microsoft.com/office/drawing/2014/main" id="{7280BE53-BEB8-4CAE-B3D7-21EDCC0569E8}"/>
                </a:ext>
              </a:extLst>
            </p:cNvPr>
            <p:cNvSpPr/>
            <p:nvPr/>
          </p:nvSpPr>
          <p:spPr>
            <a:xfrm>
              <a:off x="3072383" y="31470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14" name="object 221">
              <a:extLst>
                <a:ext uri="{FF2B5EF4-FFF2-40B4-BE49-F238E27FC236}">
                  <a16:creationId xmlns:a16="http://schemas.microsoft.com/office/drawing/2014/main" id="{A12B1C94-D583-4637-92D0-379437500FD4}"/>
                </a:ext>
              </a:extLst>
            </p:cNvPr>
            <p:cNvSpPr/>
            <p:nvPr/>
          </p:nvSpPr>
          <p:spPr>
            <a:xfrm>
              <a:off x="2987039" y="31470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6F000"/>
            </a:solidFill>
          </p:spPr>
          <p:txBody>
            <a:bodyPr wrap="square" lIns="0" tIns="0" rIns="0" bIns="0" rtlCol="0"/>
            <a:lstStyle/>
            <a:p>
              <a:endParaRPr sz="2000"/>
            </a:p>
          </p:txBody>
        </p:sp>
        <p:sp>
          <p:nvSpPr>
            <p:cNvPr id="715" name="object 222">
              <a:extLst>
                <a:ext uri="{FF2B5EF4-FFF2-40B4-BE49-F238E27FC236}">
                  <a16:creationId xmlns:a16="http://schemas.microsoft.com/office/drawing/2014/main" id="{96C22044-E622-4DCF-A57B-F85124442E81}"/>
                </a:ext>
              </a:extLst>
            </p:cNvPr>
            <p:cNvSpPr/>
            <p:nvPr/>
          </p:nvSpPr>
          <p:spPr>
            <a:xfrm>
              <a:off x="2987039" y="31470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16" name="object 223">
              <a:extLst>
                <a:ext uri="{FF2B5EF4-FFF2-40B4-BE49-F238E27FC236}">
                  <a16:creationId xmlns:a16="http://schemas.microsoft.com/office/drawing/2014/main" id="{C86058D9-09A0-46CD-AE9E-B163D79EBE20}"/>
                </a:ext>
              </a:extLst>
            </p:cNvPr>
            <p:cNvSpPr/>
            <p:nvPr/>
          </p:nvSpPr>
          <p:spPr>
            <a:xfrm>
              <a:off x="2900171" y="3147060"/>
              <a:ext cx="86995" cy="91440"/>
            </a:xfrm>
            <a:custGeom>
              <a:avLst/>
              <a:gdLst/>
              <a:ahLst/>
              <a:cxnLst/>
              <a:rect l="l" t="t" r="r" b="b"/>
              <a:pathLst>
                <a:path w="86994" h="91439">
                  <a:moveTo>
                    <a:pt x="86865" y="0"/>
                  </a:moveTo>
                  <a:lnTo>
                    <a:pt x="0" y="0"/>
                  </a:lnTo>
                  <a:lnTo>
                    <a:pt x="0" y="91440"/>
                  </a:lnTo>
                  <a:lnTo>
                    <a:pt x="86865" y="91440"/>
                  </a:lnTo>
                  <a:lnTo>
                    <a:pt x="86865" y="0"/>
                  </a:lnTo>
                  <a:close/>
                </a:path>
              </a:pathLst>
            </a:custGeom>
            <a:solidFill>
              <a:srgbClr val="F6F000"/>
            </a:solidFill>
          </p:spPr>
          <p:txBody>
            <a:bodyPr wrap="square" lIns="0" tIns="0" rIns="0" bIns="0" rtlCol="0"/>
            <a:lstStyle/>
            <a:p>
              <a:endParaRPr sz="2000"/>
            </a:p>
          </p:txBody>
        </p:sp>
        <p:sp>
          <p:nvSpPr>
            <p:cNvPr id="717" name="object 224">
              <a:extLst>
                <a:ext uri="{FF2B5EF4-FFF2-40B4-BE49-F238E27FC236}">
                  <a16:creationId xmlns:a16="http://schemas.microsoft.com/office/drawing/2014/main" id="{8004AB59-C499-46FC-8B74-A23B224A63D3}"/>
                </a:ext>
              </a:extLst>
            </p:cNvPr>
            <p:cNvSpPr/>
            <p:nvPr/>
          </p:nvSpPr>
          <p:spPr>
            <a:xfrm>
              <a:off x="2900171" y="3147060"/>
              <a:ext cx="86995" cy="91440"/>
            </a:xfrm>
            <a:custGeom>
              <a:avLst/>
              <a:gdLst/>
              <a:ahLst/>
              <a:cxnLst/>
              <a:rect l="l" t="t" r="r" b="b"/>
              <a:pathLst>
                <a:path w="86994" h="91439">
                  <a:moveTo>
                    <a:pt x="0" y="91440"/>
                  </a:moveTo>
                  <a:lnTo>
                    <a:pt x="86865" y="91440"/>
                  </a:lnTo>
                  <a:lnTo>
                    <a:pt x="86865"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18" name="object 225">
              <a:extLst>
                <a:ext uri="{FF2B5EF4-FFF2-40B4-BE49-F238E27FC236}">
                  <a16:creationId xmlns:a16="http://schemas.microsoft.com/office/drawing/2014/main" id="{A7E69619-4D97-44F4-9848-1043A414859C}"/>
                </a:ext>
              </a:extLst>
            </p:cNvPr>
            <p:cNvSpPr/>
            <p:nvPr/>
          </p:nvSpPr>
          <p:spPr>
            <a:xfrm>
              <a:off x="2814827" y="314706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F6F000"/>
            </a:solidFill>
          </p:spPr>
          <p:txBody>
            <a:bodyPr wrap="square" lIns="0" tIns="0" rIns="0" bIns="0" rtlCol="0"/>
            <a:lstStyle/>
            <a:p>
              <a:endParaRPr sz="2000"/>
            </a:p>
          </p:txBody>
        </p:sp>
        <p:sp>
          <p:nvSpPr>
            <p:cNvPr id="719" name="object 226">
              <a:extLst>
                <a:ext uri="{FF2B5EF4-FFF2-40B4-BE49-F238E27FC236}">
                  <a16:creationId xmlns:a16="http://schemas.microsoft.com/office/drawing/2014/main" id="{0ABF0C62-790B-46BD-9CEE-2886D6AE65CE}"/>
                </a:ext>
              </a:extLst>
            </p:cNvPr>
            <p:cNvSpPr/>
            <p:nvPr/>
          </p:nvSpPr>
          <p:spPr>
            <a:xfrm>
              <a:off x="2814827" y="314706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0" name="object 227">
              <a:extLst>
                <a:ext uri="{FF2B5EF4-FFF2-40B4-BE49-F238E27FC236}">
                  <a16:creationId xmlns:a16="http://schemas.microsoft.com/office/drawing/2014/main" id="{F195B6E9-D906-4195-A994-611A1051ADBC}"/>
                </a:ext>
              </a:extLst>
            </p:cNvPr>
            <p:cNvSpPr/>
            <p:nvPr/>
          </p:nvSpPr>
          <p:spPr>
            <a:xfrm>
              <a:off x="2729483" y="31470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6F000"/>
            </a:solidFill>
          </p:spPr>
          <p:txBody>
            <a:bodyPr wrap="square" lIns="0" tIns="0" rIns="0" bIns="0" rtlCol="0"/>
            <a:lstStyle/>
            <a:p>
              <a:endParaRPr sz="2000"/>
            </a:p>
          </p:txBody>
        </p:sp>
        <p:sp>
          <p:nvSpPr>
            <p:cNvPr id="721" name="object 228">
              <a:extLst>
                <a:ext uri="{FF2B5EF4-FFF2-40B4-BE49-F238E27FC236}">
                  <a16:creationId xmlns:a16="http://schemas.microsoft.com/office/drawing/2014/main" id="{0B2BAFE4-205A-443F-B009-F5B3C5DD0610}"/>
                </a:ext>
              </a:extLst>
            </p:cNvPr>
            <p:cNvSpPr/>
            <p:nvPr/>
          </p:nvSpPr>
          <p:spPr>
            <a:xfrm>
              <a:off x="2729483" y="31470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2" name="object 229">
              <a:extLst>
                <a:ext uri="{FF2B5EF4-FFF2-40B4-BE49-F238E27FC236}">
                  <a16:creationId xmlns:a16="http://schemas.microsoft.com/office/drawing/2014/main" id="{F8FC10EB-99C6-48AB-BCF8-144AD5959E31}"/>
                </a:ext>
              </a:extLst>
            </p:cNvPr>
            <p:cNvSpPr/>
            <p:nvPr/>
          </p:nvSpPr>
          <p:spPr>
            <a:xfrm>
              <a:off x="2644139" y="31470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6F000"/>
            </a:solidFill>
          </p:spPr>
          <p:txBody>
            <a:bodyPr wrap="square" lIns="0" tIns="0" rIns="0" bIns="0" rtlCol="0"/>
            <a:lstStyle/>
            <a:p>
              <a:endParaRPr sz="2000"/>
            </a:p>
          </p:txBody>
        </p:sp>
        <p:sp>
          <p:nvSpPr>
            <p:cNvPr id="723" name="object 230">
              <a:extLst>
                <a:ext uri="{FF2B5EF4-FFF2-40B4-BE49-F238E27FC236}">
                  <a16:creationId xmlns:a16="http://schemas.microsoft.com/office/drawing/2014/main" id="{C8574E5C-04DC-4503-A4DB-BC27617A39F6}"/>
                </a:ext>
              </a:extLst>
            </p:cNvPr>
            <p:cNvSpPr/>
            <p:nvPr/>
          </p:nvSpPr>
          <p:spPr>
            <a:xfrm>
              <a:off x="2644139" y="31470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grpSp>
      <p:grpSp>
        <p:nvGrpSpPr>
          <p:cNvPr id="724" name="object 231">
            <a:extLst>
              <a:ext uri="{FF2B5EF4-FFF2-40B4-BE49-F238E27FC236}">
                <a16:creationId xmlns:a16="http://schemas.microsoft.com/office/drawing/2014/main" id="{23F0F351-67C8-4D6C-84AF-71F7AD0DBA4E}"/>
              </a:ext>
            </a:extLst>
          </p:cNvPr>
          <p:cNvGrpSpPr/>
          <p:nvPr/>
        </p:nvGrpSpPr>
        <p:grpSpPr>
          <a:xfrm>
            <a:off x="1519880" y="3123326"/>
            <a:ext cx="825500" cy="393700"/>
            <a:chOff x="1523746" y="2863343"/>
            <a:chExt cx="742950" cy="354330"/>
          </a:xfrm>
        </p:grpSpPr>
        <p:sp>
          <p:nvSpPr>
            <p:cNvPr id="725" name="object 232">
              <a:extLst>
                <a:ext uri="{FF2B5EF4-FFF2-40B4-BE49-F238E27FC236}">
                  <a16:creationId xmlns:a16="http://schemas.microsoft.com/office/drawing/2014/main" id="{049D980F-910F-4276-94B5-E460E1FDA154}"/>
                </a:ext>
              </a:extLst>
            </p:cNvPr>
            <p:cNvSpPr/>
            <p:nvPr/>
          </p:nvSpPr>
          <p:spPr>
            <a:xfrm>
              <a:off x="1530096" y="2869693"/>
              <a:ext cx="730250" cy="341630"/>
            </a:xfrm>
            <a:custGeom>
              <a:avLst/>
              <a:gdLst/>
              <a:ahLst/>
              <a:cxnLst/>
              <a:rect l="l" t="t" r="r" b="b"/>
              <a:pathLst>
                <a:path w="730250" h="341630">
                  <a:moveTo>
                    <a:pt x="362712" y="85342"/>
                  </a:moveTo>
                  <a:lnTo>
                    <a:pt x="454152" y="85342"/>
                  </a:lnTo>
                  <a:lnTo>
                    <a:pt x="454152" y="0"/>
                  </a:lnTo>
                  <a:lnTo>
                    <a:pt x="362712" y="0"/>
                  </a:lnTo>
                  <a:lnTo>
                    <a:pt x="362712" y="85342"/>
                  </a:lnTo>
                  <a:close/>
                </a:path>
                <a:path w="730250" h="341630">
                  <a:moveTo>
                    <a:pt x="362712" y="170686"/>
                  </a:moveTo>
                  <a:lnTo>
                    <a:pt x="454152" y="170686"/>
                  </a:lnTo>
                  <a:lnTo>
                    <a:pt x="454152" y="85344"/>
                  </a:lnTo>
                  <a:lnTo>
                    <a:pt x="362712" y="85344"/>
                  </a:lnTo>
                  <a:lnTo>
                    <a:pt x="362712" y="170686"/>
                  </a:lnTo>
                  <a:close/>
                </a:path>
                <a:path w="730250" h="341630">
                  <a:moveTo>
                    <a:pt x="362712" y="256030"/>
                  </a:moveTo>
                  <a:lnTo>
                    <a:pt x="454152" y="256030"/>
                  </a:lnTo>
                  <a:lnTo>
                    <a:pt x="454152" y="170688"/>
                  </a:lnTo>
                  <a:lnTo>
                    <a:pt x="362712" y="170688"/>
                  </a:lnTo>
                  <a:lnTo>
                    <a:pt x="362712" y="256030"/>
                  </a:lnTo>
                  <a:close/>
                </a:path>
                <a:path w="730250" h="341630">
                  <a:moveTo>
                    <a:pt x="362712" y="341374"/>
                  </a:moveTo>
                  <a:lnTo>
                    <a:pt x="454152" y="341374"/>
                  </a:lnTo>
                  <a:lnTo>
                    <a:pt x="454152" y="256032"/>
                  </a:lnTo>
                  <a:lnTo>
                    <a:pt x="362712" y="256032"/>
                  </a:lnTo>
                  <a:lnTo>
                    <a:pt x="362712" y="341374"/>
                  </a:lnTo>
                  <a:close/>
                </a:path>
                <a:path w="730250" h="341630">
                  <a:moveTo>
                    <a:pt x="454152" y="85342"/>
                  </a:moveTo>
                  <a:lnTo>
                    <a:pt x="547119" y="85342"/>
                  </a:lnTo>
                  <a:lnTo>
                    <a:pt x="547119" y="0"/>
                  </a:lnTo>
                  <a:lnTo>
                    <a:pt x="454152" y="0"/>
                  </a:lnTo>
                  <a:lnTo>
                    <a:pt x="454152" y="85342"/>
                  </a:lnTo>
                  <a:close/>
                </a:path>
                <a:path w="730250" h="341630">
                  <a:moveTo>
                    <a:pt x="454152" y="170686"/>
                  </a:moveTo>
                  <a:lnTo>
                    <a:pt x="547119" y="170686"/>
                  </a:lnTo>
                  <a:lnTo>
                    <a:pt x="547119" y="85344"/>
                  </a:lnTo>
                  <a:lnTo>
                    <a:pt x="454152" y="85344"/>
                  </a:lnTo>
                  <a:lnTo>
                    <a:pt x="454152" y="170686"/>
                  </a:lnTo>
                  <a:close/>
                </a:path>
                <a:path w="730250" h="341630">
                  <a:moveTo>
                    <a:pt x="454152" y="256030"/>
                  </a:moveTo>
                  <a:lnTo>
                    <a:pt x="547119" y="256030"/>
                  </a:lnTo>
                  <a:lnTo>
                    <a:pt x="547119" y="170688"/>
                  </a:lnTo>
                  <a:lnTo>
                    <a:pt x="454152" y="170688"/>
                  </a:lnTo>
                  <a:lnTo>
                    <a:pt x="454152" y="256030"/>
                  </a:lnTo>
                  <a:close/>
                </a:path>
                <a:path w="730250" h="341630">
                  <a:moveTo>
                    <a:pt x="454152" y="341374"/>
                  </a:moveTo>
                  <a:lnTo>
                    <a:pt x="547119" y="341374"/>
                  </a:lnTo>
                  <a:lnTo>
                    <a:pt x="547119" y="256032"/>
                  </a:lnTo>
                  <a:lnTo>
                    <a:pt x="454152" y="256032"/>
                  </a:lnTo>
                  <a:lnTo>
                    <a:pt x="454152" y="341374"/>
                  </a:lnTo>
                  <a:close/>
                </a:path>
                <a:path w="730250" h="341630">
                  <a:moveTo>
                    <a:pt x="545592" y="85342"/>
                  </a:moveTo>
                  <a:lnTo>
                    <a:pt x="637032" y="85342"/>
                  </a:lnTo>
                  <a:lnTo>
                    <a:pt x="637032" y="0"/>
                  </a:lnTo>
                  <a:lnTo>
                    <a:pt x="545592" y="0"/>
                  </a:lnTo>
                  <a:lnTo>
                    <a:pt x="545592" y="85342"/>
                  </a:lnTo>
                  <a:close/>
                </a:path>
                <a:path w="730250" h="341630">
                  <a:moveTo>
                    <a:pt x="545592" y="170686"/>
                  </a:moveTo>
                  <a:lnTo>
                    <a:pt x="637032" y="170686"/>
                  </a:lnTo>
                  <a:lnTo>
                    <a:pt x="637032" y="85344"/>
                  </a:lnTo>
                  <a:lnTo>
                    <a:pt x="545592" y="85344"/>
                  </a:lnTo>
                  <a:lnTo>
                    <a:pt x="545592" y="170686"/>
                  </a:lnTo>
                  <a:close/>
                </a:path>
                <a:path w="730250" h="341630">
                  <a:moveTo>
                    <a:pt x="545592" y="256030"/>
                  </a:moveTo>
                  <a:lnTo>
                    <a:pt x="637032" y="256030"/>
                  </a:lnTo>
                  <a:lnTo>
                    <a:pt x="637032" y="170688"/>
                  </a:lnTo>
                  <a:lnTo>
                    <a:pt x="545592" y="170688"/>
                  </a:lnTo>
                  <a:lnTo>
                    <a:pt x="545592" y="256030"/>
                  </a:lnTo>
                  <a:close/>
                </a:path>
                <a:path w="730250" h="341630">
                  <a:moveTo>
                    <a:pt x="545592" y="341374"/>
                  </a:moveTo>
                  <a:lnTo>
                    <a:pt x="637032" y="341374"/>
                  </a:lnTo>
                  <a:lnTo>
                    <a:pt x="637032" y="256032"/>
                  </a:lnTo>
                  <a:lnTo>
                    <a:pt x="545592" y="256032"/>
                  </a:lnTo>
                  <a:lnTo>
                    <a:pt x="545592" y="341374"/>
                  </a:lnTo>
                  <a:close/>
                </a:path>
                <a:path w="730250" h="341630">
                  <a:moveTo>
                    <a:pt x="637032" y="85342"/>
                  </a:moveTo>
                  <a:lnTo>
                    <a:pt x="729999" y="85342"/>
                  </a:lnTo>
                  <a:lnTo>
                    <a:pt x="729999" y="0"/>
                  </a:lnTo>
                  <a:lnTo>
                    <a:pt x="637032" y="0"/>
                  </a:lnTo>
                  <a:lnTo>
                    <a:pt x="637032" y="85342"/>
                  </a:lnTo>
                  <a:close/>
                </a:path>
                <a:path w="730250" h="341630">
                  <a:moveTo>
                    <a:pt x="637032" y="170686"/>
                  </a:moveTo>
                  <a:lnTo>
                    <a:pt x="729999" y="170686"/>
                  </a:lnTo>
                  <a:lnTo>
                    <a:pt x="729999" y="85344"/>
                  </a:lnTo>
                  <a:lnTo>
                    <a:pt x="637032" y="85344"/>
                  </a:lnTo>
                  <a:lnTo>
                    <a:pt x="637032" y="170686"/>
                  </a:lnTo>
                  <a:close/>
                </a:path>
                <a:path w="730250" h="341630">
                  <a:moveTo>
                    <a:pt x="637032" y="256030"/>
                  </a:moveTo>
                  <a:lnTo>
                    <a:pt x="729999" y="256030"/>
                  </a:lnTo>
                  <a:lnTo>
                    <a:pt x="729999" y="170688"/>
                  </a:lnTo>
                  <a:lnTo>
                    <a:pt x="637032" y="170688"/>
                  </a:lnTo>
                  <a:lnTo>
                    <a:pt x="637032" y="256030"/>
                  </a:lnTo>
                  <a:close/>
                </a:path>
                <a:path w="730250" h="341630">
                  <a:moveTo>
                    <a:pt x="637032" y="341374"/>
                  </a:moveTo>
                  <a:lnTo>
                    <a:pt x="729999" y="341374"/>
                  </a:lnTo>
                  <a:lnTo>
                    <a:pt x="729999" y="256032"/>
                  </a:lnTo>
                  <a:lnTo>
                    <a:pt x="637032" y="256032"/>
                  </a:lnTo>
                  <a:lnTo>
                    <a:pt x="637032" y="341374"/>
                  </a:lnTo>
                  <a:close/>
                </a:path>
                <a:path w="730250" h="341630">
                  <a:moveTo>
                    <a:pt x="0" y="85342"/>
                  </a:moveTo>
                  <a:lnTo>
                    <a:pt x="91440" y="85342"/>
                  </a:lnTo>
                  <a:lnTo>
                    <a:pt x="91440" y="0"/>
                  </a:lnTo>
                  <a:lnTo>
                    <a:pt x="0" y="0"/>
                  </a:lnTo>
                  <a:lnTo>
                    <a:pt x="0" y="85342"/>
                  </a:lnTo>
                  <a:close/>
                </a:path>
                <a:path w="730250" h="341630">
                  <a:moveTo>
                    <a:pt x="0" y="170686"/>
                  </a:moveTo>
                  <a:lnTo>
                    <a:pt x="91440" y="170686"/>
                  </a:lnTo>
                  <a:lnTo>
                    <a:pt x="91440" y="85344"/>
                  </a:lnTo>
                  <a:lnTo>
                    <a:pt x="0" y="85344"/>
                  </a:lnTo>
                  <a:lnTo>
                    <a:pt x="0" y="170686"/>
                  </a:lnTo>
                  <a:close/>
                </a:path>
                <a:path w="730250" h="341630">
                  <a:moveTo>
                    <a:pt x="0" y="256030"/>
                  </a:moveTo>
                  <a:lnTo>
                    <a:pt x="91440" y="256030"/>
                  </a:lnTo>
                  <a:lnTo>
                    <a:pt x="91440" y="170688"/>
                  </a:lnTo>
                  <a:lnTo>
                    <a:pt x="0" y="170688"/>
                  </a:lnTo>
                  <a:lnTo>
                    <a:pt x="0" y="256030"/>
                  </a:lnTo>
                  <a:close/>
                </a:path>
                <a:path w="730250" h="341630">
                  <a:moveTo>
                    <a:pt x="0" y="341374"/>
                  </a:moveTo>
                  <a:lnTo>
                    <a:pt x="91440" y="341374"/>
                  </a:lnTo>
                  <a:lnTo>
                    <a:pt x="91440" y="256032"/>
                  </a:lnTo>
                  <a:lnTo>
                    <a:pt x="0" y="256032"/>
                  </a:lnTo>
                  <a:lnTo>
                    <a:pt x="0" y="341374"/>
                  </a:lnTo>
                  <a:close/>
                </a:path>
                <a:path w="730250" h="341630">
                  <a:moveTo>
                    <a:pt x="91440" y="85342"/>
                  </a:moveTo>
                  <a:lnTo>
                    <a:pt x="182880" y="85342"/>
                  </a:lnTo>
                  <a:lnTo>
                    <a:pt x="182880" y="0"/>
                  </a:lnTo>
                  <a:lnTo>
                    <a:pt x="91440" y="0"/>
                  </a:lnTo>
                  <a:lnTo>
                    <a:pt x="91440" y="85342"/>
                  </a:lnTo>
                  <a:close/>
                </a:path>
                <a:path w="730250" h="341630">
                  <a:moveTo>
                    <a:pt x="91440" y="170686"/>
                  </a:moveTo>
                  <a:lnTo>
                    <a:pt x="182880" y="170686"/>
                  </a:lnTo>
                  <a:lnTo>
                    <a:pt x="182880" y="85344"/>
                  </a:lnTo>
                  <a:lnTo>
                    <a:pt x="91440" y="85344"/>
                  </a:lnTo>
                  <a:lnTo>
                    <a:pt x="91440" y="170686"/>
                  </a:lnTo>
                  <a:close/>
                </a:path>
                <a:path w="730250" h="341630">
                  <a:moveTo>
                    <a:pt x="91440" y="256030"/>
                  </a:moveTo>
                  <a:lnTo>
                    <a:pt x="182880" y="256030"/>
                  </a:lnTo>
                  <a:lnTo>
                    <a:pt x="182880" y="170688"/>
                  </a:lnTo>
                  <a:lnTo>
                    <a:pt x="91440" y="170688"/>
                  </a:lnTo>
                  <a:lnTo>
                    <a:pt x="91440" y="256030"/>
                  </a:lnTo>
                  <a:close/>
                </a:path>
                <a:path w="730250" h="341630">
                  <a:moveTo>
                    <a:pt x="91440" y="341374"/>
                  </a:moveTo>
                  <a:lnTo>
                    <a:pt x="182880" y="341374"/>
                  </a:lnTo>
                  <a:lnTo>
                    <a:pt x="182880" y="256032"/>
                  </a:lnTo>
                  <a:lnTo>
                    <a:pt x="91440" y="256032"/>
                  </a:lnTo>
                  <a:lnTo>
                    <a:pt x="91440" y="341374"/>
                  </a:lnTo>
                  <a:close/>
                </a:path>
              </a:pathLst>
            </a:custGeom>
            <a:ln w="12700">
              <a:solidFill>
                <a:srgbClr val="D1D1D1"/>
              </a:solidFill>
            </a:ln>
          </p:spPr>
          <p:txBody>
            <a:bodyPr wrap="square" lIns="0" tIns="0" rIns="0" bIns="0" rtlCol="0"/>
            <a:lstStyle/>
            <a:p>
              <a:endParaRPr sz="2000"/>
            </a:p>
          </p:txBody>
        </p:sp>
        <p:sp>
          <p:nvSpPr>
            <p:cNvPr id="726" name="object 233">
              <a:extLst>
                <a:ext uri="{FF2B5EF4-FFF2-40B4-BE49-F238E27FC236}">
                  <a16:creationId xmlns:a16="http://schemas.microsoft.com/office/drawing/2014/main" id="{E84B901B-E0CE-4A73-A2CE-C140F05A5949}"/>
                </a:ext>
              </a:extLst>
            </p:cNvPr>
            <p:cNvSpPr/>
            <p:nvPr/>
          </p:nvSpPr>
          <p:spPr>
            <a:xfrm>
              <a:off x="1712976" y="28696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727" name="object 234">
              <a:extLst>
                <a:ext uri="{FF2B5EF4-FFF2-40B4-BE49-F238E27FC236}">
                  <a16:creationId xmlns:a16="http://schemas.microsoft.com/office/drawing/2014/main" id="{1AF67766-2275-48E1-9B78-899EB8710F1E}"/>
                </a:ext>
              </a:extLst>
            </p:cNvPr>
            <p:cNvSpPr/>
            <p:nvPr/>
          </p:nvSpPr>
          <p:spPr>
            <a:xfrm>
              <a:off x="1712976" y="28696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28" name="object 235">
              <a:extLst>
                <a:ext uri="{FF2B5EF4-FFF2-40B4-BE49-F238E27FC236}">
                  <a16:creationId xmlns:a16="http://schemas.microsoft.com/office/drawing/2014/main" id="{C54BECB7-8655-4564-997E-FB304915960C}"/>
                </a:ext>
              </a:extLst>
            </p:cNvPr>
            <p:cNvSpPr/>
            <p:nvPr/>
          </p:nvSpPr>
          <p:spPr>
            <a:xfrm>
              <a:off x="1712976" y="29550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729" name="object 236">
              <a:extLst>
                <a:ext uri="{FF2B5EF4-FFF2-40B4-BE49-F238E27FC236}">
                  <a16:creationId xmlns:a16="http://schemas.microsoft.com/office/drawing/2014/main" id="{C2E24103-B497-404B-8BDB-79D0A9B811CB}"/>
                </a:ext>
              </a:extLst>
            </p:cNvPr>
            <p:cNvSpPr/>
            <p:nvPr/>
          </p:nvSpPr>
          <p:spPr>
            <a:xfrm>
              <a:off x="1712976" y="29550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30" name="object 237">
              <a:extLst>
                <a:ext uri="{FF2B5EF4-FFF2-40B4-BE49-F238E27FC236}">
                  <a16:creationId xmlns:a16="http://schemas.microsoft.com/office/drawing/2014/main" id="{AC3540FA-5D74-4D55-8566-8B3ED376E16E}"/>
                </a:ext>
              </a:extLst>
            </p:cNvPr>
            <p:cNvSpPr/>
            <p:nvPr/>
          </p:nvSpPr>
          <p:spPr>
            <a:xfrm>
              <a:off x="1712976" y="30403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731" name="object 238">
              <a:extLst>
                <a:ext uri="{FF2B5EF4-FFF2-40B4-BE49-F238E27FC236}">
                  <a16:creationId xmlns:a16="http://schemas.microsoft.com/office/drawing/2014/main" id="{78B77E45-30D2-4C71-A758-B16CE384F91B}"/>
                </a:ext>
              </a:extLst>
            </p:cNvPr>
            <p:cNvSpPr/>
            <p:nvPr/>
          </p:nvSpPr>
          <p:spPr>
            <a:xfrm>
              <a:off x="1712976" y="30403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32" name="object 239">
              <a:extLst>
                <a:ext uri="{FF2B5EF4-FFF2-40B4-BE49-F238E27FC236}">
                  <a16:creationId xmlns:a16="http://schemas.microsoft.com/office/drawing/2014/main" id="{B199B89E-BEE2-41FD-8A9F-AE6E478CA00E}"/>
                </a:ext>
              </a:extLst>
            </p:cNvPr>
            <p:cNvSpPr/>
            <p:nvPr/>
          </p:nvSpPr>
          <p:spPr>
            <a:xfrm>
              <a:off x="1712976" y="31257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733" name="object 240">
              <a:extLst>
                <a:ext uri="{FF2B5EF4-FFF2-40B4-BE49-F238E27FC236}">
                  <a16:creationId xmlns:a16="http://schemas.microsoft.com/office/drawing/2014/main" id="{93739A6F-B1C8-4AAE-B676-5B90EE98CAC9}"/>
                </a:ext>
              </a:extLst>
            </p:cNvPr>
            <p:cNvSpPr/>
            <p:nvPr/>
          </p:nvSpPr>
          <p:spPr>
            <a:xfrm>
              <a:off x="1712976" y="31257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34" name="object 241">
              <a:extLst>
                <a:ext uri="{FF2B5EF4-FFF2-40B4-BE49-F238E27FC236}">
                  <a16:creationId xmlns:a16="http://schemas.microsoft.com/office/drawing/2014/main" id="{EE5FC906-F4CB-472E-B20B-AFDC6485A918}"/>
                </a:ext>
              </a:extLst>
            </p:cNvPr>
            <p:cNvSpPr/>
            <p:nvPr/>
          </p:nvSpPr>
          <p:spPr>
            <a:xfrm>
              <a:off x="1804416" y="286969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735" name="object 242">
              <a:extLst>
                <a:ext uri="{FF2B5EF4-FFF2-40B4-BE49-F238E27FC236}">
                  <a16:creationId xmlns:a16="http://schemas.microsoft.com/office/drawing/2014/main" id="{FD0DDB99-9F27-4490-AA21-B4CBE6B6B89E}"/>
                </a:ext>
              </a:extLst>
            </p:cNvPr>
            <p:cNvSpPr/>
            <p:nvPr/>
          </p:nvSpPr>
          <p:spPr>
            <a:xfrm>
              <a:off x="1804416" y="286969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36" name="object 243">
              <a:extLst>
                <a:ext uri="{FF2B5EF4-FFF2-40B4-BE49-F238E27FC236}">
                  <a16:creationId xmlns:a16="http://schemas.microsoft.com/office/drawing/2014/main" id="{328F3EAD-27D5-4E45-90B5-17642816D6A8}"/>
                </a:ext>
              </a:extLst>
            </p:cNvPr>
            <p:cNvSpPr/>
            <p:nvPr/>
          </p:nvSpPr>
          <p:spPr>
            <a:xfrm>
              <a:off x="1804416" y="29550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737" name="object 244">
              <a:extLst>
                <a:ext uri="{FF2B5EF4-FFF2-40B4-BE49-F238E27FC236}">
                  <a16:creationId xmlns:a16="http://schemas.microsoft.com/office/drawing/2014/main" id="{66F6AEDB-190D-4257-B7FD-3BC534ED7176}"/>
                </a:ext>
              </a:extLst>
            </p:cNvPr>
            <p:cNvSpPr/>
            <p:nvPr/>
          </p:nvSpPr>
          <p:spPr>
            <a:xfrm>
              <a:off x="1804416" y="29550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38" name="object 245">
              <a:extLst>
                <a:ext uri="{FF2B5EF4-FFF2-40B4-BE49-F238E27FC236}">
                  <a16:creationId xmlns:a16="http://schemas.microsoft.com/office/drawing/2014/main" id="{F3B2B54A-04EE-4E22-923F-31AC9B98CD02}"/>
                </a:ext>
              </a:extLst>
            </p:cNvPr>
            <p:cNvSpPr/>
            <p:nvPr/>
          </p:nvSpPr>
          <p:spPr>
            <a:xfrm>
              <a:off x="1804416" y="304038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739" name="object 246">
              <a:extLst>
                <a:ext uri="{FF2B5EF4-FFF2-40B4-BE49-F238E27FC236}">
                  <a16:creationId xmlns:a16="http://schemas.microsoft.com/office/drawing/2014/main" id="{D374A1DE-B0B4-4B34-AF46-8204B51FDF43}"/>
                </a:ext>
              </a:extLst>
            </p:cNvPr>
            <p:cNvSpPr/>
            <p:nvPr/>
          </p:nvSpPr>
          <p:spPr>
            <a:xfrm>
              <a:off x="1804416" y="304038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40" name="object 247">
              <a:extLst>
                <a:ext uri="{FF2B5EF4-FFF2-40B4-BE49-F238E27FC236}">
                  <a16:creationId xmlns:a16="http://schemas.microsoft.com/office/drawing/2014/main" id="{31FE6D42-39B1-4700-BF6D-1FD3C013EB05}"/>
                </a:ext>
              </a:extLst>
            </p:cNvPr>
            <p:cNvSpPr/>
            <p:nvPr/>
          </p:nvSpPr>
          <p:spPr>
            <a:xfrm>
              <a:off x="1804416" y="312572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741" name="object 248">
              <a:extLst>
                <a:ext uri="{FF2B5EF4-FFF2-40B4-BE49-F238E27FC236}">
                  <a16:creationId xmlns:a16="http://schemas.microsoft.com/office/drawing/2014/main" id="{2E499E47-978C-46F0-9ACA-F587F849442A}"/>
                </a:ext>
              </a:extLst>
            </p:cNvPr>
            <p:cNvSpPr/>
            <p:nvPr/>
          </p:nvSpPr>
          <p:spPr>
            <a:xfrm>
              <a:off x="1804416" y="312572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742" name="object 249">
            <a:extLst>
              <a:ext uri="{FF2B5EF4-FFF2-40B4-BE49-F238E27FC236}">
                <a16:creationId xmlns:a16="http://schemas.microsoft.com/office/drawing/2014/main" id="{30F11C68-0027-43DC-885C-A5F602621F4D}"/>
              </a:ext>
            </a:extLst>
          </p:cNvPr>
          <p:cNvGrpSpPr/>
          <p:nvPr/>
        </p:nvGrpSpPr>
        <p:grpSpPr>
          <a:xfrm>
            <a:off x="4058187" y="4266326"/>
            <a:ext cx="826911" cy="393700"/>
            <a:chOff x="3808222" y="3892043"/>
            <a:chExt cx="744220" cy="354330"/>
          </a:xfrm>
        </p:grpSpPr>
        <p:sp>
          <p:nvSpPr>
            <p:cNvPr id="743" name="object 250">
              <a:extLst>
                <a:ext uri="{FF2B5EF4-FFF2-40B4-BE49-F238E27FC236}">
                  <a16:creationId xmlns:a16="http://schemas.microsoft.com/office/drawing/2014/main" id="{ABFBA009-6D0B-4A6E-8EC1-8F3B88AEE05B}"/>
                </a:ext>
              </a:extLst>
            </p:cNvPr>
            <p:cNvSpPr/>
            <p:nvPr/>
          </p:nvSpPr>
          <p:spPr>
            <a:xfrm>
              <a:off x="4180332" y="3898393"/>
              <a:ext cx="92962" cy="85342"/>
            </a:xfrm>
            <a:prstGeom prst="rect">
              <a:avLst/>
            </a:prstGeom>
            <a:blipFill>
              <a:blip r:embed="rId66" cstate="print"/>
              <a:stretch>
                <a:fillRect/>
              </a:stretch>
            </a:blipFill>
          </p:spPr>
          <p:txBody>
            <a:bodyPr wrap="square" lIns="0" tIns="0" rIns="0" bIns="0" rtlCol="0"/>
            <a:lstStyle/>
            <a:p>
              <a:endParaRPr sz="2000"/>
            </a:p>
          </p:txBody>
        </p:sp>
        <p:sp>
          <p:nvSpPr>
            <p:cNvPr id="744" name="object 251">
              <a:extLst>
                <a:ext uri="{FF2B5EF4-FFF2-40B4-BE49-F238E27FC236}">
                  <a16:creationId xmlns:a16="http://schemas.microsoft.com/office/drawing/2014/main" id="{2EB0F3BD-9A3E-4B28-BD54-8E66BA0BFDF9}"/>
                </a:ext>
              </a:extLst>
            </p:cNvPr>
            <p:cNvSpPr/>
            <p:nvPr/>
          </p:nvSpPr>
          <p:spPr>
            <a:xfrm>
              <a:off x="4180332" y="389839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45" name="object 252">
              <a:extLst>
                <a:ext uri="{FF2B5EF4-FFF2-40B4-BE49-F238E27FC236}">
                  <a16:creationId xmlns:a16="http://schemas.microsoft.com/office/drawing/2014/main" id="{6951A4D3-F341-4165-BCD3-1B7CECBAAACF}"/>
                </a:ext>
              </a:extLst>
            </p:cNvPr>
            <p:cNvSpPr/>
            <p:nvPr/>
          </p:nvSpPr>
          <p:spPr>
            <a:xfrm>
              <a:off x="4180332" y="3983737"/>
              <a:ext cx="92962" cy="85342"/>
            </a:xfrm>
            <a:prstGeom prst="rect">
              <a:avLst/>
            </a:prstGeom>
            <a:blipFill>
              <a:blip r:embed="rId67" cstate="print"/>
              <a:stretch>
                <a:fillRect/>
              </a:stretch>
            </a:blipFill>
          </p:spPr>
          <p:txBody>
            <a:bodyPr wrap="square" lIns="0" tIns="0" rIns="0" bIns="0" rtlCol="0"/>
            <a:lstStyle/>
            <a:p>
              <a:endParaRPr sz="2000"/>
            </a:p>
          </p:txBody>
        </p:sp>
        <p:sp>
          <p:nvSpPr>
            <p:cNvPr id="746" name="object 253">
              <a:extLst>
                <a:ext uri="{FF2B5EF4-FFF2-40B4-BE49-F238E27FC236}">
                  <a16:creationId xmlns:a16="http://schemas.microsoft.com/office/drawing/2014/main" id="{3295EBE8-FCD3-4200-BC2F-2A239C354133}"/>
                </a:ext>
              </a:extLst>
            </p:cNvPr>
            <p:cNvSpPr/>
            <p:nvPr/>
          </p:nvSpPr>
          <p:spPr>
            <a:xfrm>
              <a:off x="4180332" y="398373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47" name="object 254">
              <a:extLst>
                <a:ext uri="{FF2B5EF4-FFF2-40B4-BE49-F238E27FC236}">
                  <a16:creationId xmlns:a16="http://schemas.microsoft.com/office/drawing/2014/main" id="{16CB1780-D06E-4CD8-9F46-636D5C64A1B4}"/>
                </a:ext>
              </a:extLst>
            </p:cNvPr>
            <p:cNvSpPr/>
            <p:nvPr/>
          </p:nvSpPr>
          <p:spPr>
            <a:xfrm>
              <a:off x="4180332" y="4069081"/>
              <a:ext cx="92962" cy="85342"/>
            </a:xfrm>
            <a:prstGeom prst="rect">
              <a:avLst/>
            </a:prstGeom>
            <a:blipFill>
              <a:blip r:embed="rId68" cstate="print"/>
              <a:stretch>
                <a:fillRect/>
              </a:stretch>
            </a:blipFill>
          </p:spPr>
          <p:txBody>
            <a:bodyPr wrap="square" lIns="0" tIns="0" rIns="0" bIns="0" rtlCol="0"/>
            <a:lstStyle/>
            <a:p>
              <a:endParaRPr sz="2000"/>
            </a:p>
          </p:txBody>
        </p:sp>
        <p:sp>
          <p:nvSpPr>
            <p:cNvPr id="748" name="object 255">
              <a:extLst>
                <a:ext uri="{FF2B5EF4-FFF2-40B4-BE49-F238E27FC236}">
                  <a16:creationId xmlns:a16="http://schemas.microsoft.com/office/drawing/2014/main" id="{7ADB9D1C-0B6D-4170-B4A4-F1C164BA67B8}"/>
                </a:ext>
              </a:extLst>
            </p:cNvPr>
            <p:cNvSpPr/>
            <p:nvPr/>
          </p:nvSpPr>
          <p:spPr>
            <a:xfrm>
              <a:off x="4180332" y="406908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49" name="object 256">
              <a:extLst>
                <a:ext uri="{FF2B5EF4-FFF2-40B4-BE49-F238E27FC236}">
                  <a16:creationId xmlns:a16="http://schemas.microsoft.com/office/drawing/2014/main" id="{8972932D-89B6-4C70-8D8C-C05CD14D90F4}"/>
                </a:ext>
              </a:extLst>
            </p:cNvPr>
            <p:cNvSpPr/>
            <p:nvPr/>
          </p:nvSpPr>
          <p:spPr>
            <a:xfrm>
              <a:off x="4180332" y="4154425"/>
              <a:ext cx="92962" cy="85342"/>
            </a:xfrm>
            <a:prstGeom prst="rect">
              <a:avLst/>
            </a:prstGeom>
            <a:blipFill>
              <a:blip r:embed="rId69" cstate="print"/>
              <a:stretch>
                <a:fillRect/>
              </a:stretch>
            </a:blipFill>
          </p:spPr>
          <p:txBody>
            <a:bodyPr wrap="square" lIns="0" tIns="0" rIns="0" bIns="0" rtlCol="0"/>
            <a:lstStyle/>
            <a:p>
              <a:endParaRPr sz="2000"/>
            </a:p>
          </p:txBody>
        </p:sp>
        <p:sp>
          <p:nvSpPr>
            <p:cNvPr id="750" name="object 257">
              <a:extLst>
                <a:ext uri="{FF2B5EF4-FFF2-40B4-BE49-F238E27FC236}">
                  <a16:creationId xmlns:a16="http://schemas.microsoft.com/office/drawing/2014/main" id="{463ACEDD-AEA1-438E-BD2D-90B11F591C8B}"/>
                </a:ext>
              </a:extLst>
            </p:cNvPr>
            <p:cNvSpPr/>
            <p:nvPr/>
          </p:nvSpPr>
          <p:spPr>
            <a:xfrm>
              <a:off x="4180332" y="415442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51" name="object 258">
              <a:extLst>
                <a:ext uri="{FF2B5EF4-FFF2-40B4-BE49-F238E27FC236}">
                  <a16:creationId xmlns:a16="http://schemas.microsoft.com/office/drawing/2014/main" id="{1FDCA39C-B585-40BB-89A6-8AA5A56FF70E}"/>
                </a:ext>
              </a:extLst>
            </p:cNvPr>
            <p:cNvSpPr/>
            <p:nvPr/>
          </p:nvSpPr>
          <p:spPr>
            <a:xfrm>
              <a:off x="3814572" y="3898393"/>
              <a:ext cx="92962" cy="85342"/>
            </a:xfrm>
            <a:prstGeom prst="rect">
              <a:avLst/>
            </a:prstGeom>
            <a:blipFill>
              <a:blip r:embed="rId70" cstate="print"/>
              <a:stretch>
                <a:fillRect/>
              </a:stretch>
            </a:blipFill>
          </p:spPr>
          <p:txBody>
            <a:bodyPr wrap="square" lIns="0" tIns="0" rIns="0" bIns="0" rtlCol="0"/>
            <a:lstStyle/>
            <a:p>
              <a:endParaRPr sz="2000"/>
            </a:p>
          </p:txBody>
        </p:sp>
        <p:sp>
          <p:nvSpPr>
            <p:cNvPr id="752" name="object 259">
              <a:extLst>
                <a:ext uri="{FF2B5EF4-FFF2-40B4-BE49-F238E27FC236}">
                  <a16:creationId xmlns:a16="http://schemas.microsoft.com/office/drawing/2014/main" id="{46CADE16-EC95-4A1C-9EA3-B93B25F4F646}"/>
                </a:ext>
              </a:extLst>
            </p:cNvPr>
            <p:cNvSpPr/>
            <p:nvPr/>
          </p:nvSpPr>
          <p:spPr>
            <a:xfrm>
              <a:off x="3814572" y="389839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53" name="object 260">
              <a:extLst>
                <a:ext uri="{FF2B5EF4-FFF2-40B4-BE49-F238E27FC236}">
                  <a16:creationId xmlns:a16="http://schemas.microsoft.com/office/drawing/2014/main" id="{AEF87CE0-5470-4A3D-8A44-4179569C2C54}"/>
                </a:ext>
              </a:extLst>
            </p:cNvPr>
            <p:cNvSpPr/>
            <p:nvPr/>
          </p:nvSpPr>
          <p:spPr>
            <a:xfrm>
              <a:off x="3907536" y="3898393"/>
              <a:ext cx="91440" cy="85342"/>
            </a:xfrm>
            <a:prstGeom prst="rect">
              <a:avLst/>
            </a:prstGeom>
            <a:blipFill>
              <a:blip r:embed="rId71" cstate="print"/>
              <a:stretch>
                <a:fillRect/>
              </a:stretch>
            </a:blipFill>
          </p:spPr>
          <p:txBody>
            <a:bodyPr wrap="square" lIns="0" tIns="0" rIns="0" bIns="0" rtlCol="0"/>
            <a:lstStyle/>
            <a:p>
              <a:endParaRPr sz="2000"/>
            </a:p>
          </p:txBody>
        </p:sp>
        <p:sp>
          <p:nvSpPr>
            <p:cNvPr id="754" name="object 261">
              <a:extLst>
                <a:ext uri="{FF2B5EF4-FFF2-40B4-BE49-F238E27FC236}">
                  <a16:creationId xmlns:a16="http://schemas.microsoft.com/office/drawing/2014/main" id="{CD932388-686F-4C3D-8558-50A145CD14E4}"/>
                </a:ext>
              </a:extLst>
            </p:cNvPr>
            <p:cNvSpPr/>
            <p:nvPr/>
          </p:nvSpPr>
          <p:spPr>
            <a:xfrm>
              <a:off x="3907536"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55" name="object 262">
              <a:extLst>
                <a:ext uri="{FF2B5EF4-FFF2-40B4-BE49-F238E27FC236}">
                  <a16:creationId xmlns:a16="http://schemas.microsoft.com/office/drawing/2014/main" id="{4F168104-64B4-4FE3-8CC7-1768FB1A0265}"/>
                </a:ext>
              </a:extLst>
            </p:cNvPr>
            <p:cNvSpPr/>
            <p:nvPr/>
          </p:nvSpPr>
          <p:spPr>
            <a:xfrm>
              <a:off x="3998976" y="3898393"/>
              <a:ext cx="91440" cy="85342"/>
            </a:xfrm>
            <a:prstGeom prst="rect">
              <a:avLst/>
            </a:prstGeom>
            <a:blipFill>
              <a:blip r:embed="rId72" cstate="print"/>
              <a:stretch>
                <a:fillRect/>
              </a:stretch>
            </a:blipFill>
          </p:spPr>
          <p:txBody>
            <a:bodyPr wrap="square" lIns="0" tIns="0" rIns="0" bIns="0" rtlCol="0"/>
            <a:lstStyle/>
            <a:p>
              <a:endParaRPr sz="2000"/>
            </a:p>
          </p:txBody>
        </p:sp>
        <p:sp>
          <p:nvSpPr>
            <p:cNvPr id="756" name="object 263">
              <a:extLst>
                <a:ext uri="{FF2B5EF4-FFF2-40B4-BE49-F238E27FC236}">
                  <a16:creationId xmlns:a16="http://schemas.microsoft.com/office/drawing/2014/main" id="{01100410-EFB3-4670-819C-3A4AA3E4C0D8}"/>
                </a:ext>
              </a:extLst>
            </p:cNvPr>
            <p:cNvSpPr/>
            <p:nvPr/>
          </p:nvSpPr>
          <p:spPr>
            <a:xfrm>
              <a:off x="3998976"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57" name="object 264">
              <a:extLst>
                <a:ext uri="{FF2B5EF4-FFF2-40B4-BE49-F238E27FC236}">
                  <a16:creationId xmlns:a16="http://schemas.microsoft.com/office/drawing/2014/main" id="{8275F5F2-627D-4DE1-AFD0-A83BBEC972C6}"/>
                </a:ext>
              </a:extLst>
            </p:cNvPr>
            <p:cNvSpPr/>
            <p:nvPr/>
          </p:nvSpPr>
          <p:spPr>
            <a:xfrm>
              <a:off x="3814572" y="3983737"/>
              <a:ext cx="92962" cy="85342"/>
            </a:xfrm>
            <a:prstGeom prst="rect">
              <a:avLst/>
            </a:prstGeom>
            <a:blipFill>
              <a:blip r:embed="rId73" cstate="print"/>
              <a:stretch>
                <a:fillRect/>
              </a:stretch>
            </a:blipFill>
          </p:spPr>
          <p:txBody>
            <a:bodyPr wrap="square" lIns="0" tIns="0" rIns="0" bIns="0" rtlCol="0"/>
            <a:lstStyle/>
            <a:p>
              <a:endParaRPr sz="2000"/>
            </a:p>
          </p:txBody>
        </p:sp>
        <p:sp>
          <p:nvSpPr>
            <p:cNvPr id="758" name="object 265">
              <a:extLst>
                <a:ext uri="{FF2B5EF4-FFF2-40B4-BE49-F238E27FC236}">
                  <a16:creationId xmlns:a16="http://schemas.microsoft.com/office/drawing/2014/main" id="{4C27CFB1-EAD4-498E-9233-C7194BD3C6CE}"/>
                </a:ext>
              </a:extLst>
            </p:cNvPr>
            <p:cNvSpPr/>
            <p:nvPr/>
          </p:nvSpPr>
          <p:spPr>
            <a:xfrm>
              <a:off x="3814572" y="398373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59" name="object 266">
              <a:extLst>
                <a:ext uri="{FF2B5EF4-FFF2-40B4-BE49-F238E27FC236}">
                  <a16:creationId xmlns:a16="http://schemas.microsoft.com/office/drawing/2014/main" id="{4AB7961B-B34F-459B-A995-E48FDB50CD91}"/>
                </a:ext>
              </a:extLst>
            </p:cNvPr>
            <p:cNvSpPr/>
            <p:nvPr/>
          </p:nvSpPr>
          <p:spPr>
            <a:xfrm>
              <a:off x="3907536" y="3983737"/>
              <a:ext cx="91440" cy="85342"/>
            </a:xfrm>
            <a:prstGeom prst="rect">
              <a:avLst/>
            </a:prstGeom>
            <a:blipFill>
              <a:blip r:embed="rId74" cstate="print"/>
              <a:stretch>
                <a:fillRect/>
              </a:stretch>
            </a:blipFill>
          </p:spPr>
          <p:txBody>
            <a:bodyPr wrap="square" lIns="0" tIns="0" rIns="0" bIns="0" rtlCol="0"/>
            <a:lstStyle/>
            <a:p>
              <a:endParaRPr sz="2000"/>
            </a:p>
          </p:txBody>
        </p:sp>
        <p:sp>
          <p:nvSpPr>
            <p:cNvPr id="760" name="object 267">
              <a:extLst>
                <a:ext uri="{FF2B5EF4-FFF2-40B4-BE49-F238E27FC236}">
                  <a16:creationId xmlns:a16="http://schemas.microsoft.com/office/drawing/2014/main" id="{55381B8F-A9A9-4430-ABF7-72A1B307EA51}"/>
                </a:ext>
              </a:extLst>
            </p:cNvPr>
            <p:cNvSpPr/>
            <p:nvPr/>
          </p:nvSpPr>
          <p:spPr>
            <a:xfrm>
              <a:off x="3907536"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61" name="object 268">
              <a:extLst>
                <a:ext uri="{FF2B5EF4-FFF2-40B4-BE49-F238E27FC236}">
                  <a16:creationId xmlns:a16="http://schemas.microsoft.com/office/drawing/2014/main" id="{56D738E7-B103-4B57-9241-193C752F30C3}"/>
                </a:ext>
              </a:extLst>
            </p:cNvPr>
            <p:cNvSpPr/>
            <p:nvPr/>
          </p:nvSpPr>
          <p:spPr>
            <a:xfrm>
              <a:off x="3998976" y="3983737"/>
              <a:ext cx="91440" cy="85342"/>
            </a:xfrm>
            <a:prstGeom prst="rect">
              <a:avLst/>
            </a:prstGeom>
            <a:blipFill>
              <a:blip r:embed="rId75" cstate="print"/>
              <a:stretch>
                <a:fillRect/>
              </a:stretch>
            </a:blipFill>
          </p:spPr>
          <p:txBody>
            <a:bodyPr wrap="square" lIns="0" tIns="0" rIns="0" bIns="0" rtlCol="0"/>
            <a:lstStyle/>
            <a:p>
              <a:endParaRPr sz="2000"/>
            </a:p>
          </p:txBody>
        </p:sp>
        <p:sp>
          <p:nvSpPr>
            <p:cNvPr id="762" name="object 269">
              <a:extLst>
                <a:ext uri="{FF2B5EF4-FFF2-40B4-BE49-F238E27FC236}">
                  <a16:creationId xmlns:a16="http://schemas.microsoft.com/office/drawing/2014/main" id="{13BAAE32-BD3C-437A-BF90-AD5BD75D0D79}"/>
                </a:ext>
              </a:extLst>
            </p:cNvPr>
            <p:cNvSpPr/>
            <p:nvPr/>
          </p:nvSpPr>
          <p:spPr>
            <a:xfrm>
              <a:off x="3998976"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63" name="object 270">
              <a:extLst>
                <a:ext uri="{FF2B5EF4-FFF2-40B4-BE49-F238E27FC236}">
                  <a16:creationId xmlns:a16="http://schemas.microsoft.com/office/drawing/2014/main" id="{50AD98C0-489B-4C0F-9122-954D4E60C0EA}"/>
                </a:ext>
              </a:extLst>
            </p:cNvPr>
            <p:cNvSpPr/>
            <p:nvPr/>
          </p:nvSpPr>
          <p:spPr>
            <a:xfrm>
              <a:off x="3814572" y="4069081"/>
              <a:ext cx="92962" cy="85342"/>
            </a:xfrm>
            <a:prstGeom prst="rect">
              <a:avLst/>
            </a:prstGeom>
            <a:blipFill>
              <a:blip r:embed="rId76" cstate="print"/>
              <a:stretch>
                <a:fillRect/>
              </a:stretch>
            </a:blipFill>
          </p:spPr>
          <p:txBody>
            <a:bodyPr wrap="square" lIns="0" tIns="0" rIns="0" bIns="0" rtlCol="0"/>
            <a:lstStyle/>
            <a:p>
              <a:endParaRPr sz="2000"/>
            </a:p>
          </p:txBody>
        </p:sp>
        <p:sp>
          <p:nvSpPr>
            <p:cNvPr id="764" name="object 271">
              <a:extLst>
                <a:ext uri="{FF2B5EF4-FFF2-40B4-BE49-F238E27FC236}">
                  <a16:creationId xmlns:a16="http://schemas.microsoft.com/office/drawing/2014/main" id="{74C43A57-FB94-46CA-A56A-0A7AC4FAFD7B}"/>
                </a:ext>
              </a:extLst>
            </p:cNvPr>
            <p:cNvSpPr/>
            <p:nvPr/>
          </p:nvSpPr>
          <p:spPr>
            <a:xfrm>
              <a:off x="3814572" y="406908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65" name="object 272">
              <a:extLst>
                <a:ext uri="{FF2B5EF4-FFF2-40B4-BE49-F238E27FC236}">
                  <a16:creationId xmlns:a16="http://schemas.microsoft.com/office/drawing/2014/main" id="{600AA4F4-AACE-4505-B316-3F210254C74F}"/>
                </a:ext>
              </a:extLst>
            </p:cNvPr>
            <p:cNvSpPr/>
            <p:nvPr/>
          </p:nvSpPr>
          <p:spPr>
            <a:xfrm>
              <a:off x="3907536" y="4069081"/>
              <a:ext cx="91440" cy="85342"/>
            </a:xfrm>
            <a:prstGeom prst="rect">
              <a:avLst/>
            </a:prstGeom>
            <a:blipFill>
              <a:blip r:embed="rId77" cstate="print"/>
              <a:stretch>
                <a:fillRect/>
              </a:stretch>
            </a:blipFill>
          </p:spPr>
          <p:txBody>
            <a:bodyPr wrap="square" lIns="0" tIns="0" rIns="0" bIns="0" rtlCol="0"/>
            <a:lstStyle/>
            <a:p>
              <a:endParaRPr sz="2000"/>
            </a:p>
          </p:txBody>
        </p:sp>
        <p:sp>
          <p:nvSpPr>
            <p:cNvPr id="766" name="object 273">
              <a:extLst>
                <a:ext uri="{FF2B5EF4-FFF2-40B4-BE49-F238E27FC236}">
                  <a16:creationId xmlns:a16="http://schemas.microsoft.com/office/drawing/2014/main" id="{61F6AB76-7A6A-44B1-89C9-D91C87444C4B}"/>
                </a:ext>
              </a:extLst>
            </p:cNvPr>
            <p:cNvSpPr/>
            <p:nvPr/>
          </p:nvSpPr>
          <p:spPr>
            <a:xfrm>
              <a:off x="3907536"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67" name="object 274">
              <a:extLst>
                <a:ext uri="{FF2B5EF4-FFF2-40B4-BE49-F238E27FC236}">
                  <a16:creationId xmlns:a16="http://schemas.microsoft.com/office/drawing/2014/main" id="{D94ED621-AD01-45D7-836A-3B3BB459938D}"/>
                </a:ext>
              </a:extLst>
            </p:cNvPr>
            <p:cNvSpPr/>
            <p:nvPr/>
          </p:nvSpPr>
          <p:spPr>
            <a:xfrm>
              <a:off x="3998976" y="4069081"/>
              <a:ext cx="91440" cy="85342"/>
            </a:xfrm>
            <a:prstGeom prst="rect">
              <a:avLst/>
            </a:prstGeom>
            <a:blipFill>
              <a:blip r:embed="rId78" cstate="print"/>
              <a:stretch>
                <a:fillRect/>
              </a:stretch>
            </a:blipFill>
          </p:spPr>
          <p:txBody>
            <a:bodyPr wrap="square" lIns="0" tIns="0" rIns="0" bIns="0" rtlCol="0"/>
            <a:lstStyle/>
            <a:p>
              <a:endParaRPr sz="2000"/>
            </a:p>
          </p:txBody>
        </p:sp>
        <p:sp>
          <p:nvSpPr>
            <p:cNvPr id="768" name="object 275">
              <a:extLst>
                <a:ext uri="{FF2B5EF4-FFF2-40B4-BE49-F238E27FC236}">
                  <a16:creationId xmlns:a16="http://schemas.microsoft.com/office/drawing/2014/main" id="{C114EF3A-7CCF-45CA-8E77-AE8E988BCF1D}"/>
                </a:ext>
              </a:extLst>
            </p:cNvPr>
            <p:cNvSpPr/>
            <p:nvPr/>
          </p:nvSpPr>
          <p:spPr>
            <a:xfrm>
              <a:off x="3998976"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69" name="object 276">
              <a:extLst>
                <a:ext uri="{FF2B5EF4-FFF2-40B4-BE49-F238E27FC236}">
                  <a16:creationId xmlns:a16="http://schemas.microsoft.com/office/drawing/2014/main" id="{E1C29FFE-F4AE-4965-A90A-885EF1E1FA5D}"/>
                </a:ext>
              </a:extLst>
            </p:cNvPr>
            <p:cNvSpPr/>
            <p:nvPr/>
          </p:nvSpPr>
          <p:spPr>
            <a:xfrm>
              <a:off x="3814572" y="4154425"/>
              <a:ext cx="92962" cy="85342"/>
            </a:xfrm>
            <a:prstGeom prst="rect">
              <a:avLst/>
            </a:prstGeom>
            <a:blipFill>
              <a:blip r:embed="rId79" cstate="print"/>
              <a:stretch>
                <a:fillRect/>
              </a:stretch>
            </a:blipFill>
          </p:spPr>
          <p:txBody>
            <a:bodyPr wrap="square" lIns="0" tIns="0" rIns="0" bIns="0" rtlCol="0"/>
            <a:lstStyle/>
            <a:p>
              <a:endParaRPr sz="2000"/>
            </a:p>
          </p:txBody>
        </p:sp>
        <p:sp>
          <p:nvSpPr>
            <p:cNvPr id="770" name="object 277">
              <a:extLst>
                <a:ext uri="{FF2B5EF4-FFF2-40B4-BE49-F238E27FC236}">
                  <a16:creationId xmlns:a16="http://schemas.microsoft.com/office/drawing/2014/main" id="{4165C49B-A685-46C3-9652-286351304BCF}"/>
                </a:ext>
              </a:extLst>
            </p:cNvPr>
            <p:cNvSpPr/>
            <p:nvPr/>
          </p:nvSpPr>
          <p:spPr>
            <a:xfrm>
              <a:off x="3814572" y="415442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71" name="object 278">
              <a:extLst>
                <a:ext uri="{FF2B5EF4-FFF2-40B4-BE49-F238E27FC236}">
                  <a16:creationId xmlns:a16="http://schemas.microsoft.com/office/drawing/2014/main" id="{27B36FFE-7514-47F5-8B58-2A54B53796CF}"/>
                </a:ext>
              </a:extLst>
            </p:cNvPr>
            <p:cNvSpPr/>
            <p:nvPr/>
          </p:nvSpPr>
          <p:spPr>
            <a:xfrm>
              <a:off x="3907536" y="4154425"/>
              <a:ext cx="91440" cy="85342"/>
            </a:xfrm>
            <a:prstGeom prst="rect">
              <a:avLst/>
            </a:prstGeom>
            <a:blipFill>
              <a:blip r:embed="rId80" cstate="print"/>
              <a:stretch>
                <a:fillRect/>
              </a:stretch>
            </a:blipFill>
          </p:spPr>
          <p:txBody>
            <a:bodyPr wrap="square" lIns="0" tIns="0" rIns="0" bIns="0" rtlCol="0"/>
            <a:lstStyle/>
            <a:p>
              <a:endParaRPr sz="2000"/>
            </a:p>
          </p:txBody>
        </p:sp>
        <p:sp>
          <p:nvSpPr>
            <p:cNvPr id="772" name="object 279">
              <a:extLst>
                <a:ext uri="{FF2B5EF4-FFF2-40B4-BE49-F238E27FC236}">
                  <a16:creationId xmlns:a16="http://schemas.microsoft.com/office/drawing/2014/main" id="{CBA2879C-BB2D-4762-B19E-E037C2DDC056}"/>
                </a:ext>
              </a:extLst>
            </p:cNvPr>
            <p:cNvSpPr/>
            <p:nvPr/>
          </p:nvSpPr>
          <p:spPr>
            <a:xfrm>
              <a:off x="3907536"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73" name="object 280">
              <a:extLst>
                <a:ext uri="{FF2B5EF4-FFF2-40B4-BE49-F238E27FC236}">
                  <a16:creationId xmlns:a16="http://schemas.microsoft.com/office/drawing/2014/main" id="{37550041-FC71-45B8-AD3D-70CCF0B68A7D}"/>
                </a:ext>
              </a:extLst>
            </p:cNvPr>
            <p:cNvSpPr/>
            <p:nvPr/>
          </p:nvSpPr>
          <p:spPr>
            <a:xfrm>
              <a:off x="3998976" y="4154425"/>
              <a:ext cx="91440" cy="85342"/>
            </a:xfrm>
            <a:prstGeom prst="rect">
              <a:avLst/>
            </a:prstGeom>
            <a:blipFill>
              <a:blip r:embed="rId81" cstate="print"/>
              <a:stretch>
                <a:fillRect/>
              </a:stretch>
            </a:blipFill>
          </p:spPr>
          <p:txBody>
            <a:bodyPr wrap="square" lIns="0" tIns="0" rIns="0" bIns="0" rtlCol="0"/>
            <a:lstStyle/>
            <a:p>
              <a:endParaRPr sz="2000"/>
            </a:p>
          </p:txBody>
        </p:sp>
        <p:sp>
          <p:nvSpPr>
            <p:cNvPr id="774" name="object 281">
              <a:extLst>
                <a:ext uri="{FF2B5EF4-FFF2-40B4-BE49-F238E27FC236}">
                  <a16:creationId xmlns:a16="http://schemas.microsoft.com/office/drawing/2014/main" id="{44B67955-2148-4D82-BC59-DDC3D15CE93B}"/>
                </a:ext>
              </a:extLst>
            </p:cNvPr>
            <p:cNvSpPr/>
            <p:nvPr/>
          </p:nvSpPr>
          <p:spPr>
            <a:xfrm>
              <a:off x="3998976"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75" name="object 282">
              <a:extLst>
                <a:ext uri="{FF2B5EF4-FFF2-40B4-BE49-F238E27FC236}">
                  <a16:creationId xmlns:a16="http://schemas.microsoft.com/office/drawing/2014/main" id="{616D2747-16F5-4D6A-A812-4C0D7017933B}"/>
                </a:ext>
              </a:extLst>
            </p:cNvPr>
            <p:cNvSpPr/>
            <p:nvPr/>
          </p:nvSpPr>
          <p:spPr>
            <a:xfrm>
              <a:off x="4090416" y="3898393"/>
              <a:ext cx="92962" cy="85342"/>
            </a:xfrm>
            <a:prstGeom prst="rect">
              <a:avLst/>
            </a:prstGeom>
            <a:blipFill>
              <a:blip r:embed="rId82" cstate="print"/>
              <a:stretch>
                <a:fillRect/>
              </a:stretch>
            </a:blipFill>
          </p:spPr>
          <p:txBody>
            <a:bodyPr wrap="square" lIns="0" tIns="0" rIns="0" bIns="0" rtlCol="0"/>
            <a:lstStyle/>
            <a:p>
              <a:endParaRPr sz="2000"/>
            </a:p>
          </p:txBody>
        </p:sp>
        <p:sp>
          <p:nvSpPr>
            <p:cNvPr id="776" name="object 283">
              <a:extLst>
                <a:ext uri="{FF2B5EF4-FFF2-40B4-BE49-F238E27FC236}">
                  <a16:creationId xmlns:a16="http://schemas.microsoft.com/office/drawing/2014/main" id="{0CCD02E5-DEAA-4F11-9A5E-C7B24B68C491}"/>
                </a:ext>
              </a:extLst>
            </p:cNvPr>
            <p:cNvSpPr/>
            <p:nvPr/>
          </p:nvSpPr>
          <p:spPr>
            <a:xfrm>
              <a:off x="4090416" y="389839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77" name="object 284">
              <a:extLst>
                <a:ext uri="{FF2B5EF4-FFF2-40B4-BE49-F238E27FC236}">
                  <a16:creationId xmlns:a16="http://schemas.microsoft.com/office/drawing/2014/main" id="{2F2A74B2-C2BA-470E-9D55-2B2075DF62D5}"/>
                </a:ext>
              </a:extLst>
            </p:cNvPr>
            <p:cNvSpPr/>
            <p:nvPr/>
          </p:nvSpPr>
          <p:spPr>
            <a:xfrm>
              <a:off x="4090416" y="3983737"/>
              <a:ext cx="92962" cy="85342"/>
            </a:xfrm>
            <a:prstGeom prst="rect">
              <a:avLst/>
            </a:prstGeom>
            <a:blipFill>
              <a:blip r:embed="rId83" cstate="print"/>
              <a:stretch>
                <a:fillRect/>
              </a:stretch>
            </a:blipFill>
          </p:spPr>
          <p:txBody>
            <a:bodyPr wrap="square" lIns="0" tIns="0" rIns="0" bIns="0" rtlCol="0"/>
            <a:lstStyle/>
            <a:p>
              <a:endParaRPr sz="2000"/>
            </a:p>
          </p:txBody>
        </p:sp>
        <p:sp>
          <p:nvSpPr>
            <p:cNvPr id="778" name="object 285">
              <a:extLst>
                <a:ext uri="{FF2B5EF4-FFF2-40B4-BE49-F238E27FC236}">
                  <a16:creationId xmlns:a16="http://schemas.microsoft.com/office/drawing/2014/main" id="{4C115443-3528-4E2D-848E-879E930DD53E}"/>
                </a:ext>
              </a:extLst>
            </p:cNvPr>
            <p:cNvSpPr/>
            <p:nvPr/>
          </p:nvSpPr>
          <p:spPr>
            <a:xfrm>
              <a:off x="4090416" y="398373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79" name="object 286">
              <a:extLst>
                <a:ext uri="{FF2B5EF4-FFF2-40B4-BE49-F238E27FC236}">
                  <a16:creationId xmlns:a16="http://schemas.microsoft.com/office/drawing/2014/main" id="{ED1C9F51-BBCC-4320-8DA5-7574D563F67C}"/>
                </a:ext>
              </a:extLst>
            </p:cNvPr>
            <p:cNvSpPr/>
            <p:nvPr/>
          </p:nvSpPr>
          <p:spPr>
            <a:xfrm>
              <a:off x="4090416" y="4069081"/>
              <a:ext cx="92962" cy="85342"/>
            </a:xfrm>
            <a:prstGeom prst="rect">
              <a:avLst/>
            </a:prstGeom>
            <a:blipFill>
              <a:blip r:embed="rId84" cstate="print"/>
              <a:stretch>
                <a:fillRect/>
              </a:stretch>
            </a:blipFill>
          </p:spPr>
          <p:txBody>
            <a:bodyPr wrap="square" lIns="0" tIns="0" rIns="0" bIns="0" rtlCol="0"/>
            <a:lstStyle/>
            <a:p>
              <a:endParaRPr sz="2000"/>
            </a:p>
          </p:txBody>
        </p:sp>
        <p:sp>
          <p:nvSpPr>
            <p:cNvPr id="780" name="object 287">
              <a:extLst>
                <a:ext uri="{FF2B5EF4-FFF2-40B4-BE49-F238E27FC236}">
                  <a16:creationId xmlns:a16="http://schemas.microsoft.com/office/drawing/2014/main" id="{6EDFEE7B-DDE0-4522-81BB-DD983A49B082}"/>
                </a:ext>
              </a:extLst>
            </p:cNvPr>
            <p:cNvSpPr/>
            <p:nvPr/>
          </p:nvSpPr>
          <p:spPr>
            <a:xfrm>
              <a:off x="4090416" y="406908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1" name="object 288">
              <a:extLst>
                <a:ext uri="{FF2B5EF4-FFF2-40B4-BE49-F238E27FC236}">
                  <a16:creationId xmlns:a16="http://schemas.microsoft.com/office/drawing/2014/main" id="{FC167FF6-03A5-440D-A197-269A9D031EC3}"/>
                </a:ext>
              </a:extLst>
            </p:cNvPr>
            <p:cNvSpPr/>
            <p:nvPr/>
          </p:nvSpPr>
          <p:spPr>
            <a:xfrm>
              <a:off x="4090416" y="4154425"/>
              <a:ext cx="92962" cy="85342"/>
            </a:xfrm>
            <a:prstGeom prst="rect">
              <a:avLst/>
            </a:prstGeom>
            <a:blipFill>
              <a:blip r:embed="rId85" cstate="print"/>
              <a:stretch>
                <a:fillRect/>
              </a:stretch>
            </a:blipFill>
          </p:spPr>
          <p:txBody>
            <a:bodyPr wrap="square" lIns="0" tIns="0" rIns="0" bIns="0" rtlCol="0"/>
            <a:lstStyle/>
            <a:p>
              <a:endParaRPr sz="2000"/>
            </a:p>
          </p:txBody>
        </p:sp>
        <p:sp>
          <p:nvSpPr>
            <p:cNvPr id="782" name="object 289">
              <a:extLst>
                <a:ext uri="{FF2B5EF4-FFF2-40B4-BE49-F238E27FC236}">
                  <a16:creationId xmlns:a16="http://schemas.microsoft.com/office/drawing/2014/main" id="{C3B712BC-F86D-4A75-A048-5750E854ABD1}"/>
                </a:ext>
              </a:extLst>
            </p:cNvPr>
            <p:cNvSpPr/>
            <p:nvPr/>
          </p:nvSpPr>
          <p:spPr>
            <a:xfrm>
              <a:off x="4090416" y="415442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3" name="object 290">
              <a:extLst>
                <a:ext uri="{FF2B5EF4-FFF2-40B4-BE49-F238E27FC236}">
                  <a16:creationId xmlns:a16="http://schemas.microsoft.com/office/drawing/2014/main" id="{D1B375AB-3565-4DC6-AC9D-5B43679644E3}"/>
                </a:ext>
              </a:extLst>
            </p:cNvPr>
            <p:cNvSpPr/>
            <p:nvPr/>
          </p:nvSpPr>
          <p:spPr>
            <a:xfrm>
              <a:off x="4273296" y="3898393"/>
              <a:ext cx="91440" cy="85342"/>
            </a:xfrm>
            <a:prstGeom prst="rect">
              <a:avLst/>
            </a:prstGeom>
            <a:blipFill>
              <a:blip r:embed="rId86" cstate="print"/>
              <a:stretch>
                <a:fillRect/>
              </a:stretch>
            </a:blipFill>
          </p:spPr>
          <p:txBody>
            <a:bodyPr wrap="square" lIns="0" tIns="0" rIns="0" bIns="0" rtlCol="0"/>
            <a:lstStyle/>
            <a:p>
              <a:endParaRPr sz="2000"/>
            </a:p>
          </p:txBody>
        </p:sp>
        <p:sp>
          <p:nvSpPr>
            <p:cNvPr id="784" name="object 291">
              <a:extLst>
                <a:ext uri="{FF2B5EF4-FFF2-40B4-BE49-F238E27FC236}">
                  <a16:creationId xmlns:a16="http://schemas.microsoft.com/office/drawing/2014/main" id="{0239A988-026F-40EB-9FF2-3BD9DDFBC178}"/>
                </a:ext>
              </a:extLst>
            </p:cNvPr>
            <p:cNvSpPr/>
            <p:nvPr/>
          </p:nvSpPr>
          <p:spPr>
            <a:xfrm>
              <a:off x="4273296"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5" name="object 292">
              <a:extLst>
                <a:ext uri="{FF2B5EF4-FFF2-40B4-BE49-F238E27FC236}">
                  <a16:creationId xmlns:a16="http://schemas.microsoft.com/office/drawing/2014/main" id="{81191B86-212B-4F27-AFB8-79CFD50B70A0}"/>
                </a:ext>
              </a:extLst>
            </p:cNvPr>
            <p:cNvSpPr/>
            <p:nvPr/>
          </p:nvSpPr>
          <p:spPr>
            <a:xfrm>
              <a:off x="4273296" y="3983737"/>
              <a:ext cx="91440" cy="85342"/>
            </a:xfrm>
            <a:prstGeom prst="rect">
              <a:avLst/>
            </a:prstGeom>
            <a:blipFill>
              <a:blip r:embed="rId87" cstate="print"/>
              <a:stretch>
                <a:fillRect/>
              </a:stretch>
            </a:blipFill>
          </p:spPr>
          <p:txBody>
            <a:bodyPr wrap="square" lIns="0" tIns="0" rIns="0" bIns="0" rtlCol="0"/>
            <a:lstStyle/>
            <a:p>
              <a:endParaRPr sz="2000"/>
            </a:p>
          </p:txBody>
        </p:sp>
        <p:sp>
          <p:nvSpPr>
            <p:cNvPr id="786" name="object 293">
              <a:extLst>
                <a:ext uri="{FF2B5EF4-FFF2-40B4-BE49-F238E27FC236}">
                  <a16:creationId xmlns:a16="http://schemas.microsoft.com/office/drawing/2014/main" id="{E884CCFF-F3F3-40AE-9661-8D9907B14E66}"/>
                </a:ext>
              </a:extLst>
            </p:cNvPr>
            <p:cNvSpPr/>
            <p:nvPr/>
          </p:nvSpPr>
          <p:spPr>
            <a:xfrm>
              <a:off x="4273296"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7" name="object 294">
              <a:extLst>
                <a:ext uri="{FF2B5EF4-FFF2-40B4-BE49-F238E27FC236}">
                  <a16:creationId xmlns:a16="http://schemas.microsoft.com/office/drawing/2014/main" id="{619B35F8-C027-4655-93B0-0FBE3D0095F8}"/>
                </a:ext>
              </a:extLst>
            </p:cNvPr>
            <p:cNvSpPr/>
            <p:nvPr/>
          </p:nvSpPr>
          <p:spPr>
            <a:xfrm>
              <a:off x="4273296" y="4069081"/>
              <a:ext cx="91440" cy="85342"/>
            </a:xfrm>
            <a:prstGeom prst="rect">
              <a:avLst/>
            </a:prstGeom>
            <a:blipFill>
              <a:blip r:embed="rId88" cstate="print"/>
              <a:stretch>
                <a:fillRect/>
              </a:stretch>
            </a:blipFill>
          </p:spPr>
          <p:txBody>
            <a:bodyPr wrap="square" lIns="0" tIns="0" rIns="0" bIns="0" rtlCol="0"/>
            <a:lstStyle/>
            <a:p>
              <a:endParaRPr sz="2000"/>
            </a:p>
          </p:txBody>
        </p:sp>
        <p:sp>
          <p:nvSpPr>
            <p:cNvPr id="788" name="object 295">
              <a:extLst>
                <a:ext uri="{FF2B5EF4-FFF2-40B4-BE49-F238E27FC236}">
                  <a16:creationId xmlns:a16="http://schemas.microsoft.com/office/drawing/2014/main" id="{CABC6831-7E42-4564-B5E8-1E0536484256}"/>
                </a:ext>
              </a:extLst>
            </p:cNvPr>
            <p:cNvSpPr/>
            <p:nvPr/>
          </p:nvSpPr>
          <p:spPr>
            <a:xfrm>
              <a:off x="4273296"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9" name="object 296">
              <a:extLst>
                <a:ext uri="{FF2B5EF4-FFF2-40B4-BE49-F238E27FC236}">
                  <a16:creationId xmlns:a16="http://schemas.microsoft.com/office/drawing/2014/main" id="{71091D16-8EAF-4DC3-AB55-70075E2792A2}"/>
                </a:ext>
              </a:extLst>
            </p:cNvPr>
            <p:cNvSpPr/>
            <p:nvPr/>
          </p:nvSpPr>
          <p:spPr>
            <a:xfrm>
              <a:off x="4273296" y="4154425"/>
              <a:ext cx="91440" cy="85342"/>
            </a:xfrm>
            <a:prstGeom prst="rect">
              <a:avLst/>
            </a:prstGeom>
            <a:blipFill>
              <a:blip r:embed="rId89" cstate="print"/>
              <a:stretch>
                <a:fillRect/>
              </a:stretch>
            </a:blipFill>
          </p:spPr>
          <p:txBody>
            <a:bodyPr wrap="square" lIns="0" tIns="0" rIns="0" bIns="0" rtlCol="0"/>
            <a:lstStyle/>
            <a:p>
              <a:endParaRPr sz="2000"/>
            </a:p>
          </p:txBody>
        </p:sp>
        <p:sp>
          <p:nvSpPr>
            <p:cNvPr id="790" name="object 297">
              <a:extLst>
                <a:ext uri="{FF2B5EF4-FFF2-40B4-BE49-F238E27FC236}">
                  <a16:creationId xmlns:a16="http://schemas.microsoft.com/office/drawing/2014/main" id="{416A2B11-1E3A-4A91-89BA-52FF9EBE56EA}"/>
                </a:ext>
              </a:extLst>
            </p:cNvPr>
            <p:cNvSpPr/>
            <p:nvPr/>
          </p:nvSpPr>
          <p:spPr>
            <a:xfrm>
              <a:off x="4273296"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1" name="object 298">
              <a:extLst>
                <a:ext uri="{FF2B5EF4-FFF2-40B4-BE49-F238E27FC236}">
                  <a16:creationId xmlns:a16="http://schemas.microsoft.com/office/drawing/2014/main" id="{F98EFD46-2A18-49E9-B6E0-C670252881AD}"/>
                </a:ext>
              </a:extLst>
            </p:cNvPr>
            <p:cNvSpPr/>
            <p:nvPr/>
          </p:nvSpPr>
          <p:spPr>
            <a:xfrm>
              <a:off x="4454652" y="3898393"/>
              <a:ext cx="91440" cy="85342"/>
            </a:xfrm>
            <a:prstGeom prst="rect">
              <a:avLst/>
            </a:prstGeom>
            <a:blipFill>
              <a:blip r:embed="rId90" cstate="print"/>
              <a:stretch>
                <a:fillRect/>
              </a:stretch>
            </a:blipFill>
          </p:spPr>
          <p:txBody>
            <a:bodyPr wrap="square" lIns="0" tIns="0" rIns="0" bIns="0" rtlCol="0"/>
            <a:lstStyle/>
            <a:p>
              <a:endParaRPr sz="2000"/>
            </a:p>
          </p:txBody>
        </p:sp>
        <p:sp>
          <p:nvSpPr>
            <p:cNvPr id="792" name="object 299">
              <a:extLst>
                <a:ext uri="{FF2B5EF4-FFF2-40B4-BE49-F238E27FC236}">
                  <a16:creationId xmlns:a16="http://schemas.microsoft.com/office/drawing/2014/main" id="{45A98882-E9BA-4539-9380-0CFE2CFAE730}"/>
                </a:ext>
              </a:extLst>
            </p:cNvPr>
            <p:cNvSpPr/>
            <p:nvPr/>
          </p:nvSpPr>
          <p:spPr>
            <a:xfrm>
              <a:off x="4454652"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3" name="object 300">
              <a:extLst>
                <a:ext uri="{FF2B5EF4-FFF2-40B4-BE49-F238E27FC236}">
                  <a16:creationId xmlns:a16="http://schemas.microsoft.com/office/drawing/2014/main" id="{9FFD3F19-72BA-491D-9FB0-6D0A0B53D0C5}"/>
                </a:ext>
              </a:extLst>
            </p:cNvPr>
            <p:cNvSpPr/>
            <p:nvPr/>
          </p:nvSpPr>
          <p:spPr>
            <a:xfrm>
              <a:off x="4454652" y="3983737"/>
              <a:ext cx="91440" cy="85342"/>
            </a:xfrm>
            <a:prstGeom prst="rect">
              <a:avLst/>
            </a:prstGeom>
            <a:blipFill>
              <a:blip r:embed="rId91" cstate="print"/>
              <a:stretch>
                <a:fillRect/>
              </a:stretch>
            </a:blipFill>
          </p:spPr>
          <p:txBody>
            <a:bodyPr wrap="square" lIns="0" tIns="0" rIns="0" bIns="0" rtlCol="0"/>
            <a:lstStyle/>
            <a:p>
              <a:endParaRPr sz="2000"/>
            </a:p>
          </p:txBody>
        </p:sp>
        <p:sp>
          <p:nvSpPr>
            <p:cNvPr id="794" name="object 301">
              <a:extLst>
                <a:ext uri="{FF2B5EF4-FFF2-40B4-BE49-F238E27FC236}">
                  <a16:creationId xmlns:a16="http://schemas.microsoft.com/office/drawing/2014/main" id="{4D7BD1A1-0E60-422B-BE3B-9DDC98D59767}"/>
                </a:ext>
              </a:extLst>
            </p:cNvPr>
            <p:cNvSpPr/>
            <p:nvPr/>
          </p:nvSpPr>
          <p:spPr>
            <a:xfrm>
              <a:off x="4454652"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5" name="object 302">
              <a:extLst>
                <a:ext uri="{FF2B5EF4-FFF2-40B4-BE49-F238E27FC236}">
                  <a16:creationId xmlns:a16="http://schemas.microsoft.com/office/drawing/2014/main" id="{67F332EA-3B9B-4B60-B5FC-98BEE8B07920}"/>
                </a:ext>
              </a:extLst>
            </p:cNvPr>
            <p:cNvSpPr/>
            <p:nvPr/>
          </p:nvSpPr>
          <p:spPr>
            <a:xfrm>
              <a:off x="4454652" y="4069081"/>
              <a:ext cx="91440" cy="85342"/>
            </a:xfrm>
            <a:prstGeom prst="rect">
              <a:avLst/>
            </a:prstGeom>
            <a:blipFill>
              <a:blip r:embed="rId92" cstate="print"/>
              <a:stretch>
                <a:fillRect/>
              </a:stretch>
            </a:blipFill>
          </p:spPr>
          <p:txBody>
            <a:bodyPr wrap="square" lIns="0" tIns="0" rIns="0" bIns="0" rtlCol="0"/>
            <a:lstStyle/>
            <a:p>
              <a:endParaRPr sz="2000"/>
            </a:p>
          </p:txBody>
        </p:sp>
        <p:sp>
          <p:nvSpPr>
            <p:cNvPr id="796" name="object 303">
              <a:extLst>
                <a:ext uri="{FF2B5EF4-FFF2-40B4-BE49-F238E27FC236}">
                  <a16:creationId xmlns:a16="http://schemas.microsoft.com/office/drawing/2014/main" id="{A79508DF-451D-4916-8579-7A2745705E65}"/>
                </a:ext>
              </a:extLst>
            </p:cNvPr>
            <p:cNvSpPr/>
            <p:nvPr/>
          </p:nvSpPr>
          <p:spPr>
            <a:xfrm>
              <a:off x="4454652"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7" name="object 304">
              <a:extLst>
                <a:ext uri="{FF2B5EF4-FFF2-40B4-BE49-F238E27FC236}">
                  <a16:creationId xmlns:a16="http://schemas.microsoft.com/office/drawing/2014/main" id="{C046B5D5-B127-4BCD-8EF0-287346D67AEC}"/>
                </a:ext>
              </a:extLst>
            </p:cNvPr>
            <p:cNvSpPr/>
            <p:nvPr/>
          </p:nvSpPr>
          <p:spPr>
            <a:xfrm>
              <a:off x="4454652" y="4154425"/>
              <a:ext cx="91440" cy="85342"/>
            </a:xfrm>
            <a:prstGeom prst="rect">
              <a:avLst/>
            </a:prstGeom>
            <a:blipFill>
              <a:blip r:embed="rId93" cstate="print"/>
              <a:stretch>
                <a:fillRect/>
              </a:stretch>
            </a:blipFill>
          </p:spPr>
          <p:txBody>
            <a:bodyPr wrap="square" lIns="0" tIns="0" rIns="0" bIns="0" rtlCol="0"/>
            <a:lstStyle/>
            <a:p>
              <a:endParaRPr sz="2000"/>
            </a:p>
          </p:txBody>
        </p:sp>
        <p:sp>
          <p:nvSpPr>
            <p:cNvPr id="798" name="object 305">
              <a:extLst>
                <a:ext uri="{FF2B5EF4-FFF2-40B4-BE49-F238E27FC236}">
                  <a16:creationId xmlns:a16="http://schemas.microsoft.com/office/drawing/2014/main" id="{553985A9-8D95-4D4B-8001-E4A2FD28CB5E}"/>
                </a:ext>
              </a:extLst>
            </p:cNvPr>
            <p:cNvSpPr/>
            <p:nvPr/>
          </p:nvSpPr>
          <p:spPr>
            <a:xfrm>
              <a:off x="4454652"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9" name="object 306">
              <a:extLst>
                <a:ext uri="{FF2B5EF4-FFF2-40B4-BE49-F238E27FC236}">
                  <a16:creationId xmlns:a16="http://schemas.microsoft.com/office/drawing/2014/main" id="{FDBB09EA-7FAD-45D0-8613-D7CB9EF4C78B}"/>
                </a:ext>
              </a:extLst>
            </p:cNvPr>
            <p:cNvSpPr/>
            <p:nvPr/>
          </p:nvSpPr>
          <p:spPr>
            <a:xfrm>
              <a:off x="4364736" y="3898393"/>
              <a:ext cx="92962" cy="85342"/>
            </a:xfrm>
            <a:prstGeom prst="rect">
              <a:avLst/>
            </a:prstGeom>
            <a:blipFill>
              <a:blip r:embed="rId94" cstate="print"/>
              <a:stretch>
                <a:fillRect/>
              </a:stretch>
            </a:blipFill>
          </p:spPr>
          <p:txBody>
            <a:bodyPr wrap="square" lIns="0" tIns="0" rIns="0" bIns="0" rtlCol="0"/>
            <a:lstStyle/>
            <a:p>
              <a:endParaRPr sz="2000"/>
            </a:p>
          </p:txBody>
        </p:sp>
        <p:sp>
          <p:nvSpPr>
            <p:cNvPr id="800" name="object 307">
              <a:extLst>
                <a:ext uri="{FF2B5EF4-FFF2-40B4-BE49-F238E27FC236}">
                  <a16:creationId xmlns:a16="http://schemas.microsoft.com/office/drawing/2014/main" id="{3FD92673-9808-43CD-8216-8204A26E701B}"/>
                </a:ext>
              </a:extLst>
            </p:cNvPr>
            <p:cNvSpPr/>
            <p:nvPr/>
          </p:nvSpPr>
          <p:spPr>
            <a:xfrm>
              <a:off x="4364736" y="389839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1" name="object 308">
              <a:extLst>
                <a:ext uri="{FF2B5EF4-FFF2-40B4-BE49-F238E27FC236}">
                  <a16:creationId xmlns:a16="http://schemas.microsoft.com/office/drawing/2014/main" id="{24C47679-2632-4FE4-8045-2266FAF57EDF}"/>
                </a:ext>
              </a:extLst>
            </p:cNvPr>
            <p:cNvSpPr/>
            <p:nvPr/>
          </p:nvSpPr>
          <p:spPr>
            <a:xfrm>
              <a:off x="4364736" y="3983737"/>
              <a:ext cx="92962" cy="85342"/>
            </a:xfrm>
            <a:prstGeom prst="rect">
              <a:avLst/>
            </a:prstGeom>
            <a:blipFill>
              <a:blip r:embed="rId95" cstate="print"/>
              <a:stretch>
                <a:fillRect/>
              </a:stretch>
            </a:blipFill>
          </p:spPr>
          <p:txBody>
            <a:bodyPr wrap="square" lIns="0" tIns="0" rIns="0" bIns="0" rtlCol="0"/>
            <a:lstStyle/>
            <a:p>
              <a:endParaRPr sz="2000"/>
            </a:p>
          </p:txBody>
        </p:sp>
        <p:sp>
          <p:nvSpPr>
            <p:cNvPr id="802" name="object 309">
              <a:extLst>
                <a:ext uri="{FF2B5EF4-FFF2-40B4-BE49-F238E27FC236}">
                  <a16:creationId xmlns:a16="http://schemas.microsoft.com/office/drawing/2014/main" id="{54AF19CE-2012-4D1D-8DD4-9276BE5DDFBC}"/>
                </a:ext>
              </a:extLst>
            </p:cNvPr>
            <p:cNvSpPr/>
            <p:nvPr/>
          </p:nvSpPr>
          <p:spPr>
            <a:xfrm>
              <a:off x="4364736" y="398373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3" name="object 310">
              <a:extLst>
                <a:ext uri="{FF2B5EF4-FFF2-40B4-BE49-F238E27FC236}">
                  <a16:creationId xmlns:a16="http://schemas.microsoft.com/office/drawing/2014/main" id="{BC2AA9B4-BE0B-4939-8A61-90CB18689199}"/>
                </a:ext>
              </a:extLst>
            </p:cNvPr>
            <p:cNvSpPr/>
            <p:nvPr/>
          </p:nvSpPr>
          <p:spPr>
            <a:xfrm>
              <a:off x="4364736" y="4069081"/>
              <a:ext cx="92962" cy="85342"/>
            </a:xfrm>
            <a:prstGeom prst="rect">
              <a:avLst/>
            </a:prstGeom>
            <a:blipFill>
              <a:blip r:embed="rId96" cstate="print"/>
              <a:stretch>
                <a:fillRect/>
              </a:stretch>
            </a:blipFill>
          </p:spPr>
          <p:txBody>
            <a:bodyPr wrap="square" lIns="0" tIns="0" rIns="0" bIns="0" rtlCol="0"/>
            <a:lstStyle/>
            <a:p>
              <a:endParaRPr sz="2000"/>
            </a:p>
          </p:txBody>
        </p:sp>
        <p:sp>
          <p:nvSpPr>
            <p:cNvPr id="804" name="object 311">
              <a:extLst>
                <a:ext uri="{FF2B5EF4-FFF2-40B4-BE49-F238E27FC236}">
                  <a16:creationId xmlns:a16="http://schemas.microsoft.com/office/drawing/2014/main" id="{DEDBD21D-B8FB-49CA-B88E-3B2B07579120}"/>
                </a:ext>
              </a:extLst>
            </p:cNvPr>
            <p:cNvSpPr/>
            <p:nvPr/>
          </p:nvSpPr>
          <p:spPr>
            <a:xfrm>
              <a:off x="4364736" y="406908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5" name="object 312">
              <a:extLst>
                <a:ext uri="{FF2B5EF4-FFF2-40B4-BE49-F238E27FC236}">
                  <a16:creationId xmlns:a16="http://schemas.microsoft.com/office/drawing/2014/main" id="{4B956227-C677-448C-B11C-B16CC80D4AE9}"/>
                </a:ext>
              </a:extLst>
            </p:cNvPr>
            <p:cNvSpPr/>
            <p:nvPr/>
          </p:nvSpPr>
          <p:spPr>
            <a:xfrm>
              <a:off x="4364736" y="4154425"/>
              <a:ext cx="92962" cy="85342"/>
            </a:xfrm>
            <a:prstGeom prst="rect">
              <a:avLst/>
            </a:prstGeom>
            <a:blipFill>
              <a:blip r:embed="rId97" cstate="print"/>
              <a:stretch>
                <a:fillRect/>
              </a:stretch>
            </a:blipFill>
          </p:spPr>
          <p:txBody>
            <a:bodyPr wrap="square" lIns="0" tIns="0" rIns="0" bIns="0" rtlCol="0"/>
            <a:lstStyle/>
            <a:p>
              <a:endParaRPr sz="2000"/>
            </a:p>
          </p:txBody>
        </p:sp>
        <p:sp>
          <p:nvSpPr>
            <p:cNvPr id="806" name="object 313">
              <a:extLst>
                <a:ext uri="{FF2B5EF4-FFF2-40B4-BE49-F238E27FC236}">
                  <a16:creationId xmlns:a16="http://schemas.microsoft.com/office/drawing/2014/main" id="{B0B8495F-5588-4052-94A6-528BB94F1B36}"/>
                </a:ext>
              </a:extLst>
            </p:cNvPr>
            <p:cNvSpPr/>
            <p:nvPr/>
          </p:nvSpPr>
          <p:spPr>
            <a:xfrm>
              <a:off x="4364736" y="415442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807" name="object 314">
            <a:extLst>
              <a:ext uri="{FF2B5EF4-FFF2-40B4-BE49-F238E27FC236}">
                <a16:creationId xmlns:a16="http://schemas.microsoft.com/office/drawing/2014/main" id="{FCA83702-1143-43BE-ADC4-29E4AB0C6FCB}"/>
              </a:ext>
            </a:extLst>
          </p:cNvPr>
          <p:cNvSpPr txBox="1"/>
          <p:nvPr/>
        </p:nvSpPr>
        <p:spPr>
          <a:xfrm>
            <a:off x="2437667" y="4293136"/>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sp>
        <p:nvSpPr>
          <p:cNvPr id="808" name="object 315">
            <a:extLst>
              <a:ext uri="{FF2B5EF4-FFF2-40B4-BE49-F238E27FC236}">
                <a16:creationId xmlns:a16="http://schemas.microsoft.com/office/drawing/2014/main" id="{A74D76F0-D49E-4AAB-928D-12F74207245B}"/>
              </a:ext>
            </a:extLst>
          </p:cNvPr>
          <p:cNvSpPr txBox="1"/>
          <p:nvPr/>
        </p:nvSpPr>
        <p:spPr>
          <a:xfrm>
            <a:off x="3769756" y="4293136"/>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nvGrpSpPr>
          <p:cNvPr id="809" name="object 316">
            <a:extLst>
              <a:ext uri="{FF2B5EF4-FFF2-40B4-BE49-F238E27FC236}">
                <a16:creationId xmlns:a16="http://schemas.microsoft.com/office/drawing/2014/main" id="{23EF5B7D-111A-443E-A75F-B8B88FE582E3}"/>
              </a:ext>
            </a:extLst>
          </p:cNvPr>
          <p:cNvGrpSpPr/>
          <p:nvPr/>
        </p:nvGrpSpPr>
        <p:grpSpPr>
          <a:xfrm>
            <a:off x="2750933" y="4261245"/>
            <a:ext cx="774700" cy="832556"/>
            <a:chOff x="2631694" y="3887470"/>
            <a:chExt cx="697230" cy="749300"/>
          </a:xfrm>
        </p:grpSpPr>
        <p:sp>
          <p:nvSpPr>
            <p:cNvPr id="810" name="object 317">
              <a:extLst>
                <a:ext uri="{FF2B5EF4-FFF2-40B4-BE49-F238E27FC236}">
                  <a16:creationId xmlns:a16="http://schemas.microsoft.com/office/drawing/2014/main" id="{6F94F861-E9D3-449B-A349-C1A60D1C4151}"/>
                </a:ext>
              </a:extLst>
            </p:cNvPr>
            <p:cNvSpPr/>
            <p:nvPr/>
          </p:nvSpPr>
          <p:spPr>
            <a:xfrm>
              <a:off x="2638044" y="3893820"/>
              <a:ext cx="684530" cy="367665"/>
            </a:xfrm>
            <a:custGeom>
              <a:avLst/>
              <a:gdLst/>
              <a:ahLst/>
              <a:cxnLst/>
              <a:rect l="l" t="t" r="r" b="b"/>
              <a:pathLst>
                <a:path w="684529" h="367664">
                  <a:moveTo>
                    <a:pt x="598932" y="275844"/>
                  </a:moveTo>
                  <a:lnTo>
                    <a:pt x="684274" y="275844"/>
                  </a:lnTo>
                  <a:lnTo>
                    <a:pt x="684274" y="182881"/>
                  </a:lnTo>
                  <a:lnTo>
                    <a:pt x="598932" y="182881"/>
                  </a:lnTo>
                  <a:lnTo>
                    <a:pt x="598932" y="275844"/>
                  </a:lnTo>
                  <a:close/>
                </a:path>
                <a:path w="684529" h="367664">
                  <a:moveTo>
                    <a:pt x="513588" y="275844"/>
                  </a:moveTo>
                  <a:lnTo>
                    <a:pt x="598930" y="275844"/>
                  </a:lnTo>
                  <a:lnTo>
                    <a:pt x="598930" y="182881"/>
                  </a:lnTo>
                  <a:lnTo>
                    <a:pt x="513588" y="182881"/>
                  </a:lnTo>
                  <a:lnTo>
                    <a:pt x="513588" y="275844"/>
                  </a:lnTo>
                  <a:close/>
                </a:path>
                <a:path w="684529" h="367664">
                  <a:moveTo>
                    <a:pt x="428244" y="275844"/>
                  </a:moveTo>
                  <a:lnTo>
                    <a:pt x="513591" y="275844"/>
                  </a:lnTo>
                  <a:lnTo>
                    <a:pt x="513591" y="182881"/>
                  </a:lnTo>
                  <a:lnTo>
                    <a:pt x="428244" y="182881"/>
                  </a:lnTo>
                  <a:lnTo>
                    <a:pt x="428244" y="275844"/>
                  </a:lnTo>
                  <a:close/>
                </a:path>
                <a:path w="684529" h="367664">
                  <a:moveTo>
                    <a:pt x="342900" y="275844"/>
                  </a:moveTo>
                  <a:lnTo>
                    <a:pt x="428242" y="275844"/>
                  </a:lnTo>
                  <a:lnTo>
                    <a:pt x="428242" y="182881"/>
                  </a:lnTo>
                  <a:lnTo>
                    <a:pt x="342900" y="182881"/>
                  </a:lnTo>
                  <a:lnTo>
                    <a:pt x="342900" y="275844"/>
                  </a:lnTo>
                  <a:close/>
                </a:path>
                <a:path w="684529" h="367664">
                  <a:moveTo>
                    <a:pt x="257556" y="275844"/>
                  </a:moveTo>
                  <a:lnTo>
                    <a:pt x="342898" y="275844"/>
                  </a:lnTo>
                  <a:lnTo>
                    <a:pt x="342898" y="182881"/>
                  </a:lnTo>
                  <a:lnTo>
                    <a:pt x="257556" y="182881"/>
                  </a:lnTo>
                  <a:lnTo>
                    <a:pt x="257556" y="275844"/>
                  </a:lnTo>
                  <a:close/>
                </a:path>
                <a:path w="684529" h="367664">
                  <a:moveTo>
                    <a:pt x="172212" y="275844"/>
                  </a:moveTo>
                  <a:lnTo>
                    <a:pt x="257554" y="275844"/>
                  </a:lnTo>
                  <a:lnTo>
                    <a:pt x="257554" y="182881"/>
                  </a:lnTo>
                  <a:lnTo>
                    <a:pt x="172212" y="182881"/>
                  </a:lnTo>
                  <a:lnTo>
                    <a:pt x="172212" y="275844"/>
                  </a:lnTo>
                  <a:close/>
                </a:path>
                <a:path w="684529" h="367664">
                  <a:moveTo>
                    <a:pt x="86868" y="275844"/>
                  </a:moveTo>
                  <a:lnTo>
                    <a:pt x="172210" y="275844"/>
                  </a:lnTo>
                  <a:lnTo>
                    <a:pt x="172210" y="182881"/>
                  </a:lnTo>
                  <a:lnTo>
                    <a:pt x="86868" y="182881"/>
                  </a:lnTo>
                  <a:lnTo>
                    <a:pt x="86868" y="275844"/>
                  </a:lnTo>
                  <a:close/>
                </a:path>
                <a:path w="684529" h="367664">
                  <a:moveTo>
                    <a:pt x="0" y="275844"/>
                  </a:moveTo>
                  <a:lnTo>
                    <a:pt x="86870" y="275844"/>
                  </a:lnTo>
                  <a:lnTo>
                    <a:pt x="86870" y="182881"/>
                  </a:lnTo>
                  <a:lnTo>
                    <a:pt x="0" y="182881"/>
                  </a:lnTo>
                  <a:lnTo>
                    <a:pt x="0" y="275844"/>
                  </a:lnTo>
                  <a:close/>
                </a:path>
                <a:path w="684529" h="367664">
                  <a:moveTo>
                    <a:pt x="598932" y="367284"/>
                  </a:moveTo>
                  <a:lnTo>
                    <a:pt x="684274" y="367284"/>
                  </a:lnTo>
                  <a:lnTo>
                    <a:pt x="684274" y="275844"/>
                  </a:lnTo>
                  <a:lnTo>
                    <a:pt x="598932" y="275844"/>
                  </a:lnTo>
                  <a:lnTo>
                    <a:pt x="598932" y="367284"/>
                  </a:lnTo>
                  <a:close/>
                </a:path>
                <a:path w="684529" h="367664">
                  <a:moveTo>
                    <a:pt x="513588" y="367284"/>
                  </a:moveTo>
                  <a:lnTo>
                    <a:pt x="598930" y="367284"/>
                  </a:lnTo>
                  <a:lnTo>
                    <a:pt x="598930" y="275844"/>
                  </a:lnTo>
                  <a:lnTo>
                    <a:pt x="513588" y="275844"/>
                  </a:lnTo>
                  <a:lnTo>
                    <a:pt x="513588" y="367284"/>
                  </a:lnTo>
                  <a:close/>
                </a:path>
                <a:path w="684529" h="367664">
                  <a:moveTo>
                    <a:pt x="428244" y="367284"/>
                  </a:moveTo>
                  <a:lnTo>
                    <a:pt x="513591" y="367284"/>
                  </a:lnTo>
                  <a:lnTo>
                    <a:pt x="513591" y="275844"/>
                  </a:lnTo>
                  <a:lnTo>
                    <a:pt x="428244" y="275844"/>
                  </a:lnTo>
                  <a:lnTo>
                    <a:pt x="428244" y="367284"/>
                  </a:lnTo>
                  <a:close/>
                </a:path>
                <a:path w="684529" h="367664">
                  <a:moveTo>
                    <a:pt x="342900" y="367284"/>
                  </a:moveTo>
                  <a:lnTo>
                    <a:pt x="428242" y="367284"/>
                  </a:lnTo>
                  <a:lnTo>
                    <a:pt x="428242" y="275844"/>
                  </a:lnTo>
                  <a:lnTo>
                    <a:pt x="342900" y="275844"/>
                  </a:lnTo>
                  <a:lnTo>
                    <a:pt x="342900" y="367284"/>
                  </a:lnTo>
                  <a:close/>
                </a:path>
                <a:path w="684529" h="367664">
                  <a:moveTo>
                    <a:pt x="257556" y="367284"/>
                  </a:moveTo>
                  <a:lnTo>
                    <a:pt x="342898" y="367284"/>
                  </a:lnTo>
                  <a:lnTo>
                    <a:pt x="342898" y="275844"/>
                  </a:lnTo>
                  <a:lnTo>
                    <a:pt x="257556" y="275844"/>
                  </a:lnTo>
                  <a:lnTo>
                    <a:pt x="257556" y="367284"/>
                  </a:lnTo>
                  <a:close/>
                </a:path>
                <a:path w="684529" h="367664">
                  <a:moveTo>
                    <a:pt x="172212" y="367284"/>
                  </a:moveTo>
                  <a:lnTo>
                    <a:pt x="257554" y="367284"/>
                  </a:lnTo>
                  <a:lnTo>
                    <a:pt x="257554" y="275844"/>
                  </a:lnTo>
                  <a:lnTo>
                    <a:pt x="172212" y="275844"/>
                  </a:lnTo>
                  <a:lnTo>
                    <a:pt x="172212" y="367284"/>
                  </a:lnTo>
                  <a:close/>
                </a:path>
                <a:path w="684529" h="367664">
                  <a:moveTo>
                    <a:pt x="86868" y="367284"/>
                  </a:moveTo>
                  <a:lnTo>
                    <a:pt x="172210" y="367284"/>
                  </a:lnTo>
                  <a:lnTo>
                    <a:pt x="172210" y="275844"/>
                  </a:lnTo>
                  <a:lnTo>
                    <a:pt x="86868" y="275844"/>
                  </a:lnTo>
                  <a:lnTo>
                    <a:pt x="86868" y="367284"/>
                  </a:lnTo>
                  <a:close/>
                </a:path>
                <a:path w="684529" h="367664">
                  <a:moveTo>
                    <a:pt x="0" y="367284"/>
                  </a:moveTo>
                  <a:lnTo>
                    <a:pt x="86870" y="367284"/>
                  </a:lnTo>
                  <a:lnTo>
                    <a:pt x="86870" y="275844"/>
                  </a:lnTo>
                  <a:lnTo>
                    <a:pt x="0" y="275844"/>
                  </a:lnTo>
                  <a:lnTo>
                    <a:pt x="0" y="367284"/>
                  </a:lnTo>
                  <a:close/>
                </a:path>
                <a:path w="684529" h="367664">
                  <a:moveTo>
                    <a:pt x="598932" y="91440"/>
                  </a:moveTo>
                  <a:lnTo>
                    <a:pt x="684274" y="91440"/>
                  </a:lnTo>
                  <a:lnTo>
                    <a:pt x="684274" y="0"/>
                  </a:lnTo>
                  <a:lnTo>
                    <a:pt x="598932" y="0"/>
                  </a:lnTo>
                  <a:lnTo>
                    <a:pt x="598932" y="91440"/>
                  </a:lnTo>
                  <a:close/>
                </a:path>
                <a:path w="684529" h="367664">
                  <a:moveTo>
                    <a:pt x="513588" y="91440"/>
                  </a:moveTo>
                  <a:lnTo>
                    <a:pt x="598930" y="91440"/>
                  </a:lnTo>
                  <a:lnTo>
                    <a:pt x="598930" y="0"/>
                  </a:lnTo>
                  <a:lnTo>
                    <a:pt x="513588" y="0"/>
                  </a:lnTo>
                  <a:lnTo>
                    <a:pt x="513588" y="91440"/>
                  </a:lnTo>
                  <a:close/>
                </a:path>
                <a:path w="684529" h="367664">
                  <a:moveTo>
                    <a:pt x="428244" y="91440"/>
                  </a:moveTo>
                  <a:lnTo>
                    <a:pt x="513591" y="91440"/>
                  </a:lnTo>
                  <a:lnTo>
                    <a:pt x="513591" y="0"/>
                  </a:lnTo>
                  <a:lnTo>
                    <a:pt x="428244" y="0"/>
                  </a:lnTo>
                  <a:lnTo>
                    <a:pt x="428244" y="91440"/>
                  </a:lnTo>
                  <a:close/>
                </a:path>
                <a:path w="684529" h="367664">
                  <a:moveTo>
                    <a:pt x="342900" y="91440"/>
                  </a:moveTo>
                  <a:lnTo>
                    <a:pt x="428242" y="91440"/>
                  </a:lnTo>
                  <a:lnTo>
                    <a:pt x="428242" y="0"/>
                  </a:lnTo>
                  <a:lnTo>
                    <a:pt x="342900" y="0"/>
                  </a:lnTo>
                  <a:lnTo>
                    <a:pt x="342900" y="91440"/>
                  </a:lnTo>
                  <a:close/>
                </a:path>
                <a:path w="684529" h="367664">
                  <a:moveTo>
                    <a:pt x="257556" y="91440"/>
                  </a:moveTo>
                  <a:lnTo>
                    <a:pt x="342898" y="91440"/>
                  </a:lnTo>
                  <a:lnTo>
                    <a:pt x="342898" y="0"/>
                  </a:lnTo>
                  <a:lnTo>
                    <a:pt x="257556" y="0"/>
                  </a:lnTo>
                  <a:lnTo>
                    <a:pt x="257556" y="91440"/>
                  </a:lnTo>
                  <a:close/>
                </a:path>
                <a:path w="684529" h="367664">
                  <a:moveTo>
                    <a:pt x="172212" y="91440"/>
                  </a:moveTo>
                  <a:lnTo>
                    <a:pt x="257554" y="91440"/>
                  </a:lnTo>
                  <a:lnTo>
                    <a:pt x="257554" y="0"/>
                  </a:lnTo>
                  <a:lnTo>
                    <a:pt x="172212" y="0"/>
                  </a:lnTo>
                  <a:lnTo>
                    <a:pt x="172212" y="91440"/>
                  </a:lnTo>
                  <a:close/>
                </a:path>
                <a:path w="684529" h="367664">
                  <a:moveTo>
                    <a:pt x="86868" y="91440"/>
                  </a:moveTo>
                  <a:lnTo>
                    <a:pt x="172210" y="91440"/>
                  </a:lnTo>
                  <a:lnTo>
                    <a:pt x="172210" y="0"/>
                  </a:lnTo>
                  <a:lnTo>
                    <a:pt x="86868" y="0"/>
                  </a:lnTo>
                  <a:lnTo>
                    <a:pt x="86868" y="91440"/>
                  </a:lnTo>
                  <a:close/>
                </a:path>
                <a:path w="684529" h="367664">
                  <a:moveTo>
                    <a:pt x="0" y="91440"/>
                  </a:moveTo>
                  <a:lnTo>
                    <a:pt x="86870" y="91440"/>
                  </a:lnTo>
                  <a:lnTo>
                    <a:pt x="86870" y="0"/>
                  </a:lnTo>
                  <a:lnTo>
                    <a:pt x="0" y="0"/>
                  </a:lnTo>
                  <a:lnTo>
                    <a:pt x="0" y="91440"/>
                  </a:lnTo>
                  <a:close/>
                </a:path>
                <a:path w="684529" h="367664">
                  <a:moveTo>
                    <a:pt x="598932" y="182880"/>
                  </a:moveTo>
                  <a:lnTo>
                    <a:pt x="684274" y="182880"/>
                  </a:lnTo>
                  <a:lnTo>
                    <a:pt x="684274" y="91440"/>
                  </a:lnTo>
                  <a:lnTo>
                    <a:pt x="598932" y="91440"/>
                  </a:lnTo>
                  <a:lnTo>
                    <a:pt x="598932" y="182880"/>
                  </a:lnTo>
                  <a:close/>
                </a:path>
                <a:path w="684529" h="367664">
                  <a:moveTo>
                    <a:pt x="513588" y="182880"/>
                  </a:moveTo>
                  <a:lnTo>
                    <a:pt x="598930" y="182880"/>
                  </a:lnTo>
                  <a:lnTo>
                    <a:pt x="598930" y="91440"/>
                  </a:lnTo>
                  <a:lnTo>
                    <a:pt x="513588" y="91440"/>
                  </a:lnTo>
                  <a:lnTo>
                    <a:pt x="513588" y="182880"/>
                  </a:lnTo>
                  <a:close/>
                </a:path>
                <a:path w="684529" h="367664">
                  <a:moveTo>
                    <a:pt x="428244" y="182880"/>
                  </a:moveTo>
                  <a:lnTo>
                    <a:pt x="513591" y="182880"/>
                  </a:lnTo>
                  <a:lnTo>
                    <a:pt x="513591" y="91440"/>
                  </a:lnTo>
                  <a:lnTo>
                    <a:pt x="428244" y="91440"/>
                  </a:lnTo>
                  <a:lnTo>
                    <a:pt x="428244" y="182880"/>
                  </a:lnTo>
                  <a:close/>
                </a:path>
                <a:path w="684529" h="367664">
                  <a:moveTo>
                    <a:pt x="342900" y="182880"/>
                  </a:moveTo>
                  <a:lnTo>
                    <a:pt x="428242" y="182880"/>
                  </a:lnTo>
                  <a:lnTo>
                    <a:pt x="428242" y="91440"/>
                  </a:lnTo>
                  <a:lnTo>
                    <a:pt x="342900" y="91440"/>
                  </a:lnTo>
                  <a:lnTo>
                    <a:pt x="342900" y="182880"/>
                  </a:lnTo>
                  <a:close/>
                </a:path>
                <a:path w="684529" h="367664">
                  <a:moveTo>
                    <a:pt x="257556" y="182880"/>
                  </a:moveTo>
                  <a:lnTo>
                    <a:pt x="342898" y="182880"/>
                  </a:lnTo>
                  <a:lnTo>
                    <a:pt x="342898" y="91440"/>
                  </a:lnTo>
                  <a:lnTo>
                    <a:pt x="257556" y="91440"/>
                  </a:lnTo>
                  <a:lnTo>
                    <a:pt x="257556" y="182880"/>
                  </a:lnTo>
                  <a:close/>
                </a:path>
                <a:path w="684529" h="367664">
                  <a:moveTo>
                    <a:pt x="172212" y="182880"/>
                  </a:moveTo>
                  <a:lnTo>
                    <a:pt x="257554" y="182880"/>
                  </a:lnTo>
                  <a:lnTo>
                    <a:pt x="257554" y="91440"/>
                  </a:lnTo>
                  <a:lnTo>
                    <a:pt x="172212" y="91440"/>
                  </a:lnTo>
                  <a:lnTo>
                    <a:pt x="172212" y="182880"/>
                  </a:lnTo>
                  <a:close/>
                </a:path>
                <a:path w="684529" h="367664">
                  <a:moveTo>
                    <a:pt x="86868" y="182880"/>
                  </a:moveTo>
                  <a:lnTo>
                    <a:pt x="172210" y="182880"/>
                  </a:lnTo>
                  <a:lnTo>
                    <a:pt x="172210" y="91440"/>
                  </a:lnTo>
                  <a:lnTo>
                    <a:pt x="86868" y="91440"/>
                  </a:lnTo>
                  <a:lnTo>
                    <a:pt x="86868" y="182880"/>
                  </a:lnTo>
                  <a:close/>
                </a:path>
                <a:path w="684529" h="367664">
                  <a:moveTo>
                    <a:pt x="0" y="182880"/>
                  </a:moveTo>
                  <a:lnTo>
                    <a:pt x="86870" y="182880"/>
                  </a:lnTo>
                  <a:lnTo>
                    <a:pt x="86870" y="91440"/>
                  </a:lnTo>
                  <a:lnTo>
                    <a:pt x="0" y="91440"/>
                  </a:lnTo>
                  <a:lnTo>
                    <a:pt x="0" y="182880"/>
                  </a:lnTo>
                  <a:close/>
                </a:path>
              </a:pathLst>
            </a:custGeom>
            <a:ln w="12700">
              <a:solidFill>
                <a:srgbClr val="D1D1D1"/>
              </a:solidFill>
            </a:ln>
          </p:spPr>
          <p:txBody>
            <a:bodyPr wrap="square" lIns="0" tIns="0" rIns="0" bIns="0" rtlCol="0"/>
            <a:lstStyle/>
            <a:p>
              <a:endParaRPr sz="2000"/>
            </a:p>
          </p:txBody>
        </p:sp>
        <p:sp>
          <p:nvSpPr>
            <p:cNvPr id="811" name="object 318">
              <a:extLst>
                <a:ext uri="{FF2B5EF4-FFF2-40B4-BE49-F238E27FC236}">
                  <a16:creationId xmlns:a16="http://schemas.microsoft.com/office/drawing/2014/main" id="{FEC3F06C-F224-4305-8FA5-50E7E3BE2313}"/>
                </a:ext>
              </a:extLst>
            </p:cNvPr>
            <p:cNvSpPr/>
            <p:nvPr/>
          </p:nvSpPr>
          <p:spPr>
            <a:xfrm>
              <a:off x="3236976" y="42611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BBB800"/>
            </a:solidFill>
          </p:spPr>
          <p:txBody>
            <a:bodyPr wrap="square" lIns="0" tIns="0" rIns="0" bIns="0" rtlCol="0"/>
            <a:lstStyle/>
            <a:p>
              <a:endParaRPr sz="2000"/>
            </a:p>
          </p:txBody>
        </p:sp>
        <p:sp>
          <p:nvSpPr>
            <p:cNvPr id="812" name="object 319">
              <a:extLst>
                <a:ext uri="{FF2B5EF4-FFF2-40B4-BE49-F238E27FC236}">
                  <a16:creationId xmlns:a16="http://schemas.microsoft.com/office/drawing/2014/main" id="{830D0C9E-2E07-480B-B23D-4C555EEDFACF}"/>
                </a:ext>
              </a:extLst>
            </p:cNvPr>
            <p:cNvSpPr/>
            <p:nvPr/>
          </p:nvSpPr>
          <p:spPr>
            <a:xfrm>
              <a:off x="3236976" y="42611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13" name="object 320">
              <a:extLst>
                <a:ext uri="{FF2B5EF4-FFF2-40B4-BE49-F238E27FC236}">
                  <a16:creationId xmlns:a16="http://schemas.microsoft.com/office/drawing/2014/main" id="{BA911DCD-E718-4FE9-AF25-39322D75BFA3}"/>
                </a:ext>
              </a:extLst>
            </p:cNvPr>
            <p:cNvSpPr/>
            <p:nvPr/>
          </p:nvSpPr>
          <p:spPr>
            <a:xfrm>
              <a:off x="3151632" y="42611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BBB800"/>
            </a:solidFill>
          </p:spPr>
          <p:txBody>
            <a:bodyPr wrap="square" lIns="0" tIns="0" rIns="0" bIns="0" rtlCol="0"/>
            <a:lstStyle/>
            <a:p>
              <a:endParaRPr sz="2000"/>
            </a:p>
          </p:txBody>
        </p:sp>
        <p:sp>
          <p:nvSpPr>
            <p:cNvPr id="814" name="object 321">
              <a:extLst>
                <a:ext uri="{FF2B5EF4-FFF2-40B4-BE49-F238E27FC236}">
                  <a16:creationId xmlns:a16="http://schemas.microsoft.com/office/drawing/2014/main" id="{322FDEA2-E41C-47D1-9EEA-AC4B02BA2C82}"/>
                </a:ext>
              </a:extLst>
            </p:cNvPr>
            <p:cNvSpPr/>
            <p:nvPr/>
          </p:nvSpPr>
          <p:spPr>
            <a:xfrm>
              <a:off x="3151632" y="42611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15" name="object 322">
              <a:extLst>
                <a:ext uri="{FF2B5EF4-FFF2-40B4-BE49-F238E27FC236}">
                  <a16:creationId xmlns:a16="http://schemas.microsoft.com/office/drawing/2014/main" id="{8E492835-2C8F-4A49-9BAC-8E06071A45E3}"/>
                </a:ext>
              </a:extLst>
            </p:cNvPr>
            <p:cNvSpPr/>
            <p:nvPr/>
          </p:nvSpPr>
          <p:spPr>
            <a:xfrm>
              <a:off x="3066288" y="4261105"/>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BBB800"/>
            </a:solidFill>
          </p:spPr>
          <p:txBody>
            <a:bodyPr wrap="square" lIns="0" tIns="0" rIns="0" bIns="0" rtlCol="0"/>
            <a:lstStyle/>
            <a:p>
              <a:endParaRPr sz="2000"/>
            </a:p>
          </p:txBody>
        </p:sp>
        <p:sp>
          <p:nvSpPr>
            <p:cNvPr id="816" name="object 323">
              <a:extLst>
                <a:ext uri="{FF2B5EF4-FFF2-40B4-BE49-F238E27FC236}">
                  <a16:creationId xmlns:a16="http://schemas.microsoft.com/office/drawing/2014/main" id="{3C3C1ABE-6470-41DC-AF77-BF3B9F317281}"/>
                </a:ext>
              </a:extLst>
            </p:cNvPr>
            <p:cNvSpPr/>
            <p:nvPr/>
          </p:nvSpPr>
          <p:spPr>
            <a:xfrm>
              <a:off x="3066288" y="4261105"/>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17" name="object 324">
              <a:extLst>
                <a:ext uri="{FF2B5EF4-FFF2-40B4-BE49-F238E27FC236}">
                  <a16:creationId xmlns:a16="http://schemas.microsoft.com/office/drawing/2014/main" id="{CF2DDA25-2996-447C-88E0-B5FA6AAEA818}"/>
                </a:ext>
              </a:extLst>
            </p:cNvPr>
            <p:cNvSpPr/>
            <p:nvPr/>
          </p:nvSpPr>
          <p:spPr>
            <a:xfrm>
              <a:off x="2980944" y="42611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BBB800"/>
            </a:solidFill>
          </p:spPr>
          <p:txBody>
            <a:bodyPr wrap="square" lIns="0" tIns="0" rIns="0" bIns="0" rtlCol="0"/>
            <a:lstStyle/>
            <a:p>
              <a:endParaRPr sz="2000"/>
            </a:p>
          </p:txBody>
        </p:sp>
        <p:sp>
          <p:nvSpPr>
            <p:cNvPr id="818" name="object 325">
              <a:extLst>
                <a:ext uri="{FF2B5EF4-FFF2-40B4-BE49-F238E27FC236}">
                  <a16:creationId xmlns:a16="http://schemas.microsoft.com/office/drawing/2014/main" id="{8AE21C5D-BFFE-4ED9-B2D3-5AF504774F95}"/>
                </a:ext>
              </a:extLst>
            </p:cNvPr>
            <p:cNvSpPr/>
            <p:nvPr/>
          </p:nvSpPr>
          <p:spPr>
            <a:xfrm>
              <a:off x="2980944" y="42611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19" name="object 326">
              <a:extLst>
                <a:ext uri="{FF2B5EF4-FFF2-40B4-BE49-F238E27FC236}">
                  <a16:creationId xmlns:a16="http://schemas.microsoft.com/office/drawing/2014/main" id="{FCD041BE-444E-4917-A0D2-C9F332F15EE6}"/>
                </a:ext>
              </a:extLst>
            </p:cNvPr>
            <p:cNvSpPr/>
            <p:nvPr/>
          </p:nvSpPr>
          <p:spPr>
            <a:xfrm>
              <a:off x="2895600" y="42611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BBB800"/>
            </a:solidFill>
          </p:spPr>
          <p:txBody>
            <a:bodyPr wrap="square" lIns="0" tIns="0" rIns="0" bIns="0" rtlCol="0"/>
            <a:lstStyle/>
            <a:p>
              <a:endParaRPr sz="2000"/>
            </a:p>
          </p:txBody>
        </p:sp>
        <p:sp>
          <p:nvSpPr>
            <p:cNvPr id="820" name="object 327">
              <a:extLst>
                <a:ext uri="{FF2B5EF4-FFF2-40B4-BE49-F238E27FC236}">
                  <a16:creationId xmlns:a16="http://schemas.microsoft.com/office/drawing/2014/main" id="{03C27CE1-73B9-436B-99F1-A4C6F577B51B}"/>
                </a:ext>
              </a:extLst>
            </p:cNvPr>
            <p:cNvSpPr/>
            <p:nvPr/>
          </p:nvSpPr>
          <p:spPr>
            <a:xfrm>
              <a:off x="2895600" y="42611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21" name="object 328">
              <a:extLst>
                <a:ext uri="{FF2B5EF4-FFF2-40B4-BE49-F238E27FC236}">
                  <a16:creationId xmlns:a16="http://schemas.microsoft.com/office/drawing/2014/main" id="{F5737739-53DA-436A-AAD1-3080BBB1DB4A}"/>
                </a:ext>
              </a:extLst>
            </p:cNvPr>
            <p:cNvSpPr/>
            <p:nvPr/>
          </p:nvSpPr>
          <p:spPr>
            <a:xfrm>
              <a:off x="2810256" y="42611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BBB800"/>
            </a:solidFill>
          </p:spPr>
          <p:txBody>
            <a:bodyPr wrap="square" lIns="0" tIns="0" rIns="0" bIns="0" rtlCol="0"/>
            <a:lstStyle/>
            <a:p>
              <a:endParaRPr sz="2000"/>
            </a:p>
          </p:txBody>
        </p:sp>
        <p:sp>
          <p:nvSpPr>
            <p:cNvPr id="822" name="object 329">
              <a:extLst>
                <a:ext uri="{FF2B5EF4-FFF2-40B4-BE49-F238E27FC236}">
                  <a16:creationId xmlns:a16="http://schemas.microsoft.com/office/drawing/2014/main" id="{51D2C25D-7314-4A4A-9F62-654A9278DF88}"/>
                </a:ext>
              </a:extLst>
            </p:cNvPr>
            <p:cNvSpPr/>
            <p:nvPr/>
          </p:nvSpPr>
          <p:spPr>
            <a:xfrm>
              <a:off x="2810256" y="42611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23" name="object 330">
              <a:extLst>
                <a:ext uri="{FF2B5EF4-FFF2-40B4-BE49-F238E27FC236}">
                  <a16:creationId xmlns:a16="http://schemas.microsoft.com/office/drawing/2014/main" id="{FF764DD1-98D9-4B6E-9207-5998D4C35665}"/>
                </a:ext>
              </a:extLst>
            </p:cNvPr>
            <p:cNvSpPr/>
            <p:nvPr/>
          </p:nvSpPr>
          <p:spPr>
            <a:xfrm>
              <a:off x="2724912" y="4261105"/>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BBB800"/>
            </a:solidFill>
          </p:spPr>
          <p:txBody>
            <a:bodyPr wrap="square" lIns="0" tIns="0" rIns="0" bIns="0" rtlCol="0"/>
            <a:lstStyle/>
            <a:p>
              <a:endParaRPr sz="2000"/>
            </a:p>
          </p:txBody>
        </p:sp>
        <p:sp>
          <p:nvSpPr>
            <p:cNvPr id="824" name="object 331">
              <a:extLst>
                <a:ext uri="{FF2B5EF4-FFF2-40B4-BE49-F238E27FC236}">
                  <a16:creationId xmlns:a16="http://schemas.microsoft.com/office/drawing/2014/main" id="{8EA356B0-938D-45E2-979E-F470042FF44A}"/>
                </a:ext>
              </a:extLst>
            </p:cNvPr>
            <p:cNvSpPr/>
            <p:nvPr/>
          </p:nvSpPr>
          <p:spPr>
            <a:xfrm>
              <a:off x="2724912" y="4261105"/>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25" name="object 332">
              <a:extLst>
                <a:ext uri="{FF2B5EF4-FFF2-40B4-BE49-F238E27FC236}">
                  <a16:creationId xmlns:a16="http://schemas.microsoft.com/office/drawing/2014/main" id="{64F24D0D-71CD-4098-A169-3105F79C9A9C}"/>
                </a:ext>
              </a:extLst>
            </p:cNvPr>
            <p:cNvSpPr/>
            <p:nvPr/>
          </p:nvSpPr>
          <p:spPr>
            <a:xfrm>
              <a:off x="2638044" y="4261105"/>
              <a:ext cx="86995" cy="93345"/>
            </a:xfrm>
            <a:custGeom>
              <a:avLst/>
              <a:gdLst/>
              <a:ahLst/>
              <a:cxnLst/>
              <a:rect l="l" t="t" r="r" b="b"/>
              <a:pathLst>
                <a:path w="86994" h="93345">
                  <a:moveTo>
                    <a:pt x="86870" y="0"/>
                  </a:moveTo>
                  <a:lnTo>
                    <a:pt x="0" y="0"/>
                  </a:lnTo>
                  <a:lnTo>
                    <a:pt x="0" y="92962"/>
                  </a:lnTo>
                  <a:lnTo>
                    <a:pt x="86870" y="92962"/>
                  </a:lnTo>
                  <a:lnTo>
                    <a:pt x="86870" y="0"/>
                  </a:lnTo>
                  <a:close/>
                </a:path>
              </a:pathLst>
            </a:custGeom>
            <a:solidFill>
              <a:srgbClr val="BBB800"/>
            </a:solidFill>
          </p:spPr>
          <p:txBody>
            <a:bodyPr wrap="square" lIns="0" tIns="0" rIns="0" bIns="0" rtlCol="0"/>
            <a:lstStyle/>
            <a:p>
              <a:endParaRPr sz="2000"/>
            </a:p>
          </p:txBody>
        </p:sp>
        <p:sp>
          <p:nvSpPr>
            <p:cNvPr id="826" name="object 333">
              <a:extLst>
                <a:ext uri="{FF2B5EF4-FFF2-40B4-BE49-F238E27FC236}">
                  <a16:creationId xmlns:a16="http://schemas.microsoft.com/office/drawing/2014/main" id="{6B67B8A4-7EC9-4C38-B107-D8BCD2050BA3}"/>
                </a:ext>
              </a:extLst>
            </p:cNvPr>
            <p:cNvSpPr/>
            <p:nvPr/>
          </p:nvSpPr>
          <p:spPr>
            <a:xfrm>
              <a:off x="2638044" y="4261105"/>
              <a:ext cx="86995" cy="93345"/>
            </a:xfrm>
            <a:custGeom>
              <a:avLst/>
              <a:gdLst/>
              <a:ahLst/>
              <a:cxnLst/>
              <a:rect l="l" t="t" r="r" b="b"/>
              <a:pathLst>
                <a:path w="86994" h="93345">
                  <a:moveTo>
                    <a:pt x="0" y="92962"/>
                  </a:moveTo>
                  <a:lnTo>
                    <a:pt x="86870" y="92962"/>
                  </a:lnTo>
                  <a:lnTo>
                    <a:pt x="86870" y="0"/>
                  </a:lnTo>
                  <a:lnTo>
                    <a:pt x="0" y="0"/>
                  </a:lnTo>
                  <a:lnTo>
                    <a:pt x="0" y="92962"/>
                  </a:lnTo>
                  <a:close/>
                </a:path>
              </a:pathLst>
            </a:custGeom>
            <a:ln w="12700">
              <a:solidFill>
                <a:srgbClr val="000000"/>
              </a:solidFill>
            </a:ln>
          </p:spPr>
          <p:txBody>
            <a:bodyPr wrap="square" lIns="0" tIns="0" rIns="0" bIns="0" rtlCol="0"/>
            <a:lstStyle/>
            <a:p>
              <a:endParaRPr sz="2000"/>
            </a:p>
          </p:txBody>
        </p:sp>
        <p:sp>
          <p:nvSpPr>
            <p:cNvPr id="827" name="object 334">
              <a:extLst>
                <a:ext uri="{FF2B5EF4-FFF2-40B4-BE49-F238E27FC236}">
                  <a16:creationId xmlns:a16="http://schemas.microsoft.com/office/drawing/2014/main" id="{053305D5-859B-4E58-A750-1A38F41C2860}"/>
                </a:ext>
              </a:extLst>
            </p:cNvPr>
            <p:cNvSpPr/>
            <p:nvPr/>
          </p:nvSpPr>
          <p:spPr>
            <a:xfrm>
              <a:off x="2638044" y="4445508"/>
              <a:ext cx="684530" cy="184785"/>
            </a:xfrm>
            <a:custGeom>
              <a:avLst/>
              <a:gdLst/>
              <a:ahLst/>
              <a:cxnLst/>
              <a:rect l="l" t="t" r="r" b="b"/>
              <a:pathLst>
                <a:path w="684529" h="184785">
                  <a:moveTo>
                    <a:pt x="598932" y="91440"/>
                  </a:moveTo>
                  <a:lnTo>
                    <a:pt x="684274" y="91440"/>
                  </a:lnTo>
                  <a:lnTo>
                    <a:pt x="684274" y="0"/>
                  </a:lnTo>
                  <a:lnTo>
                    <a:pt x="598932" y="0"/>
                  </a:lnTo>
                  <a:lnTo>
                    <a:pt x="598932" y="91440"/>
                  </a:lnTo>
                  <a:close/>
                </a:path>
                <a:path w="684529" h="184785">
                  <a:moveTo>
                    <a:pt x="513588" y="91440"/>
                  </a:moveTo>
                  <a:lnTo>
                    <a:pt x="598930" y="91440"/>
                  </a:lnTo>
                  <a:lnTo>
                    <a:pt x="598930" y="0"/>
                  </a:lnTo>
                  <a:lnTo>
                    <a:pt x="513588" y="0"/>
                  </a:lnTo>
                  <a:lnTo>
                    <a:pt x="513588" y="91440"/>
                  </a:lnTo>
                  <a:close/>
                </a:path>
                <a:path w="684529" h="184785">
                  <a:moveTo>
                    <a:pt x="428244" y="91440"/>
                  </a:moveTo>
                  <a:lnTo>
                    <a:pt x="513591" y="91440"/>
                  </a:lnTo>
                  <a:lnTo>
                    <a:pt x="513591" y="0"/>
                  </a:lnTo>
                  <a:lnTo>
                    <a:pt x="428244" y="0"/>
                  </a:lnTo>
                  <a:lnTo>
                    <a:pt x="428244" y="91440"/>
                  </a:lnTo>
                  <a:close/>
                </a:path>
                <a:path w="684529" h="184785">
                  <a:moveTo>
                    <a:pt x="342900" y="91440"/>
                  </a:moveTo>
                  <a:lnTo>
                    <a:pt x="428242" y="91440"/>
                  </a:lnTo>
                  <a:lnTo>
                    <a:pt x="428242" y="0"/>
                  </a:lnTo>
                  <a:lnTo>
                    <a:pt x="342900" y="0"/>
                  </a:lnTo>
                  <a:lnTo>
                    <a:pt x="342900" y="91440"/>
                  </a:lnTo>
                  <a:close/>
                </a:path>
                <a:path w="684529" h="184785">
                  <a:moveTo>
                    <a:pt x="257556" y="91440"/>
                  </a:moveTo>
                  <a:lnTo>
                    <a:pt x="342898" y="91440"/>
                  </a:lnTo>
                  <a:lnTo>
                    <a:pt x="342898" y="0"/>
                  </a:lnTo>
                  <a:lnTo>
                    <a:pt x="257556" y="0"/>
                  </a:lnTo>
                  <a:lnTo>
                    <a:pt x="257556" y="91440"/>
                  </a:lnTo>
                  <a:close/>
                </a:path>
                <a:path w="684529" h="184785">
                  <a:moveTo>
                    <a:pt x="172212" y="91440"/>
                  </a:moveTo>
                  <a:lnTo>
                    <a:pt x="257554" y="91440"/>
                  </a:lnTo>
                  <a:lnTo>
                    <a:pt x="257554" y="0"/>
                  </a:lnTo>
                  <a:lnTo>
                    <a:pt x="172212" y="0"/>
                  </a:lnTo>
                  <a:lnTo>
                    <a:pt x="172212" y="91440"/>
                  </a:lnTo>
                  <a:close/>
                </a:path>
                <a:path w="684529" h="184785">
                  <a:moveTo>
                    <a:pt x="86868" y="91440"/>
                  </a:moveTo>
                  <a:lnTo>
                    <a:pt x="172210" y="91440"/>
                  </a:lnTo>
                  <a:lnTo>
                    <a:pt x="172210" y="0"/>
                  </a:lnTo>
                  <a:lnTo>
                    <a:pt x="86868" y="0"/>
                  </a:lnTo>
                  <a:lnTo>
                    <a:pt x="86868" y="91440"/>
                  </a:lnTo>
                  <a:close/>
                </a:path>
                <a:path w="684529" h="184785">
                  <a:moveTo>
                    <a:pt x="0" y="91440"/>
                  </a:moveTo>
                  <a:lnTo>
                    <a:pt x="86870" y="91440"/>
                  </a:lnTo>
                  <a:lnTo>
                    <a:pt x="86870" y="0"/>
                  </a:lnTo>
                  <a:lnTo>
                    <a:pt x="0" y="0"/>
                  </a:lnTo>
                  <a:lnTo>
                    <a:pt x="0" y="91440"/>
                  </a:lnTo>
                  <a:close/>
                </a:path>
                <a:path w="684529" h="184785">
                  <a:moveTo>
                    <a:pt x="598932" y="184404"/>
                  </a:moveTo>
                  <a:lnTo>
                    <a:pt x="684274" y="184404"/>
                  </a:lnTo>
                  <a:lnTo>
                    <a:pt x="684274" y="91436"/>
                  </a:lnTo>
                  <a:lnTo>
                    <a:pt x="598932" y="91436"/>
                  </a:lnTo>
                  <a:lnTo>
                    <a:pt x="598932" y="184404"/>
                  </a:lnTo>
                  <a:close/>
                </a:path>
                <a:path w="684529" h="184785">
                  <a:moveTo>
                    <a:pt x="513588" y="184404"/>
                  </a:moveTo>
                  <a:lnTo>
                    <a:pt x="598930" y="184404"/>
                  </a:lnTo>
                  <a:lnTo>
                    <a:pt x="598930" y="91436"/>
                  </a:lnTo>
                  <a:lnTo>
                    <a:pt x="513588" y="91436"/>
                  </a:lnTo>
                  <a:lnTo>
                    <a:pt x="513588" y="184404"/>
                  </a:lnTo>
                  <a:close/>
                </a:path>
                <a:path w="684529" h="184785">
                  <a:moveTo>
                    <a:pt x="428244" y="184404"/>
                  </a:moveTo>
                  <a:lnTo>
                    <a:pt x="513591" y="184404"/>
                  </a:lnTo>
                  <a:lnTo>
                    <a:pt x="513591" y="91436"/>
                  </a:lnTo>
                  <a:lnTo>
                    <a:pt x="428244" y="91436"/>
                  </a:lnTo>
                  <a:lnTo>
                    <a:pt x="428244" y="184404"/>
                  </a:lnTo>
                  <a:close/>
                </a:path>
                <a:path w="684529" h="184785">
                  <a:moveTo>
                    <a:pt x="342900" y="184404"/>
                  </a:moveTo>
                  <a:lnTo>
                    <a:pt x="428242" y="184404"/>
                  </a:lnTo>
                  <a:lnTo>
                    <a:pt x="428242" y="91436"/>
                  </a:lnTo>
                  <a:lnTo>
                    <a:pt x="342900" y="91436"/>
                  </a:lnTo>
                  <a:lnTo>
                    <a:pt x="342900" y="184404"/>
                  </a:lnTo>
                  <a:close/>
                </a:path>
                <a:path w="684529" h="184785">
                  <a:moveTo>
                    <a:pt x="257556" y="184404"/>
                  </a:moveTo>
                  <a:lnTo>
                    <a:pt x="342898" y="184404"/>
                  </a:lnTo>
                  <a:lnTo>
                    <a:pt x="342898" y="91436"/>
                  </a:lnTo>
                  <a:lnTo>
                    <a:pt x="257556" y="91436"/>
                  </a:lnTo>
                  <a:lnTo>
                    <a:pt x="257556" y="184404"/>
                  </a:lnTo>
                  <a:close/>
                </a:path>
                <a:path w="684529" h="184785">
                  <a:moveTo>
                    <a:pt x="172212" y="184404"/>
                  </a:moveTo>
                  <a:lnTo>
                    <a:pt x="257554" y="184404"/>
                  </a:lnTo>
                  <a:lnTo>
                    <a:pt x="257554" y="91436"/>
                  </a:lnTo>
                  <a:lnTo>
                    <a:pt x="172212" y="91436"/>
                  </a:lnTo>
                  <a:lnTo>
                    <a:pt x="172212" y="184404"/>
                  </a:lnTo>
                  <a:close/>
                </a:path>
                <a:path w="684529" h="184785">
                  <a:moveTo>
                    <a:pt x="86868" y="184404"/>
                  </a:moveTo>
                  <a:lnTo>
                    <a:pt x="172210" y="184404"/>
                  </a:lnTo>
                  <a:lnTo>
                    <a:pt x="172210" y="91436"/>
                  </a:lnTo>
                  <a:lnTo>
                    <a:pt x="86868" y="91436"/>
                  </a:lnTo>
                  <a:lnTo>
                    <a:pt x="86868" y="184404"/>
                  </a:lnTo>
                  <a:close/>
                </a:path>
                <a:path w="684529" h="184785">
                  <a:moveTo>
                    <a:pt x="0" y="184404"/>
                  </a:moveTo>
                  <a:lnTo>
                    <a:pt x="86870" y="184404"/>
                  </a:lnTo>
                  <a:lnTo>
                    <a:pt x="86870" y="91436"/>
                  </a:lnTo>
                  <a:lnTo>
                    <a:pt x="0" y="91436"/>
                  </a:lnTo>
                  <a:lnTo>
                    <a:pt x="0" y="184404"/>
                  </a:lnTo>
                  <a:close/>
                </a:path>
              </a:pathLst>
            </a:custGeom>
            <a:ln w="12700">
              <a:solidFill>
                <a:srgbClr val="D1D1D1"/>
              </a:solidFill>
            </a:ln>
          </p:spPr>
          <p:txBody>
            <a:bodyPr wrap="square" lIns="0" tIns="0" rIns="0" bIns="0" rtlCol="0"/>
            <a:lstStyle/>
            <a:p>
              <a:endParaRPr sz="2000"/>
            </a:p>
          </p:txBody>
        </p:sp>
        <p:sp>
          <p:nvSpPr>
            <p:cNvPr id="828" name="object 335">
              <a:extLst>
                <a:ext uri="{FF2B5EF4-FFF2-40B4-BE49-F238E27FC236}">
                  <a16:creationId xmlns:a16="http://schemas.microsoft.com/office/drawing/2014/main" id="{35192EC8-3768-4F77-8CB9-B1DE5A6D52AB}"/>
                </a:ext>
              </a:extLst>
            </p:cNvPr>
            <p:cNvSpPr/>
            <p:nvPr/>
          </p:nvSpPr>
          <p:spPr>
            <a:xfrm>
              <a:off x="3236976" y="4354068"/>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829" name="object 336">
              <a:extLst>
                <a:ext uri="{FF2B5EF4-FFF2-40B4-BE49-F238E27FC236}">
                  <a16:creationId xmlns:a16="http://schemas.microsoft.com/office/drawing/2014/main" id="{5621200A-B9B1-4E82-BAD9-8EFE6E0E4A15}"/>
                </a:ext>
              </a:extLst>
            </p:cNvPr>
            <p:cNvSpPr/>
            <p:nvPr/>
          </p:nvSpPr>
          <p:spPr>
            <a:xfrm>
              <a:off x="3236976" y="4354068"/>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830" name="object 337">
              <a:extLst>
                <a:ext uri="{FF2B5EF4-FFF2-40B4-BE49-F238E27FC236}">
                  <a16:creationId xmlns:a16="http://schemas.microsoft.com/office/drawing/2014/main" id="{778CD1EF-C8CB-4657-8A10-96D5066320C2}"/>
                </a:ext>
              </a:extLst>
            </p:cNvPr>
            <p:cNvSpPr/>
            <p:nvPr/>
          </p:nvSpPr>
          <p:spPr>
            <a:xfrm>
              <a:off x="3151632" y="4354068"/>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831" name="object 338">
              <a:extLst>
                <a:ext uri="{FF2B5EF4-FFF2-40B4-BE49-F238E27FC236}">
                  <a16:creationId xmlns:a16="http://schemas.microsoft.com/office/drawing/2014/main" id="{A09DC7A5-3171-4258-B9FF-AE2F574830B8}"/>
                </a:ext>
              </a:extLst>
            </p:cNvPr>
            <p:cNvSpPr/>
            <p:nvPr/>
          </p:nvSpPr>
          <p:spPr>
            <a:xfrm>
              <a:off x="3151632" y="4354068"/>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832" name="object 339">
              <a:extLst>
                <a:ext uri="{FF2B5EF4-FFF2-40B4-BE49-F238E27FC236}">
                  <a16:creationId xmlns:a16="http://schemas.microsoft.com/office/drawing/2014/main" id="{8A97D667-0C9B-4583-89FA-84076553244E}"/>
                </a:ext>
              </a:extLst>
            </p:cNvPr>
            <p:cNvSpPr/>
            <p:nvPr/>
          </p:nvSpPr>
          <p:spPr>
            <a:xfrm>
              <a:off x="3066288" y="4354068"/>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BBB800"/>
            </a:solidFill>
          </p:spPr>
          <p:txBody>
            <a:bodyPr wrap="square" lIns="0" tIns="0" rIns="0" bIns="0" rtlCol="0"/>
            <a:lstStyle/>
            <a:p>
              <a:endParaRPr sz="2000"/>
            </a:p>
          </p:txBody>
        </p:sp>
        <p:sp>
          <p:nvSpPr>
            <p:cNvPr id="833" name="object 340">
              <a:extLst>
                <a:ext uri="{FF2B5EF4-FFF2-40B4-BE49-F238E27FC236}">
                  <a16:creationId xmlns:a16="http://schemas.microsoft.com/office/drawing/2014/main" id="{3DE62676-F540-49FD-A101-6E289EDD1971}"/>
                </a:ext>
              </a:extLst>
            </p:cNvPr>
            <p:cNvSpPr/>
            <p:nvPr/>
          </p:nvSpPr>
          <p:spPr>
            <a:xfrm>
              <a:off x="3066288" y="4354068"/>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834" name="object 341">
              <a:extLst>
                <a:ext uri="{FF2B5EF4-FFF2-40B4-BE49-F238E27FC236}">
                  <a16:creationId xmlns:a16="http://schemas.microsoft.com/office/drawing/2014/main" id="{188BF285-E521-4AB1-ABD6-8E53D62E442A}"/>
                </a:ext>
              </a:extLst>
            </p:cNvPr>
            <p:cNvSpPr/>
            <p:nvPr/>
          </p:nvSpPr>
          <p:spPr>
            <a:xfrm>
              <a:off x="2980944" y="4354068"/>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835" name="object 342">
              <a:extLst>
                <a:ext uri="{FF2B5EF4-FFF2-40B4-BE49-F238E27FC236}">
                  <a16:creationId xmlns:a16="http://schemas.microsoft.com/office/drawing/2014/main" id="{BC0B9C3B-2CC6-4646-A8F6-9E4FE2AE41A9}"/>
                </a:ext>
              </a:extLst>
            </p:cNvPr>
            <p:cNvSpPr/>
            <p:nvPr/>
          </p:nvSpPr>
          <p:spPr>
            <a:xfrm>
              <a:off x="2980944" y="4354068"/>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836" name="object 343">
              <a:extLst>
                <a:ext uri="{FF2B5EF4-FFF2-40B4-BE49-F238E27FC236}">
                  <a16:creationId xmlns:a16="http://schemas.microsoft.com/office/drawing/2014/main" id="{FC2CE746-8598-4591-980D-DEBB5E7AF8AE}"/>
                </a:ext>
              </a:extLst>
            </p:cNvPr>
            <p:cNvSpPr/>
            <p:nvPr/>
          </p:nvSpPr>
          <p:spPr>
            <a:xfrm>
              <a:off x="2895600" y="4354068"/>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837" name="object 344">
              <a:extLst>
                <a:ext uri="{FF2B5EF4-FFF2-40B4-BE49-F238E27FC236}">
                  <a16:creationId xmlns:a16="http://schemas.microsoft.com/office/drawing/2014/main" id="{649317BC-258D-4C57-8018-55399E8757B4}"/>
                </a:ext>
              </a:extLst>
            </p:cNvPr>
            <p:cNvSpPr/>
            <p:nvPr/>
          </p:nvSpPr>
          <p:spPr>
            <a:xfrm>
              <a:off x="2895600" y="4354068"/>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838" name="object 345">
              <a:extLst>
                <a:ext uri="{FF2B5EF4-FFF2-40B4-BE49-F238E27FC236}">
                  <a16:creationId xmlns:a16="http://schemas.microsoft.com/office/drawing/2014/main" id="{EF39D593-CF2A-4F4B-ACB1-2429C12969CA}"/>
                </a:ext>
              </a:extLst>
            </p:cNvPr>
            <p:cNvSpPr/>
            <p:nvPr/>
          </p:nvSpPr>
          <p:spPr>
            <a:xfrm>
              <a:off x="2810256" y="4354068"/>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839" name="object 346">
              <a:extLst>
                <a:ext uri="{FF2B5EF4-FFF2-40B4-BE49-F238E27FC236}">
                  <a16:creationId xmlns:a16="http://schemas.microsoft.com/office/drawing/2014/main" id="{6AD1933D-3F72-4151-A987-FECB6E6E3748}"/>
                </a:ext>
              </a:extLst>
            </p:cNvPr>
            <p:cNvSpPr/>
            <p:nvPr/>
          </p:nvSpPr>
          <p:spPr>
            <a:xfrm>
              <a:off x="2810256" y="4354068"/>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840" name="object 347">
              <a:extLst>
                <a:ext uri="{FF2B5EF4-FFF2-40B4-BE49-F238E27FC236}">
                  <a16:creationId xmlns:a16="http://schemas.microsoft.com/office/drawing/2014/main" id="{792C3760-3403-4C2D-869B-D0459DE71964}"/>
                </a:ext>
              </a:extLst>
            </p:cNvPr>
            <p:cNvSpPr/>
            <p:nvPr/>
          </p:nvSpPr>
          <p:spPr>
            <a:xfrm>
              <a:off x="2724912" y="4354068"/>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841" name="object 348">
              <a:extLst>
                <a:ext uri="{FF2B5EF4-FFF2-40B4-BE49-F238E27FC236}">
                  <a16:creationId xmlns:a16="http://schemas.microsoft.com/office/drawing/2014/main" id="{23B9EDB2-34A0-45B7-A953-DFF10E05F933}"/>
                </a:ext>
              </a:extLst>
            </p:cNvPr>
            <p:cNvSpPr/>
            <p:nvPr/>
          </p:nvSpPr>
          <p:spPr>
            <a:xfrm>
              <a:off x="2724912" y="4354068"/>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842" name="object 349">
              <a:extLst>
                <a:ext uri="{FF2B5EF4-FFF2-40B4-BE49-F238E27FC236}">
                  <a16:creationId xmlns:a16="http://schemas.microsoft.com/office/drawing/2014/main" id="{54EA7C1A-2297-4C67-BDD3-C08AC0D4CA24}"/>
                </a:ext>
              </a:extLst>
            </p:cNvPr>
            <p:cNvSpPr/>
            <p:nvPr/>
          </p:nvSpPr>
          <p:spPr>
            <a:xfrm>
              <a:off x="2638044" y="4354068"/>
              <a:ext cx="86995" cy="91440"/>
            </a:xfrm>
            <a:custGeom>
              <a:avLst/>
              <a:gdLst/>
              <a:ahLst/>
              <a:cxnLst/>
              <a:rect l="l" t="t" r="r" b="b"/>
              <a:pathLst>
                <a:path w="86994" h="91439">
                  <a:moveTo>
                    <a:pt x="86870" y="0"/>
                  </a:moveTo>
                  <a:lnTo>
                    <a:pt x="0" y="0"/>
                  </a:lnTo>
                  <a:lnTo>
                    <a:pt x="0" y="91440"/>
                  </a:lnTo>
                  <a:lnTo>
                    <a:pt x="86870" y="91440"/>
                  </a:lnTo>
                  <a:lnTo>
                    <a:pt x="86870" y="0"/>
                  </a:lnTo>
                  <a:close/>
                </a:path>
              </a:pathLst>
            </a:custGeom>
            <a:solidFill>
              <a:srgbClr val="BBB800"/>
            </a:solidFill>
          </p:spPr>
          <p:txBody>
            <a:bodyPr wrap="square" lIns="0" tIns="0" rIns="0" bIns="0" rtlCol="0"/>
            <a:lstStyle/>
            <a:p>
              <a:endParaRPr sz="2000"/>
            </a:p>
          </p:txBody>
        </p:sp>
        <p:sp>
          <p:nvSpPr>
            <p:cNvPr id="843" name="object 350">
              <a:extLst>
                <a:ext uri="{FF2B5EF4-FFF2-40B4-BE49-F238E27FC236}">
                  <a16:creationId xmlns:a16="http://schemas.microsoft.com/office/drawing/2014/main" id="{CA623EE4-DB16-4FC4-BB87-A59E560BE84B}"/>
                </a:ext>
              </a:extLst>
            </p:cNvPr>
            <p:cNvSpPr/>
            <p:nvPr/>
          </p:nvSpPr>
          <p:spPr>
            <a:xfrm>
              <a:off x="2638044" y="4354068"/>
              <a:ext cx="86995" cy="91440"/>
            </a:xfrm>
            <a:custGeom>
              <a:avLst/>
              <a:gdLst/>
              <a:ahLst/>
              <a:cxnLst/>
              <a:rect l="l" t="t" r="r" b="b"/>
              <a:pathLst>
                <a:path w="86994" h="91439">
                  <a:moveTo>
                    <a:pt x="0" y="91440"/>
                  </a:moveTo>
                  <a:lnTo>
                    <a:pt x="86870" y="91440"/>
                  </a:lnTo>
                  <a:lnTo>
                    <a:pt x="86870" y="0"/>
                  </a:lnTo>
                  <a:lnTo>
                    <a:pt x="0" y="0"/>
                  </a:lnTo>
                  <a:lnTo>
                    <a:pt x="0" y="91440"/>
                  </a:lnTo>
                  <a:close/>
                </a:path>
              </a:pathLst>
            </a:custGeom>
            <a:ln w="12700">
              <a:solidFill>
                <a:srgbClr val="000000"/>
              </a:solidFill>
            </a:ln>
          </p:spPr>
          <p:txBody>
            <a:bodyPr wrap="square" lIns="0" tIns="0" rIns="0" bIns="0" rtlCol="0"/>
            <a:lstStyle/>
            <a:p>
              <a:endParaRPr sz="2000"/>
            </a:p>
          </p:txBody>
        </p:sp>
      </p:grpSp>
      <p:grpSp>
        <p:nvGrpSpPr>
          <p:cNvPr id="844" name="object 351">
            <a:extLst>
              <a:ext uri="{FF2B5EF4-FFF2-40B4-BE49-F238E27FC236}">
                <a16:creationId xmlns:a16="http://schemas.microsoft.com/office/drawing/2014/main" id="{BF83C173-81E7-490E-8FCA-FC1B8665C094}"/>
              </a:ext>
            </a:extLst>
          </p:cNvPr>
          <p:cNvGrpSpPr/>
          <p:nvPr/>
        </p:nvGrpSpPr>
        <p:grpSpPr>
          <a:xfrm>
            <a:off x="1513107" y="4259552"/>
            <a:ext cx="825500" cy="393700"/>
            <a:chOff x="1517650" y="3885946"/>
            <a:chExt cx="742950" cy="354330"/>
          </a:xfrm>
        </p:grpSpPr>
        <p:sp>
          <p:nvSpPr>
            <p:cNvPr id="845" name="object 352">
              <a:extLst>
                <a:ext uri="{FF2B5EF4-FFF2-40B4-BE49-F238E27FC236}">
                  <a16:creationId xmlns:a16="http://schemas.microsoft.com/office/drawing/2014/main" id="{99B67A43-7AC8-432D-9332-B3E3572DDB62}"/>
                </a:ext>
              </a:extLst>
            </p:cNvPr>
            <p:cNvSpPr/>
            <p:nvPr/>
          </p:nvSpPr>
          <p:spPr>
            <a:xfrm>
              <a:off x="1524000" y="3892296"/>
              <a:ext cx="367665" cy="341630"/>
            </a:xfrm>
            <a:custGeom>
              <a:avLst/>
              <a:gdLst/>
              <a:ahLst/>
              <a:cxnLst/>
              <a:rect l="l" t="t" r="r" b="b"/>
              <a:pathLst>
                <a:path w="367664" h="341629">
                  <a:moveTo>
                    <a:pt x="182880" y="85342"/>
                  </a:moveTo>
                  <a:lnTo>
                    <a:pt x="274320" y="85342"/>
                  </a:lnTo>
                  <a:lnTo>
                    <a:pt x="274320" y="0"/>
                  </a:lnTo>
                  <a:lnTo>
                    <a:pt x="182880" y="0"/>
                  </a:lnTo>
                  <a:lnTo>
                    <a:pt x="182880" y="85342"/>
                  </a:lnTo>
                  <a:close/>
                </a:path>
                <a:path w="367664" h="341629">
                  <a:moveTo>
                    <a:pt x="182880" y="170686"/>
                  </a:moveTo>
                  <a:lnTo>
                    <a:pt x="274320" y="170686"/>
                  </a:lnTo>
                  <a:lnTo>
                    <a:pt x="274320" y="85344"/>
                  </a:lnTo>
                  <a:lnTo>
                    <a:pt x="182880" y="85344"/>
                  </a:lnTo>
                  <a:lnTo>
                    <a:pt x="182880" y="170686"/>
                  </a:lnTo>
                  <a:close/>
                </a:path>
                <a:path w="367664" h="341629">
                  <a:moveTo>
                    <a:pt x="182880" y="256030"/>
                  </a:moveTo>
                  <a:lnTo>
                    <a:pt x="274320" y="256030"/>
                  </a:lnTo>
                  <a:lnTo>
                    <a:pt x="274320" y="170688"/>
                  </a:lnTo>
                  <a:lnTo>
                    <a:pt x="182880" y="170688"/>
                  </a:lnTo>
                  <a:lnTo>
                    <a:pt x="182880" y="256030"/>
                  </a:lnTo>
                  <a:close/>
                </a:path>
                <a:path w="367664" h="341629">
                  <a:moveTo>
                    <a:pt x="182880" y="341374"/>
                  </a:moveTo>
                  <a:lnTo>
                    <a:pt x="274320" y="341374"/>
                  </a:lnTo>
                  <a:lnTo>
                    <a:pt x="274320" y="256027"/>
                  </a:lnTo>
                  <a:lnTo>
                    <a:pt x="182880" y="256027"/>
                  </a:lnTo>
                  <a:lnTo>
                    <a:pt x="182880" y="341374"/>
                  </a:lnTo>
                  <a:close/>
                </a:path>
                <a:path w="367664" h="341629">
                  <a:moveTo>
                    <a:pt x="274320" y="85342"/>
                  </a:moveTo>
                  <a:lnTo>
                    <a:pt x="367282" y="85342"/>
                  </a:lnTo>
                  <a:lnTo>
                    <a:pt x="367282" y="0"/>
                  </a:lnTo>
                  <a:lnTo>
                    <a:pt x="274320" y="0"/>
                  </a:lnTo>
                  <a:lnTo>
                    <a:pt x="274320" y="85342"/>
                  </a:lnTo>
                  <a:close/>
                </a:path>
                <a:path w="367664" h="341629">
                  <a:moveTo>
                    <a:pt x="274320" y="170686"/>
                  </a:moveTo>
                  <a:lnTo>
                    <a:pt x="367282" y="170686"/>
                  </a:lnTo>
                  <a:lnTo>
                    <a:pt x="367282" y="85344"/>
                  </a:lnTo>
                  <a:lnTo>
                    <a:pt x="274320" y="85344"/>
                  </a:lnTo>
                  <a:lnTo>
                    <a:pt x="274320" y="170686"/>
                  </a:lnTo>
                  <a:close/>
                </a:path>
                <a:path w="367664" h="341629">
                  <a:moveTo>
                    <a:pt x="274320" y="256030"/>
                  </a:moveTo>
                  <a:lnTo>
                    <a:pt x="367282" y="256030"/>
                  </a:lnTo>
                  <a:lnTo>
                    <a:pt x="367282" y="170688"/>
                  </a:lnTo>
                  <a:lnTo>
                    <a:pt x="274320" y="170688"/>
                  </a:lnTo>
                  <a:lnTo>
                    <a:pt x="274320" y="256030"/>
                  </a:lnTo>
                  <a:close/>
                </a:path>
                <a:path w="367664" h="341629">
                  <a:moveTo>
                    <a:pt x="274320" y="341374"/>
                  </a:moveTo>
                  <a:lnTo>
                    <a:pt x="367282" y="341374"/>
                  </a:lnTo>
                  <a:lnTo>
                    <a:pt x="367282" y="256027"/>
                  </a:lnTo>
                  <a:lnTo>
                    <a:pt x="274320" y="256027"/>
                  </a:lnTo>
                  <a:lnTo>
                    <a:pt x="274320" y="341374"/>
                  </a:lnTo>
                  <a:close/>
                </a:path>
                <a:path w="367664" h="341629">
                  <a:moveTo>
                    <a:pt x="0" y="85342"/>
                  </a:moveTo>
                  <a:lnTo>
                    <a:pt x="91440" y="85342"/>
                  </a:lnTo>
                  <a:lnTo>
                    <a:pt x="91440" y="0"/>
                  </a:lnTo>
                  <a:lnTo>
                    <a:pt x="0" y="0"/>
                  </a:lnTo>
                  <a:lnTo>
                    <a:pt x="0" y="85342"/>
                  </a:lnTo>
                  <a:close/>
                </a:path>
                <a:path w="367664" h="341629">
                  <a:moveTo>
                    <a:pt x="0" y="170686"/>
                  </a:moveTo>
                  <a:lnTo>
                    <a:pt x="91440" y="170686"/>
                  </a:lnTo>
                  <a:lnTo>
                    <a:pt x="91440" y="85344"/>
                  </a:lnTo>
                  <a:lnTo>
                    <a:pt x="0" y="85344"/>
                  </a:lnTo>
                  <a:lnTo>
                    <a:pt x="0" y="170686"/>
                  </a:lnTo>
                  <a:close/>
                </a:path>
                <a:path w="367664" h="341629">
                  <a:moveTo>
                    <a:pt x="0" y="256030"/>
                  </a:moveTo>
                  <a:lnTo>
                    <a:pt x="91440" y="256030"/>
                  </a:lnTo>
                  <a:lnTo>
                    <a:pt x="91440" y="170688"/>
                  </a:lnTo>
                  <a:lnTo>
                    <a:pt x="0" y="170688"/>
                  </a:lnTo>
                  <a:lnTo>
                    <a:pt x="0" y="256030"/>
                  </a:lnTo>
                  <a:close/>
                </a:path>
                <a:path w="367664" h="341629">
                  <a:moveTo>
                    <a:pt x="0" y="341374"/>
                  </a:moveTo>
                  <a:lnTo>
                    <a:pt x="91440" y="341374"/>
                  </a:lnTo>
                  <a:lnTo>
                    <a:pt x="91440" y="256027"/>
                  </a:lnTo>
                  <a:lnTo>
                    <a:pt x="0" y="256027"/>
                  </a:lnTo>
                  <a:lnTo>
                    <a:pt x="0" y="341374"/>
                  </a:lnTo>
                  <a:close/>
                </a:path>
                <a:path w="367664" h="341629">
                  <a:moveTo>
                    <a:pt x="91440" y="85342"/>
                  </a:moveTo>
                  <a:lnTo>
                    <a:pt x="184402" y="85342"/>
                  </a:lnTo>
                  <a:lnTo>
                    <a:pt x="184402" y="0"/>
                  </a:lnTo>
                  <a:lnTo>
                    <a:pt x="91440" y="0"/>
                  </a:lnTo>
                  <a:lnTo>
                    <a:pt x="91440" y="85342"/>
                  </a:lnTo>
                  <a:close/>
                </a:path>
                <a:path w="367664" h="341629">
                  <a:moveTo>
                    <a:pt x="91440" y="170686"/>
                  </a:moveTo>
                  <a:lnTo>
                    <a:pt x="184402" y="170686"/>
                  </a:lnTo>
                  <a:lnTo>
                    <a:pt x="184402" y="85344"/>
                  </a:lnTo>
                  <a:lnTo>
                    <a:pt x="91440" y="85344"/>
                  </a:lnTo>
                  <a:lnTo>
                    <a:pt x="91440" y="170686"/>
                  </a:lnTo>
                  <a:close/>
                </a:path>
                <a:path w="367664" h="341629">
                  <a:moveTo>
                    <a:pt x="91440" y="256030"/>
                  </a:moveTo>
                  <a:lnTo>
                    <a:pt x="184402" y="256030"/>
                  </a:lnTo>
                  <a:lnTo>
                    <a:pt x="184402" y="170688"/>
                  </a:lnTo>
                  <a:lnTo>
                    <a:pt x="91440" y="170688"/>
                  </a:lnTo>
                  <a:lnTo>
                    <a:pt x="91440" y="256030"/>
                  </a:lnTo>
                  <a:close/>
                </a:path>
                <a:path w="367664" h="341629">
                  <a:moveTo>
                    <a:pt x="91440" y="341374"/>
                  </a:moveTo>
                  <a:lnTo>
                    <a:pt x="184402" y="341374"/>
                  </a:lnTo>
                  <a:lnTo>
                    <a:pt x="184402" y="256027"/>
                  </a:lnTo>
                  <a:lnTo>
                    <a:pt x="91440" y="256027"/>
                  </a:lnTo>
                  <a:lnTo>
                    <a:pt x="91440" y="341374"/>
                  </a:lnTo>
                  <a:close/>
                </a:path>
              </a:pathLst>
            </a:custGeom>
            <a:ln w="12700">
              <a:solidFill>
                <a:srgbClr val="D1D1D1"/>
              </a:solidFill>
            </a:ln>
          </p:spPr>
          <p:txBody>
            <a:bodyPr wrap="square" lIns="0" tIns="0" rIns="0" bIns="0" rtlCol="0"/>
            <a:lstStyle/>
            <a:p>
              <a:endParaRPr sz="2000"/>
            </a:p>
          </p:txBody>
        </p:sp>
        <p:sp>
          <p:nvSpPr>
            <p:cNvPr id="846" name="object 353">
              <a:extLst>
                <a:ext uri="{FF2B5EF4-FFF2-40B4-BE49-F238E27FC236}">
                  <a16:creationId xmlns:a16="http://schemas.microsoft.com/office/drawing/2014/main" id="{B715ED38-BA2B-4A3D-A39A-D1FFF0BAB733}"/>
                </a:ext>
              </a:extLst>
            </p:cNvPr>
            <p:cNvSpPr/>
            <p:nvPr/>
          </p:nvSpPr>
          <p:spPr>
            <a:xfrm>
              <a:off x="1886712" y="389229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AC46E0"/>
            </a:solidFill>
          </p:spPr>
          <p:txBody>
            <a:bodyPr wrap="square" lIns="0" tIns="0" rIns="0" bIns="0" rtlCol="0"/>
            <a:lstStyle/>
            <a:p>
              <a:endParaRPr sz="2000"/>
            </a:p>
          </p:txBody>
        </p:sp>
        <p:sp>
          <p:nvSpPr>
            <p:cNvPr id="847" name="object 354">
              <a:extLst>
                <a:ext uri="{FF2B5EF4-FFF2-40B4-BE49-F238E27FC236}">
                  <a16:creationId xmlns:a16="http://schemas.microsoft.com/office/drawing/2014/main" id="{94DE84E8-DF6B-4BFA-8F41-BC9268343A55}"/>
                </a:ext>
              </a:extLst>
            </p:cNvPr>
            <p:cNvSpPr/>
            <p:nvPr/>
          </p:nvSpPr>
          <p:spPr>
            <a:xfrm>
              <a:off x="1886712" y="389229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48" name="object 355">
              <a:extLst>
                <a:ext uri="{FF2B5EF4-FFF2-40B4-BE49-F238E27FC236}">
                  <a16:creationId xmlns:a16="http://schemas.microsoft.com/office/drawing/2014/main" id="{BD858B68-0178-42D2-B636-4438DAA2938B}"/>
                </a:ext>
              </a:extLst>
            </p:cNvPr>
            <p:cNvSpPr/>
            <p:nvPr/>
          </p:nvSpPr>
          <p:spPr>
            <a:xfrm>
              <a:off x="1886712" y="397764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AC46E0"/>
            </a:solidFill>
          </p:spPr>
          <p:txBody>
            <a:bodyPr wrap="square" lIns="0" tIns="0" rIns="0" bIns="0" rtlCol="0"/>
            <a:lstStyle/>
            <a:p>
              <a:endParaRPr sz="2000"/>
            </a:p>
          </p:txBody>
        </p:sp>
        <p:sp>
          <p:nvSpPr>
            <p:cNvPr id="849" name="object 356">
              <a:extLst>
                <a:ext uri="{FF2B5EF4-FFF2-40B4-BE49-F238E27FC236}">
                  <a16:creationId xmlns:a16="http://schemas.microsoft.com/office/drawing/2014/main" id="{2E647B35-7E96-4EDA-A8C4-C86853DF4CD9}"/>
                </a:ext>
              </a:extLst>
            </p:cNvPr>
            <p:cNvSpPr/>
            <p:nvPr/>
          </p:nvSpPr>
          <p:spPr>
            <a:xfrm>
              <a:off x="1886712" y="397764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0" name="object 357">
              <a:extLst>
                <a:ext uri="{FF2B5EF4-FFF2-40B4-BE49-F238E27FC236}">
                  <a16:creationId xmlns:a16="http://schemas.microsoft.com/office/drawing/2014/main" id="{D07BAB7B-1C93-48C8-AC02-56C4D75B886E}"/>
                </a:ext>
              </a:extLst>
            </p:cNvPr>
            <p:cNvSpPr/>
            <p:nvPr/>
          </p:nvSpPr>
          <p:spPr>
            <a:xfrm>
              <a:off x="1886712" y="406298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AC46E0"/>
            </a:solidFill>
          </p:spPr>
          <p:txBody>
            <a:bodyPr wrap="square" lIns="0" tIns="0" rIns="0" bIns="0" rtlCol="0"/>
            <a:lstStyle/>
            <a:p>
              <a:endParaRPr sz="2000"/>
            </a:p>
          </p:txBody>
        </p:sp>
        <p:sp>
          <p:nvSpPr>
            <p:cNvPr id="851" name="object 358">
              <a:extLst>
                <a:ext uri="{FF2B5EF4-FFF2-40B4-BE49-F238E27FC236}">
                  <a16:creationId xmlns:a16="http://schemas.microsoft.com/office/drawing/2014/main" id="{60CC6F9D-49C4-4AC2-84AF-DFD85D1EBEEA}"/>
                </a:ext>
              </a:extLst>
            </p:cNvPr>
            <p:cNvSpPr/>
            <p:nvPr/>
          </p:nvSpPr>
          <p:spPr>
            <a:xfrm>
              <a:off x="1886712" y="406298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2" name="object 359">
              <a:extLst>
                <a:ext uri="{FF2B5EF4-FFF2-40B4-BE49-F238E27FC236}">
                  <a16:creationId xmlns:a16="http://schemas.microsoft.com/office/drawing/2014/main" id="{D6E65BDC-A124-4CBC-8695-7965BD755D9D}"/>
                </a:ext>
              </a:extLst>
            </p:cNvPr>
            <p:cNvSpPr/>
            <p:nvPr/>
          </p:nvSpPr>
          <p:spPr>
            <a:xfrm>
              <a:off x="1886712" y="4148323"/>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AC46E0"/>
            </a:solidFill>
          </p:spPr>
          <p:txBody>
            <a:bodyPr wrap="square" lIns="0" tIns="0" rIns="0" bIns="0" rtlCol="0"/>
            <a:lstStyle/>
            <a:p>
              <a:endParaRPr sz="2000"/>
            </a:p>
          </p:txBody>
        </p:sp>
        <p:sp>
          <p:nvSpPr>
            <p:cNvPr id="853" name="object 360">
              <a:extLst>
                <a:ext uri="{FF2B5EF4-FFF2-40B4-BE49-F238E27FC236}">
                  <a16:creationId xmlns:a16="http://schemas.microsoft.com/office/drawing/2014/main" id="{1BB3E633-BF65-43FF-A168-31345BBA78E1}"/>
                </a:ext>
              </a:extLst>
            </p:cNvPr>
            <p:cNvSpPr/>
            <p:nvPr/>
          </p:nvSpPr>
          <p:spPr>
            <a:xfrm>
              <a:off x="1886712" y="4148323"/>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54" name="object 361">
              <a:extLst>
                <a:ext uri="{FF2B5EF4-FFF2-40B4-BE49-F238E27FC236}">
                  <a16:creationId xmlns:a16="http://schemas.microsoft.com/office/drawing/2014/main" id="{DC2B75FB-E6C0-4427-BFE3-5638F68F8E4B}"/>
                </a:ext>
              </a:extLst>
            </p:cNvPr>
            <p:cNvSpPr/>
            <p:nvPr/>
          </p:nvSpPr>
          <p:spPr>
            <a:xfrm>
              <a:off x="2069591" y="3892296"/>
              <a:ext cx="184785" cy="341630"/>
            </a:xfrm>
            <a:custGeom>
              <a:avLst/>
              <a:gdLst/>
              <a:ahLst/>
              <a:cxnLst/>
              <a:rect l="l" t="t" r="r" b="b"/>
              <a:pathLst>
                <a:path w="184785" h="341629">
                  <a:moveTo>
                    <a:pt x="0" y="85342"/>
                  </a:moveTo>
                  <a:lnTo>
                    <a:pt x="92962" y="85342"/>
                  </a:lnTo>
                  <a:lnTo>
                    <a:pt x="92962" y="0"/>
                  </a:lnTo>
                  <a:lnTo>
                    <a:pt x="0" y="0"/>
                  </a:lnTo>
                  <a:lnTo>
                    <a:pt x="0" y="85342"/>
                  </a:lnTo>
                  <a:close/>
                </a:path>
                <a:path w="184785" h="341629">
                  <a:moveTo>
                    <a:pt x="0" y="170686"/>
                  </a:moveTo>
                  <a:lnTo>
                    <a:pt x="92962" y="170686"/>
                  </a:lnTo>
                  <a:lnTo>
                    <a:pt x="92962" y="85344"/>
                  </a:lnTo>
                  <a:lnTo>
                    <a:pt x="0" y="85344"/>
                  </a:lnTo>
                  <a:lnTo>
                    <a:pt x="0" y="170686"/>
                  </a:lnTo>
                  <a:close/>
                </a:path>
                <a:path w="184785" h="341629">
                  <a:moveTo>
                    <a:pt x="0" y="256030"/>
                  </a:moveTo>
                  <a:lnTo>
                    <a:pt x="92962" y="256030"/>
                  </a:lnTo>
                  <a:lnTo>
                    <a:pt x="92962" y="170688"/>
                  </a:lnTo>
                  <a:lnTo>
                    <a:pt x="0" y="170688"/>
                  </a:lnTo>
                  <a:lnTo>
                    <a:pt x="0" y="256030"/>
                  </a:lnTo>
                  <a:close/>
                </a:path>
                <a:path w="184785" h="341629">
                  <a:moveTo>
                    <a:pt x="0" y="341374"/>
                  </a:moveTo>
                  <a:lnTo>
                    <a:pt x="92962" y="341374"/>
                  </a:lnTo>
                  <a:lnTo>
                    <a:pt x="92962" y="256027"/>
                  </a:lnTo>
                  <a:lnTo>
                    <a:pt x="0" y="256027"/>
                  </a:lnTo>
                  <a:lnTo>
                    <a:pt x="0" y="341374"/>
                  </a:lnTo>
                  <a:close/>
                </a:path>
                <a:path w="184785" h="341629">
                  <a:moveTo>
                    <a:pt x="92964" y="85342"/>
                  </a:moveTo>
                  <a:lnTo>
                    <a:pt x="184404" y="85342"/>
                  </a:lnTo>
                  <a:lnTo>
                    <a:pt x="184404" y="0"/>
                  </a:lnTo>
                  <a:lnTo>
                    <a:pt x="92964" y="0"/>
                  </a:lnTo>
                  <a:lnTo>
                    <a:pt x="92964" y="85342"/>
                  </a:lnTo>
                  <a:close/>
                </a:path>
                <a:path w="184785" h="341629">
                  <a:moveTo>
                    <a:pt x="92964" y="170686"/>
                  </a:moveTo>
                  <a:lnTo>
                    <a:pt x="184404" y="170686"/>
                  </a:lnTo>
                  <a:lnTo>
                    <a:pt x="184404" y="85344"/>
                  </a:lnTo>
                  <a:lnTo>
                    <a:pt x="92964" y="85344"/>
                  </a:lnTo>
                  <a:lnTo>
                    <a:pt x="92964" y="170686"/>
                  </a:lnTo>
                  <a:close/>
                </a:path>
                <a:path w="184785" h="341629">
                  <a:moveTo>
                    <a:pt x="92964" y="256030"/>
                  </a:moveTo>
                  <a:lnTo>
                    <a:pt x="184404" y="256030"/>
                  </a:lnTo>
                  <a:lnTo>
                    <a:pt x="184404" y="170688"/>
                  </a:lnTo>
                  <a:lnTo>
                    <a:pt x="92964" y="170688"/>
                  </a:lnTo>
                  <a:lnTo>
                    <a:pt x="92964" y="256030"/>
                  </a:lnTo>
                  <a:close/>
                </a:path>
                <a:path w="184785" h="341629">
                  <a:moveTo>
                    <a:pt x="92964" y="341374"/>
                  </a:moveTo>
                  <a:lnTo>
                    <a:pt x="184404" y="341374"/>
                  </a:lnTo>
                  <a:lnTo>
                    <a:pt x="184404" y="256027"/>
                  </a:lnTo>
                  <a:lnTo>
                    <a:pt x="92964" y="256027"/>
                  </a:lnTo>
                  <a:lnTo>
                    <a:pt x="92964" y="341374"/>
                  </a:lnTo>
                  <a:close/>
                </a:path>
              </a:pathLst>
            </a:custGeom>
            <a:ln w="12700">
              <a:solidFill>
                <a:srgbClr val="D1D1D1"/>
              </a:solidFill>
            </a:ln>
          </p:spPr>
          <p:txBody>
            <a:bodyPr wrap="square" lIns="0" tIns="0" rIns="0" bIns="0" rtlCol="0"/>
            <a:lstStyle/>
            <a:p>
              <a:endParaRPr sz="2000"/>
            </a:p>
          </p:txBody>
        </p:sp>
        <p:sp>
          <p:nvSpPr>
            <p:cNvPr id="855" name="object 362">
              <a:extLst>
                <a:ext uri="{FF2B5EF4-FFF2-40B4-BE49-F238E27FC236}">
                  <a16:creationId xmlns:a16="http://schemas.microsoft.com/office/drawing/2014/main" id="{983EC191-57BD-4E29-B662-3E79476A795B}"/>
                </a:ext>
              </a:extLst>
            </p:cNvPr>
            <p:cNvSpPr/>
            <p:nvPr/>
          </p:nvSpPr>
          <p:spPr>
            <a:xfrm>
              <a:off x="1979676" y="38922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856" name="object 363">
              <a:extLst>
                <a:ext uri="{FF2B5EF4-FFF2-40B4-BE49-F238E27FC236}">
                  <a16:creationId xmlns:a16="http://schemas.microsoft.com/office/drawing/2014/main" id="{E6666E37-498F-4B13-B197-FBBE4444E922}"/>
                </a:ext>
              </a:extLst>
            </p:cNvPr>
            <p:cNvSpPr/>
            <p:nvPr/>
          </p:nvSpPr>
          <p:spPr>
            <a:xfrm>
              <a:off x="1979676" y="38922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7" name="object 364">
              <a:extLst>
                <a:ext uri="{FF2B5EF4-FFF2-40B4-BE49-F238E27FC236}">
                  <a16:creationId xmlns:a16="http://schemas.microsoft.com/office/drawing/2014/main" id="{574D9B97-478A-4348-9B8A-AD6FD0365030}"/>
                </a:ext>
              </a:extLst>
            </p:cNvPr>
            <p:cNvSpPr/>
            <p:nvPr/>
          </p:nvSpPr>
          <p:spPr>
            <a:xfrm>
              <a:off x="1979676" y="39776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858" name="object 365">
              <a:extLst>
                <a:ext uri="{FF2B5EF4-FFF2-40B4-BE49-F238E27FC236}">
                  <a16:creationId xmlns:a16="http://schemas.microsoft.com/office/drawing/2014/main" id="{255CD332-08C0-424F-A5D6-7A1F222DB42E}"/>
                </a:ext>
              </a:extLst>
            </p:cNvPr>
            <p:cNvSpPr/>
            <p:nvPr/>
          </p:nvSpPr>
          <p:spPr>
            <a:xfrm>
              <a:off x="1979676" y="39776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9" name="object 366">
              <a:extLst>
                <a:ext uri="{FF2B5EF4-FFF2-40B4-BE49-F238E27FC236}">
                  <a16:creationId xmlns:a16="http://schemas.microsoft.com/office/drawing/2014/main" id="{2F876EB8-6847-4CFC-93B7-3D752FB91515}"/>
                </a:ext>
              </a:extLst>
            </p:cNvPr>
            <p:cNvSpPr/>
            <p:nvPr/>
          </p:nvSpPr>
          <p:spPr>
            <a:xfrm>
              <a:off x="1979676" y="40629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860" name="object 367">
              <a:extLst>
                <a:ext uri="{FF2B5EF4-FFF2-40B4-BE49-F238E27FC236}">
                  <a16:creationId xmlns:a16="http://schemas.microsoft.com/office/drawing/2014/main" id="{A7B84DCB-C3E2-4512-880B-CA2D067D39E3}"/>
                </a:ext>
              </a:extLst>
            </p:cNvPr>
            <p:cNvSpPr/>
            <p:nvPr/>
          </p:nvSpPr>
          <p:spPr>
            <a:xfrm>
              <a:off x="1979676" y="40629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1" name="object 368">
              <a:extLst>
                <a:ext uri="{FF2B5EF4-FFF2-40B4-BE49-F238E27FC236}">
                  <a16:creationId xmlns:a16="http://schemas.microsoft.com/office/drawing/2014/main" id="{2041C401-B1D3-4A64-934F-ED511143ED78}"/>
                </a:ext>
              </a:extLst>
            </p:cNvPr>
            <p:cNvSpPr/>
            <p:nvPr/>
          </p:nvSpPr>
          <p:spPr>
            <a:xfrm>
              <a:off x="1979676" y="414832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AC46E0"/>
            </a:solidFill>
          </p:spPr>
          <p:txBody>
            <a:bodyPr wrap="square" lIns="0" tIns="0" rIns="0" bIns="0" rtlCol="0"/>
            <a:lstStyle/>
            <a:p>
              <a:endParaRPr sz="2000"/>
            </a:p>
          </p:txBody>
        </p:sp>
        <p:sp>
          <p:nvSpPr>
            <p:cNvPr id="862" name="object 369">
              <a:extLst>
                <a:ext uri="{FF2B5EF4-FFF2-40B4-BE49-F238E27FC236}">
                  <a16:creationId xmlns:a16="http://schemas.microsoft.com/office/drawing/2014/main" id="{E0DC2749-A8AF-46A1-81AD-E7AC042FC40A}"/>
                </a:ext>
              </a:extLst>
            </p:cNvPr>
            <p:cNvSpPr/>
            <p:nvPr/>
          </p:nvSpPr>
          <p:spPr>
            <a:xfrm>
              <a:off x="1979676" y="414832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grpSp>
      <p:grpSp>
        <p:nvGrpSpPr>
          <p:cNvPr id="863" name="object 370">
            <a:extLst>
              <a:ext uri="{FF2B5EF4-FFF2-40B4-BE49-F238E27FC236}">
                <a16:creationId xmlns:a16="http://schemas.microsoft.com/office/drawing/2014/main" id="{45D409D2-C900-44FC-AAAA-6E5E5B94C1A4}"/>
              </a:ext>
            </a:extLst>
          </p:cNvPr>
          <p:cNvGrpSpPr/>
          <p:nvPr/>
        </p:nvGrpSpPr>
        <p:grpSpPr>
          <a:xfrm>
            <a:off x="4078507" y="5402552"/>
            <a:ext cx="826911" cy="393700"/>
            <a:chOff x="3826510" y="4914646"/>
            <a:chExt cx="744220" cy="354330"/>
          </a:xfrm>
        </p:grpSpPr>
        <p:sp>
          <p:nvSpPr>
            <p:cNvPr id="864" name="object 371">
              <a:extLst>
                <a:ext uri="{FF2B5EF4-FFF2-40B4-BE49-F238E27FC236}">
                  <a16:creationId xmlns:a16="http://schemas.microsoft.com/office/drawing/2014/main" id="{43CCAD74-6E1E-4CBB-A6A6-DB69CC7A4D1F}"/>
                </a:ext>
              </a:extLst>
            </p:cNvPr>
            <p:cNvSpPr/>
            <p:nvPr/>
          </p:nvSpPr>
          <p:spPr>
            <a:xfrm>
              <a:off x="4198620" y="4920996"/>
              <a:ext cx="91440" cy="85342"/>
            </a:xfrm>
            <a:prstGeom prst="rect">
              <a:avLst/>
            </a:prstGeom>
            <a:blipFill>
              <a:blip r:embed="rId98" cstate="print"/>
              <a:stretch>
                <a:fillRect/>
              </a:stretch>
            </a:blipFill>
          </p:spPr>
          <p:txBody>
            <a:bodyPr wrap="square" lIns="0" tIns="0" rIns="0" bIns="0" rtlCol="0"/>
            <a:lstStyle/>
            <a:p>
              <a:endParaRPr sz="2000"/>
            </a:p>
          </p:txBody>
        </p:sp>
        <p:sp>
          <p:nvSpPr>
            <p:cNvPr id="865" name="object 372">
              <a:extLst>
                <a:ext uri="{FF2B5EF4-FFF2-40B4-BE49-F238E27FC236}">
                  <a16:creationId xmlns:a16="http://schemas.microsoft.com/office/drawing/2014/main" id="{43CF0F20-BA82-46B0-90F4-F806BB801B92}"/>
                </a:ext>
              </a:extLst>
            </p:cNvPr>
            <p:cNvSpPr/>
            <p:nvPr/>
          </p:nvSpPr>
          <p:spPr>
            <a:xfrm>
              <a:off x="4198620" y="49209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6" name="object 373">
              <a:extLst>
                <a:ext uri="{FF2B5EF4-FFF2-40B4-BE49-F238E27FC236}">
                  <a16:creationId xmlns:a16="http://schemas.microsoft.com/office/drawing/2014/main" id="{B5B1F6C4-973F-48C5-B0B0-4FD6FB88E050}"/>
                </a:ext>
              </a:extLst>
            </p:cNvPr>
            <p:cNvSpPr/>
            <p:nvPr/>
          </p:nvSpPr>
          <p:spPr>
            <a:xfrm>
              <a:off x="4198620" y="5006339"/>
              <a:ext cx="91440" cy="85342"/>
            </a:xfrm>
            <a:prstGeom prst="rect">
              <a:avLst/>
            </a:prstGeom>
            <a:blipFill>
              <a:blip r:embed="rId99" cstate="print"/>
              <a:stretch>
                <a:fillRect/>
              </a:stretch>
            </a:blipFill>
          </p:spPr>
          <p:txBody>
            <a:bodyPr wrap="square" lIns="0" tIns="0" rIns="0" bIns="0" rtlCol="0"/>
            <a:lstStyle/>
            <a:p>
              <a:endParaRPr sz="2000"/>
            </a:p>
          </p:txBody>
        </p:sp>
        <p:sp>
          <p:nvSpPr>
            <p:cNvPr id="867" name="object 374">
              <a:extLst>
                <a:ext uri="{FF2B5EF4-FFF2-40B4-BE49-F238E27FC236}">
                  <a16:creationId xmlns:a16="http://schemas.microsoft.com/office/drawing/2014/main" id="{878147D6-68A1-4DBC-9B26-614DF0FC7051}"/>
                </a:ext>
              </a:extLst>
            </p:cNvPr>
            <p:cNvSpPr/>
            <p:nvPr/>
          </p:nvSpPr>
          <p:spPr>
            <a:xfrm>
              <a:off x="4198620" y="50063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8" name="object 375">
              <a:extLst>
                <a:ext uri="{FF2B5EF4-FFF2-40B4-BE49-F238E27FC236}">
                  <a16:creationId xmlns:a16="http://schemas.microsoft.com/office/drawing/2014/main" id="{0E3C57C8-51BA-42BC-91F8-CA20C5C99368}"/>
                </a:ext>
              </a:extLst>
            </p:cNvPr>
            <p:cNvSpPr/>
            <p:nvPr/>
          </p:nvSpPr>
          <p:spPr>
            <a:xfrm>
              <a:off x="4198620" y="5091682"/>
              <a:ext cx="91440" cy="85342"/>
            </a:xfrm>
            <a:prstGeom prst="rect">
              <a:avLst/>
            </a:prstGeom>
            <a:blipFill>
              <a:blip r:embed="rId100" cstate="print"/>
              <a:stretch>
                <a:fillRect/>
              </a:stretch>
            </a:blipFill>
          </p:spPr>
          <p:txBody>
            <a:bodyPr wrap="square" lIns="0" tIns="0" rIns="0" bIns="0" rtlCol="0"/>
            <a:lstStyle/>
            <a:p>
              <a:endParaRPr sz="2000"/>
            </a:p>
          </p:txBody>
        </p:sp>
        <p:sp>
          <p:nvSpPr>
            <p:cNvPr id="869" name="object 376">
              <a:extLst>
                <a:ext uri="{FF2B5EF4-FFF2-40B4-BE49-F238E27FC236}">
                  <a16:creationId xmlns:a16="http://schemas.microsoft.com/office/drawing/2014/main" id="{6EED7278-3BE2-48B7-BEF8-F53FEC9D2EB9}"/>
                </a:ext>
              </a:extLst>
            </p:cNvPr>
            <p:cNvSpPr/>
            <p:nvPr/>
          </p:nvSpPr>
          <p:spPr>
            <a:xfrm>
              <a:off x="4198620" y="50916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0" name="object 377">
              <a:extLst>
                <a:ext uri="{FF2B5EF4-FFF2-40B4-BE49-F238E27FC236}">
                  <a16:creationId xmlns:a16="http://schemas.microsoft.com/office/drawing/2014/main" id="{86203BB3-45C5-4E92-A1F7-8E6EDBA937DB}"/>
                </a:ext>
              </a:extLst>
            </p:cNvPr>
            <p:cNvSpPr/>
            <p:nvPr/>
          </p:nvSpPr>
          <p:spPr>
            <a:xfrm>
              <a:off x="4198620" y="5177026"/>
              <a:ext cx="91440" cy="85347"/>
            </a:xfrm>
            <a:prstGeom prst="rect">
              <a:avLst/>
            </a:prstGeom>
            <a:blipFill>
              <a:blip r:embed="rId101" cstate="print"/>
              <a:stretch>
                <a:fillRect/>
              </a:stretch>
            </a:blipFill>
          </p:spPr>
          <p:txBody>
            <a:bodyPr wrap="square" lIns="0" tIns="0" rIns="0" bIns="0" rtlCol="0"/>
            <a:lstStyle/>
            <a:p>
              <a:endParaRPr sz="2000"/>
            </a:p>
          </p:txBody>
        </p:sp>
        <p:sp>
          <p:nvSpPr>
            <p:cNvPr id="871" name="object 378">
              <a:extLst>
                <a:ext uri="{FF2B5EF4-FFF2-40B4-BE49-F238E27FC236}">
                  <a16:creationId xmlns:a16="http://schemas.microsoft.com/office/drawing/2014/main" id="{24F83500-6E66-4FFF-B1E5-141FD521AF70}"/>
                </a:ext>
              </a:extLst>
            </p:cNvPr>
            <p:cNvSpPr/>
            <p:nvPr/>
          </p:nvSpPr>
          <p:spPr>
            <a:xfrm>
              <a:off x="4198620" y="517702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72" name="object 379">
              <a:extLst>
                <a:ext uri="{FF2B5EF4-FFF2-40B4-BE49-F238E27FC236}">
                  <a16:creationId xmlns:a16="http://schemas.microsoft.com/office/drawing/2014/main" id="{10182543-1384-4592-957A-AF465708EA60}"/>
                </a:ext>
              </a:extLst>
            </p:cNvPr>
            <p:cNvSpPr/>
            <p:nvPr/>
          </p:nvSpPr>
          <p:spPr>
            <a:xfrm>
              <a:off x="3832860" y="4920996"/>
              <a:ext cx="91440" cy="85342"/>
            </a:xfrm>
            <a:prstGeom prst="rect">
              <a:avLst/>
            </a:prstGeom>
            <a:blipFill>
              <a:blip r:embed="rId102" cstate="print"/>
              <a:stretch>
                <a:fillRect/>
              </a:stretch>
            </a:blipFill>
          </p:spPr>
          <p:txBody>
            <a:bodyPr wrap="square" lIns="0" tIns="0" rIns="0" bIns="0" rtlCol="0"/>
            <a:lstStyle/>
            <a:p>
              <a:endParaRPr sz="2000"/>
            </a:p>
          </p:txBody>
        </p:sp>
        <p:sp>
          <p:nvSpPr>
            <p:cNvPr id="873" name="object 380">
              <a:extLst>
                <a:ext uri="{FF2B5EF4-FFF2-40B4-BE49-F238E27FC236}">
                  <a16:creationId xmlns:a16="http://schemas.microsoft.com/office/drawing/2014/main" id="{EC12C853-D70E-4690-8DA8-7A88E64564B0}"/>
                </a:ext>
              </a:extLst>
            </p:cNvPr>
            <p:cNvSpPr/>
            <p:nvPr/>
          </p:nvSpPr>
          <p:spPr>
            <a:xfrm>
              <a:off x="3832860" y="49209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4" name="object 381">
              <a:extLst>
                <a:ext uri="{FF2B5EF4-FFF2-40B4-BE49-F238E27FC236}">
                  <a16:creationId xmlns:a16="http://schemas.microsoft.com/office/drawing/2014/main" id="{84E94DAC-3AFC-45D3-81CD-F04004FF838E}"/>
                </a:ext>
              </a:extLst>
            </p:cNvPr>
            <p:cNvSpPr/>
            <p:nvPr/>
          </p:nvSpPr>
          <p:spPr>
            <a:xfrm>
              <a:off x="3924300" y="4920996"/>
              <a:ext cx="91440" cy="85342"/>
            </a:xfrm>
            <a:prstGeom prst="rect">
              <a:avLst/>
            </a:prstGeom>
            <a:blipFill>
              <a:blip r:embed="rId98" cstate="print"/>
              <a:stretch>
                <a:fillRect/>
              </a:stretch>
            </a:blipFill>
          </p:spPr>
          <p:txBody>
            <a:bodyPr wrap="square" lIns="0" tIns="0" rIns="0" bIns="0" rtlCol="0"/>
            <a:lstStyle/>
            <a:p>
              <a:endParaRPr sz="2000"/>
            </a:p>
          </p:txBody>
        </p:sp>
        <p:sp>
          <p:nvSpPr>
            <p:cNvPr id="875" name="object 382">
              <a:extLst>
                <a:ext uri="{FF2B5EF4-FFF2-40B4-BE49-F238E27FC236}">
                  <a16:creationId xmlns:a16="http://schemas.microsoft.com/office/drawing/2014/main" id="{FE13ECAC-21DB-4A3D-A55D-97C3EBB5D8A8}"/>
                </a:ext>
              </a:extLst>
            </p:cNvPr>
            <p:cNvSpPr/>
            <p:nvPr/>
          </p:nvSpPr>
          <p:spPr>
            <a:xfrm>
              <a:off x="3924300" y="49209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6" name="object 383">
              <a:extLst>
                <a:ext uri="{FF2B5EF4-FFF2-40B4-BE49-F238E27FC236}">
                  <a16:creationId xmlns:a16="http://schemas.microsoft.com/office/drawing/2014/main" id="{693485D8-0343-40A7-9AEC-A89FE4C78220}"/>
                </a:ext>
              </a:extLst>
            </p:cNvPr>
            <p:cNvSpPr/>
            <p:nvPr/>
          </p:nvSpPr>
          <p:spPr>
            <a:xfrm>
              <a:off x="4015740" y="4920996"/>
              <a:ext cx="92962" cy="85342"/>
            </a:xfrm>
            <a:prstGeom prst="rect">
              <a:avLst/>
            </a:prstGeom>
            <a:blipFill>
              <a:blip r:embed="rId103" cstate="print"/>
              <a:stretch>
                <a:fillRect/>
              </a:stretch>
            </a:blipFill>
          </p:spPr>
          <p:txBody>
            <a:bodyPr wrap="square" lIns="0" tIns="0" rIns="0" bIns="0" rtlCol="0"/>
            <a:lstStyle/>
            <a:p>
              <a:endParaRPr sz="2000"/>
            </a:p>
          </p:txBody>
        </p:sp>
        <p:sp>
          <p:nvSpPr>
            <p:cNvPr id="877" name="object 384">
              <a:extLst>
                <a:ext uri="{FF2B5EF4-FFF2-40B4-BE49-F238E27FC236}">
                  <a16:creationId xmlns:a16="http://schemas.microsoft.com/office/drawing/2014/main" id="{9C6C8D55-DFE1-4428-825E-DDF45AB9FC02}"/>
                </a:ext>
              </a:extLst>
            </p:cNvPr>
            <p:cNvSpPr/>
            <p:nvPr/>
          </p:nvSpPr>
          <p:spPr>
            <a:xfrm>
              <a:off x="4015740" y="49209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8" name="object 385">
              <a:extLst>
                <a:ext uri="{FF2B5EF4-FFF2-40B4-BE49-F238E27FC236}">
                  <a16:creationId xmlns:a16="http://schemas.microsoft.com/office/drawing/2014/main" id="{FEDE9B95-D816-4F46-ACF6-51CBB134118D}"/>
                </a:ext>
              </a:extLst>
            </p:cNvPr>
            <p:cNvSpPr/>
            <p:nvPr/>
          </p:nvSpPr>
          <p:spPr>
            <a:xfrm>
              <a:off x="3832860" y="5006339"/>
              <a:ext cx="91440" cy="85342"/>
            </a:xfrm>
            <a:prstGeom prst="rect">
              <a:avLst/>
            </a:prstGeom>
            <a:blipFill>
              <a:blip r:embed="rId104" cstate="print"/>
              <a:stretch>
                <a:fillRect/>
              </a:stretch>
            </a:blipFill>
          </p:spPr>
          <p:txBody>
            <a:bodyPr wrap="square" lIns="0" tIns="0" rIns="0" bIns="0" rtlCol="0"/>
            <a:lstStyle/>
            <a:p>
              <a:endParaRPr sz="2000"/>
            </a:p>
          </p:txBody>
        </p:sp>
        <p:sp>
          <p:nvSpPr>
            <p:cNvPr id="879" name="object 386">
              <a:extLst>
                <a:ext uri="{FF2B5EF4-FFF2-40B4-BE49-F238E27FC236}">
                  <a16:creationId xmlns:a16="http://schemas.microsoft.com/office/drawing/2014/main" id="{9B37A610-A3D1-4138-A435-653092CBBC0B}"/>
                </a:ext>
              </a:extLst>
            </p:cNvPr>
            <p:cNvSpPr/>
            <p:nvPr/>
          </p:nvSpPr>
          <p:spPr>
            <a:xfrm>
              <a:off x="3832860" y="50063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0" name="object 387">
              <a:extLst>
                <a:ext uri="{FF2B5EF4-FFF2-40B4-BE49-F238E27FC236}">
                  <a16:creationId xmlns:a16="http://schemas.microsoft.com/office/drawing/2014/main" id="{DA630D97-F0CE-426F-A3C5-5978C9A1686E}"/>
                </a:ext>
              </a:extLst>
            </p:cNvPr>
            <p:cNvSpPr/>
            <p:nvPr/>
          </p:nvSpPr>
          <p:spPr>
            <a:xfrm>
              <a:off x="3924300" y="5006339"/>
              <a:ext cx="91440" cy="85342"/>
            </a:xfrm>
            <a:prstGeom prst="rect">
              <a:avLst/>
            </a:prstGeom>
            <a:blipFill>
              <a:blip r:embed="rId99" cstate="print"/>
              <a:stretch>
                <a:fillRect/>
              </a:stretch>
            </a:blipFill>
          </p:spPr>
          <p:txBody>
            <a:bodyPr wrap="square" lIns="0" tIns="0" rIns="0" bIns="0" rtlCol="0"/>
            <a:lstStyle/>
            <a:p>
              <a:endParaRPr sz="2000"/>
            </a:p>
          </p:txBody>
        </p:sp>
        <p:sp>
          <p:nvSpPr>
            <p:cNvPr id="881" name="object 388">
              <a:extLst>
                <a:ext uri="{FF2B5EF4-FFF2-40B4-BE49-F238E27FC236}">
                  <a16:creationId xmlns:a16="http://schemas.microsoft.com/office/drawing/2014/main" id="{96FD1470-C771-4A2B-8E0A-33BBDA42A7FD}"/>
                </a:ext>
              </a:extLst>
            </p:cNvPr>
            <p:cNvSpPr/>
            <p:nvPr/>
          </p:nvSpPr>
          <p:spPr>
            <a:xfrm>
              <a:off x="3924300" y="50063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2" name="object 389">
              <a:extLst>
                <a:ext uri="{FF2B5EF4-FFF2-40B4-BE49-F238E27FC236}">
                  <a16:creationId xmlns:a16="http://schemas.microsoft.com/office/drawing/2014/main" id="{750101BA-9AC5-455E-B253-9A88D21C8F81}"/>
                </a:ext>
              </a:extLst>
            </p:cNvPr>
            <p:cNvSpPr/>
            <p:nvPr/>
          </p:nvSpPr>
          <p:spPr>
            <a:xfrm>
              <a:off x="4015740" y="5006339"/>
              <a:ext cx="92962" cy="85342"/>
            </a:xfrm>
            <a:prstGeom prst="rect">
              <a:avLst/>
            </a:prstGeom>
            <a:blipFill>
              <a:blip r:embed="rId105" cstate="print"/>
              <a:stretch>
                <a:fillRect/>
              </a:stretch>
            </a:blipFill>
          </p:spPr>
          <p:txBody>
            <a:bodyPr wrap="square" lIns="0" tIns="0" rIns="0" bIns="0" rtlCol="0"/>
            <a:lstStyle/>
            <a:p>
              <a:endParaRPr sz="2000"/>
            </a:p>
          </p:txBody>
        </p:sp>
        <p:sp>
          <p:nvSpPr>
            <p:cNvPr id="883" name="object 390">
              <a:extLst>
                <a:ext uri="{FF2B5EF4-FFF2-40B4-BE49-F238E27FC236}">
                  <a16:creationId xmlns:a16="http://schemas.microsoft.com/office/drawing/2014/main" id="{8EEAE64E-7339-4639-8776-303DC6DF7F5B}"/>
                </a:ext>
              </a:extLst>
            </p:cNvPr>
            <p:cNvSpPr/>
            <p:nvPr/>
          </p:nvSpPr>
          <p:spPr>
            <a:xfrm>
              <a:off x="4015740" y="500633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4" name="object 391">
              <a:extLst>
                <a:ext uri="{FF2B5EF4-FFF2-40B4-BE49-F238E27FC236}">
                  <a16:creationId xmlns:a16="http://schemas.microsoft.com/office/drawing/2014/main" id="{988787BA-6D02-427C-AC26-621E05AB1459}"/>
                </a:ext>
              </a:extLst>
            </p:cNvPr>
            <p:cNvSpPr/>
            <p:nvPr/>
          </p:nvSpPr>
          <p:spPr>
            <a:xfrm>
              <a:off x="3832860" y="5091682"/>
              <a:ext cx="91440" cy="85342"/>
            </a:xfrm>
            <a:prstGeom prst="rect">
              <a:avLst/>
            </a:prstGeom>
            <a:blipFill>
              <a:blip r:embed="rId106" cstate="print"/>
              <a:stretch>
                <a:fillRect/>
              </a:stretch>
            </a:blipFill>
          </p:spPr>
          <p:txBody>
            <a:bodyPr wrap="square" lIns="0" tIns="0" rIns="0" bIns="0" rtlCol="0"/>
            <a:lstStyle/>
            <a:p>
              <a:endParaRPr sz="2000"/>
            </a:p>
          </p:txBody>
        </p:sp>
        <p:sp>
          <p:nvSpPr>
            <p:cNvPr id="885" name="object 392">
              <a:extLst>
                <a:ext uri="{FF2B5EF4-FFF2-40B4-BE49-F238E27FC236}">
                  <a16:creationId xmlns:a16="http://schemas.microsoft.com/office/drawing/2014/main" id="{FCE8F822-4B8E-41A6-B7B9-14D9663A9A49}"/>
                </a:ext>
              </a:extLst>
            </p:cNvPr>
            <p:cNvSpPr/>
            <p:nvPr/>
          </p:nvSpPr>
          <p:spPr>
            <a:xfrm>
              <a:off x="3832860" y="50916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6" name="object 393">
              <a:extLst>
                <a:ext uri="{FF2B5EF4-FFF2-40B4-BE49-F238E27FC236}">
                  <a16:creationId xmlns:a16="http://schemas.microsoft.com/office/drawing/2014/main" id="{E5AB7754-1C09-4159-A617-4F977AF60E20}"/>
                </a:ext>
              </a:extLst>
            </p:cNvPr>
            <p:cNvSpPr/>
            <p:nvPr/>
          </p:nvSpPr>
          <p:spPr>
            <a:xfrm>
              <a:off x="3924300" y="5091682"/>
              <a:ext cx="91440" cy="85342"/>
            </a:xfrm>
            <a:prstGeom prst="rect">
              <a:avLst/>
            </a:prstGeom>
            <a:blipFill>
              <a:blip r:embed="rId100" cstate="print"/>
              <a:stretch>
                <a:fillRect/>
              </a:stretch>
            </a:blipFill>
          </p:spPr>
          <p:txBody>
            <a:bodyPr wrap="square" lIns="0" tIns="0" rIns="0" bIns="0" rtlCol="0"/>
            <a:lstStyle/>
            <a:p>
              <a:endParaRPr sz="2000"/>
            </a:p>
          </p:txBody>
        </p:sp>
        <p:sp>
          <p:nvSpPr>
            <p:cNvPr id="887" name="object 394">
              <a:extLst>
                <a:ext uri="{FF2B5EF4-FFF2-40B4-BE49-F238E27FC236}">
                  <a16:creationId xmlns:a16="http://schemas.microsoft.com/office/drawing/2014/main" id="{5EA03DCC-3FAF-454A-8EF6-349F6DAE3FD4}"/>
                </a:ext>
              </a:extLst>
            </p:cNvPr>
            <p:cNvSpPr/>
            <p:nvPr/>
          </p:nvSpPr>
          <p:spPr>
            <a:xfrm>
              <a:off x="3924300" y="50916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8" name="object 395">
              <a:extLst>
                <a:ext uri="{FF2B5EF4-FFF2-40B4-BE49-F238E27FC236}">
                  <a16:creationId xmlns:a16="http://schemas.microsoft.com/office/drawing/2014/main" id="{B18BBB91-13BB-42C1-90F2-CAB99E44B388}"/>
                </a:ext>
              </a:extLst>
            </p:cNvPr>
            <p:cNvSpPr/>
            <p:nvPr/>
          </p:nvSpPr>
          <p:spPr>
            <a:xfrm>
              <a:off x="4015740" y="5091682"/>
              <a:ext cx="92962" cy="85342"/>
            </a:xfrm>
            <a:prstGeom prst="rect">
              <a:avLst/>
            </a:prstGeom>
            <a:blipFill>
              <a:blip r:embed="rId107" cstate="print"/>
              <a:stretch>
                <a:fillRect/>
              </a:stretch>
            </a:blipFill>
          </p:spPr>
          <p:txBody>
            <a:bodyPr wrap="square" lIns="0" tIns="0" rIns="0" bIns="0" rtlCol="0"/>
            <a:lstStyle/>
            <a:p>
              <a:endParaRPr sz="2000"/>
            </a:p>
          </p:txBody>
        </p:sp>
        <p:sp>
          <p:nvSpPr>
            <p:cNvPr id="889" name="object 396">
              <a:extLst>
                <a:ext uri="{FF2B5EF4-FFF2-40B4-BE49-F238E27FC236}">
                  <a16:creationId xmlns:a16="http://schemas.microsoft.com/office/drawing/2014/main" id="{8FB05053-33B5-46A3-8C5C-AECDFBDCBF4F}"/>
                </a:ext>
              </a:extLst>
            </p:cNvPr>
            <p:cNvSpPr/>
            <p:nvPr/>
          </p:nvSpPr>
          <p:spPr>
            <a:xfrm>
              <a:off x="4015740" y="509168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0" name="object 397">
              <a:extLst>
                <a:ext uri="{FF2B5EF4-FFF2-40B4-BE49-F238E27FC236}">
                  <a16:creationId xmlns:a16="http://schemas.microsoft.com/office/drawing/2014/main" id="{770D1A1B-DCEF-4436-811D-F862182868DB}"/>
                </a:ext>
              </a:extLst>
            </p:cNvPr>
            <p:cNvSpPr/>
            <p:nvPr/>
          </p:nvSpPr>
          <p:spPr>
            <a:xfrm>
              <a:off x="3832860" y="5177026"/>
              <a:ext cx="91440" cy="85347"/>
            </a:xfrm>
            <a:prstGeom prst="rect">
              <a:avLst/>
            </a:prstGeom>
            <a:blipFill>
              <a:blip r:embed="rId108" cstate="print"/>
              <a:stretch>
                <a:fillRect/>
              </a:stretch>
            </a:blipFill>
          </p:spPr>
          <p:txBody>
            <a:bodyPr wrap="square" lIns="0" tIns="0" rIns="0" bIns="0" rtlCol="0"/>
            <a:lstStyle/>
            <a:p>
              <a:endParaRPr sz="2000"/>
            </a:p>
          </p:txBody>
        </p:sp>
        <p:sp>
          <p:nvSpPr>
            <p:cNvPr id="891" name="object 398">
              <a:extLst>
                <a:ext uri="{FF2B5EF4-FFF2-40B4-BE49-F238E27FC236}">
                  <a16:creationId xmlns:a16="http://schemas.microsoft.com/office/drawing/2014/main" id="{27D56413-332F-4A16-BAAD-A095FE495073}"/>
                </a:ext>
              </a:extLst>
            </p:cNvPr>
            <p:cNvSpPr/>
            <p:nvPr/>
          </p:nvSpPr>
          <p:spPr>
            <a:xfrm>
              <a:off x="3832860" y="517702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92" name="object 399">
              <a:extLst>
                <a:ext uri="{FF2B5EF4-FFF2-40B4-BE49-F238E27FC236}">
                  <a16:creationId xmlns:a16="http://schemas.microsoft.com/office/drawing/2014/main" id="{02943EC9-00AE-4EEC-9B76-01135BDA38DC}"/>
                </a:ext>
              </a:extLst>
            </p:cNvPr>
            <p:cNvSpPr/>
            <p:nvPr/>
          </p:nvSpPr>
          <p:spPr>
            <a:xfrm>
              <a:off x="3924300" y="5177026"/>
              <a:ext cx="91440" cy="85347"/>
            </a:xfrm>
            <a:prstGeom prst="rect">
              <a:avLst/>
            </a:prstGeom>
            <a:blipFill>
              <a:blip r:embed="rId101" cstate="print"/>
              <a:stretch>
                <a:fillRect/>
              </a:stretch>
            </a:blipFill>
          </p:spPr>
          <p:txBody>
            <a:bodyPr wrap="square" lIns="0" tIns="0" rIns="0" bIns="0" rtlCol="0"/>
            <a:lstStyle/>
            <a:p>
              <a:endParaRPr sz="2000"/>
            </a:p>
          </p:txBody>
        </p:sp>
        <p:sp>
          <p:nvSpPr>
            <p:cNvPr id="893" name="object 400">
              <a:extLst>
                <a:ext uri="{FF2B5EF4-FFF2-40B4-BE49-F238E27FC236}">
                  <a16:creationId xmlns:a16="http://schemas.microsoft.com/office/drawing/2014/main" id="{1C8F378B-550F-475E-AC1B-F3118BD9E5AF}"/>
                </a:ext>
              </a:extLst>
            </p:cNvPr>
            <p:cNvSpPr/>
            <p:nvPr/>
          </p:nvSpPr>
          <p:spPr>
            <a:xfrm>
              <a:off x="3924300" y="517702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94" name="object 401">
              <a:extLst>
                <a:ext uri="{FF2B5EF4-FFF2-40B4-BE49-F238E27FC236}">
                  <a16:creationId xmlns:a16="http://schemas.microsoft.com/office/drawing/2014/main" id="{0935203A-11E3-4206-BFDE-60997D3BC95C}"/>
                </a:ext>
              </a:extLst>
            </p:cNvPr>
            <p:cNvSpPr/>
            <p:nvPr/>
          </p:nvSpPr>
          <p:spPr>
            <a:xfrm>
              <a:off x="4015740" y="5177026"/>
              <a:ext cx="92962" cy="85347"/>
            </a:xfrm>
            <a:prstGeom prst="rect">
              <a:avLst/>
            </a:prstGeom>
            <a:blipFill>
              <a:blip r:embed="rId109" cstate="print"/>
              <a:stretch>
                <a:fillRect/>
              </a:stretch>
            </a:blipFill>
          </p:spPr>
          <p:txBody>
            <a:bodyPr wrap="square" lIns="0" tIns="0" rIns="0" bIns="0" rtlCol="0"/>
            <a:lstStyle/>
            <a:p>
              <a:endParaRPr sz="2000"/>
            </a:p>
          </p:txBody>
        </p:sp>
        <p:sp>
          <p:nvSpPr>
            <p:cNvPr id="895" name="object 402">
              <a:extLst>
                <a:ext uri="{FF2B5EF4-FFF2-40B4-BE49-F238E27FC236}">
                  <a16:creationId xmlns:a16="http://schemas.microsoft.com/office/drawing/2014/main" id="{2C3D0DE9-9636-42EB-9DEC-A544E3D4D77E}"/>
                </a:ext>
              </a:extLst>
            </p:cNvPr>
            <p:cNvSpPr/>
            <p:nvPr/>
          </p:nvSpPr>
          <p:spPr>
            <a:xfrm>
              <a:off x="4015740" y="517702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96" name="object 403">
              <a:extLst>
                <a:ext uri="{FF2B5EF4-FFF2-40B4-BE49-F238E27FC236}">
                  <a16:creationId xmlns:a16="http://schemas.microsoft.com/office/drawing/2014/main" id="{52485743-7901-4128-A460-8BC4AE23A283}"/>
                </a:ext>
              </a:extLst>
            </p:cNvPr>
            <p:cNvSpPr/>
            <p:nvPr/>
          </p:nvSpPr>
          <p:spPr>
            <a:xfrm>
              <a:off x="4108704" y="4920996"/>
              <a:ext cx="91440" cy="85342"/>
            </a:xfrm>
            <a:prstGeom prst="rect">
              <a:avLst/>
            </a:prstGeom>
            <a:blipFill>
              <a:blip r:embed="rId98" cstate="print"/>
              <a:stretch>
                <a:fillRect/>
              </a:stretch>
            </a:blipFill>
          </p:spPr>
          <p:txBody>
            <a:bodyPr wrap="square" lIns="0" tIns="0" rIns="0" bIns="0" rtlCol="0"/>
            <a:lstStyle/>
            <a:p>
              <a:endParaRPr sz="2000"/>
            </a:p>
          </p:txBody>
        </p:sp>
        <p:sp>
          <p:nvSpPr>
            <p:cNvPr id="897" name="object 404">
              <a:extLst>
                <a:ext uri="{FF2B5EF4-FFF2-40B4-BE49-F238E27FC236}">
                  <a16:creationId xmlns:a16="http://schemas.microsoft.com/office/drawing/2014/main" id="{57176FA1-3C19-4D13-9E6D-BF5888928EC7}"/>
                </a:ext>
              </a:extLst>
            </p:cNvPr>
            <p:cNvSpPr/>
            <p:nvPr/>
          </p:nvSpPr>
          <p:spPr>
            <a:xfrm>
              <a:off x="4108704" y="49209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8" name="object 405">
              <a:extLst>
                <a:ext uri="{FF2B5EF4-FFF2-40B4-BE49-F238E27FC236}">
                  <a16:creationId xmlns:a16="http://schemas.microsoft.com/office/drawing/2014/main" id="{1BFC208B-1F02-41D8-8764-F2FCFFCD84D0}"/>
                </a:ext>
              </a:extLst>
            </p:cNvPr>
            <p:cNvSpPr/>
            <p:nvPr/>
          </p:nvSpPr>
          <p:spPr>
            <a:xfrm>
              <a:off x="4108704" y="5006339"/>
              <a:ext cx="91440" cy="85342"/>
            </a:xfrm>
            <a:prstGeom prst="rect">
              <a:avLst/>
            </a:prstGeom>
            <a:blipFill>
              <a:blip r:embed="rId99" cstate="print"/>
              <a:stretch>
                <a:fillRect/>
              </a:stretch>
            </a:blipFill>
          </p:spPr>
          <p:txBody>
            <a:bodyPr wrap="square" lIns="0" tIns="0" rIns="0" bIns="0" rtlCol="0"/>
            <a:lstStyle/>
            <a:p>
              <a:endParaRPr sz="2000"/>
            </a:p>
          </p:txBody>
        </p:sp>
        <p:sp>
          <p:nvSpPr>
            <p:cNvPr id="899" name="object 406">
              <a:extLst>
                <a:ext uri="{FF2B5EF4-FFF2-40B4-BE49-F238E27FC236}">
                  <a16:creationId xmlns:a16="http://schemas.microsoft.com/office/drawing/2014/main" id="{8A29DCA6-CA2C-40C0-AFBA-6E8EE80D81C4}"/>
                </a:ext>
              </a:extLst>
            </p:cNvPr>
            <p:cNvSpPr/>
            <p:nvPr/>
          </p:nvSpPr>
          <p:spPr>
            <a:xfrm>
              <a:off x="4108704" y="50063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0" name="object 407">
              <a:extLst>
                <a:ext uri="{FF2B5EF4-FFF2-40B4-BE49-F238E27FC236}">
                  <a16:creationId xmlns:a16="http://schemas.microsoft.com/office/drawing/2014/main" id="{CAEA3B36-0A1C-4220-A251-F1838D498356}"/>
                </a:ext>
              </a:extLst>
            </p:cNvPr>
            <p:cNvSpPr/>
            <p:nvPr/>
          </p:nvSpPr>
          <p:spPr>
            <a:xfrm>
              <a:off x="4108704" y="5091682"/>
              <a:ext cx="91440" cy="85342"/>
            </a:xfrm>
            <a:prstGeom prst="rect">
              <a:avLst/>
            </a:prstGeom>
            <a:blipFill>
              <a:blip r:embed="rId100" cstate="print"/>
              <a:stretch>
                <a:fillRect/>
              </a:stretch>
            </a:blipFill>
          </p:spPr>
          <p:txBody>
            <a:bodyPr wrap="square" lIns="0" tIns="0" rIns="0" bIns="0" rtlCol="0"/>
            <a:lstStyle/>
            <a:p>
              <a:endParaRPr sz="2000"/>
            </a:p>
          </p:txBody>
        </p:sp>
        <p:sp>
          <p:nvSpPr>
            <p:cNvPr id="901" name="object 408">
              <a:extLst>
                <a:ext uri="{FF2B5EF4-FFF2-40B4-BE49-F238E27FC236}">
                  <a16:creationId xmlns:a16="http://schemas.microsoft.com/office/drawing/2014/main" id="{49DD9789-8461-4C28-8825-C0041D2BE08A}"/>
                </a:ext>
              </a:extLst>
            </p:cNvPr>
            <p:cNvSpPr/>
            <p:nvPr/>
          </p:nvSpPr>
          <p:spPr>
            <a:xfrm>
              <a:off x="4108704" y="50916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2" name="object 409">
              <a:extLst>
                <a:ext uri="{FF2B5EF4-FFF2-40B4-BE49-F238E27FC236}">
                  <a16:creationId xmlns:a16="http://schemas.microsoft.com/office/drawing/2014/main" id="{A9BD2119-3998-438B-BBAB-1907A388109F}"/>
                </a:ext>
              </a:extLst>
            </p:cNvPr>
            <p:cNvSpPr/>
            <p:nvPr/>
          </p:nvSpPr>
          <p:spPr>
            <a:xfrm>
              <a:off x="4108704" y="5177026"/>
              <a:ext cx="91440" cy="85347"/>
            </a:xfrm>
            <a:prstGeom prst="rect">
              <a:avLst/>
            </a:prstGeom>
            <a:blipFill>
              <a:blip r:embed="rId101" cstate="print"/>
              <a:stretch>
                <a:fillRect/>
              </a:stretch>
            </a:blipFill>
          </p:spPr>
          <p:txBody>
            <a:bodyPr wrap="square" lIns="0" tIns="0" rIns="0" bIns="0" rtlCol="0"/>
            <a:lstStyle/>
            <a:p>
              <a:endParaRPr sz="2000"/>
            </a:p>
          </p:txBody>
        </p:sp>
        <p:sp>
          <p:nvSpPr>
            <p:cNvPr id="903" name="object 410">
              <a:extLst>
                <a:ext uri="{FF2B5EF4-FFF2-40B4-BE49-F238E27FC236}">
                  <a16:creationId xmlns:a16="http://schemas.microsoft.com/office/drawing/2014/main" id="{588B1714-58A9-4DD3-BD05-F250B7DAD837}"/>
                </a:ext>
              </a:extLst>
            </p:cNvPr>
            <p:cNvSpPr/>
            <p:nvPr/>
          </p:nvSpPr>
          <p:spPr>
            <a:xfrm>
              <a:off x="4108704" y="517702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04" name="object 411">
              <a:extLst>
                <a:ext uri="{FF2B5EF4-FFF2-40B4-BE49-F238E27FC236}">
                  <a16:creationId xmlns:a16="http://schemas.microsoft.com/office/drawing/2014/main" id="{EDA0F388-8E68-4564-884F-347765C78867}"/>
                </a:ext>
              </a:extLst>
            </p:cNvPr>
            <p:cNvSpPr/>
            <p:nvPr/>
          </p:nvSpPr>
          <p:spPr>
            <a:xfrm>
              <a:off x="4290060" y="4920996"/>
              <a:ext cx="92962" cy="85342"/>
            </a:xfrm>
            <a:prstGeom prst="rect">
              <a:avLst/>
            </a:prstGeom>
            <a:blipFill>
              <a:blip r:embed="rId98" cstate="print"/>
              <a:stretch>
                <a:fillRect/>
              </a:stretch>
            </a:blipFill>
          </p:spPr>
          <p:txBody>
            <a:bodyPr wrap="square" lIns="0" tIns="0" rIns="0" bIns="0" rtlCol="0"/>
            <a:lstStyle/>
            <a:p>
              <a:endParaRPr sz="2000"/>
            </a:p>
          </p:txBody>
        </p:sp>
        <p:sp>
          <p:nvSpPr>
            <p:cNvPr id="905" name="object 412">
              <a:extLst>
                <a:ext uri="{FF2B5EF4-FFF2-40B4-BE49-F238E27FC236}">
                  <a16:creationId xmlns:a16="http://schemas.microsoft.com/office/drawing/2014/main" id="{E7DF4AE8-5A39-4BA2-90BB-15C9B828B09D}"/>
                </a:ext>
              </a:extLst>
            </p:cNvPr>
            <p:cNvSpPr/>
            <p:nvPr/>
          </p:nvSpPr>
          <p:spPr>
            <a:xfrm>
              <a:off x="4290060" y="49209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6" name="object 413">
              <a:extLst>
                <a:ext uri="{FF2B5EF4-FFF2-40B4-BE49-F238E27FC236}">
                  <a16:creationId xmlns:a16="http://schemas.microsoft.com/office/drawing/2014/main" id="{2851642A-B51D-486A-96D0-FEE8A7ABB5FE}"/>
                </a:ext>
              </a:extLst>
            </p:cNvPr>
            <p:cNvSpPr/>
            <p:nvPr/>
          </p:nvSpPr>
          <p:spPr>
            <a:xfrm>
              <a:off x="4290060" y="5006339"/>
              <a:ext cx="92962" cy="85342"/>
            </a:xfrm>
            <a:prstGeom prst="rect">
              <a:avLst/>
            </a:prstGeom>
            <a:blipFill>
              <a:blip r:embed="rId99" cstate="print"/>
              <a:stretch>
                <a:fillRect/>
              </a:stretch>
            </a:blipFill>
          </p:spPr>
          <p:txBody>
            <a:bodyPr wrap="square" lIns="0" tIns="0" rIns="0" bIns="0" rtlCol="0"/>
            <a:lstStyle/>
            <a:p>
              <a:endParaRPr sz="2000"/>
            </a:p>
          </p:txBody>
        </p:sp>
        <p:sp>
          <p:nvSpPr>
            <p:cNvPr id="907" name="object 414">
              <a:extLst>
                <a:ext uri="{FF2B5EF4-FFF2-40B4-BE49-F238E27FC236}">
                  <a16:creationId xmlns:a16="http://schemas.microsoft.com/office/drawing/2014/main" id="{FE6BEB54-F4CC-41FF-90EE-93343B985265}"/>
                </a:ext>
              </a:extLst>
            </p:cNvPr>
            <p:cNvSpPr/>
            <p:nvPr/>
          </p:nvSpPr>
          <p:spPr>
            <a:xfrm>
              <a:off x="4290060" y="500633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8" name="object 415">
              <a:extLst>
                <a:ext uri="{FF2B5EF4-FFF2-40B4-BE49-F238E27FC236}">
                  <a16:creationId xmlns:a16="http://schemas.microsoft.com/office/drawing/2014/main" id="{B8C20670-B4C8-4A04-BDCC-3EE41636646F}"/>
                </a:ext>
              </a:extLst>
            </p:cNvPr>
            <p:cNvSpPr/>
            <p:nvPr/>
          </p:nvSpPr>
          <p:spPr>
            <a:xfrm>
              <a:off x="4290060" y="5091682"/>
              <a:ext cx="92962" cy="85342"/>
            </a:xfrm>
            <a:prstGeom prst="rect">
              <a:avLst/>
            </a:prstGeom>
            <a:blipFill>
              <a:blip r:embed="rId100" cstate="print"/>
              <a:stretch>
                <a:fillRect/>
              </a:stretch>
            </a:blipFill>
          </p:spPr>
          <p:txBody>
            <a:bodyPr wrap="square" lIns="0" tIns="0" rIns="0" bIns="0" rtlCol="0"/>
            <a:lstStyle/>
            <a:p>
              <a:endParaRPr sz="2000"/>
            </a:p>
          </p:txBody>
        </p:sp>
        <p:sp>
          <p:nvSpPr>
            <p:cNvPr id="909" name="object 416">
              <a:extLst>
                <a:ext uri="{FF2B5EF4-FFF2-40B4-BE49-F238E27FC236}">
                  <a16:creationId xmlns:a16="http://schemas.microsoft.com/office/drawing/2014/main" id="{1A27EE59-A271-47F1-AB8B-E6F7D1BBC5AB}"/>
                </a:ext>
              </a:extLst>
            </p:cNvPr>
            <p:cNvSpPr/>
            <p:nvPr/>
          </p:nvSpPr>
          <p:spPr>
            <a:xfrm>
              <a:off x="4290060" y="509168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0" name="object 417">
              <a:extLst>
                <a:ext uri="{FF2B5EF4-FFF2-40B4-BE49-F238E27FC236}">
                  <a16:creationId xmlns:a16="http://schemas.microsoft.com/office/drawing/2014/main" id="{C333CCE0-1F0E-4508-A704-CB8DD2B11420}"/>
                </a:ext>
              </a:extLst>
            </p:cNvPr>
            <p:cNvSpPr/>
            <p:nvPr/>
          </p:nvSpPr>
          <p:spPr>
            <a:xfrm>
              <a:off x="4290060" y="5177026"/>
              <a:ext cx="92962" cy="85347"/>
            </a:xfrm>
            <a:prstGeom prst="rect">
              <a:avLst/>
            </a:prstGeom>
            <a:blipFill>
              <a:blip r:embed="rId101" cstate="print"/>
              <a:stretch>
                <a:fillRect/>
              </a:stretch>
            </a:blipFill>
          </p:spPr>
          <p:txBody>
            <a:bodyPr wrap="square" lIns="0" tIns="0" rIns="0" bIns="0" rtlCol="0"/>
            <a:lstStyle/>
            <a:p>
              <a:endParaRPr sz="2000"/>
            </a:p>
          </p:txBody>
        </p:sp>
        <p:sp>
          <p:nvSpPr>
            <p:cNvPr id="911" name="object 418">
              <a:extLst>
                <a:ext uri="{FF2B5EF4-FFF2-40B4-BE49-F238E27FC236}">
                  <a16:creationId xmlns:a16="http://schemas.microsoft.com/office/drawing/2014/main" id="{C29BD723-D001-4288-A77F-EE5D8C64E7C7}"/>
                </a:ext>
              </a:extLst>
            </p:cNvPr>
            <p:cNvSpPr/>
            <p:nvPr/>
          </p:nvSpPr>
          <p:spPr>
            <a:xfrm>
              <a:off x="4290060" y="517702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12" name="object 419">
              <a:extLst>
                <a:ext uri="{FF2B5EF4-FFF2-40B4-BE49-F238E27FC236}">
                  <a16:creationId xmlns:a16="http://schemas.microsoft.com/office/drawing/2014/main" id="{658DCF20-A7CC-4B9B-A9C1-CB2BCCB51292}"/>
                </a:ext>
              </a:extLst>
            </p:cNvPr>
            <p:cNvSpPr/>
            <p:nvPr/>
          </p:nvSpPr>
          <p:spPr>
            <a:xfrm>
              <a:off x="4471416" y="4920996"/>
              <a:ext cx="92962" cy="85342"/>
            </a:xfrm>
            <a:prstGeom prst="rect">
              <a:avLst/>
            </a:prstGeom>
            <a:blipFill>
              <a:blip r:embed="rId98" cstate="print"/>
              <a:stretch>
                <a:fillRect/>
              </a:stretch>
            </a:blipFill>
          </p:spPr>
          <p:txBody>
            <a:bodyPr wrap="square" lIns="0" tIns="0" rIns="0" bIns="0" rtlCol="0"/>
            <a:lstStyle/>
            <a:p>
              <a:endParaRPr sz="2000"/>
            </a:p>
          </p:txBody>
        </p:sp>
        <p:sp>
          <p:nvSpPr>
            <p:cNvPr id="913" name="object 420">
              <a:extLst>
                <a:ext uri="{FF2B5EF4-FFF2-40B4-BE49-F238E27FC236}">
                  <a16:creationId xmlns:a16="http://schemas.microsoft.com/office/drawing/2014/main" id="{5C864BFC-1437-4E62-95B0-086846992EC4}"/>
                </a:ext>
              </a:extLst>
            </p:cNvPr>
            <p:cNvSpPr/>
            <p:nvPr/>
          </p:nvSpPr>
          <p:spPr>
            <a:xfrm>
              <a:off x="4471416" y="49209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4" name="object 421">
              <a:extLst>
                <a:ext uri="{FF2B5EF4-FFF2-40B4-BE49-F238E27FC236}">
                  <a16:creationId xmlns:a16="http://schemas.microsoft.com/office/drawing/2014/main" id="{0E4CE698-802C-4A31-AD36-E341CE0CE8A3}"/>
                </a:ext>
              </a:extLst>
            </p:cNvPr>
            <p:cNvSpPr/>
            <p:nvPr/>
          </p:nvSpPr>
          <p:spPr>
            <a:xfrm>
              <a:off x="4471416" y="5006339"/>
              <a:ext cx="92962" cy="85342"/>
            </a:xfrm>
            <a:prstGeom prst="rect">
              <a:avLst/>
            </a:prstGeom>
            <a:blipFill>
              <a:blip r:embed="rId99" cstate="print"/>
              <a:stretch>
                <a:fillRect/>
              </a:stretch>
            </a:blipFill>
          </p:spPr>
          <p:txBody>
            <a:bodyPr wrap="square" lIns="0" tIns="0" rIns="0" bIns="0" rtlCol="0"/>
            <a:lstStyle/>
            <a:p>
              <a:endParaRPr sz="2000"/>
            </a:p>
          </p:txBody>
        </p:sp>
        <p:sp>
          <p:nvSpPr>
            <p:cNvPr id="915" name="object 422">
              <a:extLst>
                <a:ext uri="{FF2B5EF4-FFF2-40B4-BE49-F238E27FC236}">
                  <a16:creationId xmlns:a16="http://schemas.microsoft.com/office/drawing/2014/main" id="{95BB235A-5250-4B63-9337-1CE253F37BE8}"/>
                </a:ext>
              </a:extLst>
            </p:cNvPr>
            <p:cNvSpPr/>
            <p:nvPr/>
          </p:nvSpPr>
          <p:spPr>
            <a:xfrm>
              <a:off x="4471416" y="500633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6" name="object 423">
              <a:extLst>
                <a:ext uri="{FF2B5EF4-FFF2-40B4-BE49-F238E27FC236}">
                  <a16:creationId xmlns:a16="http://schemas.microsoft.com/office/drawing/2014/main" id="{F7E76127-C5F2-4C94-AF86-EBD813218163}"/>
                </a:ext>
              </a:extLst>
            </p:cNvPr>
            <p:cNvSpPr/>
            <p:nvPr/>
          </p:nvSpPr>
          <p:spPr>
            <a:xfrm>
              <a:off x="4471416" y="5091682"/>
              <a:ext cx="92962" cy="85342"/>
            </a:xfrm>
            <a:prstGeom prst="rect">
              <a:avLst/>
            </a:prstGeom>
            <a:blipFill>
              <a:blip r:embed="rId100" cstate="print"/>
              <a:stretch>
                <a:fillRect/>
              </a:stretch>
            </a:blipFill>
          </p:spPr>
          <p:txBody>
            <a:bodyPr wrap="square" lIns="0" tIns="0" rIns="0" bIns="0" rtlCol="0"/>
            <a:lstStyle/>
            <a:p>
              <a:endParaRPr sz="2000"/>
            </a:p>
          </p:txBody>
        </p:sp>
        <p:sp>
          <p:nvSpPr>
            <p:cNvPr id="917" name="object 424">
              <a:extLst>
                <a:ext uri="{FF2B5EF4-FFF2-40B4-BE49-F238E27FC236}">
                  <a16:creationId xmlns:a16="http://schemas.microsoft.com/office/drawing/2014/main" id="{669C0D45-BAD3-4F52-9C3D-1D95011EAB91}"/>
                </a:ext>
              </a:extLst>
            </p:cNvPr>
            <p:cNvSpPr/>
            <p:nvPr/>
          </p:nvSpPr>
          <p:spPr>
            <a:xfrm>
              <a:off x="4471416" y="509168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8" name="object 425">
              <a:extLst>
                <a:ext uri="{FF2B5EF4-FFF2-40B4-BE49-F238E27FC236}">
                  <a16:creationId xmlns:a16="http://schemas.microsoft.com/office/drawing/2014/main" id="{83822378-0836-4F64-993A-0A3DCE857AB8}"/>
                </a:ext>
              </a:extLst>
            </p:cNvPr>
            <p:cNvSpPr/>
            <p:nvPr/>
          </p:nvSpPr>
          <p:spPr>
            <a:xfrm>
              <a:off x="4471416" y="5177026"/>
              <a:ext cx="92962" cy="85347"/>
            </a:xfrm>
            <a:prstGeom prst="rect">
              <a:avLst/>
            </a:prstGeom>
            <a:blipFill>
              <a:blip r:embed="rId101" cstate="print"/>
              <a:stretch>
                <a:fillRect/>
              </a:stretch>
            </a:blipFill>
          </p:spPr>
          <p:txBody>
            <a:bodyPr wrap="square" lIns="0" tIns="0" rIns="0" bIns="0" rtlCol="0"/>
            <a:lstStyle/>
            <a:p>
              <a:endParaRPr sz="2000"/>
            </a:p>
          </p:txBody>
        </p:sp>
        <p:sp>
          <p:nvSpPr>
            <p:cNvPr id="919" name="object 426">
              <a:extLst>
                <a:ext uri="{FF2B5EF4-FFF2-40B4-BE49-F238E27FC236}">
                  <a16:creationId xmlns:a16="http://schemas.microsoft.com/office/drawing/2014/main" id="{E16E6B9F-03C9-4CAA-9444-2F103A64FA67}"/>
                </a:ext>
              </a:extLst>
            </p:cNvPr>
            <p:cNvSpPr/>
            <p:nvPr/>
          </p:nvSpPr>
          <p:spPr>
            <a:xfrm>
              <a:off x="4471416" y="517702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20" name="object 427">
              <a:extLst>
                <a:ext uri="{FF2B5EF4-FFF2-40B4-BE49-F238E27FC236}">
                  <a16:creationId xmlns:a16="http://schemas.microsoft.com/office/drawing/2014/main" id="{33EE6EBE-DDCB-434B-BD40-A7799CD800F9}"/>
                </a:ext>
              </a:extLst>
            </p:cNvPr>
            <p:cNvSpPr/>
            <p:nvPr/>
          </p:nvSpPr>
          <p:spPr>
            <a:xfrm>
              <a:off x="4383024" y="4920996"/>
              <a:ext cx="91440" cy="85342"/>
            </a:xfrm>
            <a:prstGeom prst="rect">
              <a:avLst/>
            </a:prstGeom>
            <a:blipFill>
              <a:blip r:embed="rId103" cstate="print"/>
              <a:stretch>
                <a:fillRect/>
              </a:stretch>
            </a:blipFill>
          </p:spPr>
          <p:txBody>
            <a:bodyPr wrap="square" lIns="0" tIns="0" rIns="0" bIns="0" rtlCol="0"/>
            <a:lstStyle/>
            <a:p>
              <a:endParaRPr sz="2000"/>
            </a:p>
          </p:txBody>
        </p:sp>
        <p:sp>
          <p:nvSpPr>
            <p:cNvPr id="921" name="object 428">
              <a:extLst>
                <a:ext uri="{FF2B5EF4-FFF2-40B4-BE49-F238E27FC236}">
                  <a16:creationId xmlns:a16="http://schemas.microsoft.com/office/drawing/2014/main" id="{F219F396-C579-4A18-9F41-922C1257E773}"/>
                </a:ext>
              </a:extLst>
            </p:cNvPr>
            <p:cNvSpPr/>
            <p:nvPr/>
          </p:nvSpPr>
          <p:spPr>
            <a:xfrm>
              <a:off x="4383024" y="49209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2" name="object 429">
              <a:extLst>
                <a:ext uri="{FF2B5EF4-FFF2-40B4-BE49-F238E27FC236}">
                  <a16:creationId xmlns:a16="http://schemas.microsoft.com/office/drawing/2014/main" id="{0EE5E076-A67D-46C5-B4DE-0F89A20BE259}"/>
                </a:ext>
              </a:extLst>
            </p:cNvPr>
            <p:cNvSpPr/>
            <p:nvPr/>
          </p:nvSpPr>
          <p:spPr>
            <a:xfrm>
              <a:off x="4383024" y="5006339"/>
              <a:ext cx="91440" cy="85342"/>
            </a:xfrm>
            <a:prstGeom prst="rect">
              <a:avLst/>
            </a:prstGeom>
            <a:blipFill>
              <a:blip r:embed="rId105" cstate="print"/>
              <a:stretch>
                <a:fillRect/>
              </a:stretch>
            </a:blipFill>
          </p:spPr>
          <p:txBody>
            <a:bodyPr wrap="square" lIns="0" tIns="0" rIns="0" bIns="0" rtlCol="0"/>
            <a:lstStyle/>
            <a:p>
              <a:endParaRPr sz="2000"/>
            </a:p>
          </p:txBody>
        </p:sp>
        <p:sp>
          <p:nvSpPr>
            <p:cNvPr id="923" name="object 430">
              <a:extLst>
                <a:ext uri="{FF2B5EF4-FFF2-40B4-BE49-F238E27FC236}">
                  <a16:creationId xmlns:a16="http://schemas.microsoft.com/office/drawing/2014/main" id="{E83880EE-B1E6-4CA0-9A41-4BF5ADD52585}"/>
                </a:ext>
              </a:extLst>
            </p:cNvPr>
            <p:cNvSpPr/>
            <p:nvPr/>
          </p:nvSpPr>
          <p:spPr>
            <a:xfrm>
              <a:off x="4383024" y="50063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4" name="object 431">
              <a:extLst>
                <a:ext uri="{FF2B5EF4-FFF2-40B4-BE49-F238E27FC236}">
                  <a16:creationId xmlns:a16="http://schemas.microsoft.com/office/drawing/2014/main" id="{16E6332F-A032-41AB-91C3-D6742A9479CE}"/>
                </a:ext>
              </a:extLst>
            </p:cNvPr>
            <p:cNvSpPr/>
            <p:nvPr/>
          </p:nvSpPr>
          <p:spPr>
            <a:xfrm>
              <a:off x="4383024" y="5091682"/>
              <a:ext cx="91440" cy="85342"/>
            </a:xfrm>
            <a:prstGeom prst="rect">
              <a:avLst/>
            </a:prstGeom>
            <a:blipFill>
              <a:blip r:embed="rId107" cstate="print"/>
              <a:stretch>
                <a:fillRect/>
              </a:stretch>
            </a:blipFill>
          </p:spPr>
          <p:txBody>
            <a:bodyPr wrap="square" lIns="0" tIns="0" rIns="0" bIns="0" rtlCol="0"/>
            <a:lstStyle/>
            <a:p>
              <a:endParaRPr sz="2000"/>
            </a:p>
          </p:txBody>
        </p:sp>
        <p:sp>
          <p:nvSpPr>
            <p:cNvPr id="925" name="object 432">
              <a:extLst>
                <a:ext uri="{FF2B5EF4-FFF2-40B4-BE49-F238E27FC236}">
                  <a16:creationId xmlns:a16="http://schemas.microsoft.com/office/drawing/2014/main" id="{906EC5EE-A2C3-4643-BFF0-2878DA80F099}"/>
                </a:ext>
              </a:extLst>
            </p:cNvPr>
            <p:cNvSpPr/>
            <p:nvPr/>
          </p:nvSpPr>
          <p:spPr>
            <a:xfrm>
              <a:off x="4383024" y="50916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6" name="object 433">
              <a:extLst>
                <a:ext uri="{FF2B5EF4-FFF2-40B4-BE49-F238E27FC236}">
                  <a16:creationId xmlns:a16="http://schemas.microsoft.com/office/drawing/2014/main" id="{515F1288-996E-49F1-8449-7A78D5B446C3}"/>
                </a:ext>
              </a:extLst>
            </p:cNvPr>
            <p:cNvSpPr/>
            <p:nvPr/>
          </p:nvSpPr>
          <p:spPr>
            <a:xfrm>
              <a:off x="4383024" y="5177026"/>
              <a:ext cx="91440" cy="85347"/>
            </a:xfrm>
            <a:prstGeom prst="rect">
              <a:avLst/>
            </a:prstGeom>
            <a:blipFill>
              <a:blip r:embed="rId109" cstate="print"/>
              <a:stretch>
                <a:fillRect/>
              </a:stretch>
            </a:blipFill>
          </p:spPr>
          <p:txBody>
            <a:bodyPr wrap="square" lIns="0" tIns="0" rIns="0" bIns="0" rtlCol="0"/>
            <a:lstStyle/>
            <a:p>
              <a:endParaRPr sz="2000"/>
            </a:p>
          </p:txBody>
        </p:sp>
        <p:sp>
          <p:nvSpPr>
            <p:cNvPr id="927" name="object 434">
              <a:extLst>
                <a:ext uri="{FF2B5EF4-FFF2-40B4-BE49-F238E27FC236}">
                  <a16:creationId xmlns:a16="http://schemas.microsoft.com/office/drawing/2014/main" id="{222C0851-8839-496B-BE57-4DA7B446F21E}"/>
                </a:ext>
              </a:extLst>
            </p:cNvPr>
            <p:cNvSpPr/>
            <p:nvPr/>
          </p:nvSpPr>
          <p:spPr>
            <a:xfrm>
              <a:off x="4383024" y="517702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grpSp>
      <p:sp>
        <p:nvSpPr>
          <p:cNvPr id="928" name="object 435">
            <a:extLst>
              <a:ext uri="{FF2B5EF4-FFF2-40B4-BE49-F238E27FC236}">
                <a16:creationId xmlns:a16="http://schemas.microsoft.com/office/drawing/2014/main" id="{65540AC0-6EA9-4951-AFD3-0242BC476D86}"/>
              </a:ext>
            </a:extLst>
          </p:cNvPr>
          <p:cNvSpPr txBox="1"/>
          <p:nvPr/>
        </p:nvSpPr>
        <p:spPr>
          <a:xfrm>
            <a:off x="2456998" y="5429703"/>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sp>
        <p:nvSpPr>
          <p:cNvPr id="929" name="object 436">
            <a:extLst>
              <a:ext uri="{FF2B5EF4-FFF2-40B4-BE49-F238E27FC236}">
                <a16:creationId xmlns:a16="http://schemas.microsoft.com/office/drawing/2014/main" id="{4D7B0A3F-6E1B-4794-8A8C-3E8A941DB048}"/>
              </a:ext>
            </a:extLst>
          </p:cNvPr>
          <p:cNvSpPr txBox="1"/>
          <p:nvPr/>
        </p:nvSpPr>
        <p:spPr>
          <a:xfrm>
            <a:off x="3788949" y="5429703"/>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nvGrpSpPr>
          <p:cNvPr id="930" name="object 437">
            <a:extLst>
              <a:ext uri="{FF2B5EF4-FFF2-40B4-BE49-F238E27FC236}">
                <a16:creationId xmlns:a16="http://schemas.microsoft.com/office/drawing/2014/main" id="{0A176E2E-2F6B-4DDA-BF10-F1DF1862CB90}"/>
              </a:ext>
            </a:extLst>
          </p:cNvPr>
          <p:cNvGrpSpPr/>
          <p:nvPr/>
        </p:nvGrpSpPr>
        <p:grpSpPr>
          <a:xfrm>
            <a:off x="2771253" y="5395777"/>
            <a:ext cx="774700" cy="833967"/>
            <a:chOff x="2649982" y="4908549"/>
            <a:chExt cx="697230" cy="750570"/>
          </a:xfrm>
        </p:grpSpPr>
        <p:sp>
          <p:nvSpPr>
            <p:cNvPr id="931" name="object 438">
              <a:extLst>
                <a:ext uri="{FF2B5EF4-FFF2-40B4-BE49-F238E27FC236}">
                  <a16:creationId xmlns:a16="http://schemas.microsoft.com/office/drawing/2014/main" id="{AE1D32B5-7FC7-485D-8EEB-E64E6FB36E17}"/>
                </a:ext>
              </a:extLst>
            </p:cNvPr>
            <p:cNvSpPr/>
            <p:nvPr/>
          </p:nvSpPr>
          <p:spPr>
            <a:xfrm>
              <a:off x="2656332" y="4914899"/>
              <a:ext cx="684530" cy="553720"/>
            </a:xfrm>
            <a:custGeom>
              <a:avLst/>
              <a:gdLst/>
              <a:ahLst/>
              <a:cxnLst/>
              <a:rect l="l" t="t" r="r" b="b"/>
              <a:pathLst>
                <a:path w="684529" h="553720">
                  <a:moveTo>
                    <a:pt x="598932" y="277365"/>
                  </a:moveTo>
                  <a:lnTo>
                    <a:pt x="684274" y="277365"/>
                  </a:lnTo>
                  <a:lnTo>
                    <a:pt x="684274" y="184402"/>
                  </a:lnTo>
                  <a:lnTo>
                    <a:pt x="598932" y="184402"/>
                  </a:lnTo>
                  <a:lnTo>
                    <a:pt x="598932" y="277365"/>
                  </a:lnTo>
                  <a:close/>
                </a:path>
                <a:path w="684529" h="553720">
                  <a:moveTo>
                    <a:pt x="512064" y="277365"/>
                  </a:moveTo>
                  <a:lnTo>
                    <a:pt x="598929" y="277365"/>
                  </a:lnTo>
                  <a:lnTo>
                    <a:pt x="598929" y="184402"/>
                  </a:lnTo>
                  <a:lnTo>
                    <a:pt x="512064" y="184402"/>
                  </a:lnTo>
                  <a:lnTo>
                    <a:pt x="512064" y="277365"/>
                  </a:lnTo>
                  <a:close/>
                </a:path>
                <a:path w="684529" h="553720">
                  <a:moveTo>
                    <a:pt x="426720" y="277365"/>
                  </a:moveTo>
                  <a:lnTo>
                    <a:pt x="512062" y="277365"/>
                  </a:lnTo>
                  <a:lnTo>
                    <a:pt x="512062" y="184402"/>
                  </a:lnTo>
                  <a:lnTo>
                    <a:pt x="426720" y="184402"/>
                  </a:lnTo>
                  <a:lnTo>
                    <a:pt x="426720" y="277365"/>
                  </a:lnTo>
                  <a:close/>
                </a:path>
                <a:path w="684529" h="553720">
                  <a:moveTo>
                    <a:pt x="341376" y="277365"/>
                  </a:moveTo>
                  <a:lnTo>
                    <a:pt x="426723" y="277365"/>
                  </a:lnTo>
                  <a:lnTo>
                    <a:pt x="426723" y="184402"/>
                  </a:lnTo>
                  <a:lnTo>
                    <a:pt x="341376" y="184402"/>
                  </a:lnTo>
                  <a:lnTo>
                    <a:pt x="341376" y="277365"/>
                  </a:lnTo>
                  <a:close/>
                </a:path>
                <a:path w="684529" h="553720">
                  <a:moveTo>
                    <a:pt x="256032" y="277365"/>
                  </a:moveTo>
                  <a:lnTo>
                    <a:pt x="341374" y="277365"/>
                  </a:lnTo>
                  <a:lnTo>
                    <a:pt x="341374" y="184402"/>
                  </a:lnTo>
                  <a:lnTo>
                    <a:pt x="256032" y="184402"/>
                  </a:lnTo>
                  <a:lnTo>
                    <a:pt x="256032" y="277365"/>
                  </a:lnTo>
                  <a:close/>
                </a:path>
                <a:path w="684529" h="553720">
                  <a:moveTo>
                    <a:pt x="170688" y="277365"/>
                  </a:moveTo>
                  <a:lnTo>
                    <a:pt x="256030" y="277365"/>
                  </a:lnTo>
                  <a:lnTo>
                    <a:pt x="256030" y="184402"/>
                  </a:lnTo>
                  <a:lnTo>
                    <a:pt x="170688" y="184402"/>
                  </a:lnTo>
                  <a:lnTo>
                    <a:pt x="170688" y="277365"/>
                  </a:lnTo>
                  <a:close/>
                </a:path>
                <a:path w="684529" h="553720">
                  <a:moveTo>
                    <a:pt x="85344" y="277365"/>
                  </a:moveTo>
                  <a:lnTo>
                    <a:pt x="170686" y="277365"/>
                  </a:lnTo>
                  <a:lnTo>
                    <a:pt x="170686" y="184402"/>
                  </a:lnTo>
                  <a:lnTo>
                    <a:pt x="85344" y="184402"/>
                  </a:lnTo>
                  <a:lnTo>
                    <a:pt x="85344" y="277365"/>
                  </a:lnTo>
                  <a:close/>
                </a:path>
                <a:path w="684529" h="553720">
                  <a:moveTo>
                    <a:pt x="0" y="277365"/>
                  </a:moveTo>
                  <a:lnTo>
                    <a:pt x="85342" y="277365"/>
                  </a:lnTo>
                  <a:lnTo>
                    <a:pt x="85342" y="184402"/>
                  </a:lnTo>
                  <a:lnTo>
                    <a:pt x="0" y="184402"/>
                  </a:lnTo>
                  <a:lnTo>
                    <a:pt x="0" y="277365"/>
                  </a:lnTo>
                  <a:close/>
                </a:path>
                <a:path w="684529" h="553720">
                  <a:moveTo>
                    <a:pt x="598932" y="368805"/>
                  </a:moveTo>
                  <a:lnTo>
                    <a:pt x="684274" y="368805"/>
                  </a:lnTo>
                  <a:lnTo>
                    <a:pt x="684274" y="277365"/>
                  </a:lnTo>
                  <a:lnTo>
                    <a:pt x="598932" y="277365"/>
                  </a:lnTo>
                  <a:lnTo>
                    <a:pt x="598932" y="368805"/>
                  </a:lnTo>
                  <a:close/>
                </a:path>
                <a:path w="684529" h="553720">
                  <a:moveTo>
                    <a:pt x="512064" y="368805"/>
                  </a:moveTo>
                  <a:lnTo>
                    <a:pt x="598929" y="368805"/>
                  </a:lnTo>
                  <a:lnTo>
                    <a:pt x="598929" y="277365"/>
                  </a:lnTo>
                  <a:lnTo>
                    <a:pt x="512064" y="277365"/>
                  </a:lnTo>
                  <a:lnTo>
                    <a:pt x="512064" y="368805"/>
                  </a:lnTo>
                  <a:close/>
                </a:path>
                <a:path w="684529" h="553720">
                  <a:moveTo>
                    <a:pt x="426720" y="368805"/>
                  </a:moveTo>
                  <a:lnTo>
                    <a:pt x="512062" y="368805"/>
                  </a:lnTo>
                  <a:lnTo>
                    <a:pt x="512062" y="277365"/>
                  </a:lnTo>
                  <a:lnTo>
                    <a:pt x="426720" y="277365"/>
                  </a:lnTo>
                  <a:lnTo>
                    <a:pt x="426720" y="368805"/>
                  </a:lnTo>
                  <a:close/>
                </a:path>
                <a:path w="684529" h="553720">
                  <a:moveTo>
                    <a:pt x="341376" y="368805"/>
                  </a:moveTo>
                  <a:lnTo>
                    <a:pt x="426723" y="368805"/>
                  </a:lnTo>
                  <a:lnTo>
                    <a:pt x="426723" y="277365"/>
                  </a:lnTo>
                  <a:lnTo>
                    <a:pt x="341376" y="277365"/>
                  </a:lnTo>
                  <a:lnTo>
                    <a:pt x="341376" y="368805"/>
                  </a:lnTo>
                  <a:close/>
                </a:path>
                <a:path w="684529" h="553720">
                  <a:moveTo>
                    <a:pt x="256032" y="368805"/>
                  </a:moveTo>
                  <a:lnTo>
                    <a:pt x="341374" y="368805"/>
                  </a:lnTo>
                  <a:lnTo>
                    <a:pt x="341374" y="277365"/>
                  </a:lnTo>
                  <a:lnTo>
                    <a:pt x="256032" y="277365"/>
                  </a:lnTo>
                  <a:lnTo>
                    <a:pt x="256032" y="368805"/>
                  </a:lnTo>
                  <a:close/>
                </a:path>
                <a:path w="684529" h="553720">
                  <a:moveTo>
                    <a:pt x="170688" y="368805"/>
                  </a:moveTo>
                  <a:lnTo>
                    <a:pt x="256030" y="368805"/>
                  </a:lnTo>
                  <a:lnTo>
                    <a:pt x="256030" y="277365"/>
                  </a:lnTo>
                  <a:lnTo>
                    <a:pt x="170688" y="277365"/>
                  </a:lnTo>
                  <a:lnTo>
                    <a:pt x="170688" y="368805"/>
                  </a:lnTo>
                  <a:close/>
                </a:path>
                <a:path w="684529" h="553720">
                  <a:moveTo>
                    <a:pt x="85344" y="368805"/>
                  </a:moveTo>
                  <a:lnTo>
                    <a:pt x="170686" y="368805"/>
                  </a:lnTo>
                  <a:lnTo>
                    <a:pt x="170686" y="277365"/>
                  </a:lnTo>
                  <a:lnTo>
                    <a:pt x="85344" y="277365"/>
                  </a:lnTo>
                  <a:lnTo>
                    <a:pt x="85344" y="368805"/>
                  </a:lnTo>
                  <a:close/>
                </a:path>
                <a:path w="684529" h="553720">
                  <a:moveTo>
                    <a:pt x="0" y="368805"/>
                  </a:moveTo>
                  <a:lnTo>
                    <a:pt x="85342" y="368805"/>
                  </a:lnTo>
                  <a:lnTo>
                    <a:pt x="85342" y="277365"/>
                  </a:lnTo>
                  <a:lnTo>
                    <a:pt x="0" y="277365"/>
                  </a:lnTo>
                  <a:lnTo>
                    <a:pt x="0" y="368805"/>
                  </a:lnTo>
                  <a:close/>
                </a:path>
                <a:path w="684529" h="553720">
                  <a:moveTo>
                    <a:pt x="598932" y="461774"/>
                  </a:moveTo>
                  <a:lnTo>
                    <a:pt x="684274" y="461774"/>
                  </a:lnTo>
                  <a:lnTo>
                    <a:pt x="684274" y="368806"/>
                  </a:lnTo>
                  <a:lnTo>
                    <a:pt x="598932" y="368806"/>
                  </a:lnTo>
                  <a:lnTo>
                    <a:pt x="598932" y="461774"/>
                  </a:lnTo>
                  <a:close/>
                </a:path>
                <a:path w="684529" h="553720">
                  <a:moveTo>
                    <a:pt x="512064" y="461774"/>
                  </a:moveTo>
                  <a:lnTo>
                    <a:pt x="598929" y="461774"/>
                  </a:lnTo>
                  <a:lnTo>
                    <a:pt x="598929" y="368806"/>
                  </a:lnTo>
                  <a:lnTo>
                    <a:pt x="512064" y="368806"/>
                  </a:lnTo>
                  <a:lnTo>
                    <a:pt x="512064" y="461774"/>
                  </a:lnTo>
                  <a:close/>
                </a:path>
                <a:path w="684529" h="553720">
                  <a:moveTo>
                    <a:pt x="426720" y="461774"/>
                  </a:moveTo>
                  <a:lnTo>
                    <a:pt x="512062" y="461774"/>
                  </a:lnTo>
                  <a:lnTo>
                    <a:pt x="512062" y="368806"/>
                  </a:lnTo>
                  <a:lnTo>
                    <a:pt x="426720" y="368806"/>
                  </a:lnTo>
                  <a:lnTo>
                    <a:pt x="426720" y="461774"/>
                  </a:lnTo>
                  <a:close/>
                </a:path>
                <a:path w="684529" h="553720">
                  <a:moveTo>
                    <a:pt x="341376" y="461774"/>
                  </a:moveTo>
                  <a:lnTo>
                    <a:pt x="426723" y="461774"/>
                  </a:lnTo>
                  <a:lnTo>
                    <a:pt x="426723" y="368806"/>
                  </a:lnTo>
                  <a:lnTo>
                    <a:pt x="341376" y="368806"/>
                  </a:lnTo>
                  <a:lnTo>
                    <a:pt x="341376" y="461774"/>
                  </a:lnTo>
                  <a:close/>
                </a:path>
                <a:path w="684529" h="553720">
                  <a:moveTo>
                    <a:pt x="256032" y="461774"/>
                  </a:moveTo>
                  <a:lnTo>
                    <a:pt x="341374" y="461774"/>
                  </a:lnTo>
                  <a:lnTo>
                    <a:pt x="341374" y="368806"/>
                  </a:lnTo>
                  <a:lnTo>
                    <a:pt x="256032" y="368806"/>
                  </a:lnTo>
                  <a:lnTo>
                    <a:pt x="256032" y="461774"/>
                  </a:lnTo>
                  <a:close/>
                </a:path>
                <a:path w="684529" h="553720">
                  <a:moveTo>
                    <a:pt x="170688" y="461774"/>
                  </a:moveTo>
                  <a:lnTo>
                    <a:pt x="256030" y="461774"/>
                  </a:lnTo>
                  <a:lnTo>
                    <a:pt x="256030" y="368806"/>
                  </a:lnTo>
                  <a:lnTo>
                    <a:pt x="170688" y="368806"/>
                  </a:lnTo>
                  <a:lnTo>
                    <a:pt x="170688" y="461774"/>
                  </a:lnTo>
                  <a:close/>
                </a:path>
                <a:path w="684529" h="553720">
                  <a:moveTo>
                    <a:pt x="85344" y="461774"/>
                  </a:moveTo>
                  <a:lnTo>
                    <a:pt x="170686" y="461774"/>
                  </a:lnTo>
                  <a:lnTo>
                    <a:pt x="170686" y="368806"/>
                  </a:lnTo>
                  <a:lnTo>
                    <a:pt x="85344" y="368806"/>
                  </a:lnTo>
                  <a:lnTo>
                    <a:pt x="85344" y="461774"/>
                  </a:lnTo>
                  <a:close/>
                </a:path>
                <a:path w="684529" h="553720">
                  <a:moveTo>
                    <a:pt x="0" y="461774"/>
                  </a:moveTo>
                  <a:lnTo>
                    <a:pt x="85342" y="461774"/>
                  </a:lnTo>
                  <a:lnTo>
                    <a:pt x="85342" y="368806"/>
                  </a:lnTo>
                  <a:lnTo>
                    <a:pt x="0" y="368806"/>
                  </a:lnTo>
                  <a:lnTo>
                    <a:pt x="0" y="461774"/>
                  </a:lnTo>
                  <a:close/>
                </a:path>
                <a:path w="684529" h="553720">
                  <a:moveTo>
                    <a:pt x="598932" y="553214"/>
                  </a:moveTo>
                  <a:lnTo>
                    <a:pt x="684274" y="553214"/>
                  </a:lnTo>
                  <a:lnTo>
                    <a:pt x="684274" y="461774"/>
                  </a:lnTo>
                  <a:lnTo>
                    <a:pt x="598932" y="461774"/>
                  </a:lnTo>
                  <a:lnTo>
                    <a:pt x="598932" y="553214"/>
                  </a:lnTo>
                  <a:close/>
                </a:path>
                <a:path w="684529" h="553720">
                  <a:moveTo>
                    <a:pt x="512064" y="553214"/>
                  </a:moveTo>
                  <a:lnTo>
                    <a:pt x="598929" y="553214"/>
                  </a:lnTo>
                  <a:lnTo>
                    <a:pt x="598929" y="461774"/>
                  </a:lnTo>
                  <a:lnTo>
                    <a:pt x="512064" y="461774"/>
                  </a:lnTo>
                  <a:lnTo>
                    <a:pt x="512064" y="553214"/>
                  </a:lnTo>
                  <a:close/>
                </a:path>
                <a:path w="684529" h="553720">
                  <a:moveTo>
                    <a:pt x="426720" y="553214"/>
                  </a:moveTo>
                  <a:lnTo>
                    <a:pt x="512062" y="553214"/>
                  </a:lnTo>
                  <a:lnTo>
                    <a:pt x="512062" y="461774"/>
                  </a:lnTo>
                  <a:lnTo>
                    <a:pt x="426720" y="461774"/>
                  </a:lnTo>
                  <a:lnTo>
                    <a:pt x="426720" y="553214"/>
                  </a:lnTo>
                  <a:close/>
                </a:path>
                <a:path w="684529" h="553720">
                  <a:moveTo>
                    <a:pt x="341376" y="553214"/>
                  </a:moveTo>
                  <a:lnTo>
                    <a:pt x="426723" y="553214"/>
                  </a:lnTo>
                  <a:lnTo>
                    <a:pt x="426723" y="461774"/>
                  </a:lnTo>
                  <a:lnTo>
                    <a:pt x="341376" y="461774"/>
                  </a:lnTo>
                  <a:lnTo>
                    <a:pt x="341376" y="553214"/>
                  </a:lnTo>
                  <a:close/>
                </a:path>
                <a:path w="684529" h="553720">
                  <a:moveTo>
                    <a:pt x="256032" y="553214"/>
                  </a:moveTo>
                  <a:lnTo>
                    <a:pt x="341374" y="553214"/>
                  </a:lnTo>
                  <a:lnTo>
                    <a:pt x="341374" y="461774"/>
                  </a:lnTo>
                  <a:lnTo>
                    <a:pt x="256032" y="461774"/>
                  </a:lnTo>
                  <a:lnTo>
                    <a:pt x="256032" y="553214"/>
                  </a:lnTo>
                  <a:close/>
                </a:path>
                <a:path w="684529" h="553720">
                  <a:moveTo>
                    <a:pt x="170688" y="553214"/>
                  </a:moveTo>
                  <a:lnTo>
                    <a:pt x="256030" y="553214"/>
                  </a:lnTo>
                  <a:lnTo>
                    <a:pt x="256030" y="461774"/>
                  </a:lnTo>
                  <a:lnTo>
                    <a:pt x="170688" y="461774"/>
                  </a:lnTo>
                  <a:lnTo>
                    <a:pt x="170688" y="553214"/>
                  </a:lnTo>
                  <a:close/>
                </a:path>
                <a:path w="684529" h="553720">
                  <a:moveTo>
                    <a:pt x="85344" y="553214"/>
                  </a:moveTo>
                  <a:lnTo>
                    <a:pt x="170686" y="553214"/>
                  </a:lnTo>
                  <a:lnTo>
                    <a:pt x="170686" y="461774"/>
                  </a:lnTo>
                  <a:lnTo>
                    <a:pt x="85344" y="461774"/>
                  </a:lnTo>
                  <a:lnTo>
                    <a:pt x="85344" y="553214"/>
                  </a:lnTo>
                  <a:close/>
                </a:path>
                <a:path w="684529" h="553720">
                  <a:moveTo>
                    <a:pt x="0" y="553214"/>
                  </a:moveTo>
                  <a:lnTo>
                    <a:pt x="85342" y="553214"/>
                  </a:lnTo>
                  <a:lnTo>
                    <a:pt x="85342" y="461774"/>
                  </a:lnTo>
                  <a:lnTo>
                    <a:pt x="0" y="461774"/>
                  </a:lnTo>
                  <a:lnTo>
                    <a:pt x="0" y="553214"/>
                  </a:lnTo>
                  <a:close/>
                </a:path>
                <a:path w="684529" h="553720">
                  <a:moveTo>
                    <a:pt x="598932" y="92962"/>
                  </a:moveTo>
                  <a:lnTo>
                    <a:pt x="684274" y="92962"/>
                  </a:lnTo>
                  <a:lnTo>
                    <a:pt x="684274" y="0"/>
                  </a:lnTo>
                  <a:lnTo>
                    <a:pt x="598932" y="0"/>
                  </a:lnTo>
                  <a:lnTo>
                    <a:pt x="598932" y="92962"/>
                  </a:lnTo>
                  <a:close/>
                </a:path>
                <a:path w="684529" h="553720">
                  <a:moveTo>
                    <a:pt x="512064" y="92962"/>
                  </a:moveTo>
                  <a:lnTo>
                    <a:pt x="598929" y="92962"/>
                  </a:lnTo>
                  <a:lnTo>
                    <a:pt x="598929" y="0"/>
                  </a:lnTo>
                  <a:lnTo>
                    <a:pt x="512064" y="0"/>
                  </a:lnTo>
                  <a:lnTo>
                    <a:pt x="512064" y="92962"/>
                  </a:lnTo>
                  <a:close/>
                </a:path>
                <a:path w="684529" h="553720">
                  <a:moveTo>
                    <a:pt x="426720" y="92962"/>
                  </a:moveTo>
                  <a:lnTo>
                    <a:pt x="512062" y="92962"/>
                  </a:lnTo>
                  <a:lnTo>
                    <a:pt x="512062" y="0"/>
                  </a:lnTo>
                  <a:lnTo>
                    <a:pt x="426720" y="0"/>
                  </a:lnTo>
                  <a:lnTo>
                    <a:pt x="426720" y="92962"/>
                  </a:lnTo>
                  <a:close/>
                </a:path>
                <a:path w="684529" h="553720">
                  <a:moveTo>
                    <a:pt x="341376" y="92962"/>
                  </a:moveTo>
                  <a:lnTo>
                    <a:pt x="426723" y="92962"/>
                  </a:lnTo>
                  <a:lnTo>
                    <a:pt x="426723" y="0"/>
                  </a:lnTo>
                  <a:lnTo>
                    <a:pt x="341376" y="0"/>
                  </a:lnTo>
                  <a:lnTo>
                    <a:pt x="341376" y="92962"/>
                  </a:lnTo>
                  <a:close/>
                </a:path>
                <a:path w="684529" h="553720">
                  <a:moveTo>
                    <a:pt x="256032" y="92962"/>
                  </a:moveTo>
                  <a:lnTo>
                    <a:pt x="341374" y="92962"/>
                  </a:lnTo>
                  <a:lnTo>
                    <a:pt x="341374" y="0"/>
                  </a:lnTo>
                  <a:lnTo>
                    <a:pt x="256032" y="0"/>
                  </a:lnTo>
                  <a:lnTo>
                    <a:pt x="256032" y="92962"/>
                  </a:lnTo>
                  <a:close/>
                </a:path>
                <a:path w="684529" h="553720">
                  <a:moveTo>
                    <a:pt x="170688" y="92962"/>
                  </a:moveTo>
                  <a:lnTo>
                    <a:pt x="256030" y="92962"/>
                  </a:lnTo>
                  <a:lnTo>
                    <a:pt x="256030" y="0"/>
                  </a:lnTo>
                  <a:lnTo>
                    <a:pt x="170688" y="0"/>
                  </a:lnTo>
                  <a:lnTo>
                    <a:pt x="170688" y="92962"/>
                  </a:lnTo>
                  <a:close/>
                </a:path>
                <a:path w="684529" h="553720">
                  <a:moveTo>
                    <a:pt x="85344" y="92962"/>
                  </a:moveTo>
                  <a:lnTo>
                    <a:pt x="170686" y="92962"/>
                  </a:lnTo>
                  <a:lnTo>
                    <a:pt x="170686" y="0"/>
                  </a:lnTo>
                  <a:lnTo>
                    <a:pt x="85344" y="0"/>
                  </a:lnTo>
                  <a:lnTo>
                    <a:pt x="85344" y="92962"/>
                  </a:lnTo>
                  <a:close/>
                </a:path>
                <a:path w="684529" h="553720">
                  <a:moveTo>
                    <a:pt x="0" y="92962"/>
                  </a:moveTo>
                  <a:lnTo>
                    <a:pt x="85342" y="92962"/>
                  </a:lnTo>
                  <a:lnTo>
                    <a:pt x="85342" y="0"/>
                  </a:lnTo>
                  <a:lnTo>
                    <a:pt x="0" y="0"/>
                  </a:lnTo>
                  <a:lnTo>
                    <a:pt x="0" y="92962"/>
                  </a:lnTo>
                  <a:close/>
                </a:path>
                <a:path w="684529" h="553720">
                  <a:moveTo>
                    <a:pt x="598932" y="184402"/>
                  </a:moveTo>
                  <a:lnTo>
                    <a:pt x="684274" y="184402"/>
                  </a:lnTo>
                  <a:lnTo>
                    <a:pt x="684274" y="92962"/>
                  </a:lnTo>
                  <a:lnTo>
                    <a:pt x="598932" y="92962"/>
                  </a:lnTo>
                  <a:lnTo>
                    <a:pt x="598932" y="184402"/>
                  </a:lnTo>
                  <a:close/>
                </a:path>
                <a:path w="684529" h="553720">
                  <a:moveTo>
                    <a:pt x="512064" y="184402"/>
                  </a:moveTo>
                  <a:lnTo>
                    <a:pt x="598929" y="184402"/>
                  </a:lnTo>
                  <a:lnTo>
                    <a:pt x="598929" y="92962"/>
                  </a:lnTo>
                  <a:lnTo>
                    <a:pt x="512064" y="92962"/>
                  </a:lnTo>
                  <a:lnTo>
                    <a:pt x="512064" y="184402"/>
                  </a:lnTo>
                  <a:close/>
                </a:path>
                <a:path w="684529" h="553720">
                  <a:moveTo>
                    <a:pt x="426720" y="184402"/>
                  </a:moveTo>
                  <a:lnTo>
                    <a:pt x="512062" y="184402"/>
                  </a:lnTo>
                  <a:lnTo>
                    <a:pt x="512062" y="92962"/>
                  </a:lnTo>
                  <a:lnTo>
                    <a:pt x="426720" y="92962"/>
                  </a:lnTo>
                  <a:lnTo>
                    <a:pt x="426720" y="184402"/>
                  </a:lnTo>
                  <a:close/>
                </a:path>
                <a:path w="684529" h="553720">
                  <a:moveTo>
                    <a:pt x="341376" y="184402"/>
                  </a:moveTo>
                  <a:lnTo>
                    <a:pt x="426723" y="184402"/>
                  </a:lnTo>
                  <a:lnTo>
                    <a:pt x="426723" y="92962"/>
                  </a:lnTo>
                  <a:lnTo>
                    <a:pt x="341376" y="92962"/>
                  </a:lnTo>
                  <a:lnTo>
                    <a:pt x="341376" y="184402"/>
                  </a:lnTo>
                  <a:close/>
                </a:path>
                <a:path w="684529" h="553720">
                  <a:moveTo>
                    <a:pt x="256032" y="184402"/>
                  </a:moveTo>
                  <a:lnTo>
                    <a:pt x="341374" y="184402"/>
                  </a:lnTo>
                  <a:lnTo>
                    <a:pt x="341374" y="92962"/>
                  </a:lnTo>
                  <a:lnTo>
                    <a:pt x="256032" y="92962"/>
                  </a:lnTo>
                  <a:lnTo>
                    <a:pt x="256032" y="184402"/>
                  </a:lnTo>
                  <a:close/>
                </a:path>
                <a:path w="684529" h="553720">
                  <a:moveTo>
                    <a:pt x="170688" y="184402"/>
                  </a:moveTo>
                  <a:lnTo>
                    <a:pt x="256030" y="184402"/>
                  </a:lnTo>
                  <a:lnTo>
                    <a:pt x="256030" y="92962"/>
                  </a:lnTo>
                  <a:lnTo>
                    <a:pt x="170688" y="92962"/>
                  </a:lnTo>
                  <a:lnTo>
                    <a:pt x="170688" y="184402"/>
                  </a:lnTo>
                  <a:close/>
                </a:path>
                <a:path w="684529" h="553720">
                  <a:moveTo>
                    <a:pt x="85344" y="184402"/>
                  </a:moveTo>
                  <a:lnTo>
                    <a:pt x="170686" y="184402"/>
                  </a:lnTo>
                  <a:lnTo>
                    <a:pt x="170686" y="92962"/>
                  </a:lnTo>
                  <a:lnTo>
                    <a:pt x="85344" y="92962"/>
                  </a:lnTo>
                  <a:lnTo>
                    <a:pt x="85344" y="184402"/>
                  </a:lnTo>
                  <a:close/>
                </a:path>
                <a:path w="684529" h="553720">
                  <a:moveTo>
                    <a:pt x="0" y="184402"/>
                  </a:moveTo>
                  <a:lnTo>
                    <a:pt x="85342" y="184402"/>
                  </a:lnTo>
                  <a:lnTo>
                    <a:pt x="85342" y="92962"/>
                  </a:lnTo>
                  <a:lnTo>
                    <a:pt x="0" y="92962"/>
                  </a:lnTo>
                  <a:lnTo>
                    <a:pt x="0" y="184402"/>
                  </a:lnTo>
                  <a:close/>
                </a:path>
              </a:pathLst>
            </a:custGeom>
            <a:ln w="12700">
              <a:solidFill>
                <a:srgbClr val="D1D1D1"/>
              </a:solidFill>
            </a:ln>
          </p:spPr>
          <p:txBody>
            <a:bodyPr wrap="square" lIns="0" tIns="0" rIns="0" bIns="0" rtlCol="0"/>
            <a:lstStyle/>
            <a:p>
              <a:endParaRPr sz="2000"/>
            </a:p>
          </p:txBody>
        </p:sp>
        <p:sp>
          <p:nvSpPr>
            <p:cNvPr id="932" name="object 439">
              <a:extLst>
                <a:ext uri="{FF2B5EF4-FFF2-40B4-BE49-F238E27FC236}">
                  <a16:creationId xmlns:a16="http://schemas.microsoft.com/office/drawing/2014/main" id="{6E2A90AC-2F18-44B5-874D-4A47CDEC1987}"/>
                </a:ext>
              </a:extLst>
            </p:cNvPr>
            <p:cNvSpPr/>
            <p:nvPr/>
          </p:nvSpPr>
          <p:spPr>
            <a:xfrm>
              <a:off x="3255264" y="546811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675F00"/>
            </a:solidFill>
          </p:spPr>
          <p:txBody>
            <a:bodyPr wrap="square" lIns="0" tIns="0" rIns="0" bIns="0" rtlCol="0"/>
            <a:lstStyle/>
            <a:p>
              <a:endParaRPr sz="2000"/>
            </a:p>
          </p:txBody>
        </p:sp>
        <p:sp>
          <p:nvSpPr>
            <p:cNvPr id="933" name="object 440">
              <a:extLst>
                <a:ext uri="{FF2B5EF4-FFF2-40B4-BE49-F238E27FC236}">
                  <a16:creationId xmlns:a16="http://schemas.microsoft.com/office/drawing/2014/main" id="{04352907-F89D-47D4-963B-C3AAAC8921B2}"/>
                </a:ext>
              </a:extLst>
            </p:cNvPr>
            <p:cNvSpPr/>
            <p:nvPr/>
          </p:nvSpPr>
          <p:spPr>
            <a:xfrm>
              <a:off x="3255264" y="546811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34" name="object 441">
              <a:extLst>
                <a:ext uri="{FF2B5EF4-FFF2-40B4-BE49-F238E27FC236}">
                  <a16:creationId xmlns:a16="http://schemas.microsoft.com/office/drawing/2014/main" id="{63793996-1E8D-4F47-9FB0-8CC4276ADF92}"/>
                </a:ext>
              </a:extLst>
            </p:cNvPr>
            <p:cNvSpPr/>
            <p:nvPr/>
          </p:nvSpPr>
          <p:spPr>
            <a:xfrm>
              <a:off x="3168396" y="5468114"/>
              <a:ext cx="86995" cy="91440"/>
            </a:xfrm>
            <a:custGeom>
              <a:avLst/>
              <a:gdLst/>
              <a:ahLst/>
              <a:cxnLst/>
              <a:rect l="l" t="t" r="r" b="b"/>
              <a:pathLst>
                <a:path w="86995" h="91439">
                  <a:moveTo>
                    <a:pt x="86865" y="0"/>
                  </a:moveTo>
                  <a:lnTo>
                    <a:pt x="0" y="0"/>
                  </a:lnTo>
                  <a:lnTo>
                    <a:pt x="0" y="91440"/>
                  </a:lnTo>
                  <a:lnTo>
                    <a:pt x="86865" y="91440"/>
                  </a:lnTo>
                  <a:lnTo>
                    <a:pt x="86865" y="0"/>
                  </a:lnTo>
                  <a:close/>
                </a:path>
              </a:pathLst>
            </a:custGeom>
            <a:solidFill>
              <a:srgbClr val="675F00"/>
            </a:solidFill>
          </p:spPr>
          <p:txBody>
            <a:bodyPr wrap="square" lIns="0" tIns="0" rIns="0" bIns="0" rtlCol="0"/>
            <a:lstStyle/>
            <a:p>
              <a:endParaRPr sz="2000"/>
            </a:p>
          </p:txBody>
        </p:sp>
        <p:sp>
          <p:nvSpPr>
            <p:cNvPr id="935" name="object 442">
              <a:extLst>
                <a:ext uri="{FF2B5EF4-FFF2-40B4-BE49-F238E27FC236}">
                  <a16:creationId xmlns:a16="http://schemas.microsoft.com/office/drawing/2014/main" id="{46E3A46D-237E-4FFE-8EFC-FC50F4AA720B}"/>
                </a:ext>
              </a:extLst>
            </p:cNvPr>
            <p:cNvSpPr/>
            <p:nvPr/>
          </p:nvSpPr>
          <p:spPr>
            <a:xfrm>
              <a:off x="3168396" y="5468114"/>
              <a:ext cx="86995" cy="91440"/>
            </a:xfrm>
            <a:custGeom>
              <a:avLst/>
              <a:gdLst/>
              <a:ahLst/>
              <a:cxnLst/>
              <a:rect l="l" t="t" r="r" b="b"/>
              <a:pathLst>
                <a:path w="86995" h="91439">
                  <a:moveTo>
                    <a:pt x="0" y="91440"/>
                  </a:moveTo>
                  <a:lnTo>
                    <a:pt x="86865" y="91440"/>
                  </a:lnTo>
                  <a:lnTo>
                    <a:pt x="86865"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36" name="object 443">
              <a:extLst>
                <a:ext uri="{FF2B5EF4-FFF2-40B4-BE49-F238E27FC236}">
                  <a16:creationId xmlns:a16="http://schemas.microsoft.com/office/drawing/2014/main" id="{714C416B-0A7A-4996-A5C8-CDABC36FEF26}"/>
                </a:ext>
              </a:extLst>
            </p:cNvPr>
            <p:cNvSpPr/>
            <p:nvPr/>
          </p:nvSpPr>
          <p:spPr>
            <a:xfrm>
              <a:off x="3083052" y="546811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675F00"/>
            </a:solidFill>
          </p:spPr>
          <p:txBody>
            <a:bodyPr wrap="square" lIns="0" tIns="0" rIns="0" bIns="0" rtlCol="0"/>
            <a:lstStyle/>
            <a:p>
              <a:endParaRPr sz="2000"/>
            </a:p>
          </p:txBody>
        </p:sp>
        <p:sp>
          <p:nvSpPr>
            <p:cNvPr id="937" name="object 444">
              <a:extLst>
                <a:ext uri="{FF2B5EF4-FFF2-40B4-BE49-F238E27FC236}">
                  <a16:creationId xmlns:a16="http://schemas.microsoft.com/office/drawing/2014/main" id="{BF1D243F-92FD-4FEF-ACF3-0A840993C225}"/>
                </a:ext>
              </a:extLst>
            </p:cNvPr>
            <p:cNvSpPr/>
            <p:nvPr/>
          </p:nvSpPr>
          <p:spPr>
            <a:xfrm>
              <a:off x="3083052" y="546811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38" name="object 445">
              <a:extLst>
                <a:ext uri="{FF2B5EF4-FFF2-40B4-BE49-F238E27FC236}">
                  <a16:creationId xmlns:a16="http://schemas.microsoft.com/office/drawing/2014/main" id="{ED131968-16E8-48DF-BBFF-C5268BB78555}"/>
                </a:ext>
              </a:extLst>
            </p:cNvPr>
            <p:cNvSpPr/>
            <p:nvPr/>
          </p:nvSpPr>
          <p:spPr>
            <a:xfrm>
              <a:off x="2997708" y="5468114"/>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675F00"/>
            </a:solidFill>
          </p:spPr>
          <p:txBody>
            <a:bodyPr wrap="square" lIns="0" tIns="0" rIns="0" bIns="0" rtlCol="0"/>
            <a:lstStyle/>
            <a:p>
              <a:endParaRPr sz="2000"/>
            </a:p>
          </p:txBody>
        </p:sp>
        <p:sp>
          <p:nvSpPr>
            <p:cNvPr id="939" name="object 446">
              <a:extLst>
                <a:ext uri="{FF2B5EF4-FFF2-40B4-BE49-F238E27FC236}">
                  <a16:creationId xmlns:a16="http://schemas.microsoft.com/office/drawing/2014/main" id="{806B8869-BD9C-4C0F-ABEB-74287924181A}"/>
                </a:ext>
              </a:extLst>
            </p:cNvPr>
            <p:cNvSpPr/>
            <p:nvPr/>
          </p:nvSpPr>
          <p:spPr>
            <a:xfrm>
              <a:off x="2997708" y="5468114"/>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40" name="object 447">
              <a:extLst>
                <a:ext uri="{FF2B5EF4-FFF2-40B4-BE49-F238E27FC236}">
                  <a16:creationId xmlns:a16="http://schemas.microsoft.com/office/drawing/2014/main" id="{E36AF042-400A-4D8F-BE6C-D8735EED14B9}"/>
                </a:ext>
              </a:extLst>
            </p:cNvPr>
            <p:cNvSpPr/>
            <p:nvPr/>
          </p:nvSpPr>
          <p:spPr>
            <a:xfrm>
              <a:off x="2912364" y="546811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675F00"/>
            </a:solidFill>
          </p:spPr>
          <p:txBody>
            <a:bodyPr wrap="square" lIns="0" tIns="0" rIns="0" bIns="0" rtlCol="0"/>
            <a:lstStyle/>
            <a:p>
              <a:endParaRPr sz="2000"/>
            </a:p>
          </p:txBody>
        </p:sp>
        <p:sp>
          <p:nvSpPr>
            <p:cNvPr id="941" name="object 448">
              <a:extLst>
                <a:ext uri="{FF2B5EF4-FFF2-40B4-BE49-F238E27FC236}">
                  <a16:creationId xmlns:a16="http://schemas.microsoft.com/office/drawing/2014/main" id="{DA04EB8D-363D-4866-9C53-E1550ECCD605}"/>
                </a:ext>
              </a:extLst>
            </p:cNvPr>
            <p:cNvSpPr/>
            <p:nvPr/>
          </p:nvSpPr>
          <p:spPr>
            <a:xfrm>
              <a:off x="2912364" y="546811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42" name="object 449">
              <a:extLst>
                <a:ext uri="{FF2B5EF4-FFF2-40B4-BE49-F238E27FC236}">
                  <a16:creationId xmlns:a16="http://schemas.microsoft.com/office/drawing/2014/main" id="{B069C998-00E3-493A-AF60-F988DCB1B9FC}"/>
                </a:ext>
              </a:extLst>
            </p:cNvPr>
            <p:cNvSpPr/>
            <p:nvPr/>
          </p:nvSpPr>
          <p:spPr>
            <a:xfrm>
              <a:off x="2827020" y="546811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675F00"/>
            </a:solidFill>
          </p:spPr>
          <p:txBody>
            <a:bodyPr wrap="square" lIns="0" tIns="0" rIns="0" bIns="0" rtlCol="0"/>
            <a:lstStyle/>
            <a:p>
              <a:endParaRPr sz="2000"/>
            </a:p>
          </p:txBody>
        </p:sp>
        <p:sp>
          <p:nvSpPr>
            <p:cNvPr id="943" name="object 450">
              <a:extLst>
                <a:ext uri="{FF2B5EF4-FFF2-40B4-BE49-F238E27FC236}">
                  <a16:creationId xmlns:a16="http://schemas.microsoft.com/office/drawing/2014/main" id="{74D2672C-FD25-49BC-895C-AEE26B27D1A9}"/>
                </a:ext>
              </a:extLst>
            </p:cNvPr>
            <p:cNvSpPr/>
            <p:nvPr/>
          </p:nvSpPr>
          <p:spPr>
            <a:xfrm>
              <a:off x="2827020" y="546811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44" name="object 451">
              <a:extLst>
                <a:ext uri="{FF2B5EF4-FFF2-40B4-BE49-F238E27FC236}">
                  <a16:creationId xmlns:a16="http://schemas.microsoft.com/office/drawing/2014/main" id="{8C33DBDD-56AC-40E3-ABF5-7EF670BE2514}"/>
                </a:ext>
              </a:extLst>
            </p:cNvPr>
            <p:cNvSpPr/>
            <p:nvPr/>
          </p:nvSpPr>
          <p:spPr>
            <a:xfrm>
              <a:off x="2741676" y="546811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675F00"/>
            </a:solidFill>
          </p:spPr>
          <p:txBody>
            <a:bodyPr wrap="square" lIns="0" tIns="0" rIns="0" bIns="0" rtlCol="0"/>
            <a:lstStyle/>
            <a:p>
              <a:endParaRPr sz="2000"/>
            </a:p>
          </p:txBody>
        </p:sp>
        <p:sp>
          <p:nvSpPr>
            <p:cNvPr id="945" name="object 452">
              <a:extLst>
                <a:ext uri="{FF2B5EF4-FFF2-40B4-BE49-F238E27FC236}">
                  <a16:creationId xmlns:a16="http://schemas.microsoft.com/office/drawing/2014/main" id="{B8CC08D7-0CA3-463C-B24B-1C4BE44D61FC}"/>
                </a:ext>
              </a:extLst>
            </p:cNvPr>
            <p:cNvSpPr/>
            <p:nvPr/>
          </p:nvSpPr>
          <p:spPr>
            <a:xfrm>
              <a:off x="2741676" y="546811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46" name="object 453">
              <a:extLst>
                <a:ext uri="{FF2B5EF4-FFF2-40B4-BE49-F238E27FC236}">
                  <a16:creationId xmlns:a16="http://schemas.microsoft.com/office/drawing/2014/main" id="{591EF438-92BB-4DE6-89C4-F703B76248B0}"/>
                </a:ext>
              </a:extLst>
            </p:cNvPr>
            <p:cNvSpPr/>
            <p:nvPr/>
          </p:nvSpPr>
          <p:spPr>
            <a:xfrm>
              <a:off x="2656332" y="5468114"/>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675F00"/>
            </a:solidFill>
          </p:spPr>
          <p:txBody>
            <a:bodyPr wrap="square" lIns="0" tIns="0" rIns="0" bIns="0" rtlCol="0"/>
            <a:lstStyle/>
            <a:p>
              <a:endParaRPr sz="2000"/>
            </a:p>
          </p:txBody>
        </p:sp>
        <p:sp>
          <p:nvSpPr>
            <p:cNvPr id="947" name="object 454">
              <a:extLst>
                <a:ext uri="{FF2B5EF4-FFF2-40B4-BE49-F238E27FC236}">
                  <a16:creationId xmlns:a16="http://schemas.microsoft.com/office/drawing/2014/main" id="{F7320B90-EB54-441C-B27D-115D6555FF0F}"/>
                </a:ext>
              </a:extLst>
            </p:cNvPr>
            <p:cNvSpPr/>
            <p:nvPr/>
          </p:nvSpPr>
          <p:spPr>
            <a:xfrm>
              <a:off x="2656332" y="5468114"/>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948" name="object 455">
              <a:extLst>
                <a:ext uri="{FF2B5EF4-FFF2-40B4-BE49-F238E27FC236}">
                  <a16:creationId xmlns:a16="http://schemas.microsoft.com/office/drawing/2014/main" id="{75233C3E-0094-4064-A6B3-BB3CA18D4648}"/>
                </a:ext>
              </a:extLst>
            </p:cNvPr>
            <p:cNvSpPr/>
            <p:nvPr/>
          </p:nvSpPr>
          <p:spPr>
            <a:xfrm>
              <a:off x="3255264" y="55595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675F00"/>
            </a:solidFill>
          </p:spPr>
          <p:txBody>
            <a:bodyPr wrap="square" lIns="0" tIns="0" rIns="0" bIns="0" rtlCol="0"/>
            <a:lstStyle/>
            <a:p>
              <a:endParaRPr sz="2000"/>
            </a:p>
          </p:txBody>
        </p:sp>
        <p:sp>
          <p:nvSpPr>
            <p:cNvPr id="949" name="object 456">
              <a:extLst>
                <a:ext uri="{FF2B5EF4-FFF2-40B4-BE49-F238E27FC236}">
                  <a16:creationId xmlns:a16="http://schemas.microsoft.com/office/drawing/2014/main" id="{5A376938-0B64-4602-8B28-56A1109FBCBC}"/>
                </a:ext>
              </a:extLst>
            </p:cNvPr>
            <p:cNvSpPr/>
            <p:nvPr/>
          </p:nvSpPr>
          <p:spPr>
            <a:xfrm>
              <a:off x="3255264" y="55595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950" name="object 457">
              <a:extLst>
                <a:ext uri="{FF2B5EF4-FFF2-40B4-BE49-F238E27FC236}">
                  <a16:creationId xmlns:a16="http://schemas.microsoft.com/office/drawing/2014/main" id="{13AF7D8D-8B49-4FA4-B865-5FB2312AE54D}"/>
                </a:ext>
              </a:extLst>
            </p:cNvPr>
            <p:cNvSpPr/>
            <p:nvPr/>
          </p:nvSpPr>
          <p:spPr>
            <a:xfrm>
              <a:off x="3168396" y="5559554"/>
              <a:ext cx="86995" cy="93345"/>
            </a:xfrm>
            <a:custGeom>
              <a:avLst/>
              <a:gdLst/>
              <a:ahLst/>
              <a:cxnLst/>
              <a:rect l="l" t="t" r="r" b="b"/>
              <a:pathLst>
                <a:path w="86995" h="93345">
                  <a:moveTo>
                    <a:pt x="86865" y="0"/>
                  </a:moveTo>
                  <a:lnTo>
                    <a:pt x="0" y="0"/>
                  </a:lnTo>
                  <a:lnTo>
                    <a:pt x="0" y="92962"/>
                  </a:lnTo>
                  <a:lnTo>
                    <a:pt x="86865" y="92962"/>
                  </a:lnTo>
                  <a:lnTo>
                    <a:pt x="86865" y="0"/>
                  </a:lnTo>
                  <a:close/>
                </a:path>
              </a:pathLst>
            </a:custGeom>
            <a:solidFill>
              <a:srgbClr val="675F00"/>
            </a:solidFill>
          </p:spPr>
          <p:txBody>
            <a:bodyPr wrap="square" lIns="0" tIns="0" rIns="0" bIns="0" rtlCol="0"/>
            <a:lstStyle/>
            <a:p>
              <a:endParaRPr sz="2000"/>
            </a:p>
          </p:txBody>
        </p:sp>
        <p:sp>
          <p:nvSpPr>
            <p:cNvPr id="951" name="object 458">
              <a:extLst>
                <a:ext uri="{FF2B5EF4-FFF2-40B4-BE49-F238E27FC236}">
                  <a16:creationId xmlns:a16="http://schemas.microsoft.com/office/drawing/2014/main" id="{1127A986-63AE-412B-A3FA-3DAC7000A64D}"/>
                </a:ext>
              </a:extLst>
            </p:cNvPr>
            <p:cNvSpPr/>
            <p:nvPr/>
          </p:nvSpPr>
          <p:spPr>
            <a:xfrm>
              <a:off x="3168396" y="5559554"/>
              <a:ext cx="86995" cy="93345"/>
            </a:xfrm>
            <a:custGeom>
              <a:avLst/>
              <a:gdLst/>
              <a:ahLst/>
              <a:cxnLst/>
              <a:rect l="l" t="t" r="r" b="b"/>
              <a:pathLst>
                <a:path w="86995" h="93345">
                  <a:moveTo>
                    <a:pt x="0" y="92962"/>
                  </a:moveTo>
                  <a:lnTo>
                    <a:pt x="86865" y="92962"/>
                  </a:lnTo>
                  <a:lnTo>
                    <a:pt x="86865" y="0"/>
                  </a:lnTo>
                  <a:lnTo>
                    <a:pt x="0" y="0"/>
                  </a:lnTo>
                  <a:lnTo>
                    <a:pt x="0" y="92962"/>
                  </a:lnTo>
                  <a:close/>
                </a:path>
              </a:pathLst>
            </a:custGeom>
            <a:ln w="12700">
              <a:solidFill>
                <a:srgbClr val="000000"/>
              </a:solidFill>
            </a:ln>
          </p:spPr>
          <p:txBody>
            <a:bodyPr wrap="square" lIns="0" tIns="0" rIns="0" bIns="0" rtlCol="0"/>
            <a:lstStyle/>
            <a:p>
              <a:endParaRPr sz="2000"/>
            </a:p>
          </p:txBody>
        </p:sp>
        <p:sp>
          <p:nvSpPr>
            <p:cNvPr id="952" name="object 459">
              <a:extLst>
                <a:ext uri="{FF2B5EF4-FFF2-40B4-BE49-F238E27FC236}">
                  <a16:creationId xmlns:a16="http://schemas.microsoft.com/office/drawing/2014/main" id="{0BBFF322-48F7-4444-9D14-7E1054AD4366}"/>
                </a:ext>
              </a:extLst>
            </p:cNvPr>
            <p:cNvSpPr/>
            <p:nvPr/>
          </p:nvSpPr>
          <p:spPr>
            <a:xfrm>
              <a:off x="3083052" y="55595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675F00"/>
            </a:solidFill>
          </p:spPr>
          <p:txBody>
            <a:bodyPr wrap="square" lIns="0" tIns="0" rIns="0" bIns="0" rtlCol="0"/>
            <a:lstStyle/>
            <a:p>
              <a:endParaRPr sz="2000"/>
            </a:p>
          </p:txBody>
        </p:sp>
        <p:sp>
          <p:nvSpPr>
            <p:cNvPr id="953" name="object 460">
              <a:extLst>
                <a:ext uri="{FF2B5EF4-FFF2-40B4-BE49-F238E27FC236}">
                  <a16:creationId xmlns:a16="http://schemas.microsoft.com/office/drawing/2014/main" id="{C7D7CDDE-BB4A-40F9-BE1E-7A4EB9EFCDE5}"/>
                </a:ext>
              </a:extLst>
            </p:cNvPr>
            <p:cNvSpPr/>
            <p:nvPr/>
          </p:nvSpPr>
          <p:spPr>
            <a:xfrm>
              <a:off x="3083052" y="55595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954" name="object 461">
              <a:extLst>
                <a:ext uri="{FF2B5EF4-FFF2-40B4-BE49-F238E27FC236}">
                  <a16:creationId xmlns:a16="http://schemas.microsoft.com/office/drawing/2014/main" id="{D55AB021-3A96-41F4-9DC1-70D58525030F}"/>
                </a:ext>
              </a:extLst>
            </p:cNvPr>
            <p:cNvSpPr/>
            <p:nvPr/>
          </p:nvSpPr>
          <p:spPr>
            <a:xfrm>
              <a:off x="2997708" y="5559554"/>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675F00"/>
            </a:solidFill>
          </p:spPr>
          <p:txBody>
            <a:bodyPr wrap="square" lIns="0" tIns="0" rIns="0" bIns="0" rtlCol="0"/>
            <a:lstStyle/>
            <a:p>
              <a:endParaRPr sz="2000"/>
            </a:p>
          </p:txBody>
        </p:sp>
        <p:sp>
          <p:nvSpPr>
            <p:cNvPr id="955" name="object 462">
              <a:extLst>
                <a:ext uri="{FF2B5EF4-FFF2-40B4-BE49-F238E27FC236}">
                  <a16:creationId xmlns:a16="http://schemas.microsoft.com/office/drawing/2014/main" id="{36A11824-7086-4530-AB26-FB6D0D91DC54}"/>
                </a:ext>
              </a:extLst>
            </p:cNvPr>
            <p:cNvSpPr/>
            <p:nvPr/>
          </p:nvSpPr>
          <p:spPr>
            <a:xfrm>
              <a:off x="2997708" y="5559554"/>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956" name="object 463">
              <a:extLst>
                <a:ext uri="{FF2B5EF4-FFF2-40B4-BE49-F238E27FC236}">
                  <a16:creationId xmlns:a16="http://schemas.microsoft.com/office/drawing/2014/main" id="{5B37B14C-DD71-431D-BE6A-C8761812C51C}"/>
                </a:ext>
              </a:extLst>
            </p:cNvPr>
            <p:cNvSpPr/>
            <p:nvPr/>
          </p:nvSpPr>
          <p:spPr>
            <a:xfrm>
              <a:off x="2912364" y="55595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675F00"/>
            </a:solidFill>
          </p:spPr>
          <p:txBody>
            <a:bodyPr wrap="square" lIns="0" tIns="0" rIns="0" bIns="0" rtlCol="0"/>
            <a:lstStyle/>
            <a:p>
              <a:endParaRPr sz="2000"/>
            </a:p>
          </p:txBody>
        </p:sp>
        <p:sp>
          <p:nvSpPr>
            <p:cNvPr id="957" name="object 464">
              <a:extLst>
                <a:ext uri="{FF2B5EF4-FFF2-40B4-BE49-F238E27FC236}">
                  <a16:creationId xmlns:a16="http://schemas.microsoft.com/office/drawing/2014/main" id="{3716B25C-BA9D-4877-9E95-FF570DFC4364}"/>
                </a:ext>
              </a:extLst>
            </p:cNvPr>
            <p:cNvSpPr/>
            <p:nvPr/>
          </p:nvSpPr>
          <p:spPr>
            <a:xfrm>
              <a:off x="2912364" y="55595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958" name="object 465">
              <a:extLst>
                <a:ext uri="{FF2B5EF4-FFF2-40B4-BE49-F238E27FC236}">
                  <a16:creationId xmlns:a16="http://schemas.microsoft.com/office/drawing/2014/main" id="{88583BD6-6270-469D-A5CB-A46393F8214D}"/>
                </a:ext>
              </a:extLst>
            </p:cNvPr>
            <p:cNvSpPr/>
            <p:nvPr/>
          </p:nvSpPr>
          <p:spPr>
            <a:xfrm>
              <a:off x="2827020" y="55595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675F00"/>
            </a:solidFill>
          </p:spPr>
          <p:txBody>
            <a:bodyPr wrap="square" lIns="0" tIns="0" rIns="0" bIns="0" rtlCol="0"/>
            <a:lstStyle/>
            <a:p>
              <a:endParaRPr sz="2000"/>
            </a:p>
          </p:txBody>
        </p:sp>
        <p:sp>
          <p:nvSpPr>
            <p:cNvPr id="959" name="object 466">
              <a:extLst>
                <a:ext uri="{FF2B5EF4-FFF2-40B4-BE49-F238E27FC236}">
                  <a16:creationId xmlns:a16="http://schemas.microsoft.com/office/drawing/2014/main" id="{F3B38F76-FF28-42D0-870C-55812C6E0FBF}"/>
                </a:ext>
              </a:extLst>
            </p:cNvPr>
            <p:cNvSpPr/>
            <p:nvPr/>
          </p:nvSpPr>
          <p:spPr>
            <a:xfrm>
              <a:off x="2827020" y="55595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960" name="object 467">
              <a:extLst>
                <a:ext uri="{FF2B5EF4-FFF2-40B4-BE49-F238E27FC236}">
                  <a16:creationId xmlns:a16="http://schemas.microsoft.com/office/drawing/2014/main" id="{538D04C2-337D-429E-87F7-B86AA3ADC83D}"/>
                </a:ext>
              </a:extLst>
            </p:cNvPr>
            <p:cNvSpPr/>
            <p:nvPr/>
          </p:nvSpPr>
          <p:spPr>
            <a:xfrm>
              <a:off x="2741676" y="55595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675F00"/>
            </a:solidFill>
          </p:spPr>
          <p:txBody>
            <a:bodyPr wrap="square" lIns="0" tIns="0" rIns="0" bIns="0" rtlCol="0"/>
            <a:lstStyle/>
            <a:p>
              <a:endParaRPr sz="2000"/>
            </a:p>
          </p:txBody>
        </p:sp>
        <p:sp>
          <p:nvSpPr>
            <p:cNvPr id="961" name="object 468">
              <a:extLst>
                <a:ext uri="{FF2B5EF4-FFF2-40B4-BE49-F238E27FC236}">
                  <a16:creationId xmlns:a16="http://schemas.microsoft.com/office/drawing/2014/main" id="{CFD8BB30-DEF8-426F-95C0-D5C07CD418BF}"/>
                </a:ext>
              </a:extLst>
            </p:cNvPr>
            <p:cNvSpPr/>
            <p:nvPr/>
          </p:nvSpPr>
          <p:spPr>
            <a:xfrm>
              <a:off x="2741676" y="55595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962" name="object 469">
              <a:extLst>
                <a:ext uri="{FF2B5EF4-FFF2-40B4-BE49-F238E27FC236}">
                  <a16:creationId xmlns:a16="http://schemas.microsoft.com/office/drawing/2014/main" id="{76EA3203-D0FC-4968-AA16-0477D6DDC3E7}"/>
                </a:ext>
              </a:extLst>
            </p:cNvPr>
            <p:cNvSpPr/>
            <p:nvPr/>
          </p:nvSpPr>
          <p:spPr>
            <a:xfrm>
              <a:off x="2656332" y="5559554"/>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675F00"/>
            </a:solidFill>
          </p:spPr>
          <p:txBody>
            <a:bodyPr wrap="square" lIns="0" tIns="0" rIns="0" bIns="0" rtlCol="0"/>
            <a:lstStyle/>
            <a:p>
              <a:endParaRPr sz="2000"/>
            </a:p>
          </p:txBody>
        </p:sp>
        <p:sp>
          <p:nvSpPr>
            <p:cNvPr id="963" name="object 470">
              <a:extLst>
                <a:ext uri="{FF2B5EF4-FFF2-40B4-BE49-F238E27FC236}">
                  <a16:creationId xmlns:a16="http://schemas.microsoft.com/office/drawing/2014/main" id="{E141A215-4DA5-4C75-B29B-3FD53A8A59E0}"/>
                </a:ext>
              </a:extLst>
            </p:cNvPr>
            <p:cNvSpPr/>
            <p:nvPr/>
          </p:nvSpPr>
          <p:spPr>
            <a:xfrm>
              <a:off x="2656332" y="5559554"/>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grpSp>
      <p:grpSp>
        <p:nvGrpSpPr>
          <p:cNvPr id="964" name="object 471">
            <a:extLst>
              <a:ext uri="{FF2B5EF4-FFF2-40B4-BE49-F238E27FC236}">
                <a16:creationId xmlns:a16="http://schemas.microsoft.com/office/drawing/2014/main" id="{8F82F788-2BC2-4ED0-8AF5-1AED09D522FC}"/>
              </a:ext>
            </a:extLst>
          </p:cNvPr>
          <p:cNvGrpSpPr/>
          <p:nvPr/>
        </p:nvGrpSpPr>
        <p:grpSpPr>
          <a:xfrm>
            <a:off x="1531732" y="5395777"/>
            <a:ext cx="825500" cy="393700"/>
            <a:chOff x="1534413" y="4908549"/>
            <a:chExt cx="742950" cy="354330"/>
          </a:xfrm>
        </p:grpSpPr>
        <p:sp>
          <p:nvSpPr>
            <p:cNvPr id="965" name="object 472">
              <a:extLst>
                <a:ext uri="{FF2B5EF4-FFF2-40B4-BE49-F238E27FC236}">
                  <a16:creationId xmlns:a16="http://schemas.microsoft.com/office/drawing/2014/main" id="{C4141D6F-3C86-4D4A-BDC8-677EF3112697}"/>
                </a:ext>
              </a:extLst>
            </p:cNvPr>
            <p:cNvSpPr/>
            <p:nvPr/>
          </p:nvSpPr>
          <p:spPr>
            <a:xfrm>
              <a:off x="1540763" y="4914899"/>
              <a:ext cx="547370" cy="341630"/>
            </a:xfrm>
            <a:custGeom>
              <a:avLst/>
              <a:gdLst/>
              <a:ahLst/>
              <a:cxnLst/>
              <a:rect l="l" t="t" r="r" b="b"/>
              <a:pathLst>
                <a:path w="547369" h="341629">
                  <a:moveTo>
                    <a:pt x="182880" y="85342"/>
                  </a:moveTo>
                  <a:lnTo>
                    <a:pt x="275842" y="85342"/>
                  </a:lnTo>
                  <a:lnTo>
                    <a:pt x="275842" y="0"/>
                  </a:lnTo>
                  <a:lnTo>
                    <a:pt x="182880" y="0"/>
                  </a:lnTo>
                  <a:lnTo>
                    <a:pt x="182880" y="85342"/>
                  </a:lnTo>
                  <a:close/>
                </a:path>
                <a:path w="547369" h="341629">
                  <a:moveTo>
                    <a:pt x="182880" y="170685"/>
                  </a:moveTo>
                  <a:lnTo>
                    <a:pt x="275842" y="170685"/>
                  </a:lnTo>
                  <a:lnTo>
                    <a:pt x="275842" y="85342"/>
                  </a:lnTo>
                  <a:lnTo>
                    <a:pt x="182880" y="85342"/>
                  </a:lnTo>
                  <a:lnTo>
                    <a:pt x="182880" y="170685"/>
                  </a:lnTo>
                  <a:close/>
                </a:path>
                <a:path w="547369" h="341629">
                  <a:moveTo>
                    <a:pt x="182880" y="256034"/>
                  </a:moveTo>
                  <a:lnTo>
                    <a:pt x="275842" y="256034"/>
                  </a:lnTo>
                  <a:lnTo>
                    <a:pt x="275842" y="170686"/>
                  </a:lnTo>
                  <a:lnTo>
                    <a:pt x="182880" y="170686"/>
                  </a:lnTo>
                  <a:lnTo>
                    <a:pt x="182880" y="256034"/>
                  </a:lnTo>
                  <a:close/>
                </a:path>
                <a:path w="547369" h="341629">
                  <a:moveTo>
                    <a:pt x="182880" y="341377"/>
                  </a:moveTo>
                  <a:lnTo>
                    <a:pt x="275842" y="341377"/>
                  </a:lnTo>
                  <a:lnTo>
                    <a:pt x="275842" y="256034"/>
                  </a:lnTo>
                  <a:lnTo>
                    <a:pt x="182880" y="256034"/>
                  </a:lnTo>
                  <a:lnTo>
                    <a:pt x="182880" y="341377"/>
                  </a:lnTo>
                  <a:close/>
                </a:path>
                <a:path w="547369" h="341629">
                  <a:moveTo>
                    <a:pt x="275844" y="85342"/>
                  </a:moveTo>
                  <a:lnTo>
                    <a:pt x="367284" y="85342"/>
                  </a:lnTo>
                  <a:lnTo>
                    <a:pt x="367284" y="0"/>
                  </a:lnTo>
                  <a:lnTo>
                    <a:pt x="275844" y="0"/>
                  </a:lnTo>
                  <a:lnTo>
                    <a:pt x="275844" y="85342"/>
                  </a:lnTo>
                  <a:close/>
                </a:path>
                <a:path w="547369" h="341629">
                  <a:moveTo>
                    <a:pt x="275844" y="170685"/>
                  </a:moveTo>
                  <a:lnTo>
                    <a:pt x="367284" y="170685"/>
                  </a:lnTo>
                  <a:lnTo>
                    <a:pt x="367284" y="85342"/>
                  </a:lnTo>
                  <a:lnTo>
                    <a:pt x="275844" y="85342"/>
                  </a:lnTo>
                  <a:lnTo>
                    <a:pt x="275844" y="170685"/>
                  </a:lnTo>
                  <a:close/>
                </a:path>
                <a:path w="547369" h="341629">
                  <a:moveTo>
                    <a:pt x="275844" y="256034"/>
                  </a:moveTo>
                  <a:lnTo>
                    <a:pt x="367284" y="256034"/>
                  </a:lnTo>
                  <a:lnTo>
                    <a:pt x="367284" y="170686"/>
                  </a:lnTo>
                  <a:lnTo>
                    <a:pt x="275844" y="170686"/>
                  </a:lnTo>
                  <a:lnTo>
                    <a:pt x="275844" y="256034"/>
                  </a:lnTo>
                  <a:close/>
                </a:path>
                <a:path w="547369" h="341629">
                  <a:moveTo>
                    <a:pt x="275844" y="341377"/>
                  </a:moveTo>
                  <a:lnTo>
                    <a:pt x="367284" y="341377"/>
                  </a:lnTo>
                  <a:lnTo>
                    <a:pt x="367284" y="256034"/>
                  </a:lnTo>
                  <a:lnTo>
                    <a:pt x="275844" y="256034"/>
                  </a:lnTo>
                  <a:lnTo>
                    <a:pt x="275844" y="341377"/>
                  </a:lnTo>
                  <a:close/>
                </a:path>
                <a:path w="547369" h="341629">
                  <a:moveTo>
                    <a:pt x="364236" y="85342"/>
                  </a:moveTo>
                  <a:lnTo>
                    <a:pt x="455676" y="85342"/>
                  </a:lnTo>
                  <a:lnTo>
                    <a:pt x="455676" y="0"/>
                  </a:lnTo>
                  <a:lnTo>
                    <a:pt x="364236" y="0"/>
                  </a:lnTo>
                  <a:lnTo>
                    <a:pt x="364236" y="85342"/>
                  </a:lnTo>
                  <a:close/>
                </a:path>
                <a:path w="547369" h="341629">
                  <a:moveTo>
                    <a:pt x="364236" y="170685"/>
                  </a:moveTo>
                  <a:lnTo>
                    <a:pt x="455676" y="170685"/>
                  </a:lnTo>
                  <a:lnTo>
                    <a:pt x="455676" y="85342"/>
                  </a:lnTo>
                  <a:lnTo>
                    <a:pt x="364236" y="85342"/>
                  </a:lnTo>
                  <a:lnTo>
                    <a:pt x="364236" y="170685"/>
                  </a:lnTo>
                  <a:close/>
                </a:path>
                <a:path w="547369" h="341629">
                  <a:moveTo>
                    <a:pt x="364236" y="256034"/>
                  </a:moveTo>
                  <a:lnTo>
                    <a:pt x="455676" y="256034"/>
                  </a:lnTo>
                  <a:lnTo>
                    <a:pt x="455676" y="170686"/>
                  </a:lnTo>
                  <a:lnTo>
                    <a:pt x="364236" y="170686"/>
                  </a:lnTo>
                  <a:lnTo>
                    <a:pt x="364236" y="256034"/>
                  </a:lnTo>
                  <a:close/>
                </a:path>
                <a:path w="547369" h="341629">
                  <a:moveTo>
                    <a:pt x="364236" y="341377"/>
                  </a:moveTo>
                  <a:lnTo>
                    <a:pt x="455676" y="341377"/>
                  </a:lnTo>
                  <a:lnTo>
                    <a:pt x="455676" y="256034"/>
                  </a:lnTo>
                  <a:lnTo>
                    <a:pt x="364236" y="256034"/>
                  </a:lnTo>
                  <a:lnTo>
                    <a:pt x="364236" y="341377"/>
                  </a:lnTo>
                  <a:close/>
                </a:path>
                <a:path w="547369" h="341629">
                  <a:moveTo>
                    <a:pt x="455676" y="85342"/>
                  </a:moveTo>
                  <a:lnTo>
                    <a:pt x="547116" y="85342"/>
                  </a:lnTo>
                  <a:lnTo>
                    <a:pt x="547116" y="0"/>
                  </a:lnTo>
                  <a:lnTo>
                    <a:pt x="455676" y="0"/>
                  </a:lnTo>
                  <a:lnTo>
                    <a:pt x="455676" y="85342"/>
                  </a:lnTo>
                  <a:close/>
                </a:path>
                <a:path w="547369" h="341629">
                  <a:moveTo>
                    <a:pt x="455676" y="170685"/>
                  </a:moveTo>
                  <a:lnTo>
                    <a:pt x="547116" y="170685"/>
                  </a:lnTo>
                  <a:lnTo>
                    <a:pt x="547116" y="85342"/>
                  </a:lnTo>
                  <a:lnTo>
                    <a:pt x="455676" y="85342"/>
                  </a:lnTo>
                  <a:lnTo>
                    <a:pt x="455676" y="170685"/>
                  </a:lnTo>
                  <a:close/>
                </a:path>
                <a:path w="547369" h="341629">
                  <a:moveTo>
                    <a:pt x="455676" y="256034"/>
                  </a:moveTo>
                  <a:lnTo>
                    <a:pt x="547116" y="256034"/>
                  </a:lnTo>
                  <a:lnTo>
                    <a:pt x="547116" y="170686"/>
                  </a:lnTo>
                  <a:lnTo>
                    <a:pt x="455676" y="170686"/>
                  </a:lnTo>
                  <a:lnTo>
                    <a:pt x="455676" y="256034"/>
                  </a:lnTo>
                  <a:close/>
                </a:path>
                <a:path w="547369" h="341629">
                  <a:moveTo>
                    <a:pt x="455676" y="341377"/>
                  </a:moveTo>
                  <a:lnTo>
                    <a:pt x="547116" y="341377"/>
                  </a:lnTo>
                  <a:lnTo>
                    <a:pt x="547116" y="256034"/>
                  </a:lnTo>
                  <a:lnTo>
                    <a:pt x="455676" y="256034"/>
                  </a:lnTo>
                  <a:lnTo>
                    <a:pt x="455676" y="341377"/>
                  </a:lnTo>
                  <a:close/>
                </a:path>
                <a:path w="547369" h="341629">
                  <a:moveTo>
                    <a:pt x="0" y="85342"/>
                  </a:moveTo>
                  <a:lnTo>
                    <a:pt x="92962" y="85342"/>
                  </a:lnTo>
                  <a:lnTo>
                    <a:pt x="92962" y="0"/>
                  </a:lnTo>
                  <a:lnTo>
                    <a:pt x="0" y="0"/>
                  </a:lnTo>
                  <a:lnTo>
                    <a:pt x="0" y="85342"/>
                  </a:lnTo>
                  <a:close/>
                </a:path>
                <a:path w="547369" h="341629">
                  <a:moveTo>
                    <a:pt x="0" y="170685"/>
                  </a:moveTo>
                  <a:lnTo>
                    <a:pt x="92962" y="170685"/>
                  </a:lnTo>
                  <a:lnTo>
                    <a:pt x="92962" y="85342"/>
                  </a:lnTo>
                  <a:lnTo>
                    <a:pt x="0" y="85342"/>
                  </a:lnTo>
                  <a:lnTo>
                    <a:pt x="0" y="170685"/>
                  </a:lnTo>
                  <a:close/>
                </a:path>
                <a:path w="547369" h="341629">
                  <a:moveTo>
                    <a:pt x="0" y="256034"/>
                  </a:moveTo>
                  <a:lnTo>
                    <a:pt x="92962" y="256034"/>
                  </a:lnTo>
                  <a:lnTo>
                    <a:pt x="92962" y="170686"/>
                  </a:lnTo>
                  <a:lnTo>
                    <a:pt x="0" y="170686"/>
                  </a:lnTo>
                  <a:lnTo>
                    <a:pt x="0" y="256034"/>
                  </a:lnTo>
                  <a:close/>
                </a:path>
                <a:path w="547369" h="341629">
                  <a:moveTo>
                    <a:pt x="0" y="341377"/>
                  </a:moveTo>
                  <a:lnTo>
                    <a:pt x="92962" y="341377"/>
                  </a:lnTo>
                  <a:lnTo>
                    <a:pt x="92962" y="256034"/>
                  </a:lnTo>
                  <a:lnTo>
                    <a:pt x="0" y="256034"/>
                  </a:lnTo>
                  <a:lnTo>
                    <a:pt x="0" y="341377"/>
                  </a:lnTo>
                  <a:close/>
                </a:path>
                <a:path w="547369" h="341629">
                  <a:moveTo>
                    <a:pt x="92964" y="85342"/>
                  </a:moveTo>
                  <a:lnTo>
                    <a:pt x="184404" y="85342"/>
                  </a:lnTo>
                  <a:lnTo>
                    <a:pt x="184404" y="0"/>
                  </a:lnTo>
                  <a:lnTo>
                    <a:pt x="92964" y="0"/>
                  </a:lnTo>
                  <a:lnTo>
                    <a:pt x="92964" y="85342"/>
                  </a:lnTo>
                  <a:close/>
                </a:path>
                <a:path w="547369" h="341629">
                  <a:moveTo>
                    <a:pt x="92964" y="170685"/>
                  </a:moveTo>
                  <a:lnTo>
                    <a:pt x="184404" y="170685"/>
                  </a:lnTo>
                  <a:lnTo>
                    <a:pt x="184404" y="85342"/>
                  </a:lnTo>
                  <a:lnTo>
                    <a:pt x="92964" y="85342"/>
                  </a:lnTo>
                  <a:lnTo>
                    <a:pt x="92964" y="170685"/>
                  </a:lnTo>
                  <a:close/>
                </a:path>
                <a:path w="547369" h="341629">
                  <a:moveTo>
                    <a:pt x="92964" y="256034"/>
                  </a:moveTo>
                  <a:lnTo>
                    <a:pt x="184404" y="256034"/>
                  </a:lnTo>
                  <a:lnTo>
                    <a:pt x="184404" y="170686"/>
                  </a:lnTo>
                  <a:lnTo>
                    <a:pt x="92964" y="170686"/>
                  </a:lnTo>
                  <a:lnTo>
                    <a:pt x="92964" y="256034"/>
                  </a:lnTo>
                  <a:close/>
                </a:path>
                <a:path w="547369" h="341629">
                  <a:moveTo>
                    <a:pt x="92964" y="341377"/>
                  </a:moveTo>
                  <a:lnTo>
                    <a:pt x="184404" y="341377"/>
                  </a:lnTo>
                  <a:lnTo>
                    <a:pt x="184404" y="256034"/>
                  </a:lnTo>
                  <a:lnTo>
                    <a:pt x="92964" y="256034"/>
                  </a:lnTo>
                  <a:lnTo>
                    <a:pt x="92964" y="341377"/>
                  </a:lnTo>
                  <a:close/>
                </a:path>
              </a:pathLst>
            </a:custGeom>
            <a:ln w="12700">
              <a:solidFill>
                <a:srgbClr val="D1D1D1"/>
              </a:solidFill>
            </a:ln>
          </p:spPr>
          <p:txBody>
            <a:bodyPr wrap="square" lIns="0" tIns="0" rIns="0" bIns="0" rtlCol="0"/>
            <a:lstStyle/>
            <a:p>
              <a:endParaRPr sz="2000"/>
            </a:p>
          </p:txBody>
        </p:sp>
        <p:sp>
          <p:nvSpPr>
            <p:cNvPr id="966" name="object 473">
              <a:extLst>
                <a:ext uri="{FF2B5EF4-FFF2-40B4-BE49-F238E27FC236}">
                  <a16:creationId xmlns:a16="http://schemas.microsoft.com/office/drawing/2014/main" id="{4C346844-A9F9-429F-BE32-5735D84817DB}"/>
                </a:ext>
              </a:extLst>
            </p:cNvPr>
            <p:cNvSpPr/>
            <p:nvPr/>
          </p:nvSpPr>
          <p:spPr>
            <a:xfrm>
              <a:off x="2087880" y="49148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967" name="object 474">
              <a:extLst>
                <a:ext uri="{FF2B5EF4-FFF2-40B4-BE49-F238E27FC236}">
                  <a16:creationId xmlns:a16="http://schemas.microsoft.com/office/drawing/2014/main" id="{86E37EC5-24AA-47F9-B78F-3A11027AB47A}"/>
                </a:ext>
              </a:extLst>
            </p:cNvPr>
            <p:cNvSpPr/>
            <p:nvPr/>
          </p:nvSpPr>
          <p:spPr>
            <a:xfrm>
              <a:off x="2087880" y="49148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8" name="object 475">
              <a:extLst>
                <a:ext uri="{FF2B5EF4-FFF2-40B4-BE49-F238E27FC236}">
                  <a16:creationId xmlns:a16="http://schemas.microsoft.com/office/drawing/2014/main" id="{012774C5-46CB-4516-924F-5CFE9FBACE67}"/>
                </a:ext>
              </a:extLst>
            </p:cNvPr>
            <p:cNvSpPr/>
            <p:nvPr/>
          </p:nvSpPr>
          <p:spPr>
            <a:xfrm>
              <a:off x="2087880" y="50002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969" name="object 476">
              <a:extLst>
                <a:ext uri="{FF2B5EF4-FFF2-40B4-BE49-F238E27FC236}">
                  <a16:creationId xmlns:a16="http://schemas.microsoft.com/office/drawing/2014/main" id="{66008AAC-6888-4716-9F16-3461A635DB3B}"/>
                </a:ext>
              </a:extLst>
            </p:cNvPr>
            <p:cNvSpPr/>
            <p:nvPr/>
          </p:nvSpPr>
          <p:spPr>
            <a:xfrm>
              <a:off x="2087880" y="50002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0" name="object 477">
              <a:extLst>
                <a:ext uri="{FF2B5EF4-FFF2-40B4-BE49-F238E27FC236}">
                  <a16:creationId xmlns:a16="http://schemas.microsoft.com/office/drawing/2014/main" id="{E7312085-24DB-472F-A172-F27993FD4154}"/>
                </a:ext>
              </a:extLst>
            </p:cNvPr>
            <p:cNvSpPr/>
            <p:nvPr/>
          </p:nvSpPr>
          <p:spPr>
            <a:xfrm>
              <a:off x="2087880" y="508558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460F61"/>
            </a:solidFill>
          </p:spPr>
          <p:txBody>
            <a:bodyPr wrap="square" lIns="0" tIns="0" rIns="0" bIns="0" rtlCol="0"/>
            <a:lstStyle/>
            <a:p>
              <a:endParaRPr sz="2000"/>
            </a:p>
          </p:txBody>
        </p:sp>
        <p:sp>
          <p:nvSpPr>
            <p:cNvPr id="971" name="object 478">
              <a:extLst>
                <a:ext uri="{FF2B5EF4-FFF2-40B4-BE49-F238E27FC236}">
                  <a16:creationId xmlns:a16="http://schemas.microsoft.com/office/drawing/2014/main" id="{E74527FB-B5C3-48FC-9EFE-6885B21E2942}"/>
                </a:ext>
              </a:extLst>
            </p:cNvPr>
            <p:cNvSpPr/>
            <p:nvPr/>
          </p:nvSpPr>
          <p:spPr>
            <a:xfrm>
              <a:off x="2087880" y="508558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72" name="object 479">
              <a:extLst>
                <a:ext uri="{FF2B5EF4-FFF2-40B4-BE49-F238E27FC236}">
                  <a16:creationId xmlns:a16="http://schemas.microsoft.com/office/drawing/2014/main" id="{54A9D562-BC26-4DA3-B5F9-9E81DECEE603}"/>
                </a:ext>
              </a:extLst>
            </p:cNvPr>
            <p:cNvSpPr/>
            <p:nvPr/>
          </p:nvSpPr>
          <p:spPr>
            <a:xfrm>
              <a:off x="2087880" y="517093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973" name="object 480">
              <a:extLst>
                <a:ext uri="{FF2B5EF4-FFF2-40B4-BE49-F238E27FC236}">
                  <a16:creationId xmlns:a16="http://schemas.microsoft.com/office/drawing/2014/main" id="{24676B70-3F56-4CD8-BED7-0F29F5245D88}"/>
                </a:ext>
              </a:extLst>
            </p:cNvPr>
            <p:cNvSpPr/>
            <p:nvPr/>
          </p:nvSpPr>
          <p:spPr>
            <a:xfrm>
              <a:off x="2087880" y="517093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4" name="object 481">
              <a:extLst>
                <a:ext uri="{FF2B5EF4-FFF2-40B4-BE49-F238E27FC236}">
                  <a16:creationId xmlns:a16="http://schemas.microsoft.com/office/drawing/2014/main" id="{410FB38F-4938-4F1F-A919-94154BF78D25}"/>
                </a:ext>
              </a:extLst>
            </p:cNvPr>
            <p:cNvSpPr/>
            <p:nvPr/>
          </p:nvSpPr>
          <p:spPr>
            <a:xfrm>
              <a:off x="2179320" y="49148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975" name="object 482">
              <a:extLst>
                <a:ext uri="{FF2B5EF4-FFF2-40B4-BE49-F238E27FC236}">
                  <a16:creationId xmlns:a16="http://schemas.microsoft.com/office/drawing/2014/main" id="{832D636C-DAA3-4895-9799-EA49A35EB237}"/>
                </a:ext>
              </a:extLst>
            </p:cNvPr>
            <p:cNvSpPr/>
            <p:nvPr/>
          </p:nvSpPr>
          <p:spPr>
            <a:xfrm>
              <a:off x="2179320" y="49148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6" name="object 483">
              <a:extLst>
                <a:ext uri="{FF2B5EF4-FFF2-40B4-BE49-F238E27FC236}">
                  <a16:creationId xmlns:a16="http://schemas.microsoft.com/office/drawing/2014/main" id="{B2532BB9-6F44-4235-B3D9-A78CDBBC77D6}"/>
                </a:ext>
              </a:extLst>
            </p:cNvPr>
            <p:cNvSpPr/>
            <p:nvPr/>
          </p:nvSpPr>
          <p:spPr>
            <a:xfrm>
              <a:off x="2179320" y="50002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977" name="object 484">
              <a:extLst>
                <a:ext uri="{FF2B5EF4-FFF2-40B4-BE49-F238E27FC236}">
                  <a16:creationId xmlns:a16="http://schemas.microsoft.com/office/drawing/2014/main" id="{BF203E3A-50C7-4B72-8A22-0B9E81F7ED14}"/>
                </a:ext>
              </a:extLst>
            </p:cNvPr>
            <p:cNvSpPr/>
            <p:nvPr/>
          </p:nvSpPr>
          <p:spPr>
            <a:xfrm>
              <a:off x="2179320" y="50002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8" name="object 485">
              <a:extLst>
                <a:ext uri="{FF2B5EF4-FFF2-40B4-BE49-F238E27FC236}">
                  <a16:creationId xmlns:a16="http://schemas.microsoft.com/office/drawing/2014/main" id="{25CA9E6B-8C61-44BC-A2AF-4BB1BCA52488}"/>
                </a:ext>
              </a:extLst>
            </p:cNvPr>
            <p:cNvSpPr/>
            <p:nvPr/>
          </p:nvSpPr>
          <p:spPr>
            <a:xfrm>
              <a:off x="2179320" y="508558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460F61"/>
            </a:solidFill>
          </p:spPr>
          <p:txBody>
            <a:bodyPr wrap="square" lIns="0" tIns="0" rIns="0" bIns="0" rtlCol="0"/>
            <a:lstStyle/>
            <a:p>
              <a:endParaRPr sz="2000"/>
            </a:p>
          </p:txBody>
        </p:sp>
        <p:sp>
          <p:nvSpPr>
            <p:cNvPr id="979" name="object 486">
              <a:extLst>
                <a:ext uri="{FF2B5EF4-FFF2-40B4-BE49-F238E27FC236}">
                  <a16:creationId xmlns:a16="http://schemas.microsoft.com/office/drawing/2014/main" id="{F2CFB658-DC6D-488E-9223-C34352103827}"/>
                </a:ext>
              </a:extLst>
            </p:cNvPr>
            <p:cNvSpPr/>
            <p:nvPr/>
          </p:nvSpPr>
          <p:spPr>
            <a:xfrm>
              <a:off x="2179320" y="508558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80" name="object 487">
              <a:extLst>
                <a:ext uri="{FF2B5EF4-FFF2-40B4-BE49-F238E27FC236}">
                  <a16:creationId xmlns:a16="http://schemas.microsoft.com/office/drawing/2014/main" id="{59527423-6240-4036-8D23-1D4F7A7A92AD}"/>
                </a:ext>
              </a:extLst>
            </p:cNvPr>
            <p:cNvSpPr/>
            <p:nvPr/>
          </p:nvSpPr>
          <p:spPr>
            <a:xfrm>
              <a:off x="2179320" y="517093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981" name="object 488">
              <a:extLst>
                <a:ext uri="{FF2B5EF4-FFF2-40B4-BE49-F238E27FC236}">
                  <a16:creationId xmlns:a16="http://schemas.microsoft.com/office/drawing/2014/main" id="{79BCC67B-35E4-43C8-B64A-8859C34AE822}"/>
                </a:ext>
              </a:extLst>
            </p:cNvPr>
            <p:cNvSpPr/>
            <p:nvPr/>
          </p:nvSpPr>
          <p:spPr>
            <a:xfrm>
              <a:off x="2179320" y="517093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982" name="Rectangle 488">
            <a:extLst>
              <a:ext uri="{FF2B5EF4-FFF2-40B4-BE49-F238E27FC236}">
                <a16:creationId xmlns:a16="http://schemas.microsoft.com/office/drawing/2014/main" id="{06F98D4D-AE18-4C83-ABE3-2FEB385E3232}"/>
              </a:ext>
            </a:extLst>
          </p:cNvPr>
          <p:cNvSpPr/>
          <p:nvPr/>
        </p:nvSpPr>
        <p:spPr>
          <a:xfrm>
            <a:off x="4898360" y="1886327"/>
            <a:ext cx="4325622" cy="2569934"/>
          </a:xfrm>
          <a:prstGeom prst="rect">
            <a:avLst/>
          </a:prstGeom>
        </p:spPr>
        <p:txBody>
          <a:bodyPr wrap="square">
            <a:spAutoFit/>
          </a:bodyPr>
          <a:lstStyle/>
          <a:p>
            <a:pPr marL="332313" indent="-318908">
              <a:spcBef>
                <a:spcPts val="522"/>
              </a:spcBef>
              <a:buClr>
                <a:srgbClr val="B2B2B2"/>
              </a:buClr>
              <a:buFont typeface="Arial"/>
              <a:buChar char="•"/>
              <a:tabLst>
                <a:tab pos="332313" algn="l"/>
                <a:tab pos="333019" algn="l"/>
              </a:tabLst>
            </a:pPr>
            <a:r>
              <a:rPr lang="en-US" sz="2400" b="1" spc="-6" dirty="0">
                <a:latin typeface="Trebuchet MS"/>
                <a:cs typeface="Trebuchet MS"/>
              </a:rPr>
              <a:t>Backward</a:t>
            </a:r>
            <a:r>
              <a:rPr lang="en-US" sz="2400" b="1" spc="17" dirty="0">
                <a:latin typeface="Trebuchet MS"/>
                <a:cs typeface="Trebuchet MS"/>
              </a:rPr>
              <a:t> </a:t>
            </a:r>
            <a:r>
              <a:rPr lang="en-US" sz="2400" b="1" dirty="0">
                <a:latin typeface="Trebuchet MS"/>
                <a:cs typeface="Trebuchet MS"/>
              </a:rPr>
              <a:t>pass:</a:t>
            </a:r>
            <a:endParaRPr lang="en-US" sz="2400" dirty="0">
              <a:latin typeface="Trebuchet MS"/>
              <a:cs typeface="Trebuchet MS"/>
            </a:endParaRPr>
          </a:p>
          <a:p>
            <a:pPr marL="713310" lvl="1" indent="-319613">
              <a:spcBef>
                <a:spcPts val="572"/>
              </a:spcBef>
              <a:buClr>
                <a:srgbClr val="B2B2B2"/>
              </a:buClr>
              <a:buFont typeface="Arial"/>
              <a:buChar char="•"/>
              <a:tabLst>
                <a:tab pos="713310" algn="l"/>
                <a:tab pos="714015" algn="l"/>
              </a:tabLst>
            </a:pPr>
            <a:r>
              <a:rPr lang="en-US" spc="-6" dirty="0">
                <a:latin typeface="Trebuchet MS"/>
                <a:cs typeface="Trebuchet MS"/>
              </a:rPr>
              <a:t>Computes activation gradients </a:t>
            </a:r>
            <a:r>
              <a:rPr lang="en-US" spc="-11" dirty="0">
                <a:latin typeface="Trebuchet MS"/>
                <a:cs typeface="Trebuchet MS"/>
              </a:rPr>
              <a:t>for </a:t>
            </a:r>
            <a:r>
              <a:rPr lang="en-US" spc="-6" dirty="0">
                <a:latin typeface="Trebuchet MS"/>
                <a:cs typeface="Trebuchet MS"/>
              </a:rPr>
              <a:t>its portion of</a:t>
            </a:r>
            <a:r>
              <a:rPr lang="en-US" spc="178" dirty="0">
                <a:latin typeface="Trebuchet MS"/>
                <a:cs typeface="Trebuchet MS"/>
              </a:rPr>
              <a:t> </a:t>
            </a:r>
            <a:r>
              <a:rPr lang="en-US" spc="-11" dirty="0">
                <a:latin typeface="Trebuchet MS"/>
                <a:cs typeface="Trebuchet MS"/>
              </a:rPr>
              <a:t>minibatch</a:t>
            </a:r>
            <a:endParaRPr lang="en-US" dirty="0">
              <a:latin typeface="Trebuchet MS"/>
              <a:cs typeface="Trebuchet MS"/>
            </a:endParaRPr>
          </a:p>
          <a:p>
            <a:pPr marL="713310" lvl="1" indent="-319613">
              <a:spcBef>
                <a:spcPts val="578"/>
              </a:spcBef>
              <a:buClr>
                <a:srgbClr val="B2B2B2"/>
              </a:buClr>
              <a:buFont typeface="Arial"/>
              <a:buChar char="•"/>
              <a:tabLst>
                <a:tab pos="713310" algn="l"/>
                <a:tab pos="714015" algn="l"/>
              </a:tabLst>
            </a:pPr>
            <a:r>
              <a:rPr lang="en-US" spc="-6" dirty="0">
                <a:latin typeface="Trebuchet MS"/>
                <a:cs typeface="Trebuchet MS"/>
              </a:rPr>
              <a:t>Computes </a:t>
            </a:r>
            <a:r>
              <a:rPr lang="en-US" u="sng" spc="-6" dirty="0">
                <a:uFill>
                  <a:solidFill>
                    <a:srgbClr val="000000"/>
                  </a:solidFill>
                </a:uFill>
                <a:latin typeface="Trebuchet MS"/>
                <a:cs typeface="Trebuchet MS"/>
              </a:rPr>
              <a:t>contribution</a:t>
            </a:r>
            <a:r>
              <a:rPr lang="en-US" spc="-6" dirty="0">
                <a:latin typeface="Trebuchet MS"/>
                <a:cs typeface="Trebuchet MS"/>
              </a:rPr>
              <a:t> to the weight gradient based </a:t>
            </a:r>
            <a:r>
              <a:rPr lang="en-US" spc="-11" dirty="0">
                <a:latin typeface="Trebuchet MS"/>
                <a:cs typeface="Trebuchet MS"/>
              </a:rPr>
              <a:t>on </a:t>
            </a:r>
            <a:r>
              <a:rPr lang="en-US" spc="-6" dirty="0">
                <a:latin typeface="Trebuchet MS"/>
                <a:cs typeface="Trebuchet MS"/>
              </a:rPr>
              <a:t>its portion of</a:t>
            </a:r>
            <a:r>
              <a:rPr lang="en-US" spc="261" dirty="0">
                <a:latin typeface="Trebuchet MS"/>
                <a:cs typeface="Trebuchet MS"/>
              </a:rPr>
              <a:t> </a:t>
            </a:r>
            <a:r>
              <a:rPr lang="en-US" spc="-11" dirty="0">
                <a:latin typeface="Trebuchet MS"/>
                <a:cs typeface="Trebuchet MS"/>
              </a:rPr>
              <a:t>minibatch</a:t>
            </a:r>
            <a:endParaRPr lang="en-US" dirty="0">
              <a:latin typeface="Trebuchet MS"/>
              <a:cs typeface="Trebuchet MS"/>
            </a:endParaRPr>
          </a:p>
          <a:p>
            <a:pPr marL="1031511" lvl="2" indent="-186970">
              <a:spcBef>
                <a:spcPts val="633"/>
              </a:spcBef>
              <a:buClr>
                <a:srgbClr val="B2B2B2"/>
              </a:buClr>
              <a:buFont typeface="Arial"/>
              <a:buChar char="•"/>
              <a:tabLst>
                <a:tab pos="1032217" algn="l"/>
              </a:tabLst>
            </a:pPr>
            <a:r>
              <a:rPr lang="en-US" sz="1600" dirty="0">
                <a:latin typeface="Trebuchet MS"/>
                <a:cs typeface="Trebuchet MS"/>
              </a:rPr>
              <a:t>All </a:t>
            </a:r>
            <a:r>
              <a:rPr lang="en-US" sz="1600" spc="-6" dirty="0">
                <a:latin typeface="Trebuchet MS"/>
                <a:cs typeface="Trebuchet MS"/>
              </a:rPr>
              <a:t>workers’ contributions must be summed before weight</a:t>
            </a:r>
            <a:r>
              <a:rPr lang="en-US" sz="1600" spc="-111" dirty="0">
                <a:latin typeface="Trebuchet MS"/>
                <a:cs typeface="Trebuchet MS"/>
              </a:rPr>
              <a:t> </a:t>
            </a:r>
            <a:r>
              <a:rPr lang="en-US" sz="1600" spc="-6" dirty="0">
                <a:latin typeface="Trebuchet MS"/>
                <a:cs typeface="Trebuchet MS"/>
              </a:rPr>
              <a:t>update</a:t>
            </a:r>
            <a:endParaRPr lang="en-US" sz="1600" dirty="0">
              <a:latin typeface="Trebuchet MS"/>
              <a:cs typeface="Trebuchet MS"/>
            </a:endParaRPr>
          </a:p>
        </p:txBody>
      </p:sp>
      <p:sp>
        <p:nvSpPr>
          <p:cNvPr id="492" name="object 4">
            <a:extLst>
              <a:ext uri="{FF2B5EF4-FFF2-40B4-BE49-F238E27FC236}">
                <a16:creationId xmlns:a16="http://schemas.microsoft.com/office/drawing/2014/main" id="{AB47918C-DD1E-44AF-9232-8F6E3A952BE9}"/>
              </a:ext>
            </a:extLst>
          </p:cNvPr>
          <p:cNvSpPr txBox="1"/>
          <p:nvPr/>
        </p:nvSpPr>
        <p:spPr>
          <a:xfrm>
            <a:off x="4283398" y="2804965"/>
            <a:ext cx="608189"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dW</a:t>
            </a:r>
            <a:r>
              <a:rPr lang="en-US" sz="1556" i="1" spc="-6" dirty="0">
                <a:latin typeface="Arial"/>
                <a:cs typeface="Arial"/>
              </a:rPr>
              <a:t>2</a:t>
            </a:r>
            <a:endParaRPr sz="1556" dirty="0">
              <a:latin typeface="Arial"/>
              <a:cs typeface="Arial"/>
            </a:endParaRPr>
          </a:p>
        </p:txBody>
      </p:sp>
      <p:sp>
        <p:nvSpPr>
          <p:cNvPr id="493" name="object 4">
            <a:extLst>
              <a:ext uri="{FF2B5EF4-FFF2-40B4-BE49-F238E27FC236}">
                <a16:creationId xmlns:a16="http://schemas.microsoft.com/office/drawing/2014/main" id="{71949ACE-9D8F-4E49-9C8E-B15EFC5B8D22}"/>
              </a:ext>
            </a:extLst>
          </p:cNvPr>
          <p:cNvSpPr txBox="1"/>
          <p:nvPr/>
        </p:nvSpPr>
        <p:spPr>
          <a:xfrm>
            <a:off x="4267734" y="3938081"/>
            <a:ext cx="608189"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dW</a:t>
            </a:r>
            <a:r>
              <a:rPr lang="en-US" sz="1556" i="1" spc="-6" dirty="0">
                <a:latin typeface="Arial"/>
                <a:cs typeface="Arial"/>
              </a:rPr>
              <a:t>3</a:t>
            </a:r>
            <a:endParaRPr sz="1556" dirty="0">
              <a:latin typeface="Arial"/>
              <a:cs typeface="Arial"/>
            </a:endParaRPr>
          </a:p>
        </p:txBody>
      </p:sp>
      <p:sp>
        <p:nvSpPr>
          <p:cNvPr id="494" name="object 4">
            <a:extLst>
              <a:ext uri="{FF2B5EF4-FFF2-40B4-BE49-F238E27FC236}">
                <a16:creationId xmlns:a16="http://schemas.microsoft.com/office/drawing/2014/main" id="{56234C80-9382-456B-ADBE-21436C58C0BC}"/>
              </a:ext>
            </a:extLst>
          </p:cNvPr>
          <p:cNvSpPr txBox="1"/>
          <p:nvPr/>
        </p:nvSpPr>
        <p:spPr>
          <a:xfrm>
            <a:off x="4227359" y="5118290"/>
            <a:ext cx="608189"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dW</a:t>
            </a:r>
            <a:r>
              <a:rPr lang="en-US" sz="1556" i="1" spc="-6" dirty="0">
                <a:latin typeface="Arial"/>
                <a:cs typeface="Arial"/>
              </a:rPr>
              <a:t>4</a:t>
            </a:r>
            <a:endParaRPr sz="1556" dirty="0">
              <a:latin typeface="Arial"/>
              <a:cs typeface="Arial"/>
            </a:endParaRPr>
          </a:p>
        </p:txBody>
      </p:sp>
    </p:spTree>
    <p:extLst>
      <p:ext uri="{BB962C8B-B14F-4D97-AF65-F5344CB8AC3E}">
        <p14:creationId xmlns:p14="http://schemas.microsoft.com/office/powerpoint/2010/main" val="49403125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a:t>
            </a:r>
            <a:r>
              <a:rPr lang="en-US" altLang="zh-CN" spc="-89" dirty="0"/>
              <a:t> </a:t>
            </a:r>
            <a:r>
              <a:rPr lang="en-US" altLang="zh-CN" spc="-6" dirty="0"/>
              <a:t>Parallel Training:</a:t>
            </a:r>
            <a:r>
              <a:rPr lang="en-US" altLang="zh-CN" spc="-22" dirty="0"/>
              <a:t> </a:t>
            </a:r>
            <a:r>
              <a:rPr lang="en-US" altLang="zh-CN" spc="-6" dirty="0"/>
              <a:t>Weight Update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Rectangle 3">
            <a:extLst>
              <a:ext uri="{FF2B5EF4-FFF2-40B4-BE49-F238E27FC236}">
                <a16:creationId xmlns:a16="http://schemas.microsoft.com/office/drawing/2014/main" id="{1A517EC6-0536-4A9A-B908-FD4336F5E48E}"/>
              </a:ext>
            </a:extLst>
          </p:cNvPr>
          <p:cNvSpPr/>
          <p:nvPr/>
        </p:nvSpPr>
        <p:spPr>
          <a:xfrm>
            <a:off x="76200" y="1389618"/>
            <a:ext cx="6016830" cy="523220"/>
          </a:xfrm>
          <a:prstGeom prst="rect">
            <a:avLst/>
          </a:prstGeom>
        </p:spPr>
        <p:txBody>
          <a:bodyPr wrap="square">
            <a:spAutoFit/>
          </a:bodyPr>
          <a:lstStyle/>
          <a:p>
            <a:pPr marL="332313" indent="-318908">
              <a:spcBef>
                <a:spcPts val="517"/>
              </a:spcBef>
              <a:buClr>
                <a:srgbClr val="B2B2B2"/>
              </a:buClr>
              <a:buFont typeface="Arial"/>
              <a:buChar char="•"/>
              <a:tabLst>
                <a:tab pos="332313" algn="l"/>
                <a:tab pos="333019" algn="l"/>
              </a:tabLst>
            </a:pPr>
            <a:r>
              <a:rPr lang="en-US" sz="2800" b="1" dirty="0">
                <a:latin typeface="Trebuchet MS"/>
                <a:cs typeface="Trebuchet MS"/>
              </a:rPr>
              <a:t>Weight</a:t>
            </a:r>
            <a:r>
              <a:rPr lang="en-US" sz="2800" b="1" spc="-28" dirty="0">
                <a:latin typeface="Trebuchet MS"/>
                <a:cs typeface="Trebuchet MS"/>
              </a:rPr>
              <a:t> </a:t>
            </a:r>
            <a:r>
              <a:rPr lang="en-US" sz="2800" b="1" spc="-6" dirty="0">
                <a:latin typeface="Trebuchet MS"/>
                <a:cs typeface="Trebuchet MS"/>
              </a:rPr>
              <a:t>update:</a:t>
            </a:r>
            <a:endParaRPr lang="en-US" sz="2800" dirty="0">
              <a:latin typeface="Trebuchet MS"/>
              <a:cs typeface="Trebuchet MS"/>
            </a:endParaRPr>
          </a:p>
        </p:txBody>
      </p:sp>
      <p:sp>
        <p:nvSpPr>
          <p:cNvPr id="8" name="Rectangle 22">
            <a:extLst>
              <a:ext uri="{FF2B5EF4-FFF2-40B4-BE49-F238E27FC236}">
                <a16:creationId xmlns:a16="http://schemas.microsoft.com/office/drawing/2014/main" id="{FF72BCF7-1D9F-4B0F-BCC9-C084BAF1AC22}"/>
              </a:ext>
            </a:extLst>
          </p:cNvPr>
          <p:cNvSpPr/>
          <p:nvPr/>
        </p:nvSpPr>
        <p:spPr>
          <a:xfrm>
            <a:off x="362612" y="2062801"/>
            <a:ext cx="6880321" cy="1179810"/>
          </a:xfrm>
          <a:prstGeom prst="rect">
            <a:avLst/>
          </a:prstGeom>
        </p:spPr>
        <p:txBody>
          <a:bodyPr wrap="square">
            <a:spAutoFit/>
          </a:bodyPr>
          <a:lstStyle/>
          <a:p>
            <a:pPr marL="332313" indent="-318908">
              <a:spcBef>
                <a:spcPts val="433"/>
              </a:spcBef>
              <a:buClr>
                <a:srgbClr val="B2B2B2"/>
              </a:buClr>
              <a:buSzPct val="105882"/>
              <a:buFont typeface="Arial"/>
              <a:buChar char="•"/>
              <a:tabLst>
                <a:tab pos="332313" algn="l"/>
                <a:tab pos="333019" algn="l"/>
              </a:tabLst>
            </a:pPr>
            <a:r>
              <a:rPr lang="en-US" sz="2400" b="1" dirty="0">
                <a:latin typeface="Trebuchet MS"/>
                <a:cs typeface="Trebuchet MS"/>
              </a:rPr>
              <a:t>1, Each of </a:t>
            </a:r>
            <a:r>
              <a:rPr lang="en-US" altLang="zh-CN" sz="2400" b="1" dirty="0">
                <a:latin typeface="Trebuchet MS"/>
                <a:cs typeface="Trebuchet MS"/>
              </a:rPr>
              <a:t>N workers</a:t>
            </a:r>
            <a:r>
              <a:rPr lang="en-US" sz="2400" b="1" dirty="0">
                <a:latin typeface="Trebuchet MS"/>
                <a:cs typeface="Trebuchet MS"/>
              </a:rPr>
              <a:t> </a:t>
            </a:r>
            <a:r>
              <a:rPr lang="en-US" sz="2400" b="1" spc="-6" dirty="0">
                <a:latin typeface="Trebuchet MS"/>
                <a:cs typeface="Trebuchet MS"/>
              </a:rPr>
              <a:t>accumulates gradients:</a:t>
            </a:r>
            <a:endParaRPr lang="en-US" sz="2400" dirty="0">
              <a:latin typeface="Trebuchet MS"/>
              <a:cs typeface="Trebuchet MS"/>
            </a:endParaRPr>
          </a:p>
          <a:p>
            <a:pPr marL="713310" lvl="1" indent="-319613">
              <a:spcBef>
                <a:spcPts val="411"/>
              </a:spcBef>
              <a:buClr>
                <a:srgbClr val="B2B2B2"/>
              </a:buClr>
              <a:buSzPct val="106666"/>
              <a:buFont typeface="Arial"/>
              <a:buChar char="•"/>
              <a:tabLst>
                <a:tab pos="713310" algn="l"/>
                <a:tab pos="714015" algn="l"/>
              </a:tabLst>
            </a:pPr>
            <a:r>
              <a:rPr lang="en-US" sz="2000" spc="-6" dirty="0">
                <a:latin typeface="Trebuchet MS"/>
                <a:cs typeface="Trebuchet MS"/>
              </a:rPr>
              <a:t>Summing </a:t>
            </a:r>
            <a:r>
              <a:rPr lang="en-US" sz="2000" dirty="0">
                <a:latin typeface="Trebuchet MS"/>
                <a:cs typeface="Trebuchet MS"/>
              </a:rPr>
              <a:t>1/</a:t>
            </a:r>
            <a:r>
              <a:rPr lang="en-US" sz="2000" i="1" dirty="0">
                <a:latin typeface="Trebuchet MS"/>
                <a:cs typeface="Trebuchet MS"/>
              </a:rPr>
              <a:t>N </a:t>
            </a:r>
            <a:r>
              <a:rPr lang="en-US" sz="2000" spc="-6" dirty="0">
                <a:latin typeface="Trebuchet MS"/>
                <a:cs typeface="Trebuchet MS"/>
              </a:rPr>
              <a:t>gradients collected </a:t>
            </a:r>
            <a:r>
              <a:rPr lang="en-US" sz="2000" dirty="0">
                <a:latin typeface="Trebuchet MS"/>
                <a:cs typeface="Trebuchet MS"/>
              </a:rPr>
              <a:t>from (</a:t>
            </a:r>
            <a:r>
              <a:rPr lang="en-US" sz="2000" i="1" dirty="0">
                <a:latin typeface="Trebuchet MS"/>
                <a:cs typeface="Trebuchet MS"/>
              </a:rPr>
              <a:t>N </a:t>
            </a:r>
            <a:r>
              <a:rPr lang="en-US" sz="2000" dirty="0">
                <a:latin typeface="Trebuchet MS"/>
                <a:cs typeface="Trebuchet MS"/>
              </a:rPr>
              <a:t>– 1)</a:t>
            </a:r>
            <a:r>
              <a:rPr lang="en-US" sz="2000" spc="-78" dirty="0">
                <a:latin typeface="Trebuchet MS"/>
                <a:cs typeface="Trebuchet MS"/>
              </a:rPr>
              <a:t> </a:t>
            </a:r>
            <a:r>
              <a:rPr lang="en-US" sz="2000" spc="-6" dirty="0">
                <a:latin typeface="Trebuchet MS"/>
                <a:cs typeface="Trebuchet MS"/>
              </a:rPr>
              <a:t>peers</a:t>
            </a:r>
            <a:endParaRPr lang="en-US" sz="20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endParaRPr lang="en-US" sz="2000" spc="-6" dirty="0">
              <a:latin typeface="Trebuchet MS"/>
              <a:cs typeface="Trebuchet MS"/>
            </a:endParaRPr>
          </a:p>
        </p:txBody>
      </p:sp>
      <p:sp>
        <p:nvSpPr>
          <p:cNvPr id="10" name="Rectangle 22">
            <a:extLst>
              <a:ext uri="{FF2B5EF4-FFF2-40B4-BE49-F238E27FC236}">
                <a16:creationId xmlns:a16="http://schemas.microsoft.com/office/drawing/2014/main" id="{7D992C56-3E0C-4767-A275-DE047A957F7F}"/>
              </a:ext>
            </a:extLst>
          </p:cNvPr>
          <p:cNvSpPr/>
          <p:nvPr/>
        </p:nvSpPr>
        <p:spPr>
          <a:xfrm>
            <a:off x="436205" y="3383654"/>
            <a:ext cx="5892072" cy="1128514"/>
          </a:xfrm>
          <a:prstGeom prst="rect">
            <a:avLst/>
          </a:prstGeom>
        </p:spPr>
        <p:txBody>
          <a:bodyPr wrap="square">
            <a:spAutoFit/>
          </a:bodyPr>
          <a:lstStyle/>
          <a:p>
            <a:pPr marL="332313" indent="-318908">
              <a:spcBef>
                <a:spcPts val="433"/>
              </a:spcBef>
              <a:buClr>
                <a:srgbClr val="B2B2B2"/>
              </a:buClr>
              <a:buSzPct val="105882"/>
              <a:buFont typeface="Arial"/>
              <a:buChar char="•"/>
              <a:tabLst>
                <a:tab pos="332313" algn="l"/>
                <a:tab pos="333019" algn="l"/>
              </a:tabLst>
            </a:pPr>
            <a:r>
              <a:rPr lang="en-US" sz="2400" b="1" dirty="0">
                <a:latin typeface="Trebuchet MS"/>
                <a:cs typeface="Trebuchet MS"/>
              </a:rPr>
              <a:t>2, Each worker </a:t>
            </a:r>
            <a:r>
              <a:rPr lang="en-US" sz="2400" b="1" spc="-6" dirty="0">
                <a:latin typeface="Trebuchet MS"/>
                <a:cs typeface="Trebuchet MS"/>
              </a:rPr>
              <a:t>updates its model:</a:t>
            </a:r>
            <a:endParaRPr lang="en-US" sz="2400" dirty="0">
              <a:latin typeface="Trebuchet MS"/>
              <a:cs typeface="Trebuchet MS"/>
            </a:endParaRPr>
          </a:p>
          <a:p>
            <a:pPr marL="713310" lvl="1" indent="-319613">
              <a:spcBef>
                <a:spcPts val="411"/>
              </a:spcBef>
              <a:buClr>
                <a:srgbClr val="B2B2B2"/>
              </a:buClr>
              <a:buSzPct val="106666"/>
              <a:buFont typeface="Arial"/>
              <a:buChar char="•"/>
              <a:tabLst>
                <a:tab pos="713310" algn="l"/>
                <a:tab pos="714015" algn="l"/>
              </a:tabLst>
            </a:pPr>
            <a:r>
              <a:rPr lang="en-US" altLang="zh-CN" sz="2000" spc="-6" dirty="0">
                <a:latin typeface="Trebuchet MS"/>
                <a:cs typeface="Trebuchet MS"/>
              </a:rPr>
              <a:t>Each </a:t>
            </a:r>
            <a:r>
              <a:rPr lang="en-US" altLang="zh-CN" sz="2000" spc="-11" dirty="0">
                <a:latin typeface="Trebuchet MS"/>
                <a:cs typeface="Trebuchet MS"/>
              </a:rPr>
              <a:t>worker </a:t>
            </a:r>
            <a:r>
              <a:rPr lang="en-US" altLang="zh-CN" sz="2000" spc="-6" dirty="0">
                <a:latin typeface="Trebuchet MS"/>
                <a:cs typeface="Trebuchet MS"/>
              </a:rPr>
              <a:t>updates its </a:t>
            </a:r>
            <a:r>
              <a:rPr lang="en-US" altLang="zh-CN" sz="2000" spc="-11" dirty="0">
                <a:latin typeface="Trebuchet MS"/>
                <a:cs typeface="Trebuchet MS"/>
              </a:rPr>
              <a:t>copy </a:t>
            </a:r>
            <a:r>
              <a:rPr lang="en-US" altLang="zh-CN" sz="2000" spc="-6" dirty="0">
                <a:latin typeface="Trebuchet MS"/>
                <a:cs typeface="Trebuchet MS"/>
              </a:rPr>
              <a:t>of the </a:t>
            </a:r>
            <a:r>
              <a:rPr lang="en-US" altLang="zh-CN" sz="2000" spc="-11" dirty="0">
                <a:latin typeface="Trebuchet MS"/>
                <a:cs typeface="Trebuchet MS"/>
              </a:rPr>
              <a:t>model </a:t>
            </a:r>
            <a:r>
              <a:rPr lang="en-US" altLang="zh-CN" sz="2000" spc="-6" dirty="0">
                <a:latin typeface="Trebuchet MS"/>
                <a:cs typeface="Trebuchet MS"/>
              </a:rPr>
              <a:t>with </a:t>
            </a:r>
            <a:r>
              <a:rPr lang="en-US" altLang="zh-CN" sz="2000" spc="-11" dirty="0">
                <a:latin typeface="Trebuchet MS"/>
                <a:cs typeface="Trebuchet MS"/>
              </a:rPr>
              <a:t>combined</a:t>
            </a:r>
            <a:r>
              <a:rPr lang="en-US" altLang="zh-CN" sz="2000" spc="200" dirty="0">
                <a:latin typeface="Trebuchet MS"/>
                <a:cs typeface="Trebuchet MS"/>
              </a:rPr>
              <a:t> </a:t>
            </a:r>
            <a:r>
              <a:rPr lang="en-US" altLang="zh-CN" sz="2000" spc="-6" dirty="0">
                <a:latin typeface="Trebuchet MS"/>
                <a:cs typeface="Trebuchet MS"/>
              </a:rPr>
              <a:t>gradients from all 4 workers</a:t>
            </a:r>
            <a:endParaRPr lang="en-US" sz="2000" dirty="0">
              <a:latin typeface="Trebuchet MS"/>
              <a:cs typeface="Trebuchet MS"/>
            </a:endParaRPr>
          </a:p>
        </p:txBody>
      </p:sp>
      <p:sp>
        <p:nvSpPr>
          <p:cNvPr id="11" name="Rectangle 23">
            <a:extLst>
              <a:ext uri="{FF2B5EF4-FFF2-40B4-BE49-F238E27FC236}">
                <a16:creationId xmlns:a16="http://schemas.microsoft.com/office/drawing/2014/main" id="{7D93B531-31EA-4DC3-BE4B-C8C6A87CF4CE}"/>
              </a:ext>
            </a:extLst>
          </p:cNvPr>
          <p:cNvSpPr/>
          <p:nvPr/>
        </p:nvSpPr>
        <p:spPr>
          <a:xfrm>
            <a:off x="6786452" y="4654163"/>
            <a:ext cx="1757592" cy="397072"/>
          </a:xfrm>
          <a:prstGeom prst="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pic>
        <p:nvPicPr>
          <p:cNvPr id="12" name="Icons8-Ios7-Industry-Memory-Module.ico" descr="Icons8-Ios7-Industry-Memory-Module.ico">
            <a:extLst>
              <a:ext uri="{FF2B5EF4-FFF2-40B4-BE49-F238E27FC236}">
                <a16:creationId xmlns:a16="http://schemas.microsoft.com/office/drawing/2014/main" id="{849C25AF-BD60-47A0-83EF-8F741D347147}"/>
              </a:ext>
            </a:extLst>
          </p:cNvPr>
          <p:cNvPicPr>
            <a:picLocks noChangeAspect="1"/>
          </p:cNvPicPr>
          <p:nvPr/>
        </p:nvPicPr>
        <p:blipFill>
          <a:blip r:embed="rId2"/>
          <a:stretch>
            <a:fillRect/>
          </a:stretch>
        </p:blipFill>
        <p:spPr>
          <a:xfrm rot="5400000">
            <a:off x="8304775" y="3590610"/>
            <a:ext cx="549790" cy="549789"/>
          </a:xfrm>
          <a:prstGeom prst="rect">
            <a:avLst/>
          </a:prstGeom>
          <a:ln w="12700" cap="flat">
            <a:noFill/>
            <a:miter lim="400000"/>
          </a:ln>
          <a:effectLst/>
        </p:spPr>
      </p:pic>
      <p:pic>
        <p:nvPicPr>
          <p:cNvPr id="13" name="Icons8-Ios7-Industry-Memory-Module.ico" descr="Icons8-Ios7-Industry-Memory-Module.ico">
            <a:extLst>
              <a:ext uri="{FF2B5EF4-FFF2-40B4-BE49-F238E27FC236}">
                <a16:creationId xmlns:a16="http://schemas.microsoft.com/office/drawing/2014/main" id="{8FF42275-4EE6-40CC-BA7D-9088E05ADD5D}"/>
              </a:ext>
            </a:extLst>
          </p:cNvPr>
          <p:cNvPicPr>
            <a:picLocks noChangeAspect="1"/>
          </p:cNvPicPr>
          <p:nvPr/>
        </p:nvPicPr>
        <p:blipFill>
          <a:blip r:embed="rId2"/>
          <a:stretch>
            <a:fillRect/>
          </a:stretch>
        </p:blipFill>
        <p:spPr>
          <a:xfrm rot="5400000">
            <a:off x="6410630" y="3593045"/>
            <a:ext cx="549790" cy="549789"/>
          </a:xfrm>
          <a:prstGeom prst="rect">
            <a:avLst/>
          </a:prstGeom>
          <a:ln w="12700" cap="flat">
            <a:noFill/>
            <a:miter lim="400000"/>
          </a:ln>
          <a:effectLst/>
        </p:spPr>
      </p:pic>
      <p:pic>
        <p:nvPicPr>
          <p:cNvPr id="14" name="Icons8-Ios7-Industry-Memory-Module.ico" descr="Icons8-Ios7-Industry-Memory-Module.ico">
            <a:extLst>
              <a:ext uri="{FF2B5EF4-FFF2-40B4-BE49-F238E27FC236}">
                <a16:creationId xmlns:a16="http://schemas.microsoft.com/office/drawing/2014/main" id="{9647A6EC-183E-4E5B-84F6-6A1F38B28F6A}"/>
              </a:ext>
            </a:extLst>
          </p:cNvPr>
          <p:cNvPicPr>
            <a:picLocks noChangeAspect="1"/>
          </p:cNvPicPr>
          <p:nvPr/>
        </p:nvPicPr>
        <p:blipFill>
          <a:blip r:embed="rId2"/>
          <a:stretch>
            <a:fillRect/>
          </a:stretch>
        </p:blipFill>
        <p:spPr>
          <a:xfrm rot="5400000">
            <a:off x="6410629" y="5583382"/>
            <a:ext cx="549790" cy="549789"/>
          </a:xfrm>
          <a:prstGeom prst="rect">
            <a:avLst/>
          </a:prstGeom>
          <a:ln w="12700" cap="flat">
            <a:noFill/>
            <a:miter lim="400000"/>
          </a:ln>
          <a:effectLst/>
        </p:spPr>
      </p:pic>
      <p:pic>
        <p:nvPicPr>
          <p:cNvPr id="15" name="Icons8-Ios7-Industry-Memory-Module.ico" descr="Icons8-Ios7-Industry-Memory-Module.ico">
            <a:extLst>
              <a:ext uri="{FF2B5EF4-FFF2-40B4-BE49-F238E27FC236}">
                <a16:creationId xmlns:a16="http://schemas.microsoft.com/office/drawing/2014/main" id="{6C30BF43-2A4D-43C1-A346-65DF0F543EC4}"/>
              </a:ext>
            </a:extLst>
          </p:cNvPr>
          <p:cNvPicPr>
            <a:picLocks noChangeAspect="1"/>
          </p:cNvPicPr>
          <p:nvPr/>
        </p:nvPicPr>
        <p:blipFill>
          <a:blip r:embed="rId2"/>
          <a:stretch>
            <a:fillRect/>
          </a:stretch>
        </p:blipFill>
        <p:spPr>
          <a:xfrm rot="5400000">
            <a:off x="8304774" y="5583382"/>
            <a:ext cx="549790" cy="549789"/>
          </a:xfrm>
          <a:prstGeom prst="rect">
            <a:avLst/>
          </a:prstGeom>
          <a:ln w="12700" cap="flat">
            <a:noFill/>
            <a:miter lim="400000"/>
          </a:ln>
          <a:effectLst/>
        </p:spPr>
      </p:pic>
      <p:sp>
        <p:nvSpPr>
          <p:cNvPr id="16" name="TextBox 9">
            <a:extLst>
              <a:ext uri="{FF2B5EF4-FFF2-40B4-BE49-F238E27FC236}">
                <a16:creationId xmlns:a16="http://schemas.microsoft.com/office/drawing/2014/main" id="{9B7BD017-B145-468A-B29F-4F7AD2CFB2E9}"/>
              </a:ext>
            </a:extLst>
          </p:cNvPr>
          <p:cNvSpPr txBox="1"/>
          <p:nvPr/>
        </p:nvSpPr>
        <p:spPr>
          <a:xfrm>
            <a:off x="6093030" y="3331810"/>
            <a:ext cx="1172116" cy="338554"/>
          </a:xfrm>
          <a:prstGeom prst="rect">
            <a:avLst/>
          </a:prstGeom>
          <a:noFill/>
        </p:spPr>
        <p:txBody>
          <a:bodyPr wrap="none" rtlCol="0">
            <a:spAutoFit/>
          </a:bodyPr>
          <a:lstStyle/>
          <a:p>
            <a:r>
              <a:rPr lang="en-US" sz="1600" dirty="0">
                <a:latin typeface="Monaco" charset="0"/>
                <a:ea typeface="Monaco" charset="0"/>
                <a:cs typeface="Monaco" charset="0"/>
              </a:rPr>
              <a:t>Worker a</a:t>
            </a:r>
          </a:p>
        </p:txBody>
      </p:sp>
      <p:sp>
        <p:nvSpPr>
          <p:cNvPr id="17" name="TextBox 10">
            <a:extLst>
              <a:ext uri="{FF2B5EF4-FFF2-40B4-BE49-F238E27FC236}">
                <a16:creationId xmlns:a16="http://schemas.microsoft.com/office/drawing/2014/main" id="{31F69854-B2E1-4E41-8EA5-FFBEDE40E751}"/>
              </a:ext>
            </a:extLst>
          </p:cNvPr>
          <p:cNvSpPr txBox="1"/>
          <p:nvPr/>
        </p:nvSpPr>
        <p:spPr>
          <a:xfrm>
            <a:off x="7994389" y="3331810"/>
            <a:ext cx="1172116" cy="338554"/>
          </a:xfrm>
          <a:prstGeom prst="rect">
            <a:avLst/>
          </a:prstGeom>
          <a:noFill/>
        </p:spPr>
        <p:txBody>
          <a:bodyPr wrap="none" rtlCol="0">
            <a:spAutoFit/>
          </a:bodyPr>
          <a:lstStyle/>
          <a:p>
            <a:r>
              <a:rPr lang="en-US" sz="1600" dirty="0">
                <a:latin typeface="Monaco" charset="0"/>
                <a:ea typeface="Monaco" charset="0"/>
                <a:cs typeface="Monaco" charset="0"/>
              </a:rPr>
              <a:t>Worker b</a:t>
            </a:r>
          </a:p>
        </p:txBody>
      </p:sp>
      <p:sp>
        <p:nvSpPr>
          <p:cNvPr id="18" name="TextBox 11">
            <a:extLst>
              <a:ext uri="{FF2B5EF4-FFF2-40B4-BE49-F238E27FC236}">
                <a16:creationId xmlns:a16="http://schemas.microsoft.com/office/drawing/2014/main" id="{A58D0CF1-3030-4498-8C06-519B37DAA350}"/>
              </a:ext>
            </a:extLst>
          </p:cNvPr>
          <p:cNvSpPr txBox="1"/>
          <p:nvPr/>
        </p:nvSpPr>
        <p:spPr>
          <a:xfrm>
            <a:off x="8030903" y="6111480"/>
            <a:ext cx="1172116" cy="338554"/>
          </a:xfrm>
          <a:prstGeom prst="rect">
            <a:avLst/>
          </a:prstGeom>
          <a:noFill/>
        </p:spPr>
        <p:txBody>
          <a:bodyPr wrap="none" rtlCol="0">
            <a:spAutoFit/>
          </a:bodyPr>
          <a:lstStyle/>
          <a:p>
            <a:r>
              <a:rPr lang="en-US" sz="1600" dirty="0">
                <a:latin typeface="Monaco" charset="0"/>
                <a:ea typeface="Monaco" charset="0"/>
                <a:cs typeface="Monaco" charset="0"/>
              </a:rPr>
              <a:t>Worker c</a:t>
            </a:r>
          </a:p>
        </p:txBody>
      </p:sp>
      <p:sp>
        <p:nvSpPr>
          <p:cNvPr id="19" name="TextBox 12">
            <a:extLst>
              <a:ext uri="{FF2B5EF4-FFF2-40B4-BE49-F238E27FC236}">
                <a16:creationId xmlns:a16="http://schemas.microsoft.com/office/drawing/2014/main" id="{F48A9A8C-A9BD-4407-9F01-B5C686FEA388}"/>
              </a:ext>
            </a:extLst>
          </p:cNvPr>
          <p:cNvSpPr txBox="1"/>
          <p:nvPr/>
        </p:nvSpPr>
        <p:spPr>
          <a:xfrm>
            <a:off x="6089210" y="6111480"/>
            <a:ext cx="1172116" cy="338554"/>
          </a:xfrm>
          <a:prstGeom prst="rect">
            <a:avLst/>
          </a:prstGeom>
          <a:noFill/>
        </p:spPr>
        <p:txBody>
          <a:bodyPr wrap="none" rtlCol="0">
            <a:spAutoFit/>
          </a:bodyPr>
          <a:lstStyle/>
          <a:p>
            <a:r>
              <a:rPr lang="en-US" sz="1600" dirty="0">
                <a:latin typeface="Monaco" charset="0"/>
                <a:ea typeface="Monaco" charset="0"/>
                <a:cs typeface="Monaco" charset="0"/>
              </a:rPr>
              <a:t>Worker d</a:t>
            </a:r>
          </a:p>
        </p:txBody>
      </p:sp>
      <p:sp>
        <p:nvSpPr>
          <p:cNvPr id="20" name="TextBox 13">
            <a:extLst>
              <a:ext uri="{FF2B5EF4-FFF2-40B4-BE49-F238E27FC236}">
                <a16:creationId xmlns:a16="http://schemas.microsoft.com/office/drawing/2014/main" id="{C3D53748-0557-4854-BED5-68A48FD4D91F}"/>
              </a:ext>
            </a:extLst>
          </p:cNvPr>
          <p:cNvSpPr txBox="1"/>
          <p:nvPr/>
        </p:nvSpPr>
        <p:spPr>
          <a:xfrm>
            <a:off x="6822077" y="4670934"/>
            <a:ext cx="1701107" cy="369332"/>
          </a:xfrm>
          <a:prstGeom prst="rect">
            <a:avLst/>
          </a:prstGeom>
          <a:noFill/>
        </p:spPr>
        <p:txBody>
          <a:bodyPr wrap="none" rtlCol="0">
            <a:spAutoFit/>
          </a:bodyPr>
          <a:lstStyle/>
          <a:p>
            <a:r>
              <a:rPr lang="en-US" dirty="0">
                <a:latin typeface="Monaco" charset="0"/>
                <a:ea typeface="Monaco" charset="0"/>
                <a:cs typeface="Monaco" charset="0"/>
              </a:rPr>
              <a:t>(</a:t>
            </a:r>
            <a:r>
              <a:rPr lang="en-US" dirty="0" err="1">
                <a:latin typeface="Monaco" charset="0"/>
                <a:ea typeface="Monaco" charset="0"/>
                <a:cs typeface="Monaco" charset="0"/>
              </a:rPr>
              <a:t>a+b+c+d</a:t>
            </a:r>
            <a:r>
              <a:rPr lang="en-US" dirty="0">
                <a:latin typeface="Monaco" charset="0"/>
                <a:ea typeface="Monaco" charset="0"/>
                <a:cs typeface="Monaco" charset="0"/>
              </a:rPr>
              <a:t>)/4</a:t>
            </a:r>
          </a:p>
        </p:txBody>
      </p:sp>
      <p:cxnSp>
        <p:nvCxnSpPr>
          <p:cNvPr id="21" name="Straight Arrow Connector 14">
            <a:extLst>
              <a:ext uri="{FF2B5EF4-FFF2-40B4-BE49-F238E27FC236}">
                <a16:creationId xmlns:a16="http://schemas.microsoft.com/office/drawing/2014/main" id="{BC4D7E37-8635-4B38-AE94-0A6407D8337A}"/>
              </a:ext>
            </a:extLst>
          </p:cNvPr>
          <p:cNvCxnSpPr>
            <a:stCxn id="13" idx="0"/>
            <a:endCxn id="20" idx="0"/>
          </p:cNvCxnSpPr>
          <p:nvPr/>
        </p:nvCxnSpPr>
        <p:spPr>
          <a:xfrm>
            <a:off x="6960420" y="3867940"/>
            <a:ext cx="712211" cy="802994"/>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15">
            <a:extLst>
              <a:ext uri="{FF2B5EF4-FFF2-40B4-BE49-F238E27FC236}">
                <a16:creationId xmlns:a16="http://schemas.microsoft.com/office/drawing/2014/main" id="{AD58AFF9-44F5-4A42-884A-42EB4C2F1302}"/>
              </a:ext>
            </a:extLst>
          </p:cNvPr>
          <p:cNvCxnSpPr>
            <a:stCxn id="12" idx="2"/>
            <a:endCxn id="20" idx="0"/>
          </p:cNvCxnSpPr>
          <p:nvPr/>
        </p:nvCxnSpPr>
        <p:spPr>
          <a:xfrm flipH="1">
            <a:off x="7672631" y="3865505"/>
            <a:ext cx="632145" cy="80542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16">
            <a:extLst>
              <a:ext uri="{FF2B5EF4-FFF2-40B4-BE49-F238E27FC236}">
                <a16:creationId xmlns:a16="http://schemas.microsoft.com/office/drawing/2014/main" id="{83556EE3-E2E4-4982-AD86-D93352099658}"/>
              </a:ext>
            </a:extLst>
          </p:cNvPr>
          <p:cNvCxnSpPr>
            <a:stCxn id="15" idx="2"/>
            <a:endCxn id="20" idx="2"/>
          </p:cNvCxnSpPr>
          <p:nvPr/>
        </p:nvCxnSpPr>
        <p:spPr>
          <a:xfrm flipH="1" flipV="1">
            <a:off x="7672631" y="5040266"/>
            <a:ext cx="632144" cy="818011"/>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7">
            <a:extLst>
              <a:ext uri="{FF2B5EF4-FFF2-40B4-BE49-F238E27FC236}">
                <a16:creationId xmlns:a16="http://schemas.microsoft.com/office/drawing/2014/main" id="{50DDB031-4B14-430B-8E9F-BA43D130FDCA}"/>
              </a:ext>
            </a:extLst>
          </p:cNvPr>
          <p:cNvCxnSpPr>
            <a:stCxn id="14" idx="0"/>
            <a:endCxn id="20" idx="2"/>
          </p:cNvCxnSpPr>
          <p:nvPr/>
        </p:nvCxnSpPr>
        <p:spPr>
          <a:xfrm flipV="1">
            <a:off x="6960419" y="5040266"/>
            <a:ext cx="712212" cy="818011"/>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8">
            <a:extLst>
              <a:ext uri="{FF2B5EF4-FFF2-40B4-BE49-F238E27FC236}">
                <a16:creationId xmlns:a16="http://schemas.microsoft.com/office/drawing/2014/main" id="{8AD9CC71-7B6C-49B1-B25E-C1DD1EFAD307}"/>
              </a:ext>
            </a:extLst>
          </p:cNvPr>
          <p:cNvCxnSpPr>
            <a:endCxn id="13" idx="3"/>
          </p:cNvCxnSpPr>
          <p:nvPr/>
        </p:nvCxnSpPr>
        <p:spPr>
          <a:xfrm flipH="1" flipV="1">
            <a:off x="6685525" y="4142835"/>
            <a:ext cx="457387" cy="52809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9">
            <a:extLst>
              <a:ext uri="{FF2B5EF4-FFF2-40B4-BE49-F238E27FC236}">
                <a16:creationId xmlns:a16="http://schemas.microsoft.com/office/drawing/2014/main" id="{632478C4-C89F-4B35-BEE9-5621AB4C02CE}"/>
              </a:ext>
            </a:extLst>
          </p:cNvPr>
          <p:cNvCxnSpPr>
            <a:endCxn id="12" idx="3"/>
          </p:cNvCxnSpPr>
          <p:nvPr/>
        </p:nvCxnSpPr>
        <p:spPr>
          <a:xfrm flipV="1">
            <a:off x="8129516" y="4140400"/>
            <a:ext cx="450154" cy="54150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0">
            <a:extLst>
              <a:ext uri="{FF2B5EF4-FFF2-40B4-BE49-F238E27FC236}">
                <a16:creationId xmlns:a16="http://schemas.microsoft.com/office/drawing/2014/main" id="{9FA08FC4-F7B8-423B-A058-4CF8AEAD7719}"/>
              </a:ext>
            </a:extLst>
          </p:cNvPr>
          <p:cNvCxnSpPr>
            <a:endCxn id="14" idx="1"/>
          </p:cNvCxnSpPr>
          <p:nvPr/>
        </p:nvCxnSpPr>
        <p:spPr>
          <a:xfrm flipH="1">
            <a:off x="6685524" y="5040266"/>
            <a:ext cx="457388" cy="543116"/>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1">
            <a:extLst>
              <a:ext uri="{FF2B5EF4-FFF2-40B4-BE49-F238E27FC236}">
                <a16:creationId xmlns:a16="http://schemas.microsoft.com/office/drawing/2014/main" id="{81B123FD-A918-4B91-99ED-E612FF54B9BC}"/>
              </a:ext>
            </a:extLst>
          </p:cNvPr>
          <p:cNvCxnSpPr>
            <a:endCxn id="15" idx="1"/>
          </p:cNvCxnSpPr>
          <p:nvPr/>
        </p:nvCxnSpPr>
        <p:spPr>
          <a:xfrm>
            <a:off x="8140946" y="5036232"/>
            <a:ext cx="438723" cy="54715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34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xEl>
                                              <p:pRg st="0" end="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p:bldP spid="17" grpId="0"/>
      <p:bldP spid="18" grpId="0"/>
      <p:bldP spid="19"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1FA89F76-FD63-4EBF-B747-62CC1D8051B9}"/>
              </a:ext>
            </a:extLst>
          </p:cNvPr>
          <p:cNvSpPr txBox="1"/>
          <p:nvPr/>
        </p:nvSpPr>
        <p:spPr>
          <a:xfrm>
            <a:off x="5410200" y="3224671"/>
            <a:ext cx="192898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Networking</a:t>
            </a:r>
            <a:endParaRPr lang="en-CN" sz="2400" dirty="0"/>
          </a:p>
        </p:txBody>
      </p:sp>
      <p:sp>
        <p:nvSpPr>
          <p:cNvPr id="8" name="TextBox 4">
            <a:extLst>
              <a:ext uri="{FF2B5EF4-FFF2-40B4-BE49-F238E27FC236}">
                <a16:creationId xmlns:a16="http://schemas.microsoft.com/office/drawing/2014/main" id="{1FDD6F8E-F15A-44F6-B354-59B6C754770A}"/>
              </a:ext>
            </a:extLst>
          </p:cNvPr>
          <p:cNvSpPr txBox="1"/>
          <p:nvPr/>
        </p:nvSpPr>
        <p:spPr>
          <a:xfrm>
            <a:off x="2133600" y="3224671"/>
            <a:ext cx="155180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Storage</a:t>
            </a:r>
            <a:endParaRPr lang="en-CN" sz="2400" dirty="0"/>
          </a:p>
        </p:txBody>
      </p:sp>
      <p:sp>
        <p:nvSpPr>
          <p:cNvPr id="9" name="TextBox 9">
            <a:extLst>
              <a:ext uri="{FF2B5EF4-FFF2-40B4-BE49-F238E27FC236}">
                <a16:creationId xmlns:a16="http://schemas.microsoft.com/office/drawing/2014/main" id="{704E256C-7C0C-4DB1-A84F-D330BCF76DC7}"/>
              </a:ext>
            </a:extLst>
          </p:cNvPr>
          <p:cNvSpPr txBox="1"/>
          <p:nvPr/>
        </p:nvSpPr>
        <p:spPr>
          <a:xfrm>
            <a:off x="3658100" y="2061562"/>
            <a:ext cx="139810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Computing</a:t>
            </a:r>
            <a:endParaRPr lang="en-CN" dirty="0"/>
          </a:p>
        </p:txBody>
      </p:sp>
      <p:sp>
        <p:nvSpPr>
          <p:cNvPr id="2" name="菱形 1">
            <a:extLst>
              <a:ext uri="{FF2B5EF4-FFF2-40B4-BE49-F238E27FC236}">
                <a16:creationId xmlns:a16="http://schemas.microsoft.com/office/drawing/2014/main" id="{3B36B883-A687-4C4D-AB18-C388B2AF1B7A}"/>
              </a:ext>
            </a:extLst>
          </p:cNvPr>
          <p:cNvSpPr/>
          <p:nvPr/>
        </p:nvSpPr>
        <p:spPr bwMode="auto">
          <a:xfrm>
            <a:off x="3261336" y="2620317"/>
            <a:ext cx="1981200" cy="1752600"/>
          </a:xfrm>
          <a:prstGeom prst="diamond">
            <a:avLst/>
          </a:prstGeom>
          <a:solidFill>
            <a:schemeClr val="bg1">
              <a:lumMod val="95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1800" b="1" dirty="0">
                <a:solidFill>
                  <a:schemeClr val="tx1"/>
                </a:solidFill>
                <a:latin typeface="Abadi MT Condensed Light" panose="020B0306030101010103" pitchFamily="34" charset="77"/>
              </a:rPr>
              <a:t>Model</a:t>
            </a:r>
          </a:p>
          <a:p>
            <a:pPr algn="ctr"/>
            <a:r>
              <a:rPr lang="en-CN" altLang="zh-CN" sz="1800" b="1" dirty="0">
                <a:solidFill>
                  <a:schemeClr val="tx1"/>
                </a:solidFill>
                <a:latin typeface="Abadi MT Condensed Light" panose="020B0306030101010103" pitchFamily="34" charset="77"/>
              </a:rPr>
              <a:t>Training</a:t>
            </a:r>
            <a:endParaRPr lang="en-CN" altLang="zh-CN" sz="1400" dirty="0"/>
          </a:p>
        </p:txBody>
      </p:sp>
      <p:sp>
        <p:nvSpPr>
          <p:cNvPr id="10" name="TextBox 9">
            <a:extLst>
              <a:ext uri="{FF2B5EF4-FFF2-40B4-BE49-F238E27FC236}">
                <a16:creationId xmlns:a16="http://schemas.microsoft.com/office/drawing/2014/main" id="{F934BD60-9EFF-4FA8-9F70-BD6B4DE603FE}"/>
              </a:ext>
            </a:extLst>
          </p:cNvPr>
          <p:cNvSpPr txBox="1"/>
          <p:nvPr/>
        </p:nvSpPr>
        <p:spPr>
          <a:xfrm>
            <a:off x="3650166" y="4460402"/>
            <a:ext cx="139810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Compiling</a:t>
            </a:r>
            <a:endParaRPr lang="en-CN" dirty="0"/>
          </a:p>
        </p:txBody>
      </p:sp>
      <p:sp>
        <p:nvSpPr>
          <p:cNvPr id="11" name="Title 1">
            <a:extLst>
              <a:ext uri="{FF2B5EF4-FFF2-40B4-BE49-F238E27FC236}">
                <a16:creationId xmlns:a16="http://schemas.microsoft.com/office/drawing/2014/main" id="{45EDF650-8E35-418A-86C8-6178F1B7D135}"/>
              </a:ext>
            </a:extLst>
          </p:cNvPr>
          <p:cNvSpPr>
            <a:spLocks noGrp="1"/>
          </p:cNvSpPr>
          <p:nvPr>
            <p:ph type="title"/>
          </p:nvPr>
        </p:nvSpPr>
        <p:spPr>
          <a:xfrm>
            <a:off x="228600" y="152400"/>
            <a:ext cx="8610600" cy="1066800"/>
          </a:xfrm>
        </p:spPr>
        <p:txBody>
          <a:bodyPr/>
          <a:lstStyle/>
          <a:p>
            <a:r>
              <a:rPr lang="en-US" altLang="zh-CN" spc="-6" dirty="0"/>
              <a:t>AI System: Four Components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46109496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F0AF08E9-F9F2-48C2-A05C-C26B5DB8F154}"/>
              </a:ext>
            </a:extLst>
          </p:cNvPr>
          <p:cNvSpPr/>
          <p:nvPr/>
        </p:nvSpPr>
        <p:spPr>
          <a:xfrm>
            <a:off x="747775" y="1532963"/>
            <a:ext cx="4502227" cy="2169173"/>
          </a:xfrm>
          <a:prstGeom prst="roundRect">
            <a:avLst/>
          </a:prstGeom>
          <a:solidFill>
            <a:schemeClr val="accent6">
              <a:lumMod val="20000"/>
              <a:lumOff val="80000"/>
            </a:schemeClr>
          </a:solidFill>
          <a:ln w="158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5" name="矩形: 圆角 4">
            <a:extLst>
              <a:ext uri="{FF2B5EF4-FFF2-40B4-BE49-F238E27FC236}">
                <a16:creationId xmlns:a16="http://schemas.microsoft.com/office/drawing/2014/main" id="{4AAD989A-7C80-44D6-8747-F0A24756A7AD}"/>
              </a:ext>
            </a:extLst>
          </p:cNvPr>
          <p:cNvSpPr/>
          <p:nvPr/>
        </p:nvSpPr>
        <p:spPr>
          <a:xfrm>
            <a:off x="747776" y="3830942"/>
            <a:ext cx="4429292" cy="1863094"/>
          </a:xfrm>
          <a:prstGeom prst="roundRect">
            <a:avLst/>
          </a:prstGeom>
          <a:solidFill>
            <a:schemeClr val="accent2">
              <a:lumMod val="20000"/>
              <a:lumOff val="80000"/>
            </a:schemeClr>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6" name="直接连接符 5">
            <a:extLst>
              <a:ext uri="{FF2B5EF4-FFF2-40B4-BE49-F238E27FC236}">
                <a16:creationId xmlns:a16="http://schemas.microsoft.com/office/drawing/2014/main" id="{76E68AA8-7081-4541-BE05-868FD49733E5}"/>
              </a:ext>
            </a:extLst>
          </p:cNvPr>
          <p:cNvCxnSpPr>
            <a:cxnSpLocks/>
          </p:cNvCxnSpPr>
          <p:nvPr/>
        </p:nvCxnSpPr>
        <p:spPr>
          <a:xfrm flipV="1">
            <a:off x="5656450" y="43267"/>
            <a:ext cx="34670" cy="6788662"/>
          </a:xfrm>
          <a:prstGeom prst="line">
            <a:avLst/>
          </a:prstGeom>
          <a:noFill/>
          <a:ln w="6350" cap="flat" cmpd="sng" algn="ctr">
            <a:solidFill>
              <a:sysClr val="windowText" lastClr="000000"/>
            </a:solidFill>
            <a:prstDash val="lgDash"/>
            <a:miter lim="800000"/>
          </a:ln>
          <a:effectLst/>
        </p:spPr>
      </p:cxnSp>
      <p:sp>
        <p:nvSpPr>
          <p:cNvPr id="7" name="矩形: 圆角 6">
            <a:extLst>
              <a:ext uri="{FF2B5EF4-FFF2-40B4-BE49-F238E27FC236}">
                <a16:creationId xmlns:a16="http://schemas.microsoft.com/office/drawing/2014/main" id="{DD6AD259-74B1-49DA-9A68-FE2070CB2F9E}"/>
              </a:ext>
            </a:extLst>
          </p:cNvPr>
          <p:cNvSpPr/>
          <p:nvPr/>
        </p:nvSpPr>
        <p:spPr>
          <a:xfrm>
            <a:off x="1129484" y="5082607"/>
            <a:ext cx="1542876" cy="585745"/>
          </a:xfrm>
          <a:prstGeom prst="roundRect">
            <a:avLst/>
          </a:prstGeom>
          <a:solidFill>
            <a:schemeClr val="accent4">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Kernel Stack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TCP/UDP</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8" name="矩形: 圆角 7">
            <a:extLst>
              <a:ext uri="{FF2B5EF4-FFF2-40B4-BE49-F238E27FC236}">
                <a16:creationId xmlns:a16="http://schemas.microsoft.com/office/drawing/2014/main" id="{86E151E4-D328-4937-A310-85157E47EF71}"/>
              </a:ext>
            </a:extLst>
          </p:cNvPr>
          <p:cNvSpPr/>
          <p:nvPr/>
        </p:nvSpPr>
        <p:spPr>
          <a:xfrm>
            <a:off x="1129484" y="3996007"/>
            <a:ext cx="1542876" cy="585745"/>
          </a:xfrm>
          <a:prstGeom prst="roundRect">
            <a:avLst/>
          </a:prstGeom>
          <a:solidFill>
            <a:schemeClr val="accent4">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Userspace</a:t>
            </a:r>
            <a:endPar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TCP/UDP</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9" name="矩形: 圆角 8">
            <a:extLst>
              <a:ext uri="{FF2B5EF4-FFF2-40B4-BE49-F238E27FC236}">
                <a16:creationId xmlns:a16="http://schemas.microsoft.com/office/drawing/2014/main" id="{7D7CDF68-5104-4879-9084-EE26EC164152}"/>
              </a:ext>
            </a:extLst>
          </p:cNvPr>
          <p:cNvSpPr/>
          <p:nvPr/>
        </p:nvSpPr>
        <p:spPr>
          <a:xfrm>
            <a:off x="1137279" y="3052020"/>
            <a:ext cx="1542876" cy="585745"/>
          </a:xfrm>
          <a:prstGeom prst="roundRect">
            <a:avLst/>
          </a:prstGeom>
          <a:solidFill>
            <a:schemeClr val="accent4">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On-NIC Stack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RDMA</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0" name="双括号 9">
            <a:extLst>
              <a:ext uri="{FF2B5EF4-FFF2-40B4-BE49-F238E27FC236}">
                <a16:creationId xmlns:a16="http://schemas.microsoft.com/office/drawing/2014/main" id="{7C988C51-1AF5-4437-AD72-D8F02A94201C}"/>
              </a:ext>
            </a:extLst>
          </p:cNvPr>
          <p:cNvSpPr/>
          <p:nvPr/>
        </p:nvSpPr>
        <p:spPr>
          <a:xfrm>
            <a:off x="2669529" y="5221121"/>
            <a:ext cx="1807131" cy="330869"/>
          </a:xfrm>
          <a:prstGeom prst="bracketPair">
            <a:avLst>
              <a:gd name="adj" fmla="val 16667"/>
            </a:avLst>
          </a:prstGeom>
          <a:solidFill>
            <a:schemeClr val="accent1">
              <a:lumMod val="20000"/>
              <a:lumOff val="80000"/>
            </a:schemeClr>
          </a:solidFill>
          <a:ln w="127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Programmed by Unix Socket</a:t>
            </a:r>
          </a:p>
        </p:txBody>
      </p:sp>
      <p:sp>
        <p:nvSpPr>
          <p:cNvPr id="11" name="双括号 10">
            <a:extLst>
              <a:ext uri="{FF2B5EF4-FFF2-40B4-BE49-F238E27FC236}">
                <a16:creationId xmlns:a16="http://schemas.microsoft.com/office/drawing/2014/main" id="{72714123-EBC8-458E-9878-C1141331F5A9}"/>
              </a:ext>
            </a:extLst>
          </p:cNvPr>
          <p:cNvSpPr/>
          <p:nvPr/>
        </p:nvSpPr>
        <p:spPr>
          <a:xfrm>
            <a:off x="2670526" y="4075828"/>
            <a:ext cx="1839417" cy="433009"/>
          </a:xfrm>
          <a:prstGeom prst="bracketPair">
            <a:avLst>
              <a:gd name="adj" fmla="val 16667"/>
            </a:avLst>
          </a:prstGeom>
          <a:solidFill>
            <a:schemeClr val="accent1">
              <a:lumMod val="20000"/>
              <a:lumOff val="80000"/>
            </a:schemeClr>
          </a:solidFill>
          <a:ln w="127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Programmed by DPDK, running network stack in </a:t>
            </a:r>
            <a:r>
              <a:rPr kumimoji="0" lang="en-US" altLang="zh-CN" sz="1000" b="0" i="0" u="none" strike="noStrike" kern="1200" cap="none" spc="0" normalizeH="0" baseline="0" noProof="0" dirty="0" err="1">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userspace</a:t>
            </a:r>
            <a:r>
              <a:rPr kumimoji="0" lang="en-US" altLang="zh-CN"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 program</a:t>
            </a:r>
          </a:p>
        </p:txBody>
      </p:sp>
      <p:sp>
        <p:nvSpPr>
          <p:cNvPr id="12" name="双括号 11">
            <a:extLst>
              <a:ext uri="{FF2B5EF4-FFF2-40B4-BE49-F238E27FC236}">
                <a16:creationId xmlns:a16="http://schemas.microsoft.com/office/drawing/2014/main" id="{CD486100-859B-4D51-9EE9-A454896AFCAA}"/>
              </a:ext>
            </a:extLst>
          </p:cNvPr>
          <p:cNvSpPr/>
          <p:nvPr/>
        </p:nvSpPr>
        <p:spPr>
          <a:xfrm>
            <a:off x="2678195" y="3088141"/>
            <a:ext cx="1839417" cy="509390"/>
          </a:xfrm>
          <a:prstGeom prst="bracketPair">
            <a:avLst>
              <a:gd name="adj" fmla="val 16667"/>
            </a:avLst>
          </a:prstGeom>
          <a:solidFill>
            <a:schemeClr val="accent1">
              <a:lumMod val="20000"/>
              <a:lumOff val="80000"/>
            </a:schemeClr>
          </a:solidFill>
          <a:ln w="127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RDMA engine or TCP offload engine, usually p</a:t>
            </a:r>
            <a:r>
              <a:rPr kumimoji="0" lang="en-US" altLang="zh-CN" sz="1000" b="0" i="0" u="none" strike="noStrike" kern="1200" cap="none" spc="0" normalizeH="0" baseline="0" noProof="0" dirty="0" err="1">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rogrammed</a:t>
            </a:r>
            <a:r>
              <a:rPr kumimoji="0" lang="en-US" altLang="zh-CN"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 by IB Verbs</a:t>
            </a:r>
          </a:p>
        </p:txBody>
      </p:sp>
      <p:sp>
        <p:nvSpPr>
          <p:cNvPr id="13" name="文本框 12">
            <a:extLst>
              <a:ext uri="{FF2B5EF4-FFF2-40B4-BE49-F238E27FC236}">
                <a16:creationId xmlns:a16="http://schemas.microsoft.com/office/drawing/2014/main" id="{15DE29B7-E0C9-4B58-B927-69B32F53B73E}"/>
              </a:ext>
            </a:extLst>
          </p:cNvPr>
          <p:cNvSpPr txBox="1"/>
          <p:nvPr/>
        </p:nvSpPr>
        <p:spPr>
          <a:xfrm>
            <a:off x="1670963" y="792668"/>
            <a:ext cx="1408436" cy="64633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rPr>
              <a:t>Scale Out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rPr>
              <a:t>Network</a:t>
            </a:r>
          </a:p>
        </p:txBody>
      </p:sp>
      <p:sp>
        <p:nvSpPr>
          <p:cNvPr id="14" name="文本框 13">
            <a:extLst>
              <a:ext uri="{FF2B5EF4-FFF2-40B4-BE49-F238E27FC236}">
                <a16:creationId xmlns:a16="http://schemas.microsoft.com/office/drawing/2014/main" id="{D9B4FD23-8F2F-40E3-9240-70147A37E69E}"/>
              </a:ext>
            </a:extLst>
          </p:cNvPr>
          <p:cNvSpPr txBox="1"/>
          <p:nvPr/>
        </p:nvSpPr>
        <p:spPr>
          <a:xfrm>
            <a:off x="7843490" y="575229"/>
            <a:ext cx="1408436" cy="64633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rPr>
              <a:t>Scale Up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rPr>
              <a:t>Network</a:t>
            </a:r>
          </a:p>
        </p:txBody>
      </p:sp>
      <p:cxnSp>
        <p:nvCxnSpPr>
          <p:cNvPr id="15" name="直接箭头连接符 14">
            <a:extLst>
              <a:ext uri="{FF2B5EF4-FFF2-40B4-BE49-F238E27FC236}">
                <a16:creationId xmlns:a16="http://schemas.microsoft.com/office/drawing/2014/main" id="{AF7FDC54-DA8C-4026-9163-0575223B453D}"/>
              </a:ext>
            </a:extLst>
          </p:cNvPr>
          <p:cNvCxnSpPr>
            <a:cxnSpLocks/>
            <a:stCxn id="7" idx="0"/>
            <a:endCxn id="8" idx="2"/>
          </p:cNvCxnSpPr>
          <p:nvPr/>
        </p:nvCxnSpPr>
        <p:spPr>
          <a:xfrm flipV="1">
            <a:off x="1900922" y="4581752"/>
            <a:ext cx="0" cy="500855"/>
          </a:xfrm>
          <a:prstGeom prst="straightConnector1">
            <a:avLst/>
          </a:prstGeom>
          <a:noFill/>
          <a:ln w="19050" cap="flat" cmpd="sng" algn="ctr">
            <a:solidFill>
              <a:srgbClr val="5B9BD5"/>
            </a:solidFill>
            <a:prstDash val="solid"/>
            <a:miter lim="800000"/>
            <a:tailEnd type="triangle"/>
          </a:ln>
          <a:effectLst/>
        </p:spPr>
      </p:cxnSp>
      <p:cxnSp>
        <p:nvCxnSpPr>
          <p:cNvPr id="16" name="直接箭头连接符 15">
            <a:extLst>
              <a:ext uri="{FF2B5EF4-FFF2-40B4-BE49-F238E27FC236}">
                <a16:creationId xmlns:a16="http://schemas.microsoft.com/office/drawing/2014/main" id="{7DE535EC-D6B0-498F-9BE6-816607061B10}"/>
              </a:ext>
            </a:extLst>
          </p:cNvPr>
          <p:cNvCxnSpPr>
            <a:cxnSpLocks/>
            <a:stCxn id="8" idx="0"/>
            <a:endCxn id="9" idx="2"/>
          </p:cNvCxnSpPr>
          <p:nvPr/>
        </p:nvCxnSpPr>
        <p:spPr>
          <a:xfrm flipV="1">
            <a:off x="1900922" y="3637765"/>
            <a:ext cx="7795" cy="358242"/>
          </a:xfrm>
          <a:prstGeom prst="straightConnector1">
            <a:avLst/>
          </a:prstGeom>
          <a:noFill/>
          <a:ln w="19050" cap="flat" cmpd="sng" algn="ctr">
            <a:solidFill>
              <a:srgbClr val="5B9BD5"/>
            </a:solidFill>
            <a:prstDash val="solid"/>
            <a:miter lim="800000"/>
            <a:tailEnd type="triangle"/>
          </a:ln>
          <a:effectLst/>
        </p:spPr>
      </p:cxnSp>
      <p:cxnSp>
        <p:nvCxnSpPr>
          <p:cNvPr id="17" name="直接箭头连接符 16">
            <a:extLst>
              <a:ext uri="{FF2B5EF4-FFF2-40B4-BE49-F238E27FC236}">
                <a16:creationId xmlns:a16="http://schemas.microsoft.com/office/drawing/2014/main" id="{F6754761-1CA9-4B88-8DE5-B4ABCB54E3F3}"/>
              </a:ext>
            </a:extLst>
          </p:cNvPr>
          <p:cNvCxnSpPr>
            <a:cxnSpLocks/>
            <a:stCxn id="9" idx="0"/>
            <a:endCxn id="51" idx="1"/>
          </p:cNvCxnSpPr>
          <p:nvPr/>
        </p:nvCxnSpPr>
        <p:spPr>
          <a:xfrm flipV="1">
            <a:off x="1908717" y="2353655"/>
            <a:ext cx="381694" cy="698365"/>
          </a:xfrm>
          <a:prstGeom prst="straightConnector1">
            <a:avLst/>
          </a:prstGeom>
          <a:noFill/>
          <a:ln w="19050" cap="flat" cmpd="sng" algn="ctr">
            <a:solidFill>
              <a:srgbClr val="5B9BD5"/>
            </a:solidFill>
            <a:prstDash val="solid"/>
            <a:miter lim="800000"/>
            <a:tailEnd type="triangle"/>
          </a:ln>
          <a:effectLst/>
        </p:spPr>
      </p:cxnSp>
      <p:sp>
        <p:nvSpPr>
          <p:cNvPr id="18" name="文本框 17">
            <a:extLst>
              <a:ext uri="{FF2B5EF4-FFF2-40B4-BE49-F238E27FC236}">
                <a16:creationId xmlns:a16="http://schemas.microsoft.com/office/drawing/2014/main" id="{B9B63AC9-D3D9-4C9C-8A4E-7954BF90F06E}"/>
              </a:ext>
            </a:extLst>
          </p:cNvPr>
          <p:cNvSpPr txBox="1"/>
          <p:nvPr/>
        </p:nvSpPr>
        <p:spPr>
          <a:xfrm>
            <a:off x="4280512" y="5094138"/>
            <a:ext cx="105452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100us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10Gbps</a:t>
            </a:r>
          </a:p>
        </p:txBody>
      </p:sp>
      <p:sp>
        <p:nvSpPr>
          <p:cNvPr id="19" name="文本框 18">
            <a:extLst>
              <a:ext uri="{FF2B5EF4-FFF2-40B4-BE49-F238E27FC236}">
                <a16:creationId xmlns:a16="http://schemas.microsoft.com/office/drawing/2014/main" id="{5E42C959-912C-4945-A554-0EF989FD86E7}"/>
              </a:ext>
            </a:extLst>
          </p:cNvPr>
          <p:cNvSpPr txBox="1"/>
          <p:nvPr/>
        </p:nvSpPr>
        <p:spPr>
          <a:xfrm>
            <a:off x="4367226" y="3046239"/>
            <a:ext cx="105452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3us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400Gbps</a:t>
            </a:r>
          </a:p>
        </p:txBody>
      </p:sp>
      <p:sp>
        <p:nvSpPr>
          <p:cNvPr id="20" name="文本框 19">
            <a:extLst>
              <a:ext uri="{FF2B5EF4-FFF2-40B4-BE49-F238E27FC236}">
                <a16:creationId xmlns:a16="http://schemas.microsoft.com/office/drawing/2014/main" id="{41AA31ED-01B1-424A-AB89-6268E2DC04EA}"/>
              </a:ext>
            </a:extLst>
          </p:cNvPr>
          <p:cNvSpPr txBox="1"/>
          <p:nvPr/>
        </p:nvSpPr>
        <p:spPr>
          <a:xfrm>
            <a:off x="4283110" y="3996630"/>
            <a:ext cx="105452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10us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100Gbps</a:t>
            </a:r>
          </a:p>
        </p:txBody>
      </p:sp>
      <p:sp>
        <p:nvSpPr>
          <p:cNvPr id="21" name="矩形: 圆角 20">
            <a:extLst>
              <a:ext uri="{FF2B5EF4-FFF2-40B4-BE49-F238E27FC236}">
                <a16:creationId xmlns:a16="http://schemas.microsoft.com/office/drawing/2014/main" id="{ABB6E2B8-149E-419B-A37F-17F8D9CDF40F}"/>
              </a:ext>
            </a:extLst>
          </p:cNvPr>
          <p:cNvSpPr/>
          <p:nvPr/>
        </p:nvSpPr>
        <p:spPr>
          <a:xfrm>
            <a:off x="4509023" y="451504"/>
            <a:ext cx="986863" cy="263747"/>
          </a:xfrm>
          <a:prstGeom prst="roundRect">
            <a:avLst/>
          </a:prstGeom>
          <a:solidFill>
            <a:schemeClr val="bg1">
              <a:lumMod val="75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a:ea typeface="宋体"/>
                <a:cs typeface="Arial"/>
              </a:rPr>
              <a:t>NCCL</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a:cs typeface="+mn-cs"/>
            </a:endParaRPr>
          </a:p>
        </p:txBody>
      </p:sp>
      <p:sp>
        <p:nvSpPr>
          <p:cNvPr id="22" name="双括号 21">
            <a:extLst>
              <a:ext uri="{FF2B5EF4-FFF2-40B4-BE49-F238E27FC236}">
                <a16:creationId xmlns:a16="http://schemas.microsoft.com/office/drawing/2014/main" id="{8D3F329A-E5E6-4863-B953-AE5573369492}"/>
              </a:ext>
            </a:extLst>
          </p:cNvPr>
          <p:cNvSpPr/>
          <p:nvPr/>
        </p:nvSpPr>
        <p:spPr>
          <a:xfrm>
            <a:off x="4327965" y="738208"/>
            <a:ext cx="1354561" cy="263411"/>
          </a:xfrm>
          <a:prstGeom prst="bracketPair">
            <a:avLst>
              <a:gd name="adj" fmla="val 16667"/>
            </a:avLst>
          </a:prstGeom>
          <a:solidFill>
            <a:schemeClr val="accent1">
              <a:lumMod val="20000"/>
              <a:lumOff val="80000"/>
            </a:schemeClr>
          </a:solidFill>
          <a:ln w="12700"/>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4472C4"/>
                </a:solidFill>
                <a:effectLst/>
                <a:uLnTx/>
                <a:uFillTx/>
                <a:latin typeface="Bahnschrift Condensed"/>
                <a:ea typeface="等线"/>
                <a:cs typeface="+mn-cs"/>
              </a:rPr>
              <a:t>Collective     primitive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矩形: 圆角 22">
            <a:extLst>
              <a:ext uri="{FF2B5EF4-FFF2-40B4-BE49-F238E27FC236}">
                <a16:creationId xmlns:a16="http://schemas.microsoft.com/office/drawing/2014/main" id="{CE3207DD-EB23-4218-AA5F-87C37A5235CE}"/>
              </a:ext>
            </a:extLst>
          </p:cNvPr>
          <p:cNvSpPr/>
          <p:nvPr/>
        </p:nvSpPr>
        <p:spPr>
          <a:xfrm>
            <a:off x="2666059" y="4853901"/>
            <a:ext cx="746548" cy="327780"/>
          </a:xfrm>
          <a:prstGeom prst="roundRect">
            <a:avLst/>
          </a:prstGeom>
          <a:solidFill>
            <a:schemeClr val="bg1">
              <a:lumMod val="75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eBPF</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4" name="Text Box 7">
            <a:extLst>
              <a:ext uri="{FF2B5EF4-FFF2-40B4-BE49-F238E27FC236}">
                <a16:creationId xmlns:a16="http://schemas.microsoft.com/office/drawing/2014/main" id="{6C00F2EA-70AB-474F-BB9C-9BF8202E8E32}"/>
              </a:ext>
            </a:extLst>
          </p:cNvPr>
          <p:cNvSpPr txBox="1">
            <a:spLocks noChangeArrowheads="1"/>
          </p:cNvSpPr>
          <p:nvPr/>
        </p:nvSpPr>
        <p:spPr bwMode="auto">
          <a:xfrm>
            <a:off x="5905864" y="614144"/>
            <a:ext cx="1620578" cy="376633"/>
          </a:xfrm>
          <a:prstGeom prst="rect">
            <a:avLst/>
          </a:prstGeom>
          <a:solidFill>
            <a:schemeClr val="bg1">
              <a:lumMod val="85000"/>
            </a:schemeClr>
          </a:solidFill>
          <a:ln w="6350" cap="flat" cmpd="sng" algn="ctr">
            <a:solidFill>
              <a:srgbClr val="70AD47"/>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In-network computing</a:t>
            </a:r>
          </a:p>
        </p:txBody>
      </p:sp>
      <p:sp>
        <p:nvSpPr>
          <p:cNvPr id="25" name="矩形: 圆角 24">
            <a:extLst>
              <a:ext uri="{FF2B5EF4-FFF2-40B4-BE49-F238E27FC236}">
                <a16:creationId xmlns:a16="http://schemas.microsoft.com/office/drawing/2014/main" id="{9AACF2D3-D5E9-4EDF-A9B3-0A9775C0AC27}"/>
              </a:ext>
            </a:extLst>
          </p:cNvPr>
          <p:cNvSpPr/>
          <p:nvPr/>
        </p:nvSpPr>
        <p:spPr>
          <a:xfrm>
            <a:off x="5645877" y="3708060"/>
            <a:ext cx="1542876" cy="585745"/>
          </a:xfrm>
          <a:prstGeom prst="roundRect">
            <a:avLst/>
          </a:prstGeom>
          <a:solidFill>
            <a:schemeClr val="accent4">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PCIe</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6" name="文本框 25">
            <a:extLst>
              <a:ext uri="{FF2B5EF4-FFF2-40B4-BE49-F238E27FC236}">
                <a16:creationId xmlns:a16="http://schemas.microsoft.com/office/drawing/2014/main" id="{2F7AFD74-8270-43E8-BBCC-811E3095B19E}"/>
              </a:ext>
            </a:extLst>
          </p:cNvPr>
          <p:cNvSpPr txBox="1"/>
          <p:nvPr/>
        </p:nvSpPr>
        <p:spPr>
          <a:xfrm>
            <a:off x="6355786" y="4030722"/>
            <a:ext cx="105452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1us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512Gbps</a:t>
            </a:r>
          </a:p>
        </p:txBody>
      </p:sp>
      <p:sp>
        <p:nvSpPr>
          <p:cNvPr id="27" name="矩形: 圆角 26">
            <a:extLst>
              <a:ext uri="{FF2B5EF4-FFF2-40B4-BE49-F238E27FC236}">
                <a16:creationId xmlns:a16="http://schemas.microsoft.com/office/drawing/2014/main" id="{E4CA7138-87BA-4405-A1B9-5D8D766C9D58}"/>
              </a:ext>
            </a:extLst>
          </p:cNvPr>
          <p:cNvSpPr/>
          <p:nvPr/>
        </p:nvSpPr>
        <p:spPr>
          <a:xfrm>
            <a:off x="5655352" y="2369193"/>
            <a:ext cx="1542876" cy="585745"/>
          </a:xfrm>
          <a:prstGeom prst="roundRect">
            <a:avLst/>
          </a:prstGeom>
          <a:solidFill>
            <a:schemeClr val="accent4">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NVLink</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8" name="文本框 27">
            <a:extLst>
              <a:ext uri="{FF2B5EF4-FFF2-40B4-BE49-F238E27FC236}">
                <a16:creationId xmlns:a16="http://schemas.microsoft.com/office/drawing/2014/main" id="{5C7B0C6F-E3DE-4DF4-8123-6E76D5EA7F3B}"/>
              </a:ext>
            </a:extLst>
          </p:cNvPr>
          <p:cNvSpPr txBox="1"/>
          <p:nvPr/>
        </p:nvSpPr>
        <p:spPr>
          <a:xfrm>
            <a:off x="6389590" y="2101105"/>
            <a:ext cx="105452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1us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900GBps</a:t>
            </a:r>
          </a:p>
        </p:txBody>
      </p:sp>
      <p:sp>
        <p:nvSpPr>
          <p:cNvPr id="29" name="矩形: 圆角 28">
            <a:extLst>
              <a:ext uri="{FF2B5EF4-FFF2-40B4-BE49-F238E27FC236}">
                <a16:creationId xmlns:a16="http://schemas.microsoft.com/office/drawing/2014/main" id="{6297D5C7-476E-4D5B-8622-C8B36074530A}"/>
              </a:ext>
            </a:extLst>
          </p:cNvPr>
          <p:cNvSpPr/>
          <p:nvPr/>
        </p:nvSpPr>
        <p:spPr>
          <a:xfrm>
            <a:off x="5645877" y="5119904"/>
            <a:ext cx="1542876" cy="585745"/>
          </a:xfrm>
          <a:prstGeom prst="roundRect">
            <a:avLst/>
          </a:prstGeom>
          <a:solidFill>
            <a:schemeClr val="accent4">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PCI</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30" name="文本框 29">
            <a:extLst>
              <a:ext uri="{FF2B5EF4-FFF2-40B4-BE49-F238E27FC236}">
                <a16:creationId xmlns:a16="http://schemas.microsoft.com/office/drawing/2014/main" id="{C1FDEBCA-48F4-4CCE-89C3-21A8544C5A25}"/>
              </a:ext>
            </a:extLst>
          </p:cNvPr>
          <p:cNvSpPr txBox="1"/>
          <p:nvPr/>
        </p:nvSpPr>
        <p:spPr>
          <a:xfrm>
            <a:off x="6483466" y="5432426"/>
            <a:ext cx="105452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2us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0AD47">
                    <a:lumMod val="75000"/>
                  </a:srgbClr>
                </a:solidFill>
                <a:effectLst/>
                <a:uLnTx/>
                <a:uFillTx/>
                <a:latin typeface="Bahnschrift Condensed" panose="020B0502040204020203" pitchFamily="34" charset="0"/>
                <a:ea typeface="等线" panose="02010600030101010101" pitchFamily="2" charset="-122"/>
                <a:cs typeface="+mn-cs"/>
              </a:rPr>
              <a:t>4Gbps</a:t>
            </a:r>
          </a:p>
        </p:txBody>
      </p:sp>
      <p:cxnSp>
        <p:nvCxnSpPr>
          <p:cNvPr id="31" name="直接箭头连接符 30">
            <a:extLst>
              <a:ext uri="{FF2B5EF4-FFF2-40B4-BE49-F238E27FC236}">
                <a16:creationId xmlns:a16="http://schemas.microsoft.com/office/drawing/2014/main" id="{8636B23B-7EA5-42C3-9848-2644AA6FBF05}"/>
              </a:ext>
            </a:extLst>
          </p:cNvPr>
          <p:cNvCxnSpPr>
            <a:cxnSpLocks/>
            <a:stCxn id="29" idx="0"/>
            <a:endCxn id="25" idx="2"/>
          </p:cNvCxnSpPr>
          <p:nvPr/>
        </p:nvCxnSpPr>
        <p:spPr>
          <a:xfrm flipV="1">
            <a:off x="6417315" y="4293805"/>
            <a:ext cx="0" cy="826099"/>
          </a:xfrm>
          <a:prstGeom prst="straightConnector1">
            <a:avLst/>
          </a:prstGeom>
          <a:noFill/>
          <a:ln w="19050" cap="flat" cmpd="sng" algn="ctr">
            <a:solidFill>
              <a:srgbClr val="5B9BD5"/>
            </a:solidFill>
            <a:prstDash val="solid"/>
            <a:miter lim="800000"/>
            <a:tailEnd type="triangle"/>
          </a:ln>
          <a:effectLst/>
        </p:spPr>
      </p:cxnSp>
      <p:cxnSp>
        <p:nvCxnSpPr>
          <p:cNvPr id="32" name="直接箭头连接符 31">
            <a:extLst>
              <a:ext uri="{FF2B5EF4-FFF2-40B4-BE49-F238E27FC236}">
                <a16:creationId xmlns:a16="http://schemas.microsoft.com/office/drawing/2014/main" id="{CDC155A6-0DED-4E7C-ABC5-3CECD77DF9D4}"/>
              </a:ext>
            </a:extLst>
          </p:cNvPr>
          <p:cNvCxnSpPr>
            <a:cxnSpLocks/>
            <a:stCxn id="25" idx="0"/>
            <a:endCxn id="27" idx="2"/>
          </p:cNvCxnSpPr>
          <p:nvPr/>
        </p:nvCxnSpPr>
        <p:spPr>
          <a:xfrm flipV="1">
            <a:off x="6417315" y="2954938"/>
            <a:ext cx="9475" cy="753122"/>
          </a:xfrm>
          <a:prstGeom prst="straightConnector1">
            <a:avLst/>
          </a:prstGeom>
          <a:noFill/>
          <a:ln w="19050" cap="flat" cmpd="sng" algn="ctr">
            <a:solidFill>
              <a:srgbClr val="5B9BD5"/>
            </a:solidFill>
            <a:prstDash val="solid"/>
            <a:miter lim="800000"/>
            <a:tailEnd type="triangle"/>
          </a:ln>
          <a:effectLst/>
        </p:spPr>
      </p:cxnSp>
      <p:cxnSp>
        <p:nvCxnSpPr>
          <p:cNvPr id="33" name="直接箭头连接符 32">
            <a:extLst>
              <a:ext uri="{FF2B5EF4-FFF2-40B4-BE49-F238E27FC236}">
                <a16:creationId xmlns:a16="http://schemas.microsoft.com/office/drawing/2014/main" id="{C1DDFE8C-8E6F-4771-B235-AF1E43580FA4}"/>
              </a:ext>
            </a:extLst>
          </p:cNvPr>
          <p:cNvCxnSpPr>
            <a:cxnSpLocks/>
            <a:endCxn id="21" idx="3"/>
          </p:cNvCxnSpPr>
          <p:nvPr/>
        </p:nvCxnSpPr>
        <p:spPr>
          <a:xfrm flipH="1" flipV="1">
            <a:off x="5495886" y="583378"/>
            <a:ext cx="2743684" cy="1785816"/>
          </a:xfrm>
          <a:prstGeom prst="straightConnector1">
            <a:avLst/>
          </a:prstGeom>
          <a:noFill/>
          <a:ln w="19050" cap="flat" cmpd="sng" algn="ctr">
            <a:solidFill>
              <a:srgbClr val="5B9BD5"/>
            </a:solidFill>
            <a:prstDash val="solid"/>
            <a:miter lim="800000"/>
            <a:tailEnd type="triangle"/>
          </a:ln>
          <a:effectLst/>
        </p:spPr>
      </p:cxnSp>
      <p:sp>
        <p:nvSpPr>
          <p:cNvPr id="34" name="双括号 33">
            <a:extLst>
              <a:ext uri="{FF2B5EF4-FFF2-40B4-BE49-F238E27FC236}">
                <a16:creationId xmlns:a16="http://schemas.microsoft.com/office/drawing/2014/main" id="{7DD2E7B8-6DCD-46DF-9F11-3DB34884B1E8}"/>
              </a:ext>
            </a:extLst>
          </p:cNvPr>
          <p:cNvSpPr/>
          <p:nvPr/>
        </p:nvSpPr>
        <p:spPr>
          <a:xfrm>
            <a:off x="7198228" y="2451179"/>
            <a:ext cx="1520369" cy="406745"/>
          </a:xfrm>
          <a:prstGeom prst="bracketPair">
            <a:avLst>
              <a:gd name="adj" fmla="val 16667"/>
            </a:avLst>
          </a:prstGeom>
          <a:solidFill>
            <a:schemeClr val="accent1">
              <a:lumMod val="20000"/>
              <a:lumOff val="80000"/>
            </a:schemeClr>
          </a:solidFill>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Differential Signaling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Serialization/Deserialization</a:t>
            </a:r>
          </a:p>
        </p:txBody>
      </p:sp>
      <p:sp>
        <p:nvSpPr>
          <p:cNvPr id="35" name="矩形: 圆角 34">
            <a:extLst>
              <a:ext uri="{FF2B5EF4-FFF2-40B4-BE49-F238E27FC236}">
                <a16:creationId xmlns:a16="http://schemas.microsoft.com/office/drawing/2014/main" id="{46F77079-B86F-4EA1-99E6-7652A23B7E41}"/>
              </a:ext>
            </a:extLst>
          </p:cNvPr>
          <p:cNvSpPr/>
          <p:nvPr/>
        </p:nvSpPr>
        <p:spPr>
          <a:xfrm>
            <a:off x="7869975" y="3205795"/>
            <a:ext cx="1180194" cy="453707"/>
          </a:xfrm>
          <a:prstGeom prst="roundRect">
            <a:avLst/>
          </a:prstGeom>
          <a:solidFill>
            <a:schemeClr val="accent2">
              <a:lumMod val="40000"/>
              <a:lumOff val="6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CXL</a:t>
            </a:r>
            <a:endParaRPr kumimoji="0" lang="zh-CN" altLang="en-US" sz="14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cxnSp>
        <p:nvCxnSpPr>
          <p:cNvPr id="36" name="直接箭头连接符 35">
            <a:extLst>
              <a:ext uri="{FF2B5EF4-FFF2-40B4-BE49-F238E27FC236}">
                <a16:creationId xmlns:a16="http://schemas.microsoft.com/office/drawing/2014/main" id="{121161EE-0BCD-4B38-A516-3D813159C974}"/>
              </a:ext>
            </a:extLst>
          </p:cNvPr>
          <p:cNvCxnSpPr>
            <a:cxnSpLocks/>
            <a:stCxn id="25" idx="3"/>
            <a:endCxn id="35" idx="1"/>
          </p:cNvCxnSpPr>
          <p:nvPr/>
        </p:nvCxnSpPr>
        <p:spPr>
          <a:xfrm flipV="1">
            <a:off x="7188753" y="3432649"/>
            <a:ext cx="681222" cy="568284"/>
          </a:xfrm>
          <a:prstGeom prst="straightConnector1">
            <a:avLst/>
          </a:prstGeom>
          <a:noFill/>
          <a:ln w="19050" cap="flat" cmpd="sng" algn="ctr">
            <a:solidFill>
              <a:srgbClr val="5B9BD5"/>
            </a:solidFill>
            <a:prstDash val="solid"/>
            <a:miter lim="800000"/>
            <a:tailEnd type="triangle"/>
          </a:ln>
          <a:effectLst/>
        </p:spPr>
      </p:cxnSp>
      <p:sp>
        <p:nvSpPr>
          <p:cNvPr id="37" name="双括号 36">
            <a:extLst>
              <a:ext uri="{FF2B5EF4-FFF2-40B4-BE49-F238E27FC236}">
                <a16:creationId xmlns:a16="http://schemas.microsoft.com/office/drawing/2014/main" id="{984D7384-0506-4C0D-AB42-B871CA564581}"/>
              </a:ext>
            </a:extLst>
          </p:cNvPr>
          <p:cNvSpPr/>
          <p:nvPr/>
        </p:nvSpPr>
        <p:spPr>
          <a:xfrm>
            <a:off x="6417315" y="3049954"/>
            <a:ext cx="1334672" cy="701298"/>
          </a:xfrm>
          <a:prstGeom prst="bracketPair">
            <a:avLst>
              <a:gd name="adj" fmla="val 16667"/>
            </a:avLst>
          </a:prstGeom>
          <a:solidFill>
            <a:schemeClr val="accent6">
              <a:lumMod val="20000"/>
              <a:lumOff val="80000"/>
            </a:schemeClr>
          </a:solidFill>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CXL based on PCIe, can direct LD/ST remote device memory, even can cross Node by CXL Switch</a:t>
            </a:r>
          </a:p>
        </p:txBody>
      </p:sp>
      <p:sp>
        <p:nvSpPr>
          <p:cNvPr id="38" name="双括号 37">
            <a:extLst>
              <a:ext uri="{FF2B5EF4-FFF2-40B4-BE49-F238E27FC236}">
                <a16:creationId xmlns:a16="http://schemas.microsoft.com/office/drawing/2014/main" id="{1323E4D5-5B1D-49B2-9F58-A471F0C922AE}"/>
              </a:ext>
            </a:extLst>
          </p:cNvPr>
          <p:cNvSpPr/>
          <p:nvPr/>
        </p:nvSpPr>
        <p:spPr>
          <a:xfrm>
            <a:off x="7198228" y="3914872"/>
            <a:ext cx="1736650" cy="500468"/>
          </a:xfrm>
          <a:prstGeom prst="bracketPair">
            <a:avLst>
              <a:gd name="adj" fmla="val 16667"/>
            </a:avLst>
          </a:prstGeom>
          <a:solidFill>
            <a:schemeClr val="accent1">
              <a:lumMod val="20000"/>
              <a:lumOff val="80000"/>
            </a:schemeClr>
          </a:solidFill>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Serial Bus, endpoint to endpoint transfer, provide up to 32Gbit/s serial data rate per lane</a:t>
            </a:r>
          </a:p>
        </p:txBody>
      </p:sp>
      <p:cxnSp>
        <p:nvCxnSpPr>
          <p:cNvPr id="39" name="直接连接符 38">
            <a:extLst>
              <a:ext uri="{FF2B5EF4-FFF2-40B4-BE49-F238E27FC236}">
                <a16:creationId xmlns:a16="http://schemas.microsoft.com/office/drawing/2014/main" id="{2035BCB7-42AF-4D1C-AD9F-5DCFD2621EC3}"/>
              </a:ext>
            </a:extLst>
          </p:cNvPr>
          <p:cNvCxnSpPr>
            <a:cxnSpLocks/>
          </p:cNvCxnSpPr>
          <p:nvPr/>
        </p:nvCxnSpPr>
        <p:spPr>
          <a:xfrm flipH="1">
            <a:off x="1" y="5758852"/>
            <a:ext cx="5356389" cy="7343"/>
          </a:xfrm>
          <a:prstGeom prst="line">
            <a:avLst/>
          </a:prstGeom>
          <a:noFill/>
          <a:ln w="12700" cap="flat" cmpd="sng" algn="ctr">
            <a:solidFill>
              <a:sysClr val="windowText" lastClr="000000"/>
            </a:solidFill>
            <a:prstDash val="lgDash"/>
            <a:miter lim="800000"/>
          </a:ln>
          <a:effectLst/>
        </p:spPr>
      </p:cxnSp>
      <p:cxnSp>
        <p:nvCxnSpPr>
          <p:cNvPr id="40" name="直接连接符 39">
            <a:extLst>
              <a:ext uri="{FF2B5EF4-FFF2-40B4-BE49-F238E27FC236}">
                <a16:creationId xmlns:a16="http://schemas.microsoft.com/office/drawing/2014/main" id="{74CD50A5-070A-45B1-8328-04D89EE75E78}"/>
              </a:ext>
            </a:extLst>
          </p:cNvPr>
          <p:cNvCxnSpPr>
            <a:cxnSpLocks/>
          </p:cNvCxnSpPr>
          <p:nvPr/>
        </p:nvCxnSpPr>
        <p:spPr>
          <a:xfrm flipH="1">
            <a:off x="-17332" y="1509397"/>
            <a:ext cx="5602344" cy="1"/>
          </a:xfrm>
          <a:prstGeom prst="line">
            <a:avLst/>
          </a:prstGeom>
          <a:noFill/>
          <a:ln w="12700" cap="flat" cmpd="sng" algn="ctr">
            <a:solidFill>
              <a:sysClr val="windowText" lastClr="000000"/>
            </a:solidFill>
            <a:prstDash val="lgDash"/>
            <a:miter lim="800000"/>
          </a:ln>
          <a:effectLst/>
        </p:spPr>
      </p:cxnSp>
      <p:sp>
        <p:nvSpPr>
          <p:cNvPr id="41" name="文本框 40">
            <a:extLst>
              <a:ext uri="{FF2B5EF4-FFF2-40B4-BE49-F238E27FC236}">
                <a16:creationId xmlns:a16="http://schemas.microsoft.com/office/drawing/2014/main" id="{D8D8FE53-3980-4F7C-8153-B66414F05BCF}"/>
              </a:ext>
            </a:extLst>
          </p:cNvPr>
          <p:cNvSpPr txBox="1"/>
          <p:nvPr/>
        </p:nvSpPr>
        <p:spPr>
          <a:xfrm>
            <a:off x="-153873" y="3610037"/>
            <a:ext cx="1179335"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40C28"/>
                </a:solidFill>
                <a:effectLst/>
                <a:uLnTx/>
                <a:uFillTx/>
                <a:latin typeface="Bahnschrift Condensed" panose="020B0502040204020203" pitchFamily="34" charset="0"/>
                <a:ea typeface="等线" panose="02010600030101010101" pitchFamily="2" charset="-122"/>
                <a:cs typeface="+mn-cs"/>
              </a:rPr>
              <a:t>Transaction Layer</a:t>
            </a:r>
            <a:endParaRPr kumimoji="0" lang="en-US" altLang="zh-CN" sz="16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endParaRPr>
          </a:p>
        </p:txBody>
      </p:sp>
      <p:sp>
        <p:nvSpPr>
          <p:cNvPr id="42" name="文本框 41">
            <a:extLst>
              <a:ext uri="{FF2B5EF4-FFF2-40B4-BE49-F238E27FC236}">
                <a16:creationId xmlns:a16="http://schemas.microsoft.com/office/drawing/2014/main" id="{A310BA9D-EA6C-48F8-A672-E6158F5EF777}"/>
              </a:ext>
            </a:extLst>
          </p:cNvPr>
          <p:cNvSpPr txBox="1"/>
          <p:nvPr/>
        </p:nvSpPr>
        <p:spPr>
          <a:xfrm>
            <a:off x="-57638" y="5772594"/>
            <a:ext cx="1179335"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40C28"/>
                </a:solidFill>
                <a:effectLst/>
                <a:uLnTx/>
                <a:uFillTx/>
                <a:latin typeface="Bahnschrift Condensed" panose="020B0502040204020203" pitchFamily="34" charset="0"/>
                <a:ea typeface="等线" panose="02010600030101010101" pitchFamily="2" charset="-122"/>
                <a:cs typeface="+mn-cs"/>
              </a:rPr>
              <a:t>Network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40C28"/>
                </a:solidFill>
                <a:effectLst/>
                <a:uLnTx/>
                <a:uFillTx/>
                <a:latin typeface="Bahnschrift Condensed" panose="020B0502040204020203" pitchFamily="34" charset="0"/>
                <a:ea typeface="等线" panose="02010600030101010101" pitchFamily="2" charset="-122"/>
                <a:cs typeface="+mn-cs"/>
              </a:rPr>
              <a:t>Layer</a:t>
            </a:r>
            <a:endParaRPr kumimoji="0" lang="en-US" altLang="zh-CN" sz="16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endParaRPr>
          </a:p>
        </p:txBody>
      </p:sp>
      <p:sp>
        <p:nvSpPr>
          <p:cNvPr id="43" name="矩形: 圆角 42">
            <a:extLst>
              <a:ext uri="{FF2B5EF4-FFF2-40B4-BE49-F238E27FC236}">
                <a16:creationId xmlns:a16="http://schemas.microsoft.com/office/drawing/2014/main" id="{C0A35FC7-E196-46A6-802C-8C442E999652}"/>
              </a:ext>
            </a:extLst>
          </p:cNvPr>
          <p:cNvSpPr/>
          <p:nvPr/>
        </p:nvSpPr>
        <p:spPr>
          <a:xfrm>
            <a:off x="1129484" y="5919588"/>
            <a:ext cx="1542876" cy="359749"/>
          </a:xfrm>
          <a:prstGeom prst="roundRect">
            <a:avLst/>
          </a:prstGeom>
          <a:solidFill>
            <a:schemeClr val="accent6">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IP/ARP/ICMP</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cxnSp>
        <p:nvCxnSpPr>
          <p:cNvPr id="44" name="直接连接符 43">
            <a:extLst>
              <a:ext uri="{FF2B5EF4-FFF2-40B4-BE49-F238E27FC236}">
                <a16:creationId xmlns:a16="http://schemas.microsoft.com/office/drawing/2014/main" id="{B2F21AFC-C55C-43DE-966F-E460B0AE0486}"/>
              </a:ext>
            </a:extLst>
          </p:cNvPr>
          <p:cNvCxnSpPr>
            <a:cxnSpLocks/>
          </p:cNvCxnSpPr>
          <p:nvPr/>
        </p:nvCxnSpPr>
        <p:spPr>
          <a:xfrm flipH="1">
            <a:off x="0" y="6351496"/>
            <a:ext cx="5356389" cy="7343"/>
          </a:xfrm>
          <a:prstGeom prst="line">
            <a:avLst/>
          </a:prstGeom>
          <a:noFill/>
          <a:ln w="12700" cap="flat" cmpd="sng" algn="ctr">
            <a:solidFill>
              <a:sysClr val="windowText" lastClr="000000"/>
            </a:solidFill>
            <a:prstDash val="lgDash"/>
            <a:miter lim="800000"/>
          </a:ln>
          <a:effectLst/>
        </p:spPr>
      </p:cxnSp>
      <p:sp>
        <p:nvSpPr>
          <p:cNvPr id="45" name="矩形: 圆角 44">
            <a:extLst>
              <a:ext uri="{FF2B5EF4-FFF2-40B4-BE49-F238E27FC236}">
                <a16:creationId xmlns:a16="http://schemas.microsoft.com/office/drawing/2014/main" id="{C40C5757-B576-41E6-ACEC-8943BFB43B34}"/>
              </a:ext>
            </a:extLst>
          </p:cNvPr>
          <p:cNvSpPr/>
          <p:nvPr/>
        </p:nvSpPr>
        <p:spPr>
          <a:xfrm>
            <a:off x="1120384" y="6466539"/>
            <a:ext cx="1542876" cy="359749"/>
          </a:xfrm>
          <a:prstGeom prst="roundRect">
            <a:avLst/>
          </a:prstGeom>
          <a:solidFill>
            <a:schemeClr val="accent2">
              <a:lumMod val="20000"/>
              <a:lumOff val="80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MAC/CSMA</a:t>
            </a:r>
            <a:endParaRPr kumimoji="0" lang="zh-CN" altLang="en-US" sz="1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46" name="文本框 45">
            <a:extLst>
              <a:ext uri="{FF2B5EF4-FFF2-40B4-BE49-F238E27FC236}">
                <a16:creationId xmlns:a16="http://schemas.microsoft.com/office/drawing/2014/main" id="{5449B091-B249-4F44-A6FE-87AA22063662}"/>
              </a:ext>
            </a:extLst>
          </p:cNvPr>
          <p:cNvSpPr txBox="1"/>
          <p:nvPr/>
        </p:nvSpPr>
        <p:spPr>
          <a:xfrm>
            <a:off x="-85484" y="6322137"/>
            <a:ext cx="1179335"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202122"/>
                </a:solidFill>
                <a:effectLst/>
                <a:uLnTx/>
                <a:uFillTx/>
                <a:latin typeface="Bahnschrift Condensed" panose="020B0502040204020203" pitchFamily="34" charset="0"/>
                <a:ea typeface="等线" panose="02010600030101010101" pitchFamily="2" charset="-122"/>
                <a:cs typeface="+mn-cs"/>
              </a:rPr>
              <a:t>Data Link Layer</a:t>
            </a:r>
            <a:endParaRPr kumimoji="0" lang="en-US" altLang="zh-CN" sz="16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endParaRPr>
          </a:p>
        </p:txBody>
      </p:sp>
      <p:sp>
        <p:nvSpPr>
          <p:cNvPr id="47" name="文本框 46">
            <a:extLst>
              <a:ext uri="{FF2B5EF4-FFF2-40B4-BE49-F238E27FC236}">
                <a16:creationId xmlns:a16="http://schemas.microsoft.com/office/drawing/2014/main" id="{002C371F-BE6E-4B08-85E9-5AC61107D7BF}"/>
              </a:ext>
            </a:extLst>
          </p:cNvPr>
          <p:cNvSpPr txBox="1"/>
          <p:nvPr/>
        </p:nvSpPr>
        <p:spPr>
          <a:xfrm>
            <a:off x="-105154" y="871576"/>
            <a:ext cx="1179335"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Bahnschrift Condensed" panose="020B0502040204020203" pitchFamily="34" charset="0"/>
                <a:ea typeface="仿宋" panose="02010609060101010101" pitchFamily="49" charset="-122"/>
                <a:cs typeface="Calibri" panose="020F0502020204030204" pitchFamily="34" charset="0"/>
              </a:rPr>
              <a:t>Application Layer</a:t>
            </a:r>
          </a:p>
        </p:txBody>
      </p:sp>
      <p:sp>
        <p:nvSpPr>
          <p:cNvPr id="48" name="双括号 47">
            <a:extLst>
              <a:ext uri="{FF2B5EF4-FFF2-40B4-BE49-F238E27FC236}">
                <a16:creationId xmlns:a16="http://schemas.microsoft.com/office/drawing/2014/main" id="{C6970916-7A93-447A-AFD7-923665E77077}"/>
              </a:ext>
            </a:extLst>
          </p:cNvPr>
          <p:cNvSpPr/>
          <p:nvPr/>
        </p:nvSpPr>
        <p:spPr>
          <a:xfrm>
            <a:off x="7188753" y="5119904"/>
            <a:ext cx="1736650" cy="585745"/>
          </a:xfrm>
          <a:prstGeom prst="bracketPair">
            <a:avLst>
              <a:gd name="adj" fmla="val 16667"/>
            </a:avLst>
          </a:prstGeom>
          <a:solidFill>
            <a:schemeClr val="accent1">
              <a:lumMod val="20000"/>
              <a:lumOff val="80000"/>
            </a:schemeClr>
          </a:solidFill>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rPr>
              <a:t>Parallels Bus, transfer 64 bit data in a clock cycle, bandwidth limited by frequent (33MHZ) </a:t>
            </a:r>
            <a:endParaRPr kumimoji="0" lang="en-US" sz="1000" b="0" i="0" u="none" strike="noStrike" kern="1200" cap="none" spc="0" normalizeH="0" baseline="0" noProof="0" dirty="0">
              <a:ln>
                <a:noFill/>
              </a:ln>
              <a:solidFill>
                <a:srgbClr val="4472C4">
                  <a:lumMod val="50000"/>
                </a:srgbClr>
              </a:solidFill>
              <a:effectLst/>
              <a:uLnTx/>
              <a:uFillTx/>
              <a:latin typeface="Bahnschrift Condensed" panose="020B0502040204020203" pitchFamily="34" charset="0"/>
              <a:ea typeface="等线" panose="02010600030101010101" pitchFamily="2" charset="-122"/>
              <a:cs typeface="+mn-cs"/>
            </a:endParaRPr>
          </a:p>
        </p:txBody>
      </p:sp>
      <p:sp>
        <p:nvSpPr>
          <p:cNvPr id="49" name="文本框 48">
            <a:extLst>
              <a:ext uri="{FF2B5EF4-FFF2-40B4-BE49-F238E27FC236}">
                <a16:creationId xmlns:a16="http://schemas.microsoft.com/office/drawing/2014/main" id="{1731E51F-B42A-4971-AE00-D93B37F87FC1}"/>
              </a:ext>
            </a:extLst>
          </p:cNvPr>
          <p:cNvSpPr txBox="1"/>
          <p:nvPr/>
        </p:nvSpPr>
        <p:spPr>
          <a:xfrm>
            <a:off x="3833499" y="4653514"/>
            <a:ext cx="1179335" cy="369332"/>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Bahnschrift Condensed" panose="020B0502040204020203" pitchFamily="34" charset="0"/>
                <a:ea typeface="仿宋" panose="02010609060101010101" pitchFamily="49" charset="-122"/>
                <a:cs typeface="Calibri" panose="020F0502020204030204" pitchFamily="34" charset="0"/>
              </a:rPr>
              <a:t>Process on </a:t>
            </a:r>
            <a:r>
              <a:rPr kumimoji="0" lang="en-US" altLang="zh-CN" sz="18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rPr>
              <a:t>CPU</a:t>
            </a:r>
            <a:endParaRPr kumimoji="0" lang="en-US" altLang="zh-CN" sz="14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endParaRPr>
          </a:p>
        </p:txBody>
      </p:sp>
      <p:sp>
        <p:nvSpPr>
          <p:cNvPr id="50" name="文本框 49">
            <a:extLst>
              <a:ext uri="{FF2B5EF4-FFF2-40B4-BE49-F238E27FC236}">
                <a16:creationId xmlns:a16="http://schemas.microsoft.com/office/drawing/2014/main" id="{575476C5-9913-40B0-B366-8B5B47BF865A}"/>
              </a:ext>
            </a:extLst>
          </p:cNvPr>
          <p:cNvSpPr txBox="1"/>
          <p:nvPr/>
        </p:nvSpPr>
        <p:spPr>
          <a:xfrm>
            <a:off x="874628" y="2363422"/>
            <a:ext cx="1179335" cy="369332"/>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Bahnschrift Condensed" panose="020B0502040204020203" pitchFamily="34" charset="0"/>
                <a:ea typeface="仿宋" panose="02010609060101010101" pitchFamily="49" charset="-122"/>
                <a:cs typeface="Calibri" panose="020F0502020204030204" pitchFamily="34" charset="0"/>
              </a:rPr>
              <a:t>Process on </a:t>
            </a:r>
            <a:r>
              <a:rPr kumimoji="0" lang="en-US" altLang="zh-CN" sz="18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rPr>
              <a:t>NIC</a:t>
            </a:r>
            <a:endParaRPr kumimoji="0" lang="en-US" altLang="zh-CN" sz="1400" b="1" i="0" u="none" strike="noStrike" kern="0" cap="none" spc="0" normalizeH="0" baseline="0" noProof="0" dirty="0">
              <a:ln>
                <a:noFill/>
              </a:ln>
              <a:solidFill>
                <a:srgbClr val="70AD47">
                  <a:lumMod val="75000"/>
                </a:srgbClr>
              </a:solidFill>
              <a:effectLst/>
              <a:uLnTx/>
              <a:uFillTx/>
              <a:latin typeface="Bahnschrift Condensed" panose="020B0502040204020203" pitchFamily="34" charset="0"/>
              <a:ea typeface="仿宋" panose="02010609060101010101" pitchFamily="49" charset="-122"/>
              <a:cs typeface="Calibri" panose="020F0502020204030204" pitchFamily="34" charset="0"/>
            </a:endParaRPr>
          </a:p>
        </p:txBody>
      </p:sp>
      <p:pic>
        <p:nvPicPr>
          <p:cNvPr id="51" name="图片 50">
            <a:extLst>
              <a:ext uri="{FF2B5EF4-FFF2-40B4-BE49-F238E27FC236}">
                <a16:creationId xmlns:a16="http://schemas.microsoft.com/office/drawing/2014/main" id="{0FFA2D7C-A375-41C5-85A4-94D642C3B8DD}"/>
              </a:ext>
            </a:extLst>
          </p:cNvPr>
          <p:cNvPicPr>
            <a:picLocks noChangeAspect="1"/>
          </p:cNvPicPr>
          <p:nvPr/>
        </p:nvPicPr>
        <p:blipFill>
          <a:blip r:embed="rId2"/>
          <a:stretch>
            <a:fillRect/>
          </a:stretch>
        </p:blipFill>
        <p:spPr>
          <a:xfrm>
            <a:off x="2290411" y="1780225"/>
            <a:ext cx="2023062" cy="1146860"/>
          </a:xfrm>
          <a:prstGeom prst="rect">
            <a:avLst/>
          </a:prstGeom>
        </p:spPr>
      </p:pic>
      <p:sp>
        <p:nvSpPr>
          <p:cNvPr id="52" name="矩形: 圆角 51">
            <a:extLst>
              <a:ext uri="{FF2B5EF4-FFF2-40B4-BE49-F238E27FC236}">
                <a16:creationId xmlns:a16="http://schemas.microsoft.com/office/drawing/2014/main" id="{946F5268-04D8-42B2-8052-6DC245EA379B}"/>
              </a:ext>
            </a:extLst>
          </p:cNvPr>
          <p:cNvSpPr/>
          <p:nvPr/>
        </p:nvSpPr>
        <p:spPr>
          <a:xfrm>
            <a:off x="4474036" y="2017177"/>
            <a:ext cx="1054521" cy="475098"/>
          </a:xfrm>
          <a:prstGeom prst="roundRect">
            <a:avLst/>
          </a:prstGeom>
          <a:solidFill>
            <a:schemeClr val="bg1">
              <a:lumMod val="75000"/>
            </a:schemeClr>
          </a:solidFill>
          <a:ln w="6350" cap="flat" cmpd="sng" algn="ctr">
            <a:solidFill>
              <a:srgbClr val="4472C4"/>
            </a:solidFill>
            <a:prstDash val="solid"/>
            <a:miter lim="800000"/>
            <a:headEnd/>
            <a:tailEnd/>
          </a:ln>
          <a:effectLst/>
        </p:spPr>
        <p:txBody>
          <a:bodyPr vert="horz" wrap="square" lIns="91440" tIns="4680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Arial"/>
                <a:ea typeface="宋体"/>
                <a:cs typeface="Arial"/>
              </a:rPr>
              <a:t>Offloaded</a:t>
            </a:r>
            <a:br>
              <a:rPr kumimoji="0" lang="en-US" altLang="zh-CN" sz="1400" b="0" i="0" u="none" strike="noStrike" kern="0" cap="none" spc="0" normalizeH="0" baseline="0" noProof="0" dirty="0">
                <a:ln>
                  <a:noFill/>
                </a:ln>
                <a:solidFill>
                  <a:prstClr val="black"/>
                </a:solidFill>
                <a:effectLst/>
                <a:uLnTx/>
                <a:uFillTx/>
                <a:latin typeface="Arial"/>
                <a:ea typeface="宋体"/>
                <a:cs typeface="Arial"/>
              </a:rPr>
            </a:br>
            <a:r>
              <a:rPr kumimoji="0" lang="en-US" altLang="zh-CN" sz="1400" b="0" i="0" u="none" strike="noStrike" kern="0" cap="none" spc="0" normalizeH="0" baseline="0" noProof="0" dirty="0">
                <a:ln>
                  <a:noFill/>
                </a:ln>
                <a:solidFill>
                  <a:prstClr val="black"/>
                </a:solidFill>
                <a:effectLst/>
                <a:uLnTx/>
                <a:uFillTx/>
                <a:latin typeface="Arial"/>
                <a:ea typeface="宋体"/>
                <a:cs typeface="Arial"/>
              </a:rPr>
              <a:t>NCCL</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a:cs typeface="+mn-cs"/>
            </a:endParaRPr>
          </a:p>
        </p:txBody>
      </p:sp>
      <p:cxnSp>
        <p:nvCxnSpPr>
          <p:cNvPr id="53" name="直接连接符 52">
            <a:extLst>
              <a:ext uri="{FF2B5EF4-FFF2-40B4-BE49-F238E27FC236}">
                <a16:creationId xmlns:a16="http://schemas.microsoft.com/office/drawing/2014/main" id="{AA0F993E-1E3D-4B90-8A7D-4095FBC06851}"/>
              </a:ext>
            </a:extLst>
          </p:cNvPr>
          <p:cNvCxnSpPr>
            <a:cxnSpLocks/>
            <a:stCxn id="52" idx="0"/>
            <a:endCxn id="22" idx="0"/>
          </p:cNvCxnSpPr>
          <p:nvPr/>
        </p:nvCxnSpPr>
        <p:spPr>
          <a:xfrm flipV="1">
            <a:off x="5001297" y="738208"/>
            <a:ext cx="3949" cy="1278969"/>
          </a:xfrm>
          <a:prstGeom prst="line">
            <a:avLst/>
          </a:prstGeom>
          <a:noFill/>
          <a:ln w="12700" cap="flat" cmpd="sng" algn="ctr">
            <a:solidFill>
              <a:sysClr val="windowText" lastClr="000000"/>
            </a:solidFill>
            <a:prstDash val="lgDash"/>
            <a:miter lim="800000"/>
          </a:ln>
          <a:effectLst/>
        </p:spPr>
      </p:cxnSp>
      <p:cxnSp>
        <p:nvCxnSpPr>
          <p:cNvPr id="54" name="直接箭头连接符 53">
            <a:extLst>
              <a:ext uri="{FF2B5EF4-FFF2-40B4-BE49-F238E27FC236}">
                <a16:creationId xmlns:a16="http://schemas.microsoft.com/office/drawing/2014/main" id="{A5B4F758-F841-4AD8-A110-09911682AEA5}"/>
              </a:ext>
            </a:extLst>
          </p:cNvPr>
          <p:cNvCxnSpPr>
            <a:cxnSpLocks/>
            <a:endCxn id="52" idx="2"/>
          </p:cNvCxnSpPr>
          <p:nvPr/>
        </p:nvCxnSpPr>
        <p:spPr>
          <a:xfrm flipV="1">
            <a:off x="4210711" y="2492275"/>
            <a:ext cx="790586" cy="220646"/>
          </a:xfrm>
          <a:prstGeom prst="straightConnector1">
            <a:avLst/>
          </a:prstGeom>
          <a:noFill/>
          <a:ln w="19050" cap="flat" cmpd="sng" algn="ctr">
            <a:solidFill>
              <a:srgbClr val="5B9BD5"/>
            </a:solidFill>
            <a:prstDash val="solid"/>
            <a:miter lim="800000"/>
            <a:tailEnd type="triangle"/>
          </a:ln>
          <a:effectLst/>
        </p:spPr>
      </p:cxnSp>
      <p:cxnSp>
        <p:nvCxnSpPr>
          <p:cNvPr id="55" name="直接箭头连接符 54">
            <a:extLst>
              <a:ext uri="{FF2B5EF4-FFF2-40B4-BE49-F238E27FC236}">
                <a16:creationId xmlns:a16="http://schemas.microsoft.com/office/drawing/2014/main" id="{84DDFE9E-1F2A-4E87-A30A-81430DE84F23}"/>
              </a:ext>
            </a:extLst>
          </p:cNvPr>
          <p:cNvCxnSpPr>
            <a:cxnSpLocks/>
            <a:endCxn id="21" idx="1"/>
          </p:cNvCxnSpPr>
          <p:nvPr/>
        </p:nvCxnSpPr>
        <p:spPr>
          <a:xfrm flipV="1">
            <a:off x="3787648" y="583378"/>
            <a:ext cx="721375" cy="1485198"/>
          </a:xfrm>
          <a:prstGeom prst="straightConnector1">
            <a:avLst/>
          </a:prstGeom>
          <a:noFill/>
          <a:ln w="19050" cap="flat" cmpd="sng" algn="ctr">
            <a:solidFill>
              <a:srgbClr val="5B9BD5"/>
            </a:solidFill>
            <a:prstDash val="solid"/>
            <a:miter lim="800000"/>
            <a:tailEnd type="triangle"/>
          </a:ln>
          <a:effectLst/>
        </p:spPr>
      </p:cxnSp>
      <p:sp>
        <p:nvSpPr>
          <p:cNvPr id="56" name="Title 1">
            <a:extLst>
              <a:ext uri="{FF2B5EF4-FFF2-40B4-BE49-F238E27FC236}">
                <a16:creationId xmlns:a16="http://schemas.microsoft.com/office/drawing/2014/main" id="{BDC6B605-5B86-43AA-8E16-355A8EA90477}"/>
              </a:ext>
            </a:extLst>
          </p:cNvPr>
          <p:cNvSpPr>
            <a:spLocks noGrp="1"/>
          </p:cNvSpPr>
          <p:nvPr>
            <p:ph type="title"/>
          </p:nvPr>
        </p:nvSpPr>
        <p:spPr>
          <a:xfrm>
            <a:off x="228600" y="152400"/>
            <a:ext cx="8610600" cy="1066800"/>
          </a:xfrm>
        </p:spPr>
        <p:txBody>
          <a:bodyPr/>
          <a:lstStyle/>
          <a:p>
            <a:r>
              <a:rPr lang="en-US" altLang="zh-CN" spc="-6" dirty="0"/>
              <a:t>AI System: Network</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33881196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err="1"/>
              <a:t>AllReduce</a:t>
            </a:r>
            <a:r>
              <a:rPr lang="en-US" altLang="zh-CN" spc="-6" dirty="0"/>
              <a:t> Implementation</a:t>
            </a:r>
            <a:r>
              <a:rPr lang="en-US" altLang="zh-CN" spc="-44" dirty="0"/>
              <a:t> </a:t>
            </a:r>
            <a:r>
              <a:rPr lang="en-US" altLang="zh-CN" dirty="0"/>
              <a:t>Choices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35</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9" name="object 3">
            <a:extLst>
              <a:ext uri="{FF2B5EF4-FFF2-40B4-BE49-F238E27FC236}">
                <a16:creationId xmlns:a16="http://schemas.microsoft.com/office/drawing/2014/main" id="{B611B814-3672-4DF6-9FC7-C797904F8F73}"/>
              </a:ext>
            </a:extLst>
          </p:cNvPr>
          <p:cNvSpPr txBox="1"/>
          <p:nvPr/>
        </p:nvSpPr>
        <p:spPr>
          <a:xfrm>
            <a:off x="304800" y="1089075"/>
            <a:ext cx="8192911" cy="2184358"/>
          </a:xfrm>
          <a:prstGeom prst="rect">
            <a:avLst/>
          </a:prstGeom>
        </p:spPr>
        <p:txBody>
          <a:bodyPr vert="horz" wrap="square" lIns="0" tIns="55033" rIns="0" bIns="0" rtlCol="0">
            <a:spAutoFit/>
          </a:bodyPr>
          <a:lstStyle/>
          <a:p>
            <a:pPr marL="332313" indent="-318908">
              <a:spcBef>
                <a:spcPts val="311"/>
              </a:spcBef>
              <a:buClr>
                <a:srgbClr val="B2B2B2"/>
              </a:buClr>
              <a:buSzPct val="105882"/>
              <a:buFont typeface="Arial"/>
              <a:buChar char="•"/>
              <a:tabLst>
                <a:tab pos="332313" algn="l"/>
                <a:tab pos="333019" algn="l"/>
              </a:tabLst>
            </a:pPr>
            <a:r>
              <a:rPr sz="2400" b="1" dirty="0">
                <a:solidFill>
                  <a:srgbClr val="006FC0"/>
                </a:solidFill>
                <a:latin typeface="Trebuchet MS"/>
                <a:cs typeface="Trebuchet MS"/>
              </a:rPr>
              <a:t>“Ring”</a:t>
            </a:r>
            <a:r>
              <a:rPr sz="2400" b="1" spc="-11" dirty="0">
                <a:solidFill>
                  <a:srgbClr val="006FC0"/>
                </a:solidFill>
                <a:latin typeface="Trebuchet MS"/>
                <a:cs typeface="Trebuchet MS"/>
              </a:rPr>
              <a:t> </a:t>
            </a:r>
            <a:r>
              <a:rPr lang="en-US" sz="2400" b="1" spc="-6" dirty="0" err="1">
                <a:latin typeface="Trebuchet MS"/>
                <a:cs typeface="Trebuchet MS"/>
              </a:rPr>
              <a:t>AllReduce</a:t>
            </a:r>
            <a:r>
              <a:rPr lang="en-US" sz="2400" b="1" spc="-6" dirty="0">
                <a:latin typeface="Trebuchet MS"/>
                <a:cs typeface="Trebuchet MS"/>
              </a:rPr>
              <a:t> (Baidu)</a:t>
            </a:r>
            <a:endParaRPr sz="2400" dirty="0">
              <a:latin typeface="Trebuchet MS"/>
              <a:cs typeface="Trebuchet MS"/>
            </a:endParaRPr>
          </a:p>
          <a:p>
            <a:pPr marL="713310" lvl="1" indent="-319613">
              <a:spcBef>
                <a:spcPts val="411"/>
              </a:spcBef>
              <a:buClr>
                <a:srgbClr val="B2B2B2"/>
              </a:buClr>
              <a:buSzPct val="106666"/>
              <a:buFont typeface="Arial"/>
              <a:buChar char="•"/>
              <a:tabLst>
                <a:tab pos="713310" algn="l"/>
                <a:tab pos="714015" algn="l"/>
              </a:tabLst>
            </a:pPr>
            <a:r>
              <a:rPr sz="2000" dirty="0">
                <a:latin typeface="Trebuchet MS"/>
                <a:cs typeface="Trebuchet MS"/>
              </a:rPr>
              <a:t>For </a:t>
            </a:r>
            <a:r>
              <a:rPr sz="2000" spc="-6" dirty="0">
                <a:latin typeface="Trebuchet MS"/>
                <a:cs typeface="Trebuchet MS"/>
              </a:rPr>
              <a:t>any </a:t>
            </a:r>
            <a:r>
              <a:rPr sz="2000" dirty="0">
                <a:latin typeface="Trebuchet MS"/>
                <a:cs typeface="Trebuchet MS"/>
              </a:rPr>
              <a:t>topology </a:t>
            </a:r>
            <a:r>
              <a:rPr sz="2000" spc="-6" dirty="0">
                <a:latin typeface="Trebuchet MS"/>
                <a:cs typeface="Trebuchet MS"/>
              </a:rPr>
              <a:t>that contains </a:t>
            </a:r>
            <a:r>
              <a:rPr sz="2000" dirty="0">
                <a:latin typeface="Trebuchet MS"/>
                <a:cs typeface="Trebuchet MS"/>
              </a:rPr>
              <a:t>a 1D torus</a:t>
            </a:r>
            <a:r>
              <a:rPr sz="2000" spc="-67" dirty="0">
                <a:latin typeface="Trebuchet MS"/>
                <a:cs typeface="Trebuchet MS"/>
              </a:rPr>
              <a:t> </a:t>
            </a:r>
            <a:r>
              <a:rPr sz="2000" spc="-6" dirty="0">
                <a:latin typeface="Trebuchet MS"/>
                <a:cs typeface="Trebuchet MS"/>
              </a:rPr>
              <a:t>(ring)</a:t>
            </a:r>
            <a:endParaRPr sz="20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r>
              <a:rPr sz="2000" spc="-6" dirty="0">
                <a:latin typeface="Trebuchet MS"/>
                <a:cs typeface="Trebuchet MS"/>
              </a:rPr>
              <a:t>Each worker communicates with </a:t>
            </a:r>
            <a:r>
              <a:rPr sz="2000" dirty="0">
                <a:solidFill>
                  <a:srgbClr val="00AF50"/>
                </a:solidFill>
                <a:latin typeface="Trebuchet MS"/>
                <a:cs typeface="Trebuchet MS"/>
              </a:rPr>
              <a:t>2</a:t>
            </a:r>
            <a:r>
              <a:rPr sz="2000" spc="-22" dirty="0">
                <a:solidFill>
                  <a:srgbClr val="00AF50"/>
                </a:solidFill>
                <a:latin typeface="Trebuchet MS"/>
                <a:cs typeface="Trebuchet MS"/>
              </a:rPr>
              <a:t> </a:t>
            </a:r>
            <a:r>
              <a:rPr sz="2000" spc="-6" dirty="0">
                <a:latin typeface="Trebuchet MS"/>
                <a:cs typeface="Trebuchet MS"/>
              </a:rPr>
              <a:t>neighbors</a:t>
            </a:r>
            <a:endParaRPr sz="20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r>
              <a:rPr sz="2000" dirty="0">
                <a:latin typeface="Trebuchet MS"/>
                <a:cs typeface="Trebuchet MS"/>
              </a:rPr>
              <a:t>2(</a:t>
            </a:r>
            <a:r>
              <a:rPr sz="2000" i="1" dirty="0">
                <a:latin typeface="Trebuchet MS"/>
                <a:cs typeface="Trebuchet MS"/>
              </a:rPr>
              <a:t>N </a:t>
            </a:r>
            <a:r>
              <a:rPr sz="2000" dirty="0">
                <a:latin typeface="Trebuchet MS"/>
                <a:cs typeface="Trebuchet MS"/>
              </a:rPr>
              <a:t>– 1) steps, </a:t>
            </a:r>
            <a:r>
              <a:rPr sz="2000" spc="-6" dirty="0">
                <a:latin typeface="Trebuchet MS"/>
                <a:cs typeface="Trebuchet MS"/>
              </a:rPr>
              <a:t>worker </a:t>
            </a:r>
            <a:r>
              <a:rPr sz="2000" dirty="0">
                <a:latin typeface="Trebuchet MS"/>
                <a:cs typeface="Trebuchet MS"/>
              </a:rPr>
              <a:t>sends/receives </a:t>
            </a:r>
            <a:r>
              <a:rPr sz="2000" spc="6" dirty="0">
                <a:latin typeface="Trebuchet MS"/>
                <a:cs typeface="Trebuchet MS"/>
              </a:rPr>
              <a:t>1/</a:t>
            </a:r>
            <a:r>
              <a:rPr sz="2000" i="1" spc="6" dirty="0">
                <a:latin typeface="Trebuchet MS"/>
                <a:cs typeface="Trebuchet MS"/>
              </a:rPr>
              <a:t>N </a:t>
            </a:r>
            <a:r>
              <a:rPr sz="2000" dirty="0">
                <a:latin typeface="Trebuchet MS"/>
                <a:cs typeface="Trebuchet MS"/>
              </a:rPr>
              <a:t>of all</a:t>
            </a:r>
            <a:r>
              <a:rPr sz="2000" spc="-144" dirty="0">
                <a:latin typeface="Trebuchet MS"/>
                <a:cs typeface="Trebuchet MS"/>
              </a:rPr>
              <a:t> </a:t>
            </a:r>
            <a:r>
              <a:rPr sz="2000" spc="-6" dirty="0">
                <a:latin typeface="Trebuchet MS"/>
                <a:cs typeface="Trebuchet MS"/>
              </a:rPr>
              <a:t>bytes</a:t>
            </a:r>
            <a:endParaRPr sz="2000" dirty="0">
              <a:latin typeface="Trebuchet MS"/>
              <a:cs typeface="Trebuchet MS"/>
            </a:endParaRPr>
          </a:p>
          <a:p>
            <a:pPr marL="1031511" lvl="2" indent="-186970">
              <a:spcBef>
                <a:spcPts val="478"/>
              </a:spcBef>
              <a:buClr>
                <a:srgbClr val="B2B2B2"/>
              </a:buClr>
              <a:buSzPct val="107692"/>
              <a:buFont typeface="Arial"/>
              <a:buChar char="•"/>
              <a:tabLst>
                <a:tab pos="1032217" algn="l"/>
              </a:tabLst>
            </a:pPr>
            <a:r>
              <a:rPr spc="-6" dirty="0">
                <a:latin typeface="Trebuchet MS"/>
                <a:cs typeface="Trebuchet MS"/>
              </a:rPr>
              <a:t>Each step requires a </a:t>
            </a:r>
            <a:r>
              <a:rPr spc="-11" dirty="0">
                <a:latin typeface="Trebuchet MS"/>
                <a:cs typeface="Trebuchet MS"/>
              </a:rPr>
              <a:t>synchronization </a:t>
            </a:r>
            <a:r>
              <a:rPr spc="-6" dirty="0">
                <a:latin typeface="Trebuchet MS"/>
                <a:cs typeface="Trebuchet MS"/>
              </a:rPr>
              <a:t>-&gt; </a:t>
            </a:r>
            <a:r>
              <a:rPr spc="-6" dirty="0">
                <a:solidFill>
                  <a:srgbClr val="6F2F9F"/>
                </a:solidFill>
                <a:latin typeface="Trebuchet MS"/>
                <a:cs typeface="Trebuchet MS"/>
              </a:rPr>
              <a:t>2(</a:t>
            </a:r>
            <a:r>
              <a:rPr i="1" spc="-6" dirty="0">
                <a:solidFill>
                  <a:srgbClr val="6F2F9F"/>
                </a:solidFill>
                <a:latin typeface="Trebuchet MS"/>
                <a:cs typeface="Trebuchet MS"/>
              </a:rPr>
              <a:t>N </a:t>
            </a:r>
            <a:r>
              <a:rPr spc="-6" dirty="0">
                <a:solidFill>
                  <a:srgbClr val="6F2F9F"/>
                </a:solidFill>
                <a:latin typeface="Trebuchet MS"/>
                <a:cs typeface="Trebuchet MS"/>
              </a:rPr>
              <a:t>– 1) syncs</a:t>
            </a:r>
            <a:r>
              <a:rPr spc="111" dirty="0">
                <a:solidFill>
                  <a:srgbClr val="6F2F9F"/>
                </a:solidFill>
                <a:latin typeface="Trebuchet MS"/>
                <a:cs typeface="Trebuchet MS"/>
              </a:rPr>
              <a:t> </a:t>
            </a:r>
            <a:r>
              <a:rPr spc="-11" dirty="0">
                <a:latin typeface="Trebuchet MS"/>
                <a:cs typeface="Trebuchet MS"/>
              </a:rPr>
              <a:t>total</a:t>
            </a:r>
            <a:endParaRPr lang="en-US" altLang="zh-CN" spc="-11" dirty="0">
              <a:latin typeface="Trebuchet MS"/>
              <a:cs typeface="Trebuchet MS"/>
            </a:endParaRPr>
          </a:p>
          <a:p>
            <a:pPr marL="1031511" lvl="2" indent="-186970">
              <a:spcBef>
                <a:spcPts val="478"/>
              </a:spcBef>
              <a:buClr>
                <a:srgbClr val="B2B2B2"/>
              </a:buClr>
              <a:buSzPct val="107692"/>
              <a:buFont typeface="Arial"/>
              <a:buChar char="•"/>
              <a:tabLst>
                <a:tab pos="1032217" algn="l"/>
              </a:tabLst>
            </a:pPr>
            <a:r>
              <a:rPr lang="en-US" altLang="zh-CN" spc="-11" dirty="0">
                <a:solidFill>
                  <a:srgbClr val="FF0000"/>
                </a:solidFill>
                <a:latin typeface="Trebuchet MS"/>
                <a:cs typeface="Trebuchet MS"/>
              </a:rPr>
              <a:t>Each worker needs CPU and GPU cycles to do ring </a:t>
            </a:r>
            <a:r>
              <a:rPr lang="en-US" altLang="zh-CN" spc="-11" dirty="0" err="1">
                <a:solidFill>
                  <a:srgbClr val="FF0000"/>
                </a:solidFill>
                <a:latin typeface="Trebuchet MS"/>
                <a:cs typeface="Trebuchet MS"/>
              </a:rPr>
              <a:t>AllReduce</a:t>
            </a:r>
            <a:endParaRPr dirty="0">
              <a:solidFill>
                <a:srgbClr val="FF0000"/>
              </a:solidFill>
              <a:latin typeface="Trebuchet MS"/>
              <a:cs typeface="Trebuchet MS"/>
            </a:endParaRPr>
          </a:p>
        </p:txBody>
      </p:sp>
    </p:spTree>
    <p:extLst>
      <p:ext uri="{BB962C8B-B14F-4D97-AF65-F5344CB8AC3E}">
        <p14:creationId xmlns:p14="http://schemas.microsoft.com/office/powerpoint/2010/main" val="36427157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Initial States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36</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b</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Tree>
    <p:extLst>
      <p:ext uri="{BB962C8B-B14F-4D97-AF65-F5344CB8AC3E}">
        <p14:creationId xmlns:p14="http://schemas.microsoft.com/office/powerpoint/2010/main" val="350191315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Results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37</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Tree>
    <p:extLst>
      <p:ext uri="{BB962C8B-B14F-4D97-AF65-F5344CB8AC3E}">
        <p14:creationId xmlns:p14="http://schemas.microsoft.com/office/powerpoint/2010/main" val="35998406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38</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8" name="object 3">
            <a:extLst>
              <a:ext uri="{FF2B5EF4-FFF2-40B4-BE49-F238E27FC236}">
                <a16:creationId xmlns:a16="http://schemas.microsoft.com/office/drawing/2014/main" id="{038B74FF-1D1D-4D3E-8C08-F88586E02D25}"/>
              </a:ext>
            </a:extLst>
          </p:cNvPr>
          <p:cNvSpPr txBox="1"/>
          <p:nvPr/>
        </p:nvSpPr>
        <p:spPr>
          <a:xfrm>
            <a:off x="304800" y="4419600"/>
            <a:ext cx="8534400" cy="1143048"/>
          </a:xfrm>
          <a:prstGeom prst="rect">
            <a:avLst/>
          </a:prstGeom>
        </p:spPr>
        <p:txBody>
          <a:bodyPr vert="horz" wrap="square" lIns="0" tIns="55033" rIns="0" bIns="0" rtlCol="0">
            <a:spAutoFit/>
          </a:bodyPr>
          <a:lstStyle/>
          <a:p>
            <a:pPr marL="332313" indent="-318908">
              <a:spcBef>
                <a:spcPts val="311"/>
              </a:spcBef>
              <a:buClr>
                <a:srgbClr val="B2B2B2"/>
              </a:buClr>
              <a:buSzPct val="105882"/>
              <a:buFont typeface="Arial"/>
              <a:buChar char="•"/>
              <a:tabLst>
                <a:tab pos="332313" algn="l"/>
                <a:tab pos="333019" algn="l"/>
              </a:tabLst>
            </a:pPr>
            <a:r>
              <a:rPr sz="2400" b="1" dirty="0">
                <a:solidFill>
                  <a:srgbClr val="006FC0"/>
                </a:solidFill>
                <a:latin typeface="Trebuchet MS"/>
                <a:cs typeface="Trebuchet MS"/>
              </a:rPr>
              <a:t>“Ring”</a:t>
            </a:r>
            <a:r>
              <a:rPr sz="2400" b="1" spc="-11" dirty="0">
                <a:solidFill>
                  <a:srgbClr val="006FC0"/>
                </a:solidFill>
                <a:latin typeface="Trebuchet MS"/>
                <a:cs typeface="Trebuchet MS"/>
              </a:rPr>
              <a:t> </a:t>
            </a:r>
            <a:r>
              <a:rPr lang="en-US" sz="2400" b="1" spc="-6" dirty="0" err="1">
                <a:latin typeface="Trebuchet MS"/>
                <a:cs typeface="Trebuchet MS"/>
              </a:rPr>
              <a:t>AllReduce</a:t>
            </a:r>
            <a:r>
              <a:rPr lang="en-US" sz="2400" b="1" spc="-6" dirty="0">
                <a:latin typeface="Trebuchet MS"/>
                <a:cs typeface="Trebuchet MS"/>
              </a:rPr>
              <a:t> (Baidu) </a:t>
            </a:r>
            <a:r>
              <a:rPr lang="en-US" sz="2400" spc="-6" dirty="0">
                <a:latin typeface="Trebuchet MS"/>
                <a:cs typeface="Trebuchet MS"/>
              </a:rPr>
              <a:t>has two stages: </a:t>
            </a:r>
            <a:endParaRPr sz="2400" dirty="0">
              <a:latin typeface="Trebuchet MS"/>
              <a:cs typeface="Trebuchet MS"/>
            </a:endParaRPr>
          </a:p>
          <a:p>
            <a:pPr marL="713310" lvl="1" indent="-319613">
              <a:spcBef>
                <a:spcPts val="411"/>
              </a:spcBef>
              <a:buClr>
                <a:srgbClr val="B2B2B2"/>
              </a:buClr>
              <a:buSzPct val="106666"/>
              <a:buFont typeface="Arial"/>
              <a:buChar char="•"/>
              <a:tabLst>
                <a:tab pos="713310" algn="l"/>
                <a:tab pos="714015" algn="l"/>
              </a:tabLst>
            </a:pPr>
            <a:r>
              <a:rPr lang="en-US" sz="2000" dirty="0">
                <a:latin typeface="Trebuchet MS"/>
                <a:cs typeface="Trebuchet MS"/>
              </a:rPr>
              <a:t>1, </a:t>
            </a:r>
            <a:r>
              <a:rPr lang="en-US" sz="2000" dirty="0" err="1">
                <a:solidFill>
                  <a:srgbClr val="0000FF"/>
                </a:solidFill>
                <a:latin typeface="Trebuchet MS"/>
                <a:cs typeface="Trebuchet MS"/>
              </a:rPr>
              <a:t>Reduce_scatter</a:t>
            </a:r>
            <a:r>
              <a:rPr lang="en-US" sz="2000" dirty="0">
                <a:latin typeface="Trebuchet MS"/>
                <a:cs typeface="Trebuchet MS"/>
              </a:rPr>
              <a:t>: N-1 rounds, M/N data per round </a:t>
            </a:r>
          </a:p>
          <a:p>
            <a:pPr marL="713310" lvl="1" indent="-319613">
              <a:spcBef>
                <a:spcPts val="411"/>
              </a:spcBef>
              <a:buClr>
                <a:srgbClr val="B2B2B2"/>
              </a:buClr>
              <a:buSzPct val="106666"/>
              <a:buFont typeface="Arial"/>
              <a:buChar char="•"/>
              <a:tabLst>
                <a:tab pos="713310" algn="l"/>
                <a:tab pos="714015" algn="l"/>
              </a:tabLst>
            </a:pPr>
            <a:r>
              <a:rPr lang="en-US" altLang="zh-CN" sz="2000" dirty="0">
                <a:latin typeface="Trebuchet MS"/>
                <a:cs typeface="Trebuchet MS"/>
              </a:rPr>
              <a:t>2, </a:t>
            </a:r>
            <a:r>
              <a:rPr lang="en-US" altLang="zh-CN" sz="2000" dirty="0" err="1">
                <a:solidFill>
                  <a:srgbClr val="0000FF"/>
                </a:solidFill>
                <a:latin typeface="Trebuchet MS"/>
                <a:cs typeface="Trebuchet MS"/>
              </a:rPr>
              <a:t>Allgather</a:t>
            </a:r>
            <a:r>
              <a:rPr lang="en-US" altLang="zh-CN" sz="2000" dirty="0">
                <a:latin typeface="Trebuchet MS"/>
                <a:cs typeface="Trebuchet MS"/>
              </a:rPr>
              <a:t>:</a:t>
            </a:r>
            <a:r>
              <a:rPr lang="zh-CN" altLang="en-US" sz="2000" dirty="0">
                <a:latin typeface="Trebuchet MS"/>
                <a:cs typeface="Trebuchet MS"/>
              </a:rPr>
              <a:t> </a:t>
            </a:r>
            <a:r>
              <a:rPr lang="en-US" altLang="zh-CN" sz="2000" dirty="0">
                <a:latin typeface="Trebuchet MS"/>
                <a:cs typeface="Trebuchet MS"/>
              </a:rPr>
              <a:t>N-1 rounds, M/N data per round </a:t>
            </a:r>
            <a:endParaRPr sz="2000" dirty="0">
              <a:latin typeface="Trebuchet MS"/>
              <a:cs typeface="Trebuchet MS"/>
            </a:endParaRPr>
          </a:p>
        </p:txBody>
      </p:sp>
      <p:sp>
        <p:nvSpPr>
          <p:cNvPr id="2" name="矩形 1">
            <a:extLst>
              <a:ext uri="{FF2B5EF4-FFF2-40B4-BE49-F238E27FC236}">
                <a16:creationId xmlns:a16="http://schemas.microsoft.com/office/drawing/2014/main" id="{12986D24-04D9-46E2-8C1E-A5A105DF9E00}"/>
              </a:ext>
            </a:extLst>
          </p:cNvPr>
          <p:cNvSpPr/>
          <p:nvPr/>
        </p:nvSpPr>
        <p:spPr>
          <a:xfrm>
            <a:off x="2450770" y="6041050"/>
            <a:ext cx="4322017" cy="400110"/>
          </a:xfrm>
          <a:prstGeom prst="rect">
            <a:avLst/>
          </a:prstGeom>
        </p:spPr>
        <p:txBody>
          <a:bodyPr wrap="none">
            <a:spAutoFit/>
          </a:bodyPr>
          <a:lstStyle/>
          <a:p>
            <a:r>
              <a:rPr lang="en-US" altLang="zh-CN" sz="2000" dirty="0">
                <a:latin typeface="Trebuchet MS"/>
                <a:cs typeface="Trebuchet MS"/>
              </a:rPr>
              <a:t>N: number of GPUs (4), M: data size</a:t>
            </a:r>
            <a:endParaRPr lang="zh-CN" altLang="en-US" sz="2000" dirty="0"/>
          </a:p>
        </p:txBody>
      </p:sp>
      <p:sp>
        <p:nvSpPr>
          <p:cNvPr id="9" name="矩形: 圆角 8">
            <a:extLst>
              <a:ext uri="{FF2B5EF4-FFF2-40B4-BE49-F238E27FC236}">
                <a16:creationId xmlns:a16="http://schemas.microsoft.com/office/drawing/2014/main" id="{26BCFFFF-4D95-4450-97C6-1F7654D841ED}"/>
              </a:ext>
            </a:extLst>
          </p:cNvPr>
          <p:cNvSpPr/>
          <p:nvPr/>
        </p:nvSpPr>
        <p:spPr bwMode="auto">
          <a:xfrm>
            <a:off x="3581400" y="1109599"/>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0" name="矩形: 圆角 9">
            <a:extLst>
              <a:ext uri="{FF2B5EF4-FFF2-40B4-BE49-F238E27FC236}">
                <a16:creationId xmlns:a16="http://schemas.microsoft.com/office/drawing/2014/main" id="{4030A00D-FA1A-4CD0-9043-CB5127E6C335}"/>
              </a:ext>
            </a:extLst>
          </p:cNvPr>
          <p:cNvSpPr/>
          <p:nvPr/>
        </p:nvSpPr>
        <p:spPr bwMode="auto">
          <a:xfrm>
            <a:off x="1764970" y="243840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1" name="矩形: 圆角 10">
            <a:extLst>
              <a:ext uri="{FF2B5EF4-FFF2-40B4-BE49-F238E27FC236}">
                <a16:creationId xmlns:a16="http://schemas.microsoft.com/office/drawing/2014/main" id="{E53CDB1C-17FF-4945-88C2-9E7EE933DE32}"/>
              </a:ext>
            </a:extLst>
          </p:cNvPr>
          <p:cNvSpPr/>
          <p:nvPr/>
        </p:nvSpPr>
        <p:spPr bwMode="auto">
          <a:xfrm>
            <a:off x="5394089" y="243840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圆角 11">
            <a:extLst>
              <a:ext uri="{FF2B5EF4-FFF2-40B4-BE49-F238E27FC236}">
                <a16:creationId xmlns:a16="http://schemas.microsoft.com/office/drawing/2014/main" id="{B1D9A6E6-6167-4277-8130-7156DC596839}"/>
              </a:ext>
            </a:extLst>
          </p:cNvPr>
          <p:cNvSpPr/>
          <p:nvPr/>
        </p:nvSpPr>
        <p:spPr bwMode="auto">
          <a:xfrm>
            <a:off x="3581400" y="3614801"/>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4" name="直接箭头连接符 3">
            <a:extLst>
              <a:ext uri="{FF2B5EF4-FFF2-40B4-BE49-F238E27FC236}">
                <a16:creationId xmlns:a16="http://schemas.microsoft.com/office/drawing/2014/main" id="{9205BC3C-7611-43B2-9A2F-CBEFE36D06EE}"/>
              </a:ext>
            </a:extLst>
          </p:cNvPr>
          <p:cNvCxnSpPr>
            <a:stCxn id="9" idx="3"/>
            <a:endCxn id="11" idx="0"/>
          </p:cNvCxnSpPr>
          <p:nvPr/>
        </p:nvCxnSpPr>
        <p:spPr bwMode="auto">
          <a:xfrm>
            <a:off x="4953000" y="1414399"/>
            <a:ext cx="1126889" cy="1024001"/>
          </a:xfrm>
          <a:prstGeom prst="straightConnector1">
            <a:avLst/>
          </a:prstGeom>
          <a:solidFill>
            <a:srgbClr val="C0C0C0"/>
          </a:solidFill>
          <a:ln w="19050" cap="flat" cmpd="sng" algn="ctr">
            <a:solidFill>
              <a:schemeClr val="tx1"/>
            </a:solidFill>
            <a:prstDash val="solid"/>
            <a:round/>
            <a:headEnd type="none" w="med" len="med"/>
            <a:tailEnd type="arrow"/>
          </a:ln>
          <a:effectLst/>
        </p:spPr>
      </p:cxnSp>
      <p:cxnSp>
        <p:nvCxnSpPr>
          <p:cNvPr id="14" name="直接箭头连接符 13">
            <a:extLst>
              <a:ext uri="{FF2B5EF4-FFF2-40B4-BE49-F238E27FC236}">
                <a16:creationId xmlns:a16="http://schemas.microsoft.com/office/drawing/2014/main" id="{E4E1BC1A-F720-439B-95F8-88A9B4AC9672}"/>
              </a:ext>
            </a:extLst>
          </p:cNvPr>
          <p:cNvCxnSpPr>
            <a:cxnSpLocks/>
            <a:stCxn id="11" idx="2"/>
            <a:endCxn id="12" idx="3"/>
          </p:cNvCxnSpPr>
          <p:nvPr/>
        </p:nvCxnSpPr>
        <p:spPr bwMode="auto">
          <a:xfrm flipH="1">
            <a:off x="4953000" y="3048000"/>
            <a:ext cx="1126889" cy="871601"/>
          </a:xfrm>
          <a:prstGeom prst="straightConnector1">
            <a:avLst/>
          </a:prstGeom>
          <a:solidFill>
            <a:srgbClr val="C0C0C0"/>
          </a:solidFill>
          <a:ln w="19050" cap="flat" cmpd="sng" algn="ctr">
            <a:solidFill>
              <a:schemeClr val="tx1"/>
            </a:solidFill>
            <a:prstDash val="solid"/>
            <a:round/>
            <a:headEnd type="none" w="med" len="med"/>
            <a:tailEnd type="arrow"/>
          </a:ln>
          <a:effectLst/>
        </p:spPr>
      </p:cxnSp>
      <p:cxnSp>
        <p:nvCxnSpPr>
          <p:cNvPr id="17" name="直接箭头连接符 16">
            <a:extLst>
              <a:ext uri="{FF2B5EF4-FFF2-40B4-BE49-F238E27FC236}">
                <a16:creationId xmlns:a16="http://schemas.microsoft.com/office/drawing/2014/main" id="{82A04646-2DE5-4EAC-A48E-2092F36B8361}"/>
              </a:ext>
            </a:extLst>
          </p:cNvPr>
          <p:cNvCxnSpPr>
            <a:cxnSpLocks/>
            <a:stCxn id="12" idx="1"/>
            <a:endCxn id="10" idx="2"/>
          </p:cNvCxnSpPr>
          <p:nvPr/>
        </p:nvCxnSpPr>
        <p:spPr bwMode="auto">
          <a:xfrm flipH="1" flipV="1">
            <a:off x="2450770" y="3048000"/>
            <a:ext cx="1130630" cy="871601"/>
          </a:xfrm>
          <a:prstGeom prst="straightConnector1">
            <a:avLst/>
          </a:prstGeom>
          <a:solidFill>
            <a:srgbClr val="C0C0C0"/>
          </a:solidFill>
          <a:ln w="19050" cap="flat" cmpd="sng" algn="ctr">
            <a:solidFill>
              <a:schemeClr val="tx1"/>
            </a:solidFill>
            <a:prstDash val="solid"/>
            <a:round/>
            <a:headEnd type="none" w="med" len="med"/>
            <a:tailEnd type="arrow"/>
          </a:ln>
          <a:effectLst/>
        </p:spPr>
      </p:cxnSp>
      <p:cxnSp>
        <p:nvCxnSpPr>
          <p:cNvPr id="20" name="直接箭头连接符 19">
            <a:extLst>
              <a:ext uri="{FF2B5EF4-FFF2-40B4-BE49-F238E27FC236}">
                <a16:creationId xmlns:a16="http://schemas.microsoft.com/office/drawing/2014/main" id="{80D6E4F8-E50C-4D83-B8DF-54516CFC8200}"/>
              </a:ext>
            </a:extLst>
          </p:cNvPr>
          <p:cNvCxnSpPr>
            <a:cxnSpLocks/>
            <a:stCxn id="10" idx="0"/>
            <a:endCxn id="9" idx="1"/>
          </p:cNvCxnSpPr>
          <p:nvPr/>
        </p:nvCxnSpPr>
        <p:spPr bwMode="auto">
          <a:xfrm flipV="1">
            <a:off x="2450770" y="1414399"/>
            <a:ext cx="1130630" cy="1024001"/>
          </a:xfrm>
          <a:prstGeom prst="straightConnector1">
            <a:avLst/>
          </a:prstGeom>
          <a:solidFill>
            <a:srgbClr val="C0C0C0"/>
          </a:solidFill>
          <a:ln w="19050"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119404710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Initial States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39</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b</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4" name="矩形 3">
            <a:extLst>
              <a:ext uri="{FF2B5EF4-FFF2-40B4-BE49-F238E27FC236}">
                <a16:creationId xmlns:a16="http://schemas.microsoft.com/office/drawing/2014/main" id="{F659972D-9192-4C36-9F42-7CC1FB1F214F}"/>
              </a:ext>
            </a:extLst>
          </p:cNvPr>
          <p:cNvSpPr/>
          <p:nvPr/>
        </p:nvSpPr>
        <p:spPr>
          <a:xfrm>
            <a:off x="2224953" y="5803687"/>
            <a:ext cx="5395047" cy="369332"/>
          </a:xfrm>
          <a:prstGeom prst="rect">
            <a:avLst/>
          </a:prstGeom>
        </p:spPr>
        <p:txBody>
          <a:bodyPr wrap="square">
            <a:spAutoFit/>
          </a:bodyPr>
          <a:lstStyle/>
          <a:p>
            <a:pPr marL="844541" lvl="2">
              <a:spcBef>
                <a:spcPts val="478"/>
              </a:spcBef>
              <a:buClr>
                <a:srgbClr val="B2B2B2"/>
              </a:buClr>
              <a:buSzPct val="107692"/>
              <a:tabLst>
                <a:tab pos="1032217" algn="l"/>
              </a:tabLst>
            </a:pPr>
            <a:r>
              <a:rPr lang="en-US" altLang="zh-CN" spc="-6" dirty="0">
                <a:latin typeface="Trebuchet MS"/>
                <a:cs typeface="Trebuchet MS"/>
              </a:rPr>
              <a:t>Partitioning of an array into N=4 chunks </a:t>
            </a:r>
            <a:endParaRPr lang="en-US" altLang="zh-CN" spc="-11" dirty="0">
              <a:latin typeface="Trebuchet MS"/>
              <a:cs typeface="Trebuchet MS"/>
            </a:endParaRPr>
          </a:p>
        </p:txBody>
      </p:sp>
    </p:spTree>
    <p:extLst>
      <p:ext uri="{BB962C8B-B14F-4D97-AF65-F5344CB8AC3E}">
        <p14:creationId xmlns:p14="http://schemas.microsoft.com/office/powerpoint/2010/main" val="93001474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Reduce_scatter</a:t>
            </a:r>
            <a:r>
              <a:rPr lang="en-US" altLang="zh-CN" spc="-6" dirty="0"/>
              <a:t> </a:t>
            </a:r>
            <a:r>
              <a:rPr lang="en-US" altLang="zh-CN" spc="-6" dirty="0" err="1"/>
              <a:t>iter</a:t>
            </a:r>
            <a:r>
              <a:rPr lang="en-US" altLang="zh-CN" spc="-6" dirty="0"/>
              <a:t>. 0</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40</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b</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6" name="箭头: 下 25">
            <a:extLst>
              <a:ext uri="{FF2B5EF4-FFF2-40B4-BE49-F238E27FC236}">
                <a16:creationId xmlns:a16="http://schemas.microsoft.com/office/drawing/2014/main" id="{7D8F01A9-A473-4A0E-8CCC-4714AA3F500C}"/>
              </a:ext>
            </a:extLst>
          </p:cNvPr>
          <p:cNvSpPr/>
          <p:nvPr/>
        </p:nvSpPr>
        <p:spPr bwMode="auto">
          <a:xfrm>
            <a:off x="2781300" y="2105351"/>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9" name="箭头: 下 28">
            <a:extLst>
              <a:ext uri="{FF2B5EF4-FFF2-40B4-BE49-F238E27FC236}">
                <a16:creationId xmlns:a16="http://schemas.microsoft.com/office/drawing/2014/main" id="{36C811BD-1EB5-4C29-933D-DD74983FD1BF}"/>
              </a:ext>
            </a:extLst>
          </p:cNvPr>
          <p:cNvSpPr/>
          <p:nvPr/>
        </p:nvSpPr>
        <p:spPr bwMode="auto">
          <a:xfrm>
            <a:off x="4305300" y="3094713"/>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0" name="箭头: 下 29">
            <a:extLst>
              <a:ext uri="{FF2B5EF4-FFF2-40B4-BE49-F238E27FC236}">
                <a16:creationId xmlns:a16="http://schemas.microsoft.com/office/drawing/2014/main" id="{3A7F6D9C-37D0-4047-A3BB-DEEDE7D98966}"/>
              </a:ext>
            </a:extLst>
          </p:cNvPr>
          <p:cNvSpPr/>
          <p:nvPr/>
        </p:nvSpPr>
        <p:spPr bwMode="auto">
          <a:xfrm>
            <a:off x="5867400" y="4082138"/>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1" name="箭头: 下 30">
            <a:extLst>
              <a:ext uri="{FF2B5EF4-FFF2-40B4-BE49-F238E27FC236}">
                <a16:creationId xmlns:a16="http://schemas.microsoft.com/office/drawing/2014/main" id="{519C368F-85B3-4CA0-AB1D-A237CCC33073}"/>
              </a:ext>
            </a:extLst>
          </p:cNvPr>
          <p:cNvSpPr/>
          <p:nvPr/>
        </p:nvSpPr>
        <p:spPr bwMode="auto">
          <a:xfrm>
            <a:off x="7391400" y="5088450"/>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2" name="箭头: 下 31">
            <a:extLst>
              <a:ext uri="{FF2B5EF4-FFF2-40B4-BE49-F238E27FC236}">
                <a16:creationId xmlns:a16="http://schemas.microsoft.com/office/drawing/2014/main" id="{3AC8B387-0C4B-4B06-8E2C-7EEB4F687B79}"/>
              </a:ext>
            </a:extLst>
          </p:cNvPr>
          <p:cNvSpPr/>
          <p:nvPr/>
        </p:nvSpPr>
        <p:spPr bwMode="auto">
          <a:xfrm>
            <a:off x="7362440" y="1109263"/>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cxnSp>
        <p:nvCxnSpPr>
          <p:cNvPr id="28" name="连接符: 肘形 27">
            <a:extLst>
              <a:ext uri="{FF2B5EF4-FFF2-40B4-BE49-F238E27FC236}">
                <a16:creationId xmlns:a16="http://schemas.microsoft.com/office/drawing/2014/main" id="{E9D94359-8680-419E-9E6C-BA10F0994F31}"/>
              </a:ext>
            </a:extLst>
          </p:cNvPr>
          <p:cNvCxnSpPr>
            <a:stCxn id="31" idx="2"/>
            <a:endCxn id="32" idx="0"/>
          </p:cNvCxnSpPr>
          <p:nvPr/>
        </p:nvCxnSpPr>
        <p:spPr bwMode="auto">
          <a:xfrm rot="5400000" flipH="1">
            <a:off x="5196826" y="3389177"/>
            <a:ext cx="4588787" cy="28960"/>
          </a:xfrm>
          <a:prstGeom prst="bentConnector5">
            <a:avLst>
              <a:gd name="adj1" fmla="val -2715"/>
              <a:gd name="adj2" fmla="val -3699061"/>
              <a:gd name="adj3" fmla="val 102999"/>
            </a:avLst>
          </a:prstGeom>
          <a:solidFill>
            <a:srgbClr val="C0C0C0"/>
          </a:solid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90689278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Reduce_scatter</a:t>
            </a:r>
            <a:r>
              <a:rPr lang="en-US" altLang="zh-CN" spc="-6" dirty="0"/>
              <a:t> </a:t>
            </a:r>
            <a:r>
              <a:rPr lang="en-US" altLang="zh-CN" spc="-6" dirty="0" err="1"/>
              <a:t>iter</a:t>
            </a:r>
            <a:r>
              <a:rPr lang="en-US" altLang="zh-CN" spc="-6" dirty="0"/>
              <a:t>. 1</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b</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d</a:t>
            </a:r>
            <a:r>
              <a:rPr lang="en-US" altLang="zh-CN" sz="1400" b="1" dirty="0">
                <a:latin typeface="Arial Narrow" panose="020B0606020202030204" pitchFamily="34" charset="0"/>
              </a:rPr>
              <a:t>0</a:t>
            </a:r>
            <a:r>
              <a:rPr lang="en-US" altLang="zh-CN" sz="2400" b="1" dirty="0">
                <a:latin typeface="Arial Narrow" panose="020B0606020202030204" pitchFamily="34" charset="0"/>
              </a:rPr>
              <a:t>+d</a:t>
            </a:r>
            <a:r>
              <a:rPr lang="en-US" altLang="zh-CN" sz="1400" b="1" dirty="0">
                <a:latin typeface="Arial Narrow" panose="020B0606020202030204" pitchFamily="34" charset="0"/>
              </a:rPr>
              <a:t>3</a:t>
            </a:r>
            <a:endParaRPr lang="zh-CN" altLang="en-US" sz="2400" b="1"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a</a:t>
            </a:r>
            <a:r>
              <a:rPr lang="en-US" altLang="zh-CN" sz="1400" b="1" dirty="0">
                <a:latin typeface="Arial Narrow" panose="020B0606020202030204" pitchFamily="34" charset="0"/>
              </a:rPr>
              <a:t>0</a:t>
            </a:r>
            <a:r>
              <a:rPr kumimoji="0" lang="en-US" altLang="zh-CN" sz="2400" b="1" i="0" u="none" strike="noStrike" cap="none" normalizeH="0" baseline="0" dirty="0">
                <a:ln>
                  <a:noFill/>
                </a:ln>
                <a:solidFill>
                  <a:schemeClr val="tx1"/>
                </a:solidFill>
                <a:effectLst/>
                <a:latin typeface="Arial Narrow" panose="020B0606020202030204" pitchFamily="34" charset="0"/>
              </a:rPr>
              <a:t>+a</a:t>
            </a:r>
            <a:r>
              <a:rPr lang="en-US" altLang="zh-CN" sz="1400" b="1" dirty="0">
                <a:latin typeface="Arial Narrow" panose="020B0606020202030204" pitchFamily="34" charset="0"/>
              </a:rPr>
              <a:t>1</a:t>
            </a:r>
            <a:endParaRPr lang="zh-CN" altLang="en-US" sz="2400" b="1"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b</a:t>
            </a:r>
            <a:r>
              <a:rPr lang="en-US" altLang="zh-CN" sz="1400" b="1" dirty="0">
                <a:latin typeface="Arial Narrow" panose="020B0606020202030204" pitchFamily="34" charset="0"/>
              </a:rPr>
              <a:t>1</a:t>
            </a:r>
            <a:r>
              <a:rPr lang="en-US" altLang="zh-CN" sz="2400" b="1" dirty="0">
                <a:latin typeface="Arial Narrow" panose="020B0606020202030204" pitchFamily="34" charset="0"/>
              </a:rPr>
              <a:t>+b</a:t>
            </a:r>
            <a:r>
              <a:rPr lang="en-US" altLang="zh-CN" sz="1400" b="1" dirty="0">
                <a:latin typeface="Arial Narrow" panose="020B0606020202030204" pitchFamily="34" charset="0"/>
              </a:rPr>
              <a:t>2</a:t>
            </a:r>
            <a:endParaRPr lang="zh-CN" altLang="en-US" sz="2400" b="1"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c</a:t>
            </a:r>
            <a:r>
              <a:rPr lang="en-US" altLang="zh-CN" sz="1400" b="1" dirty="0">
                <a:latin typeface="Arial Narrow" panose="020B0606020202030204" pitchFamily="34" charset="0"/>
              </a:rPr>
              <a:t>2</a:t>
            </a:r>
            <a:r>
              <a:rPr lang="en-US" altLang="zh-CN" sz="2400" b="1" dirty="0">
                <a:latin typeface="Arial Narrow" panose="020B0606020202030204" pitchFamily="34" charset="0"/>
              </a:rPr>
              <a:t>+c</a:t>
            </a:r>
            <a:r>
              <a:rPr lang="en-US" altLang="zh-CN" sz="1400" b="1" dirty="0">
                <a:latin typeface="Arial Narrow" panose="020B0606020202030204" pitchFamily="34" charset="0"/>
              </a:rPr>
              <a:t>3</a:t>
            </a:r>
            <a:endParaRPr lang="zh-CN" altLang="en-US" sz="2400" b="1"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6" name="箭头: 下 25">
            <a:extLst>
              <a:ext uri="{FF2B5EF4-FFF2-40B4-BE49-F238E27FC236}">
                <a16:creationId xmlns:a16="http://schemas.microsoft.com/office/drawing/2014/main" id="{7D8F01A9-A473-4A0E-8CCC-4714AA3F500C}"/>
              </a:ext>
            </a:extLst>
          </p:cNvPr>
          <p:cNvSpPr/>
          <p:nvPr/>
        </p:nvSpPr>
        <p:spPr bwMode="auto">
          <a:xfrm>
            <a:off x="2772161" y="3087815"/>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9" name="箭头: 下 28">
            <a:extLst>
              <a:ext uri="{FF2B5EF4-FFF2-40B4-BE49-F238E27FC236}">
                <a16:creationId xmlns:a16="http://schemas.microsoft.com/office/drawing/2014/main" id="{36C811BD-1EB5-4C29-933D-DD74983FD1BF}"/>
              </a:ext>
            </a:extLst>
          </p:cNvPr>
          <p:cNvSpPr/>
          <p:nvPr/>
        </p:nvSpPr>
        <p:spPr bwMode="auto">
          <a:xfrm>
            <a:off x="4314439" y="4082138"/>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0" name="箭头: 下 29">
            <a:extLst>
              <a:ext uri="{FF2B5EF4-FFF2-40B4-BE49-F238E27FC236}">
                <a16:creationId xmlns:a16="http://schemas.microsoft.com/office/drawing/2014/main" id="{3A7F6D9C-37D0-4047-A3BB-DEEDE7D98966}"/>
              </a:ext>
            </a:extLst>
          </p:cNvPr>
          <p:cNvSpPr/>
          <p:nvPr/>
        </p:nvSpPr>
        <p:spPr bwMode="auto">
          <a:xfrm>
            <a:off x="5829300" y="5088450"/>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1" name="箭头: 下 30">
            <a:extLst>
              <a:ext uri="{FF2B5EF4-FFF2-40B4-BE49-F238E27FC236}">
                <a16:creationId xmlns:a16="http://schemas.microsoft.com/office/drawing/2014/main" id="{519C368F-85B3-4CA0-AB1D-A237CCC33073}"/>
              </a:ext>
            </a:extLst>
          </p:cNvPr>
          <p:cNvSpPr/>
          <p:nvPr/>
        </p:nvSpPr>
        <p:spPr bwMode="auto">
          <a:xfrm>
            <a:off x="5829300" y="1114563"/>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2" name="箭头: 下 31">
            <a:extLst>
              <a:ext uri="{FF2B5EF4-FFF2-40B4-BE49-F238E27FC236}">
                <a16:creationId xmlns:a16="http://schemas.microsoft.com/office/drawing/2014/main" id="{3AC8B387-0C4B-4B06-8E2C-7EEB4F687B79}"/>
              </a:ext>
            </a:extLst>
          </p:cNvPr>
          <p:cNvSpPr/>
          <p:nvPr/>
        </p:nvSpPr>
        <p:spPr bwMode="auto">
          <a:xfrm>
            <a:off x="7362440" y="2095088"/>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cxnSp>
        <p:nvCxnSpPr>
          <p:cNvPr id="28" name="连接符: 肘形 27">
            <a:extLst>
              <a:ext uri="{FF2B5EF4-FFF2-40B4-BE49-F238E27FC236}">
                <a16:creationId xmlns:a16="http://schemas.microsoft.com/office/drawing/2014/main" id="{E9D94359-8680-419E-9E6C-BA10F0994F31}"/>
              </a:ext>
            </a:extLst>
          </p:cNvPr>
          <p:cNvCxnSpPr>
            <a:cxnSpLocks/>
            <a:stCxn id="30" idx="2"/>
            <a:endCxn id="31" idx="0"/>
          </p:cNvCxnSpPr>
          <p:nvPr/>
        </p:nvCxnSpPr>
        <p:spPr bwMode="auto">
          <a:xfrm rot="5400000" flipH="1">
            <a:off x="3651856" y="3406307"/>
            <a:ext cx="4583487" cy="12700"/>
          </a:xfrm>
          <a:prstGeom prst="bentConnector5">
            <a:avLst>
              <a:gd name="adj1" fmla="val -2812"/>
              <a:gd name="adj2" fmla="val -21152150"/>
              <a:gd name="adj3" fmla="val 102812"/>
            </a:avLst>
          </a:prstGeom>
          <a:solidFill>
            <a:srgbClr val="C0C0C0"/>
          </a:solid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9445116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0" grpId="0" animBg="1"/>
      <p:bldP spid="31" grpId="0" animBg="1"/>
      <p:bldP spid="3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Reduce_scatter</a:t>
            </a:r>
            <a:r>
              <a:rPr lang="en-US" altLang="zh-CN" spc="-6" dirty="0"/>
              <a:t> </a:t>
            </a:r>
            <a:r>
              <a:rPr lang="en-US" altLang="zh-CN" spc="-6" dirty="0" err="1"/>
              <a:t>iter</a:t>
            </a:r>
            <a:r>
              <a:rPr lang="en-US" altLang="zh-CN" spc="-6" dirty="0"/>
              <a:t>. 2</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b</a:t>
            </a:r>
            <a:r>
              <a:rPr lang="en-US" altLang="zh-CN" sz="1400" dirty="0">
                <a:latin typeface="Arial Narrow" panose="020B0606020202030204" pitchFamily="34" charset="0"/>
              </a:rPr>
              <a:t>0</a:t>
            </a:r>
            <a:endParaRPr lang="zh-CN" altLang="en-US" sz="2400" dirty="0">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c</a:t>
            </a:r>
            <a:r>
              <a:rPr lang="en-US" altLang="zh-CN" sz="1400" b="1" dirty="0">
                <a:latin typeface="Arial Narrow" panose="020B0606020202030204" pitchFamily="34" charset="0"/>
              </a:rPr>
              <a:t>0</a:t>
            </a:r>
            <a:r>
              <a:rPr lang="en-US" altLang="zh-CN" sz="2400" b="1" dirty="0">
                <a:latin typeface="Arial Narrow" panose="020B0606020202030204" pitchFamily="34" charset="0"/>
              </a:rPr>
              <a:t>+c</a:t>
            </a:r>
            <a:r>
              <a:rPr lang="en-US" altLang="zh-CN" sz="1400" b="1" dirty="0">
                <a:latin typeface="Arial Narrow" panose="020B0606020202030204" pitchFamily="34" charset="0"/>
              </a:rPr>
              <a:t>2</a:t>
            </a:r>
            <a:r>
              <a:rPr lang="en-US" altLang="zh-CN" sz="2400" b="1" dirty="0">
                <a:latin typeface="Arial Narrow" panose="020B0606020202030204" pitchFamily="34" charset="0"/>
              </a:rPr>
              <a:t>+c</a:t>
            </a:r>
            <a:r>
              <a:rPr lang="en-US" altLang="zh-CN" sz="1400" b="1" dirty="0">
                <a:latin typeface="Arial Narrow" panose="020B0606020202030204" pitchFamily="34" charset="0"/>
              </a:rPr>
              <a:t>3</a:t>
            </a:r>
            <a:endParaRPr lang="zh-CN" altLang="en-US" sz="2400" b="1"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kumimoji="0" lang="en-US" altLang="zh-CN" sz="2400" b="0" i="0" u="none" strike="noStrike" cap="none" normalizeH="0" baseline="0" dirty="0">
                <a:ln>
                  <a:noFill/>
                </a:ln>
                <a:solidFill>
                  <a:schemeClr val="tx1"/>
                </a:solidFill>
                <a:effectLst/>
                <a:latin typeface="Arial Narrow" panose="020B0606020202030204" pitchFamily="34" charset="0"/>
              </a:rPr>
              <a:t>+a</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d</a:t>
            </a:r>
            <a:r>
              <a:rPr lang="en-US" altLang="zh-CN" sz="1400" b="1" dirty="0">
                <a:latin typeface="Arial Narrow" panose="020B0606020202030204" pitchFamily="34" charset="0"/>
              </a:rPr>
              <a:t>0</a:t>
            </a:r>
            <a:r>
              <a:rPr lang="en-US" altLang="zh-CN" sz="2400" b="1" dirty="0">
                <a:latin typeface="Arial Narrow" panose="020B0606020202030204" pitchFamily="34" charset="0"/>
              </a:rPr>
              <a:t>+d</a:t>
            </a:r>
            <a:r>
              <a:rPr lang="en-US" altLang="zh-CN" sz="1400" b="1" dirty="0">
                <a:latin typeface="Arial Narrow" panose="020B0606020202030204" pitchFamily="34" charset="0"/>
              </a:rPr>
              <a:t>1</a:t>
            </a:r>
            <a:r>
              <a:rPr lang="en-US" altLang="zh-CN" sz="2400" b="1" dirty="0">
                <a:latin typeface="Arial Narrow" panose="020B0606020202030204" pitchFamily="34" charset="0"/>
              </a:rPr>
              <a:t>+d</a:t>
            </a:r>
            <a:r>
              <a:rPr lang="en-US" altLang="zh-CN" sz="1400" b="1" dirty="0">
                <a:latin typeface="Arial Narrow" panose="020B0606020202030204" pitchFamily="34" charset="0"/>
              </a:rPr>
              <a:t>3</a:t>
            </a:r>
            <a:endParaRPr lang="zh-CN" altLang="en-US" sz="2400" b="1"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a</a:t>
            </a:r>
            <a:r>
              <a:rPr lang="en-US" altLang="zh-CN" sz="1400" b="1" dirty="0">
                <a:latin typeface="Arial Narrow" panose="020B0606020202030204" pitchFamily="34" charset="0"/>
              </a:rPr>
              <a:t>0</a:t>
            </a:r>
            <a:r>
              <a:rPr lang="en-US" altLang="zh-CN" sz="2400" b="1" dirty="0">
                <a:latin typeface="Arial Narrow" panose="020B0606020202030204" pitchFamily="34" charset="0"/>
              </a:rPr>
              <a:t>+a</a:t>
            </a:r>
            <a:r>
              <a:rPr lang="en-US" altLang="zh-CN" sz="1400" b="1" dirty="0">
                <a:latin typeface="Arial Narrow" panose="020B0606020202030204" pitchFamily="34" charset="0"/>
              </a:rPr>
              <a:t>1</a:t>
            </a:r>
            <a:r>
              <a:rPr lang="en-US" altLang="zh-CN" sz="2400" b="1" dirty="0">
                <a:latin typeface="Arial Narrow" panose="020B0606020202030204" pitchFamily="34" charset="0"/>
              </a:rPr>
              <a:t>+a</a:t>
            </a:r>
            <a:r>
              <a:rPr lang="en-US" altLang="zh-CN" sz="1400" b="1" dirty="0">
                <a:latin typeface="Arial Narrow" panose="020B0606020202030204" pitchFamily="34" charset="0"/>
              </a:rPr>
              <a:t>2</a:t>
            </a:r>
            <a:endParaRPr lang="zh-CN" altLang="en-US" sz="2400" b="1"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b="1" dirty="0">
                <a:latin typeface="Arial Narrow" panose="020B0606020202030204" pitchFamily="34" charset="0"/>
              </a:rPr>
              <a:t>b</a:t>
            </a:r>
            <a:r>
              <a:rPr lang="en-US" altLang="zh-CN" sz="1400" b="1" dirty="0">
                <a:latin typeface="Arial Narrow" panose="020B0606020202030204" pitchFamily="34" charset="0"/>
              </a:rPr>
              <a:t>1</a:t>
            </a:r>
            <a:r>
              <a:rPr lang="en-US" altLang="zh-CN" sz="2400" b="1" dirty="0">
                <a:latin typeface="Arial Narrow" panose="020B0606020202030204" pitchFamily="34" charset="0"/>
              </a:rPr>
              <a:t>+b</a:t>
            </a:r>
            <a:r>
              <a:rPr lang="en-US" altLang="zh-CN" sz="1400" b="1" dirty="0">
                <a:latin typeface="Arial Narrow" panose="020B0606020202030204" pitchFamily="34" charset="0"/>
              </a:rPr>
              <a:t>2</a:t>
            </a:r>
            <a:r>
              <a:rPr lang="en-US" altLang="zh-CN" sz="2400" b="1" dirty="0">
                <a:latin typeface="Arial Narrow" panose="020B0606020202030204" pitchFamily="34" charset="0"/>
              </a:rPr>
              <a:t>+b</a:t>
            </a:r>
            <a:r>
              <a:rPr lang="en-US" altLang="zh-CN" sz="1400" b="1" dirty="0">
                <a:latin typeface="Arial Narrow" panose="020B0606020202030204" pitchFamily="34" charset="0"/>
              </a:rPr>
              <a:t>3</a:t>
            </a:r>
            <a:endParaRPr lang="zh-CN" altLang="en-US" sz="2400" b="1"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6" name="箭头: 下 25">
            <a:extLst>
              <a:ext uri="{FF2B5EF4-FFF2-40B4-BE49-F238E27FC236}">
                <a16:creationId xmlns:a16="http://schemas.microsoft.com/office/drawing/2014/main" id="{7D8F01A9-A473-4A0E-8CCC-4714AA3F500C}"/>
              </a:ext>
            </a:extLst>
          </p:cNvPr>
          <p:cNvSpPr/>
          <p:nvPr/>
        </p:nvSpPr>
        <p:spPr bwMode="auto">
          <a:xfrm>
            <a:off x="2772161" y="4082138"/>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9" name="箭头: 下 28">
            <a:extLst>
              <a:ext uri="{FF2B5EF4-FFF2-40B4-BE49-F238E27FC236}">
                <a16:creationId xmlns:a16="http://schemas.microsoft.com/office/drawing/2014/main" id="{36C811BD-1EB5-4C29-933D-DD74983FD1BF}"/>
              </a:ext>
            </a:extLst>
          </p:cNvPr>
          <p:cNvSpPr/>
          <p:nvPr/>
        </p:nvSpPr>
        <p:spPr bwMode="auto">
          <a:xfrm>
            <a:off x="4280118" y="5078405"/>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0" name="箭头: 下 29">
            <a:extLst>
              <a:ext uri="{FF2B5EF4-FFF2-40B4-BE49-F238E27FC236}">
                <a16:creationId xmlns:a16="http://schemas.microsoft.com/office/drawing/2014/main" id="{3A7F6D9C-37D0-4047-A3BB-DEEDE7D98966}"/>
              </a:ext>
            </a:extLst>
          </p:cNvPr>
          <p:cNvSpPr/>
          <p:nvPr/>
        </p:nvSpPr>
        <p:spPr bwMode="auto">
          <a:xfrm>
            <a:off x="5829300" y="2077582"/>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1" name="箭头: 下 30">
            <a:extLst>
              <a:ext uri="{FF2B5EF4-FFF2-40B4-BE49-F238E27FC236}">
                <a16:creationId xmlns:a16="http://schemas.microsoft.com/office/drawing/2014/main" id="{519C368F-85B3-4CA0-AB1D-A237CCC33073}"/>
              </a:ext>
            </a:extLst>
          </p:cNvPr>
          <p:cNvSpPr/>
          <p:nvPr/>
        </p:nvSpPr>
        <p:spPr bwMode="auto">
          <a:xfrm>
            <a:off x="4305300" y="1098663"/>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2" name="箭头: 下 31">
            <a:extLst>
              <a:ext uri="{FF2B5EF4-FFF2-40B4-BE49-F238E27FC236}">
                <a16:creationId xmlns:a16="http://schemas.microsoft.com/office/drawing/2014/main" id="{3AC8B387-0C4B-4B06-8E2C-7EEB4F687B79}"/>
              </a:ext>
            </a:extLst>
          </p:cNvPr>
          <p:cNvSpPr/>
          <p:nvPr/>
        </p:nvSpPr>
        <p:spPr bwMode="auto">
          <a:xfrm>
            <a:off x="7366940" y="3096301"/>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cxnSp>
        <p:nvCxnSpPr>
          <p:cNvPr id="28" name="连接符: 肘形 27">
            <a:extLst>
              <a:ext uri="{FF2B5EF4-FFF2-40B4-BE49-F238E27FC236}">
                <a16:creationId xmlns:a16="http://schemas.microsoft.com/office/drawing/2014/main" id="{E9D94359-8680-419E-9E6C-BA10F0994F31}"/>
              </a:ext>
            </a:extLst>
          </p:cNvPr>
          <p:cNvCxnSpPr>
            <a:cxnSpLocks/>
            <a:stCxn id="29" idx="2"/>
            <a:endCxn id="31" idx="0"/>
          </p:cNvCxnSpPr>
          <p:nvPr/>
        </p:nvCxnSpPr>
        <p:spPr bwMode="auto">
          <a:xfrm rot="5400000" flipH="1" flipV="1">
            <a:off x="2112338" y="3380743"/>
            <a:ext cx="4589342" cy="25182"/>
          </a:xfrm>
          <a:prstGeom prst="bentConnector5">
            <a:avLst>
              <a:gd name="adj1" fmla="val -2715"/>
              <a:gd name="adj2" fmla="val 16124021"/>
              <a:gd name="adj3" fmla="val 102998"/>
            </a:avLst>
          </a:prstGeom>
          <a:solidFill>
            <a:srgbClr val="C0C0C0"/>
          </a:solid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127915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0" grpId="0" animBg="1"/>
      <p:bldP spid="31" grpId="0" animBg="1"/>
      <p:bldP spid="3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Reduce_scatter</a:t>
            </a:r>
            <a:r>
              <a:rPr lang="en-US" altLang="zh-CN" spc="-6" dirty="0"/>
              <a:t> </a:t>
            </a:r>
            <a:r>
              <a:rPr lang="en-US" altLang="zh-CN" spc="-6" dirty="0" err="1"/>
              <a:t>iter</a:t>
            </a:r>
            <a:r>
              <a:rPr lang="en-US" altLang="zh-CN" spc="-6" dirty="0"/>
              <a:t>. 3</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43</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rgbClr val="0432FF"/>
                </a:solidFill>
                <a:effectLst/>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kumimoji="0" lang="en-US" altLang="zh-CN" sz="2400" b="0" i="0" u="none" strike="noStrike" cap="none" normalizeH="0" baseline="0" dirty="0">
                <a:ln>
                  <a:noFill/>
                </a:ln>
                <a:solidFill>
                  <a:schemeClr val="tx1"/>
                </a:solidFill>
                <a:effectLst/>
                <a:latin typeface="Arial Narrow" panose="020B0606020202030204" pitchFamily="34" charset="0"/>
              </a:rPr>
              <a:t>+a</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Tree>
    <p:extLst>
      <p:ext uri="{BB962C8B-B14F-4D97-AF65-F5344CB8AC3E}">
        <p14:creationId xmlns:p14="http://schemas.microsoft.com/office/powerpoint/2010/main" val="228225357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Allgather</a:t>
            </a:r>
            <a:r>
              <a:rPr lang="en-US" altLang="zh-CN" spc="-6" dirty="0"/>
              <a:t> </a:t>
            </a:r>
            <a:r>
              <a:rPr lang="en-US" altLang="zh-CN" spc="-6" dirty="0" err="1"/>
              <a:t>iter</a:t>
            </a:r>
            <a:r>
              <a:rPr lang="en-US" altLang="zh-CN" spc="-6" dirty="0"/>
              <a:t>. 0</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44</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rgbClr val="0432FF"/>
                </a:solidFill>
                <a:effectLst/>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kumimoji="0" lang="en-US" altLang="zh-CN" sz="2400" b="0" i="0" u="none" strike="noStrike" cap="none" normalizeH="0" baseline="0" dirty="0">
                <a:ln>
                  <a:noFill/>
                </a:ln>
                <a:solidFill>
                  <a:schemeClr val="tx1"/>
                </a:solidFill>
                <a:effectLst/>
                <a:latin typeface="Arial Narrow" panose="020B0606020202030204" pitchFamily="34" charset="0"/>
              </a:rPr>
              <a:t>+a</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6" name="箭头: 下 25">
            <a:extLst>
              <a:ext uri="{FF2B5EF4-FFF2-40B4-BE49-F238E27FC236}">
                <a16:creationId xmlns:a16="http://schemas.microsoft.com/office/drawing/2014/main" id="{7D8F01A9-A473-4A0E-8CCC-4714AA3F500C}"/>
              </a:ext>
            </a:extLst>
          </p:cNvPr>
          <p:cNvSpPr/>
          <p:nvPr/>
        </p:nvSpPr>
        <p:spPr bwMode="auto">
          <a:xfrm>
            <a:off x="2701489" y="5077850"/>
            <a:ext cx="228600" cy="48475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9" name="箭头: 下 28">
            <a:extLst>
              <a:ext uri="{FF2B5EF4-FFF2-40B4-BE49-F238E27FC236}">
                <a16:creationId xmlns:a16="http://schemas.microsoft.com/office/drawing/2014/main" id="{36C811BD-1EB5-4C29-933D-DD74983FD1BF}"/>
              </a:ext>
            </a:extLst>
          </p:cNvPr>
          <p:cNvSpPr/>
          <p:nvPr/>
        </p:nvSpPr>
        <p:spPr bwMode="auto">
          <a:xfrm>
            <a:off x="7362440" y="4085313"/>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0" name="箭头: 下 29">
            <a:extLst>
              <a:ext uri="{FF2B5EF4-FFF2-40B4-BE49-F238E27FC236}">
                <a16:creationId xmlns:a16="http://schemas.microsoft.com/office/drawing/2014/main" id="{3A7F6D9C-37D0-4047-A3BB-DEEDE7D98966}"/>
              </a:ext>
            </a:extLst>
          </p:cNvPr>
          <p:cNvSpPr/>
          <p:nvPr/>
        </p:nvSpPr>
        <p:spPr bwMode="auto">
          <a:xfrm>
            <a:off x="4263588" y="2112911"/>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1" name="箭头: 下 30">
            <a:extLst>
              <a:ext uri="{FF2B5EF4-FFF2-40B4-BE49-F238E27FC236}">
                <a16:creationId xmlns:a16="http://schemas.microsoft.com/office/drawing/2014/main" id="{519C368F-85B3-4CA0-AB1D-A237CCC33073}"/>
              </a:ext>
            </a:extLst>
          </p:cNvPr>
          <p:cNvSpPr/>
          <p:nvPr/>
        </p:nvSpPr>
        <p:spPr bwMode="auto">
          <a:xfrm>
            <a:off x="2701587" y="1244713"/>
            <a:ext cx="228600" cy="486362"/>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2" name="箭头: 下 31">
            <a:extLst>
              <a:ext uri="{FF2B5EF4-FFF2-40B4-BE49-F238E27FC236}">
                <a16:creationId xmlns:a16="http://schemas.microsoft.com/office/drawing/2014/main" id="{3AC8B387-0C4B-4B06-8E2C-7EEB4F687B79}"/>
              </a:ext>
            </a:extLst>
          </p:cNvPr>
          <p:cNvSpPr/>
          <p:nvPr/>
        </p:nvSpPr>
        <p:spPr bwMode="auto">
          <a:xfrm>
            <a:off x="5821437" y="3082520"/>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cxnSp>
        <p:nvCxnSpPr>
          <p:cNvPr id="36" name="连接符: 肘形 35">
            <a:extLst>
              <a:ext uri="{FF2B5EF4-FFF2-40B4-BE49-F238E27FC236}">
                <a16:creationId xmlns:a16="http://schemas.microsoft.com/office/drawing/2014/main" id="{4FD91858-C8F4-4C11-A368-AC5098E6D20D}"/>
              </a:ext>
            </a:extLst>
          </p:cNvPr>
          <p:cNvCxnSpPr>
            <a:cxnSpLocks/>
            <a:stCxn id="26" idx="2"/>
          </p:cNvCxnSpPr>
          <p:nvPr/>
        </p:nvCxnSpPr>
        <p:spPr bwMode="auto">
          <a:xfrm rot="5400000" flipH="1">
            <a:off x="656846" y="3403657"/>
            <a:ext cx="4311536" cy="6350"/>
          </a:xfrm>
          <a:prstGeom prst="bentConnector5">
            <a:avLst>
              <a:gd name="adj1" fmla="val -5302"/>
              <a:gd name="adj2" fmla="val -88780094"/>
              <a:gd name="adj3" fmla="val 104069"/>
            </a:avLst>
          </a:prstGeom>
          <a:solidFill>
            <a:srgbClr val="C0C0C0"/>
          </a:solid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1371000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0" grpId="0" animBg="1"/>
      <p:bldP spid="31" grpId="0" animBg="1"/>
      <p:bldP spid="3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Allgather</a:t>
            </a:r>
            <a:r>
              <a:rPr lang="en-US" altLang="zh-CN" spc="-6" dirty="0"/>
              <a:t> </a:t>
            </a:r>
            <a:r>
              <a:rPr lang="en-US" altLang="zh-CN" spc="-6" dirty="0" err="1"/>
              <a:t>iter</a:t>
            </a:r>
            <a:r>
              <a:rPr lang="en-US" altLang="zh-CN" spc="-6" dirty="0"/>
              <a:t>. 1</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45</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rgbClr val="0432FF"/>
                </a:solidFill>
                <a:effectLst/>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kumimoji="0" lang="en-US" altLang="zh-CN" sz="2400" b="0" i="0" u="none" strike="noStrike" cap="none" normalizeH="0" baseline="0" dirty="0">
                <a:ln>
                  <a:noFill/>
                </a:ln>
                <a:solidFill>
                  <a:schemeClr val="tx1"/>
                </a:solidFill>
                <a:effectLst/>
                <a:latin typeface="Arial Narrow" panose="020B0606020202030204" pitchFamily="34" charset="0"/>
              </a:rPr>
              <a:t>+a</a:t>
            </a:r>
            <a:r>
              <a:rPr lang="en-US" altLang="zh-CN" sz="1400" dirty="0">
                <a:latin typeface="Arial Narrow" panose="020B0606020202030204" pitchFamily="34" charset="0"/>
              </a:rPr>
              <a:t>1</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6" name="箭头: 下 25">
            <a:extLst>
              <a:ext uri="{FF2B5EF4-FFF2-40B4-BE49-F238E27FC236}">
                <a16:creationId xmlns:a16="http://schemas.microsoft.com/office/drawing/2014/main" id="{7D8F01A9-A473-4A0E-8CCC-4714AA3F500C}"/>
              </a:ext>
            </a:extLst>
          </p:cNvPr>
          <p:cNvSpPr/>
          <p:nvPr/>
        </p:nvSpPr>
        <p:spPr bwMode="auto">
          <a:xfrm>
            <a:off x="7400540" y="5089355"/>
            <a:ext cx="228600" cy="48475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9" name="箭头: 下 28">
            <a:extLst>
              <a:ext uri="{FF2B5EF4-FFF2-40B4-BE49-F238E27FC236}">
                <a16:creationId xmlns:a16="http://schemas.microsoft.com/office/drawing/2014/main" id="{36C811BD-1EB5-4C29-933D-DD74983FD1BF}"/>
              </a:ext>
            </a:extLst>
          </p:cNvPr>
          <p:cNvSpPr/>
          <p:nvPr/>
        </p:nvSpPr>
        <p:spPr bwMode="auto">
          <a:xfrm>
            <a:off x="2743200" y="2119291"/>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0" name="箭头: 下 29">
            <a:extLst>
              <a:ext uri="{FF2B5EF4-FFF2-40B4-BE49-F238E27FC236}">
                <a16:creationId xmlns:a16="http://schemas.microsoft.com/office/drawing/2014/main" id="{3A7F6D9C-37D0-4047-A3BB-DEEDE7D98966}"/>
              </a:ext>
            </a:extLst>
          </p:cNvPr>
          <p:cNvSpPr/>
          <p:nvPr/>
        </p:nvSpPr>
        <p:spPr bwMode="auto">
          <a:xfrm>
            <a:off x="4283911" y="3082520"/>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1" name="箭头: 下 30">
            <a:extLst>
              <a:ext uri="{FF2B5EF4-FFF2-40B4-BE49-F238E27FC236}">
                <a16:creationId xmlns:a16="http://schemas.microsoft.com/office/drawing/2014/main" id="{519C368F-85B3-4CA0-AB1D-A237CCC33073}"/>
              </a:ext>
            </a:extLst>
          </p:cNvPr>
          <p:cNvSpPr/>
          <p:nvPr/>
        </p:nvSpPr>
        <p:spPr bwMode="auto">
          <a:xfrm>
            <a:off x="7353300" y="1251064"/>
            <a:ext cx="228600" cy="486362"/>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2" name="箭头: 下 31">
            <a:extLst>
              <a:ext uri="{FF2B5EF4-FFF2-40B4-BE49-F238E27FC236}">
                <a16:creationId xmlns:a16="http://schemas.microsoft.com/office/drawing/2014/main" id="{3AC8B387-0C4B-4B06-8E2C-7EEB4F687B79}"/>
              </a:ext>
            </a:extLst>
          </p:cNvPr>
          <p:cNvSpPr/>
          <p:nvPr/>
        </p:nvSpPr>
        <p:spPr bwMode="auto">
          <a:xfrm>
            <a:off x="5838440" y="4085313"/>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cxnSp>
        <p:nvCxnSpPr>
          <p:cNvPr id="36" name="连接符: 肘形 35">
            <a:extLst>
              <a:ext uri="{FF2B5EF4-FFF2-40B4-BE49-F238E27FC236}">
                <a16:creationId xmlns:a16="http://schemas.microsoft.com/office/drawing/2014/main" id="{4FD91858-C8F4-4C11-A368-AC5098E6D20D}"/>
              </a:ext>
            </a:extLst>
          </p:cNvPr>
          <p:cNvCxnSpPr>
            <a:cxnSpLocks/>
            <a:stCxn id="26" idx="2"/>
            <a:endCxn id="31" idx="0"/>
          </p:cNvCxnSpPr>
          <p:nvPr/>
        </p:nvCxnSpPr>
        <p:spPr bwMode="auto">
          <a:xfrm rot="5400000" flipH="1">
            <a:off x="5329699" y="3388965"/>
            <a:ext cx="4323041" cy="47240"/>
          </a:xfrm>
          <a:prstGeom prst="bentConnector5">
            <a:avLst>
              <a:gd name="adj1" fmla="val -5288"/>
              <a:gd name="adj2" fmla="val -2173933"/>
              <a:gd name="adj3" fmla="val 105288"/>
            </a:avLst>
          </a:prstGeom>
          <a:solidFill>
            <a:srgbClr val="C0C0C0"/>
          </a:solid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6971508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0" grpId="0" animBg="1"/>
      <p:bldP spid="31" grpId="0" animBg="1"/>
      <p:bldP spid="3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Allgather</a:t>
            </a:r>
            <a:r>
              <a:rPr lang="en-US" altLang="zh-CN" spc="-6" dirty="0"/>
              <a:t> </a:t>
            </a:r>
            <a:r>
              <a:rPr lang="en-US" altLang="zh-CN" spc="-6" dirty="0" err="1"/>
              <a:t>iter</a:t>
            </a:r>
            <a:r>
              <a:rPr lang="en-US" altLang="zh-CN" spc="-6" dirty="0"/>
              <a:t>. 2</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46</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rgbClr val="0432FF"/>
                </a:solidFill>
                <a:effectLst/>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400" dirty="0">
                <a:latin typeface="Arial Narrow" panose="020B0606020202030204" pitchFamily="34" charset="0"/>
              </a:rPr>
              <a:t>+a</a:t>
            </a:r>
            <a:r>
              <a:rPr lang="en-US" altLang="zh-CN" sz="1400" dirty="0">
                <a:latin typeface="Arial Narrow" panose="020B0606020202030204" pitchFamily="34" charset="0"/>
              </a:rPr>
              <a:t>2</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6" name="箭头: 下 25">
            <a:extLst>
              <a:ext uri="{FF2B5EF4-FFF2-40B4-BE49-F238E27FC236}">
                <a16:creationId xmlns:a16="http://schemas.microsoft.com/office/drawing/2014/main" id="{7D8F01A9-A473-4A0E-8CCC-4714AA3F500C}"/>
              </a:ext>
            </a:extLst>
          </p:cNvPr>
          <p:cNvSpPr/>
          <p:nvPr/>
        </p:nvSpPr>
        <p:spPr bwMode="auto">
          <a:xfrm>
            <a:off x="5846735" y="5077850"/>
            <a:ext cx="228600" cy="48475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9" name="箭头: 下 28">
            <a:extLst>
              <a:ext uri="{FF2B5EF4-FFF2-40B4-BE49-F238E27FC236}">
                <a16:creationId xmlns:a16="http://schemas.microsoft.com/office/drawing/2014/main" id="{36C811BD-1EB5-4C29-933D-DD74983FD1BF}"/>
              </a:ext>
            </a:extLst>
          </p:cNvPr>
          <p:cNvSpPr/>
          <p:nvPr/>
        </p:nvSpPr>
        <p:spPr bwMode="auto">
          <a:xfrm>
            <a:off x="2798012" y="3094713"/>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0" name="箭头: 下 29">
            <a:extLst>
              <a:ext uri="{FF2B5EF4-FFF2-40B4-BE49-F238E27FC236}">
                <a16:creationId xmlns:a16="http://schemas.microsoft.com/office/drawing/2014/main" id="{3A7F6D9C-37D0-4047-A3BB-DEEDE7D98966}"/>
              </a:ext>
            </a:extLst>
          </p:cNvPr>
          <p:cNvSpPr/>
          <p:nvPr/>
        </p:nvSpPr>
        <p:spPr bwMode="auto">
          <a:xfrm>
            <a:off x="4287865" y="4082138"/>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1" name="箭头: 下 30">
            <a:extLst>
              <a:ext uri="{FF2B5EF4-FFF2-40B4-BE49-F238E27FC236}">
                <a16:creationId xmlns:a16="http://schemas.microsoft.com/office/drawing/2014/main" id="{519C368F-85B3-4CA0-AB1D-A237CCC33073}"/>
              </a:ext>
            </a:extLst>
          </p:cNvPr>
          <p:cNvSpPr/>
          <p:nvPr/>
        </p:nvSpPr>
        <p:spPr bwMode="auto">
          <a:xfrm>
            <a:off x="5791200" y="1243101"/>
            <a:ext cx="228600" cy="486362"/>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32" name="箭头: 下 31">
            <a:extLst>
              <a:ext uri="{FF2B5EF4-FFF2-40B4-BE49-F238E27FC236}">
                <a16:creationId xmlns:a16="http://schemas.microsoft.com/office/drawing/2014/main" id="{3AC8B387-0C4B-4B06-8E2C-7EEB4F687B79}"/>
              </a:ext>
            </a:extLst>
          </p:cNvPr>
          <p:cNvSpPr/>
          <p:nvPr/>
        </p:nvSpPr>
        <p:spPr bwMode="auto">
          <a:xfrm>
            <a:off x="7376919" y="2105351"/>
            <a:ext cx="228600" cy="609600"/>
          </a:xfrm>
          <a:prstGeom prst="downArrow">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cxnSp>
        <p:nvCxnSpPr>
          <p:cNvPr id="36" name="连接符: 肘形 35">
            <a:extLst>
              <a:ext uri="{FF2B5EF4-FFF2-40B4-BE49-F238E27FC236}">
                <a16:creationId xmlns:a16="http://schemas.microsoft.com/office/drawing/2014/main" id="{4FD91858-C8F4-4C11-A368-AC5098E6D20D}"/>
              </a:ext>
            </a:extLst>
          </p:cNvPr>
          <p:cNvCxnSpPr>
            <a:cxnSpLocks/>
            <a:stCxn id="26" idx="2"/>
            <a:endCxn id="31" idx="0"/>
          </p:cNvCxnSpPr>
          <p:nvPr/>
        </p:nvCxnSpPr>
        <p:spPr bwMode="auto">
          <a:xfrm rot="5400000" flipH="1">
            <a:off x="3773518" y="3375084"/>
            <a:ext cx="4319499" cy="55535"/>
          </a:xfrm>
          <a:prstGeom prst="bentConnector5">
            <a:avLst>
              <a:gd name="adj1" fmla="val -5292"/>
              <a:gd name="adj2" fmla="val -4549886"/>
              <a:gd name="adj3" fmla="val 105292"/>
            </a:avLst>
          </a:prstGeom>
          <a:solidFill>
            <a:srgbClr val="C0C0C0"/>
          </a:solid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7276383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0" grpId="0" animBg="1"/>
      <p:bldP spid="31" grpId="0" animBg="1"/>
      <p:bldP spid="3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8392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a:t>
            </a:r>
            <a:r>
              <a:rPr lang="en-US" altLang="zh-CN" spc="-6" dirty="0" err="1"/>
              <a:t>Allgather</a:t>
            </a:r>
            <a:r>
              <a:rPr lang="en-US" altLang="zh-CN" spc="-6" dirty="0"/>
              <a:t> </a:t>
            </a:r>
            <a:r>
              <a:rPr lang="en-US" altLang="zh-CN" spc="-6" dirty="0" err="1"/>
              <a:t>iter</a:t>
            </a:r>
            <a:r>
              <a:rPr lang="en-US" altLang="zh-CN" spc="-6" dirty="0"/>
              <a:t>. 3</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47</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rgbClr val="0432FF"/>
                </a:solidFill>
                <a:effectLst/>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+a</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+b</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rgbClr val="0432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+c</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0</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1</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2</a:t>
            </a:r>
            <a:r>
              <a:rPr lang="en-US" altLang="zh-CN" sz="2400" dirty="0">
                <a:solidFill>
                  <a:srgbClr val="0432FF"/>
                </a:solidFill>
                <a:latin typeface="Arial Narrow" panose="020B0606020202030204" pitchFamily="34" charset="0"/>
              </a:rPr>
              <a:t>+d</a:t>
            </a:r>
            <a:r>
              <a:rPr lang="en-US" altLang="zh-CN" sz="1400" dirty="0">
                <a:solidFill>
                  <a:srgbClr val="0432FF"/>
                </a:solidFill>
                <a:latin typeface="Arial Narrow" panose="020B0606020202030204" pitchFamily="34" charset="0"/>
              </a:rPr>
              <a:t>3</a:t>
            </a:r>
            <a:endParaRPr lang="zh-CN" altLang="en-US" sz="2400" dirty="0">
              <a:solidFill>
                <a:srgbClr val="0432FF"/>
              </a:solidFill>
              <a:latin typeface="Arial Narrow" panose="020B0606020202030204" pitchFamily="34" charset="0"/>
            </a:endParaRPr>
          </a:p>
        </p:txBody>
      </p:sp>
    </p:spTree>
    <p:extLst>
      <p:ext uri="{BB962C8B-B14F-4D97-AF65-F5344CB8AC3E}">
        <p14:creationId xmlns:p14="http://schemas.microsoft.com/office/powerpoint/2010/main" val="301548453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762000"/>
          </a:xfrm>
        </p:spPr>
        <p:txBody>
          <a:bodyPr/>
          <a:lstStyle/>
          <a:p>
            <a:r>
              <a:rPr lang="en-US" altLang="zh-CN" sz="3600" b="1" dirty="0">
                <a:solidFill>
                  <a:srgbClr val="006FC0"/>
                </a:solidFill>
                <a:latin typeface="Trebuchet MS"/>
                <a:cs typeface="Trebuchet MS"/>
              </a:rPr>
              <a:t>“Ring”</a:t>
            </a:r>
            <a:r>
              <a:rPr lang="en-US" altLang="zh-CN" sz="3600" b="1" spc="-11" dirty="0">
                <a:solidFill>
                  <a:srgbClr val="006FC0"/>
                </a:solidFill>
                <a:latin typeface="Trebuchet MS"/>
                <a:cs typeface="Trebuchet MS"/>
              </a:rPr>
              <a:t> </a:t>
            </a:r>
            <a:r>
              <a:rPr lang="en-US" altLang="zh-CN" spc="-6" dirty="0" err="1"/>
              <a:t>AllReduce</a:t>
            </a:r>
            <a:r>
              <a:rPr lang="en-US" altLang="zh-CN" spc="-6" dirty="0"/>
              <a:t>: Results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48</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2224954" y="6502513"/>
            <a:ext cx="525178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a:solidFill>
                  <a:schemeClr val="bg1">
                    <a:lumMod val="65000"/>
                  </a:schemeClr>
                </a:solidFill>
              </a:rPr>
              <a:t>https://zhuanlan.zhihu.com/p/69797852</a:t>
            </a:r>
            <a:r>
              <a:rPr lang="en-US" sz="1600" i="1" dirty="0">
                <a:solidFill>
                  <a:schemeClr val="bg1">
                    <a:lumMod val="65000"/>
                  </a:schemeClr>
                </a:solidFill>
                <a:latin typeface="ArialMT"/>
              </a:rPr>
              <a:t>,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2" name="矩形: 圆角 1">
            <a:extLst>
              <a:ext uri="{FF2B5EF4-FFF2-40B4-BE49-F238E27FC236}">
                <a16:creationId xmlns:a16="http://schemas.microsoft.com/office/drawing/2014/main" id="{D0FE8716-567B-4A58-AEAB-A81204D7CC52}"/>
              </a:ext>
            </a:extLst>
          </p:cNvPr>
          <p:cNvSpPr/>
          <p:nvPr/>
        </p:nvSpPr>
        <p:spPr bwMode="auto">
          <a:xfrm>
            <a:off x="609600" y="161516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GPU0</a:t>
            </a:r>
            <a:endParaRPr kumimoji="0" lang="zh-CN" altLang="en-US" sz="1800" b="0" i="0" u="none" strike="noStrike" cap="none" normalizeH="0" baseline="0" dirty="0">
              <a:ln>
                <a:noFill/>
              </a:ln>
              <a:solidFill>
                <a:schemeClr val="tx1"/>
              </a:solidFill>
              <a:effectLst/>
              <a:latin typeface="Arial" pitchFamily="34" charset="0"/>
            </a:endParaRPr>
          </a:p>
        </p:txBody>
      </p:sp>
      <p:sp>
        <p:nvSpPr>
          <p:cNvPr id="3" name="矩形 2">
            <a:extLst>
              <a:ext uri="{FF2B5EF4-FFF2-40B4-BE49-F238E27FC236}">
                <a16:creationId xmlns:a16="http://schemas.microsoft.com/office/drawing/2014/main" id="{5A244C46-F63F-4E94-A481-33E77B3E0703}"/>
              </a:ext>
            </a:extLst>
          </p:cNvPr>
          <p:cNvSpPr/>
          <p:nvPr/>
        </p:nvSpPr>
        <p:spPr bwMode="auto">
          <a:xfrm>
            <a:off x="2133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kumimoji="0" lang="en-US" altLang="zh-CN" sz="2400" b="0" i="0" u="none" strike="noStrike" cap="none" normalizeH="0" baseline="0" dirty="0">
                <a:ln>
                  <a:noFill/>
                </a:ln>
                <a:solidFill>
                  <a:schemeClr val="tx1"/>
                </a:solidFill>
                <a:effectLst/>
                <a:latin typeface="Arial Narrow" panose="020B0606020202030204" pitchFamily="34" charset="0"/>
              </a:rPr>
              <a:t>a</a:t>
            </a:r>
            <a:r>
              <a:rPr kumimoji="0" lang="en-US" altLang="zh-CN" sz="1400" b="0" i="0" u="none" strike="noStrike" cap="none" normalizeH="0" baseline="0" dirty="0">
                <a:ln>
                  <a:noFill/>
                </a:ln>
                <a:solidFill>
                  <a:schemeClr val="tx1"/>
                </a:solidFill>
                <a:effectLst/>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8" name="矩形 7">
            <a:extLst>
              <a:ext uri="{FF2B5EF4-FFF2-40B4-BE49-F238E27FC236}">
                <a16:creationId xmlns:a16="http://schemas.microsoft.com/office/drawing/2014/main" id="{6074D3CB-27FB-493C-A6BE-F592015E635B}"/>
              </a:ext>
            </a:extLst>
          </p:cNvPr>
          <p:cNvSpPr/>
          <p:nvPr/>
        </p:nvSpPr>
        <p:spPr bwMode="auto">
          <a:xfrm>
            <a:off x="3657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9" name="矩形 8">
            <a:extLst>
              <a:ext uri="{FF2B5EF4-FFF2-40B4-BE49-F238E27FC236}">
                <a16:creationId xmlns:a16="http://schemas.microsoft.com/office/drawing/2014/main" id="{6C0847D4-3C77-4D66-8210-C5405315E131}"/>
              </a:ext>
            </a:extLst>
          </p:cNvPr>
          <p:cNvSpPr/>
          <p:nvPr/>
        </p:nvSpPr>
        <p:spPr bwMode="auto">
          <a:xfrm>
            <a:off x="5181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0" name="矩形 9">
            <a:extLst>
              <a:ext uri="{FF2B5EF4-FFF2-40B4-BE49-F238E27FC236}">
                <a16:creationId xmlns:a16="http://schemas.microsoft.com/office/drawing/2014/main" id="{378EB658-CC74-450C-834A-6156EA0114DF}"/>
              </a:ext>
            </a:extLst>
          </p:cNvPr>
          <p:cNvSpPr/>
          <p:nvPr/>
        </p:nvSpPr>
        <p:spPr bwMode="auto">
          <a:xfrm>
            <a:off x="6705600" y="172946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1" name="矩形: 圆角 10">
            <a:extLst>
              <a:ext uri="{FF2B5EF4-FFF2-40B4-BE49-F238E27FC236}">
                <a16:creationId xmlns:a16="http://schemas.microsoft.com/office/drawing/2014/main" id="{9FF7CF8F-F527-438B-AB24-B706DCBCB6A1}"/>
              </a:ext>
            </a:extLst>
          </p:cNvPr>
          <p:cNvSpPr/>
          <p:nvPr/>
        </p:nvSpPr>
        <p:spPr bwMode="auto">
          <a:xfrm>
            <a:off x="609600" y="2602588"/>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GPU1</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2" name="矩形 11">
            <a:extLst>
              <a:ext uri="{FF2B5EF4-FFF2-40B4-BE49-F238E27FC236}">
                <a16:creationId xmlns:a16="http://schemas.microsoft.com/office/drawing/2014/main" id="{CD9F9FC9-4586-4B27-8634-936A3840B84B}"/>
              </a:ext>
            </a:extLst>
          </p:cNvPr>
          <p:cNvSpPr/>
          <p:nvPr/>
        </p:nvSpPr>
        <p:spPr bwMode="auto">
          <a:xfrm>
            <a:off x="2133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3" name="矩形 12">
            <a:extLst>
              <a:ext uri="{FF2B5EF4-FFF2-40B4-BE49-F238E27FC236}">
                <a16:creationId xmlns:a16="http://schemas.microsoft.com/office/drawing/2014/main" id="{4350A5F6-871F-4817-ADEF-4E5EE909C737}"/>
              </a:ext>
            </a:extLst>
          </p:cNvPr>
          <p:cNvSpPr/>
          <p:nvPr/>
        </p:nvSpPr>
        <p:spPr bwMode="auto">
          <a:xfrm>
            <a:off x="3657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4" name="矩形 13">
            <a:extLst>
              <a:ext uri="{FF2B5EF4-FFF2-40B4-BE49-F238E27FC236}">
                <a16:creationId xmlns:a16="http://schemas.microsoft.com/office/drawing/2014/main" id="{A39498D2-389F-4C23-A9A2-F45206FF4A7F}"/>
              </a:ext>
            </a:extLst>
          </p:cNvPr>
          <p:cNvSpPr/>
          <p:nvPr/>
        </p:nvSpPr>
        <p:spPr bwMode="auto">
          <a:xfrm>
            <a:off x="5181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5" name="矩形 14">
            <a:extLst>
              <a:ext uri="{FF2B5EF4-FFF2-40B4-BE49-F238E27FC236}">
                <a16:creationId xmlns:a16="http://schemas.microsoft.com/office/drawing/2014/main" id="{763B3B73-3260-4812-8840-A5763CB4FF99}"/>
              </a:ext>
            </a:extLst>
          </p:cNvPr>
          <p:cNvSpPr/>
          <p:nvPr/>
        </p:nvSpPr>
        <p:spPr bwMode="auto">
          <a:xfrm>
            <a:off x="6705600" y="2716888"/>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6" name="矩形: 圆角 15">
            <a:extLst>
              <a:ext uri="{FF2B5EF4-FFF2-40B4-BE49-F238E27FC236}">
                <a16:creationId xmlns:a16="http://schemas.microsoft.com/office/drawing/2014/main" id="{F85ED84B-D305-448D-9DFC-62029784B762}"/>
              </a:ext>
            </a:extLst>
          </p:cNvPr>
          <p:cNvSpPr/>
          <p:nvPr/>
        </p:nvSpPr>
        <p:spPr bwMode="auto">
          <a:xfrm>
            <a:off x="609600" y="3590013"/>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GPU2</a:t>
            </a:r>
            <a:endParaRPr kumimoji="0" lang="zh-CN" altLang="en-US" sz="1800" b="0" i="0" u="none" strike="noStrike" cap="none" normalizeH="0" baseline="0" dirty="0">
              <a:ln>
                <a:noFill/>
              </a:ln>
              <a:solidFill>
                <a:schemeClr val="tx1"/>
              </a:solidFill>
              <a:effectLst/>
              <a:latin typeface="Arial" pitchFamily="34" charset="0"/>
            </a:endParaRPr>
          </a:p>
        </p:txBody>
      </p:sp>
      <p:sp>
        <p:nvSpPr>
          <p:cNvPr id="17" name="矩形 16">
            <a:extLst>
              <a:ext uri="{FF2B5EF4-FFF2-40B4-BE49-F238E27FC236}">
                <a16:creationId xmlns:a16="http://schemas.microsoft.com/office/drawing/2014/main" id="{E7FDE002-5269-4D41-9BDC-04E8CBFAB334}"/>
              </a:ext>
            </a:extLst>
          </p:cNvPr>
          <p:cNvSpPr/>
          <p:nvPr/>
        </p:nvSpPr>
        <p:spPr bwMode="auto">
          <a:xfrm>
            <a:off x="2133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8" name="矩形 17">
            <a:extLst>
              <a:ext uri="{FF2B5EF4-FFF2-40B4-BE49-F238E27FC236}">
                <a16:creationId xmlns:a16="http://schemas.microsoft.com/office/drawing/2014/main" id="{2510EA51-7A3B-4C47-8324-8FFCEE9B630B}"/>
              </a:ext>
            </a:extLst>
          </p:cNvPr>
          <p:cNvSpPr/>
          <p:nvPr/>
        </p:nvSpPr>
        <p:spPr bwMode="auto">
          <a:xfrm>
            <a:off x="3657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19" name="矩形 18">
            <a:extLst>
              <a:ext uri="{FF2B5EF4-FFF2-40B4-BE49-F238E27FC236}">
                <a16:creationId xmlns:a16="http://schemas.microsoft.com/office/drawing/2014/main" id="{175F0FAD-BD8F-4CBB-A81D-589A037A8962}"/>
              </a:ext>
            </a:extLst>
          </p:cNvPr>
          <p:cNvSpPr/>
          <p:nvPr/>
        </p:nvSpPr>
        <p:spPr bwMode="auto">
          <a:xfrm>
            <a:off x="5181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0" name="矩形 19">
            <a:extLst>
              <a:ext uri="{FF2B5EF4-FFF2-40B4-BE49-F238E27FC236}">
                <a16:creationId xmlns:a16="http://schemas.microsoft.com/office/drawing/2014/main" id="{0B191FF9-3163-4613-9192-724F4A29BBF3}"/>
              </a:ext>
            </a:extLst>
          </p:cNvPr>
          <p:cNvSpPr/>
          <p:nvPr/>
        </p:nvSpPr>
        <p:spPr bwMode="auto">
          <a:xfrm>
            <a:off x="6705600" y="3704313"/>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1" name="矩形: 圆角 20">
            <a:extLst>
              <a:ext uri="{FF2B5EF4-FFF2-40B4-BE49-F238E27FC236}">
                <a16:creationId xmlns:a16="http://schemas.microsoft.com/office/drawing/2014/main" id="{4CE8A88A-8641-4BBF-9197-585C3A2B8E19}"/>
              </a:ext>
            </a:extLst>
          </p:cNvPr>
          <p:cNvSpPr/>
          <p:nvPr/>
        </p:nvSpPr>
        <p:spPr bwMode="auto">
          <a:xfrm>
            <a:off x="609600" y="4582550"/>
            <a:ext cx="1371600" cy="6096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GPU3</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3302625A-5DB6-49C0-91F3-A71B338832B9}"/>
              </a:ext>
            </a:extLst>
          </p:cNvPr>
          <p:cNvSpPr/>
          <p:nvPr/>
        </p:nvSpPr>
        <p:spPr bwMode="auto">
          <a:xfrm>
            <a:off x="2133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a</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a</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3" name="矩形 22">
            <a:extLst>
              <a:ext uri="{FF2B5EF4-FFF2-40B4-BE49-F238E27FC236}">
                <a16:creationId xmlns:a16="http://schemas.microsoft.com/office/drawing/2014/main" id="{089C4CF0-2A48-406B-AE36-F03BABC0B716}"/>
              </a:ext>
            </a:extLst>
          </p:cNvPr>
          <p:cNvSpPr/>
          <p:nvPr/>
        </p:nvSpPr>
        <p:spPr bwMode="auto">
          <a:xfrm>
            <a:off x="3657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b</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b</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4" name="矩形 23">
            <a:extLst>
              <a:ext uri="{FF2B5EF4-FFF2-40B4-BE49-F238E27FC236}">
                <a16:creationId xmlns:a16="http://schemas.microsoft.com/office/drawing/2014/main" id="{0FC98373-BBE8-49FE-A15A-2331D70687F9}"/>
              </a:ext>
            </a:extLst>
          </p:cNvPr>
          <p:cNvSpPr/>
          <p:nvPr/>
        </p:nvSpPr>
        <p:spPr bwMode="auto">
          <a:xfrm>
            <a:off x="5181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c</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c</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
        <p:nvSpPr>
          <p:cNvPr id="25" name="矩形 24">
            <a:extLst>
              <a:ext uri="{FF2B5EF4-FFF2-40B4-BE49-F238E27FC236}">
                <a16:creationId xmlns:a16="http://schemas.microsoft.com/office/drawing/2014/main" id="{CEF8017E-A768-47DB-A108-34A8AC839AA5}"/>
              </a:ext>
            </a:extLst>
          </p:cNvPr>
          <p:cNvSpPr/>
          <p:nvPr/>
        </p:nvSpPr>
        <p:spPr bwMode="auto">
          <a:xfrm>
            <a:off x="6705600" y="4696850"/>
            <a:ext cx="1524000" cy="3810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2400" dirty="0">
                <a:latin typeface="Arial Narrow" panose="020B0606020202030204" pitchFamily="34" charset="0"/>
              </a:rPr>
              <a:t>d</a:t>
            </a:r>
            <a:r>
              <a:rPr lang="en-US" altLang="zh-CN" sz="1400" dirty="0">
                <a:latin typeface="Arial Narrow" panose="020B0606020202030204" pitchFamily="34" charset="0"/>
              </a:rPr>
              <a:t>0</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1</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2</a:t>
            </a:r>
            <a:r>
              <a:rPr lang="en-US" altLang="zh-CN" sz="2000" dirty="0">
                <a:latin typeface="Arial Narrow" panose="020B0606020202030204" pitchFamily="34" charset="0"/>
              </a:rPr>
              <a:t>+</a:t>
            </a:r>
            <a:r>
              <a:rPr lang="en-US" altLang="zh-CN" sz="2400" dirty="0">
                <a:latin typeface="Arial Narrow" panose="020B0606020202030204" pitchFamily="34" charset="0"/>
              </a:rPr>
              <a:t>d</a:t>
            </a:r>
            <a:r>
              <a:rPr lang="en-US" altLang="zh-CN" sz="1400" dirty="0">
                <a:latin typeface="Arial Narrow" panose="020B0606020202030204" pitchFamily="34" charset="0"/>
              </a:rPr>
              <a:t>3</a:t>
            </a:r>
            <a:endParaRPr lang="zh-CN" altLang="en-US" sz="2400" dirty="0">
              <a:latin typeface="Arial Narrow" panose="020B0606020202030204" pitchFamily="34" charset="0"/>
            </a:endParaRPr>
          </a:p>
        </p:txBody>
      </p:sp>
    </p:spTree>
    <p:extLst>
      <p:ext uri="{BB962C8B-B14F-4D97-AF65-F5344CB8AC3E}">
        <p14:creationId xmlns:p14="http://schemas.microsoft.com/office/powerpoint/2010/main" val="32336323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err="1"/>
              <a:t>AllReduce</a:t>
            </a:r>
            <a:r>
              <a:rPr lang="en-US" altLang="zh-CN" spc="-6" dirty="0"/>
              <a:t> Implementation</a:t>
            </a:r>
            <a:r>
              <a:rPr lang="en-US" altLang="zh-CN" spc="-44" dirty="0"/>
              <a:t> </a:t>
            </a:r>
            <a:r>
              <a:rPr lang="en-US" altLang="zh-CN" dirty="0"/>
              <a:t>Choices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49</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9" name="object 3">
            <a:extLst>
              <a:ext uri="{FF2B5EF4-FFF2-40B4-BE49-F238E27FC236}">
                <a16:creationId xmlns:a16="http://schemas.microsoft.com/office/drawing/2014/main" id="{B611B814-3672-4DF6-9FC7-C797904F8F73}"/>
              </a:ext>
            </a:extLst>
          </p:cNvPr>
          <p:cNvSpPr txBox="1"/>
          <p:nvPr/>
        </p:nvSpPr>
        <p:spPr>
          <a:xfrm>
            <a:off x="304800" y="1089075"/>
            <a:ext cx="8192911" cy="1843239"/>
          </a:xfrm>
          <a:prstGeom prst="rect">
            <a:avLst/>
          </a:prstGeom>
        </p:spPr>
        <p:txBody>
          <a:bodyPr vert="horz" wrap="square" lIns="0" tIns="55033" rIns="0" bIns="0" rtlCol="0">
            <a:spAutoFit/>
          </a:bodyPr>
          <a:lstStyle/>
          <a:p>
            <a:pPr marL="332313" indent="-318908">
              <a:spcBef>
                <a:spcPts val="311"/>
              </a:spcBef>
              <a:buClr>
                <a:srgbClr val="B2B2B2"/>
              </a:buClr>
              <a:buSzPct val="105882"/>
              <a:buFont typeface="Arial"/>
              <a:buChar char="•"/>
              <a:tabLst>
                <a:tab pos="332313" algn="l"/>
                <a:tab pos="333019" algn="l"/>
              </a:tabLst>
            </a:pPr>
            <a:r>
              <a:rPr sz="2400" b="1" dirty="0">
                <a:solidFill>
                  <a:srgbClr val="006FC0"/>
                </a:solidFill>
                <a:latin typeface="Trebuchet MS"/>
                <a:cs typeface="Trebuchet MS"/>
              </a:rPr>
              <a:t>“Ring”</a:t>
            </a:r>
            <a:r>
              <a:rPr sz="2400" b="1" spc="-11" dirty="0">
                <a:solidFill>
                  <a:srgbClr val="006FC0"/>
                </a:solidFill>
                <a:latin typeface="Trebuchet MS"/>
                <a:cs typeface="Trebuchet MS"/>
              </a:rPr>
              <a:t> </a:t>
            </a:r>
            <a:r>
              <a:rPr lang="en-US" sz="2400" b="1" spc="-6" dirty="0" err="1">
                <a:latin typeface="Trebuchet MS"/>
                <a:cs typeface="Trebuchet MS"/>
              </a:rPr>
              <a:t>AllReduce</a:t>
            </a:r>
            <a:r>
              <a:rPr lang="en-US" sz="2400" b="1" spc="-6" dirty="0">
                <a:latin typeface="Trebuchet MS"/>
                <a:cs typeface="Trebuchet MS"/>
              </a:rPr>
              <a:t> (Baidu)</a:t>
            </a:r>
            <a:endParaRPr sz="2400" dirty="0">
              <a:latin typeface="Trebuchet MS"/>
              <a:cs typeface="Trebuchet MS"/>
            </a:endParaRPr>
          </a:p>
          <a:p>
            <a:pPr marL="713310" lvl="1" indent="-319613">
              <a:spcBef>
                <a:spcPts val="411"/>
              </a:spcBef>
              <a:buClr>
                <a:srgbClr val="B2B2B2"/>
              </a:buClr>
              <a:buSzPct val="106666"/>
              <a:buFont typeface="Arial"/>
              <a:buChar char="•"/>
              <a:tabLst>
                <a:tab pos="713310" algn="l"/>
                <a:tab pos="714015" algn="l"/>
              </a:tabLst>
            </a:pPr>
            <a:r>
              <a:rPr sz="2000" dirty="0">
                <a:latin typeface="Trebuchet MS"/>
                <a:cs typeface="Trebuchet MS"/>
              </a:rPr>
              <a:t>For </a:t>
            </a:r>
            <a:r>
              <a:rPr sz="2000" spc="-6" dirty="0">
                <a:latin typeface="Trebuchet MS"/>
                <a:cs typeface="Trebuchet MS"/>
              </a:rPr>
              <a:t>any </a:t>
            </a:r>
            <a:r>
              <a:rPr sz="2000" dirty="0">
                <a:latin typeface="Trebuchet MS"/>
                <a:cs typeface="Trebuchet MS"/>
              </a:rPr>
              <a:t>topology </a:t>
            </a:r>
            <a:r>
              <a:rPr sz="2000" spc="-6" dirty="0">
                <a:latin typeface="Trebuchet MS"/>
                <a:cs typeface="Trebuchet MS"/>
              </a:rPr>
              <a:t>that contains </a:t>
            </a:r>
            <a:r>
              <a:rPr sz="2000" dirty="0">
                <a:latin typeface="Trebuchet MS"/>
                <a:cs typeface="Trebuchet MS"/>
              </a:rPr>
              <a:t>a 1D torus</a:t>
            </a:r>
            <a:r>
              <a:rPr sz="2000" spc="-67" dirty="0">
                <a:latin typeface="Trebuchet MS"/>
                <a:cs typeface="Trebuchet MS"/>
              </a:rPr>
              <a:t> </a:t>
            </a:r>
            <a:r>
              <a:rPr sz="2000" spc="-6" dirty="0">
                <a:latin typeface="Trebuchet MS"/>
                <a:cs typeface="Trebuchet MS"/>
              </a:rPr>
              <a:t>(ring)</a:t>
            </a:r>
            <a:endParaRPr sz="20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r>
              <a:rPr sz="2000" spc="-6" dirty="0">
                <a:latin typeface="Trebuchet MS"/>
                <a:cs typeface="Trebuchet MS"/>
              </a:rPr>
              <a:t>Each worker communicates with </a:t>
            </a:r>
            <a:r>
              <a:rPr sz="2000" dirty="0">
                <a:solidFill>
                  <a:srgbClr val="00AF50"/>
                </a:solidFill>
                <a:latin typeface="Trebuchet MS"/>
                <a:cs typeface="Trebuchet MS"/>
              </a:rPr>
              <a:t>2</a:t>
            </a:r>
            <a:r>
              <a:rPr sz="2000" spc="-22" dirty="0">
                <a:solidFill>
                  <a:srgbClr val="00AF50"/>
                </a:solidFill>
                <a:latin typeface="Trebuchet MS"/>
                <a:cs typeface="Trebuchet MS"/>
              </a:rPr>
              <a:t> </a:t>
            </a:r>
            <a:r>
              <a:rPr sz="2000" spc="-6" dirty="0">
                <a:latin typeface="Trebuchet MS"/>
                <a:cs typeface="Trebuchet MS"/>
              </a:rPr>
              <a:t>neighbors</a:t>
            </a:r>
            <a:endParaRPr sz="20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r>
              <a:rPr sz="2000" dirty="0">
                <a:latin typeface="Trebuchet MS"/>
                <a:cs typeface="Trebuchet MS"/>
              </a:rPr>
              <a:t>2(</a:t>
            </a:r>
            <a:r>
              <a:rPr sz="2000" i="1" dirty="0">
                <a:latin typeface="Trebuchet MS"/>
                <a:cs typeface="Trebuchet MS"/>
              </a:rPr>
              <a:t>N </a:t>
            </a:r>
            <a:r>
              <a:rPr sz="2000" dirty="0">
                <a:latin typeface="Trebuchet MS"/>
                <a:cs typeface="Trebuchet MS"/>
              </a:rPr>
              <a:t>– 1) steps, </a:t>
            </a:r>
            <a:r>
              <a:rPr sz="2000" spc="-6" dirty="0">
                <a:latin typeface="Trebuchet MS"/>
                <a:cs typeface="Trebuchet MS"/>
              </a:rPr>
              <a:t>worker </a:t>
            </a:r>
            <a:r>
              <a:rPr sz="2000" dirty="0">
                <a:latin typeface="Trebuchet MS"/>
                <a:cs typeface="Trebuchet MS"/>
              </a:rPr>
              <a:t>sends/receives </a:t>
            </a:r>
            <a:r>
              <a:rPr sz="2000" spc="6" dirty="0">
                <a:latin typeface="Trebuchet MS"/>
                <a:cs typeface="Trebuchet MS"/>
              </a:rPr>
              <a:t>1/</a:t>
            </a:r>
            <a:r>
              <a:rPr sz="2000" i="1" spc="6" dirty="0">
                <a:latin typeface="Trebuchet MS"/>
                <a:cs typeface="Trebuchet MS"/>
              </a:rPr>
              <a:t>N </a:t>
            </a:r>
            <a:r>
              <a:rPr sz="2000" dirty="0">
                <a:latin typeface="Trebuchet MS"/>
                <a:cs typeface="Trebuchet MS"/>
              </a:rPr>
              <a:t>of all</a:t>
            </a:r>
            <a:r>
              <a:rPr sz="2000" spc="-144" dirty="0">
                <a:latin typeface="Trebuchet MS"/>
                <a:cs typeface="Trebuchet MS"/>
              </a:rPr>
              <a:t> </a:t>
            </a:r>
            <a:r>
              <a:rPr sz="2000" spc="-6" dirty="0">
                <a:latin typeface="Trebuchet MS"/>
                <a:cs typeface="Trebuchet MS"/>
              </a:rPr>
              <a:t>bytes</a:t>
            </a:r>
            <a:endParaRPr sz="2000" dirty="0">
              <a:latin typeface="Trebuchet MS"/>
              <a:cs typeface="Trebuchet MS"/>
            </a:endParaRPr>
          </a:p>
          <a:p>
            <a:pPr marL="1031511" lvl="2" indent="-186970">
              <a:spcBef>
                <a:spcPts val="478"/>
              </a:spcBef>
              <a:buClr>
                <a:srgbClr val="B2B2B2"/>
              </a:buClr>
              <a:buSzPct val="107692"/>
              <a:buFont typeface="Arial"/>
              <a:buChar char="•"/>
              <a:tabLst>
                <a:tab pos="1032217" algn="l"/>
              </a:tabLst>
            </a:pPr>
            <a:r>
              <a:rPr spc="-6" dirty="0">
                <a:latin typeface="Trebuchet MS"/>
                <a:cs typeface="Trebuchet MS"/>
              </a:rPr>
              <a:t>Each step requires a </a:t>
            </a:r>
            <a:r>
              <a:rPr spc="-11" dirty="0">
                <a:latin typeface="Trebuchet MS"/>
                <a:cs typeface="Trebuchet MS"/>
              </a:rPr>
              <a:t>synchronization </a:t>
            </a:r>
            <a:r>
              <a:rPr spc="-6" dirty="0">
                <a:latin typeface="Trebuchet MS"/>
                <a:cs typeface="Trebuchet MS"/>
              </a:rPr>
              <a:t>-&gt; </a:t>
            </a:r>
            <a:r>
              <a:rPr spc="-6" dirty="0">
                <a:solidFill>
                  <a:srgbClr val="6F2F9F"/>
                </a:solidFill>
                <a:latin typeface="Trebuchet MS"/>
                <a:cs typeface="Trebuchet MS"/>
              </a:rPr>
              <a:t>2(</a:t>
            </a:r>
            <a:r>
              <a:rPr i="1" spc="-6" dirty="0">
                <a:solidFill>
                  <a:srgbClr val="6F2F9F"/>
                </a:solidFill>
                <a:latin typeface="Trebuchet MS"/>
                <a:cs typeface="Trebuchet MS"/>
              </a:rPr>
              <a:t>N </a:t>
            </a:r>
            <a:r>
              <a:rPr spc="-6" dirty="0">
                <a:solidFill>
                  <a:srgbClr val="6F2F9F"/>
                </a:solidFill>
                <a:latin typeface="Trebuchet MS"/>
                <a:cs typeface="Trebuchet MS"/>
              </a:rPr>
              <a:t>– 1) syncs</a:t>
            </a:r>
            <a:r>
              <a:rPr spc="111" dirty="0">
                <a:solidFill>
                  <a:srgbClr val="6F2F9F"/>
                </a:solidFill>
                <a:latin typeface="Trebuchet MS"/>
                <a:cs typeface="Trebuchet MS"/>
              </a:rPr>
              <a:t> </a:t>
            </a:r>
            <a:r>
              <a:rPr spc="-11" dirty="0">
                <a:latin typeface="Trebuchet MS"/>
                <a:cs typeface="Trebuchet MS"/>
              </a:rPr>
              <a:t>total</a:t>
            </a:r>
            <a:endParaRPr dirty="0">
              <a:latin typeface="Trebuchet MS"/>
              <a:cs typeface="Trebuchet MS"/>
            </a:endParaRPr>
          </a:p>
        </p:txBody>
      </p:sp>
      <p:sp>
        <p:nvSpPr>
          <p:cNvPr id="11" name="object 3">
            <a:extLst>
              <a:ext uri="{FF2B5EF4-FFF2-40B4-BE49-F238E27FC236}">
                <a16:creationId xmlns:a16="http://schemas.microsoft.com/office/drawing/2014/main" id="{9EEFCF4E-4134-4526-AEA0-461FE1331C43}"/>
              </a:ext>
            </a:extLst>
          </p:cNvPr>
          <p:cNvSpPr txBox="1"/>
          <p:nvPr/>
        </p:nvSpPr>
        <p:spPr>
          <a:xfrm>
            <a:off x="304800" y="3657600"/>
            <a:ext cx="8192911" cy="1484167"/>
          </a:xfrm>
          <a:prstGeom prst="rect">
            <a:avLst/>
          </a:prstGeom>
        </p:spPr>
        <p:txBody>
          <a:bodyPr vert="horz" wrap="square" lIns="0" tIns="55033" rIns="0" bIns="0" rtlCol="0">
            <a:spAutoFit/>
          </a:bodyPr>
          <a:lstStyle/>
          <a:p>
            <a:pPr marL="332313" indent="-318908">
              <a:spcBef>
                <a:spcPts val="311"/>
              </a:spcBef>
              <a:buClr>
                <a:srgbClr val="B2B2B2"/>
              </a:buClr>
              <a:buSzPct val="105882"/>
              <a:buFont typeface="Arial"/>
              <a:buChar char="•"/>
              <a:tabLst>
                <a:tab pos="332313" algn="l"/>
                <a:tab pos="333019" algn="l"/>
              </a:tabLst>
            </a:pPr>
            <a:r>
              <a:rPr sz="2400" b="1" dirty="0">
                <a:solidFill>
                  <a:srgbClr val="006FC0"/>
                </a:solidFill>
                <a:latin typeface="Trebuchet MS"/>
                <a:cs typeface="Trebuchet MS"/>
              </a:rPr>
              <a:t>“</a:t>
            </a:r>
            <a:r>
              <a:rPr lang="en-US" sz="2400" b="1" dirty="0">
                <a:solidFill>
                  <a:srgbClr val="006FC0"/>
                </a:solidFill>
                <a:latin typeface="Trebuchet MS"/>
                <a:cs typeface="Trebuchet MS"/>
              </a:rPr>
              <a:t>In-switch</a:t>
            </a:r>
            <a:r>
              <a:rPr sz="2400" b="1" dirty="0">
                <a:solidFill>
                  <a:srgbClr val="006FC0"/>
                </a:solidFill>
                <a:latin typeface="Trebuchet MS"/>
                <a:cs typeface="Trebuchet MS"/>
              </a:rPr>
              <a:t>”</a:t>
            </a:r>
            <a:r>
              <a:rPr sz="2400" b="1" spc="-11" dirty="0">
                <a:solidFill>
                  <a:srgbClr val="006FC0"/>
                </a:solidFill>
                <a:latin typeface="Trebuchet MS"/>
                <a:cs typeface="Trebuchet MS"/>
              </a:rPr>
              <a:t> </a:t>
            </a:r>
            <a:r>
              <a:rPr lang="en-US" sz="2400" b="1" spc="-6" dirty="0" err="1">
                <a:latin typeface="Trebuchet MS"/>
                <a:cs typeface="Trebuchet MS"/>
              </a:rPr>
              <a:t>AllReduce</a:t>
            </a:r>
            <a:r>
              <a:rPr lang="en-US" sz="2400" b="1" spc="-6" dirty="0">
                <a:latin typeface="Trebuchet MS"/>
                <a:cs typeface="Trebuchet MS"/>
              </a:rPr>
              <a:t> </a:t>
            </a:r>
            <a:endParaRPr sz="24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r>
              <a:rPr sz="2000" spc="-6" dirty="0">
                <a:latin typeface="Trebuchet MS"/>
                <a:cs typeface="Trebuchet MS"/>
              </a:rPr>
              <a:t>Each worker communicates with </a:t>
            </a:r>
            <a:r>
              <a:rPr lang="en-US" sz="2000" dirty="0">
                <a:latin typeface="Trebuchet MS"/>
                <a:cs typeface="Trebuchet MS"/>
              </a:rPr>
              <a:t>the switch</a:t>
            </a:r>
            <a:endParaRPr sz="20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r>
              <a:rPr lang="en-US" sz="2000" dirty="0">
                <a:latin typeface="Trebuchet MS"/>
                <a:cs typeface="Trebuchet MS"/>
              </a:rPr>
              <a:t>Only one</a:t>
            </a:r>
            <a:r>
              <a:rPr sz="2000" dirty="0">
                <a:latin typeface="Trebuchet MS"/>
                <a:cs typeface="Trebuchet MS"/>
              </a:rPr>
              <a:t> step, </a:t>
            </a:r>
            <a:r>
              <a:rPr lang="en-US" sz="2000" dirty="0">
                <a:latin typeface="Trebuchet MS"/>
                <a:cs typeface="Trebuchet MS"/>
              </a:rPr>
              <a:t>a </a:t>
            </a:r>
            <a:r>
              <a:rPr sz="2000" spc="-6" dirty="0">
                <a:latin typeface="Trebuchet MS"/>
                <a:cs typeface="Trebuchet MS"/>
              </a:rPr>
              <a:t>worker </a:t>
            </a:r>
            <a:r>
              <a:rPr sz="2000" dirty="0">
                <a:latin typeface="Trebuchet MS"/>
                <a:cs typeface="Trebuchet MS"/>
              </a:rPr>
              <a:t>sends/receives </a:t>
            </a:r>
            <a:r>
              <a:rPr sz="2000" i="1" spc="6" dirty="0">
                <a:latin typeface="Trebuchet MS"/>
                <a:cs typeface="Trebuchet MS"/>
              </a:rPr>
              <a:t>N </a:t>
            </a:r>
            <a:r>
              <a:rPr sz="2000" dirty="0">
                <a:latin typeface="Trebuchet MS"/>
                <a:cs typeface="Trebuchet MS"/>
              </a:rPr>
              <a:t>of all</a:t>
            </a:r>
            <a:r>
              <a:rPr sz="2000" spc="-144" dirty="0">
                <a:latin typeface="Trebuchet MS"/>
                <a:cs typeface="Trebuchet MS"/>
              </a:rPr>
              <a:t> </a:t>
            </a:r>
            <a:r>
              <a:rPr sz="2000" spc="-6" dirty="0">
                <a:latin typeface="Trebuchet MS"/>
                <a:cs typeface="Trebuchet MS"/>
              </a:rPr>
              <a:t>bytes</a:t>
            </a:r>
            <a:endParaRPr sz="2000" dirty="0">
              <a:latin typeface="Trebuchet MS"/>
              <a:cs typeface="Trebuchet MS"/>
            </a:endParaRPr>
          </a:p>
          <a:p>
            <a:pPr marL="1031511" lvl="2" indent="-186970">
              <a:spcBef>
                <a:spcPts val="478"/>
              </a:spcBef>
              <a:buClr>
                <a:srgbClr val="B2B2B2"/>
              </a:buClr>
              <a:buSzPct val="107692"/>
              <a:buFont typeface="Arial"/>
              <a:buChar char="•"/>
              <a:tabLst>
                <a:tab pos="1032217" algn="l"/>
              </a:tabLst>
            </a:pPr>
            <a:r>
              <a:rPr lang="en-US" spc="-6" dirty="0">
                <a:latin typeface="Trebuchet MS"/>
                <a:cs typeface="Trebuchet MS"/>
              </a:rPr>
              <a:t>All workers work in a lock step.</a:t>
            </a:r>
            <a:endParaRPr dirty="0">
              <a:latin typeface="Trebuchet MS"/>
              <a:cs typeface="Trebuchet MS"/>
            </a:endParaRPr>
          </a:p>
        </p:txBody>
      </p:sp>
    </p:spTree>
    <p:extLst>
      <p:ext uri="{BB962C8B-B14F-4D97-AF65-F5344CB8AC3E}">
        <p14:creationId xmlns:p14="http://schemas.microsoft.com/office/powerpoint/2010/main" val="235981424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 </a:t>
            </a:r>
            <a:r>
              <a:rPr lang="en-US" altLang="zh-CN" spc="-6" dirty="0"/>
              <a:t>Parallel:</a:t>
            </a:r>
            <a:r>
              <a:rPr lang="en-US" altLang="zh-CN" spc="-67" dirty="0"/>
              <a:t> </a:t>
            </a:r>
            <a:r>
              <a:rPr lang="en-US" altLang="zh-CN" spc="-6" dirty="0"/>
              <a:t>Challenges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50</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8" name="object 3">
            <a:extLst>
              <a:ext uri="{FF2B5EF4-FFF2-40B4-BE49-F238E27FC236}">
                <a16:creationId xmlns:a16="http://schemas.microsoft.com/office/drawing/2014/main" id="{1ECF41F8-4C84-45E6-995A-DE3BA2F24675}"/>
              </a:ext>
            </a:extLst>
          </p:cNvPr>
          <p:cNvSpPr txBox="1"/>
          <p:nvPr/>
        </p:nvSpPr>
        <p:spPr>
          <a:xfrm>
            <a:off x="133350" y="1238250"/>
            <a:ext cx="8934450" cy="3718509"/>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spc="-6" dirty="0">
                <a:latin typeface="Trebuchet MS"/>
                <a:cs typeface="Trebuchet MS"/>
              </a:rPr>
              <a:t>Strong </a:t>
            </a:r>
            <a:r>
              <a:rPr sz="2000" b="1" dirty="0">
                <a:latin typeface="Trebuchet MS"/>
                <a:cs typeface="Trebuchet MS"/>
              </a:rPr>
              <a:t>scaling</a:t>
            </a:r>
            <a:r>
              <a:rPr lang="en-US" altLang="zh-CN" b="1" dirty="0">
                <a:latin typeface="Trebuchet MS"/>
                <a:cs typeface="Trebuchet MS"/>
              </a:rPr>
              <a:t> </a:t>
            </a:r>
            <a:r>
              <a:rPr lang="en-US" altLang="zh-CN" b="1" spc="-6" dirty="0">
                <a:latin typeface="Trebuchet MS"/>
                <a:cs typeface="Trebuchet MS"/>
              </a:rPr>
              <a:t>(</a:t>
            </a:r>
            <a:r>
              <a:rPr b="1" spc="-6" dirty="0">
                <a:latin typeface="Trebuchet MS"/>
                <a:cs typeface="Trebuchet MS"/>
              </a:rPr>
              <a:t>increase the number </a:t>
            </a:r>
            <a:r>
              <a:rPr b="1" dirty="0">
                <a:latin typeface="Trebuchet MS"/>
                <a:cs typeface="Trebuchet MS"/>
              </a:rPr>
              <a:t>of </a:t>
            </a:r>
            <a:r>
              <a:rPr b="1" spc="-6" dirty="0">
                <a:latin typeface="Trebuchet MS"/>
                <a:cs typeface="Trebuchet MS"/>
              </a:rPr>
              <a:t>workers, keep minibatch </a:t>
            </a:r>
            <a:r>
              <a:rPr b="1" dirty="0">
                <a:latin typeface="Trebuchet MS"/>
                <a:cs typeface="Trebuchet MS"/>
              </a:rPr>
              <a:t>size</a:t>
            </a:r>
            <a:r>
              <a:rPr b="1" spc="22" dirty="0">
                <a:latin typeface="Trebuchet MS"/>
                <a:cs typeface="Trebuchet MS"/>
              </a:rPr>
              <a:t> </a:t>
            </a:r>
            <a:r>
              <a:rPr b="1" spc="-6" dirty="0">
                <a:latin typeface="Trebuchet MS"/>
                <a:cs typeface="Trebuchet MS"/>
              </a:rPr>
              <a:t>constant)</a:t>
            </a:r>
            <a:endParaRPr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1778" spc="-6" dirty="0">
                <a:latin typeface="Trebuchet MS"/>
                <a:cs typeface="Trebuchet MS"/>
              </a:rPr>
              <a:t>Certain layers require </a:t>
            </a:r>
            <a:r>
              <a:rPr sz="1778" spc="-11" dirty="0">
                <a:latin typeface="Trebuchet MS"/>
                <a:cs typeface="Trebuchet MS"/>
              </a:rPr>
              <a:t>minimum minibatch </a:t>
            </a:r>
            <a:r>
              <a:rPr sz="1778" spc="-6" dirty="0">
                <a:latin typeface="Trebuchet MS"/>
                <a:cs typeface="Trebuchet MS"/>
              </a:rPr>
              <a:t>sizes to properly</a:t>
            </a:r>
            <a:r>
              <a:rPr sz="1778" spc="194" dirty="0">
                <a:latin typeface="Trebuchet MS"/>
                <a:cs typeface="Trebuchet MS"/>
              </a:rPr>
              <a:t> </a:t>
            </a:r>
            <a:r>
              <a:rPr sz="1778" spc="-6" dirty="0">
                <a:latin typeface="Trebuchet MS"/>
                <a:cs typeface="Trebuchet MS"/>
              </a:rPr>
              <a:t>operate</a:t>
            </a:r>
            <a:endParaRPr sz="1778" dirty="0">
              <a:latin typeface="Trebuchet MS"/>
              <a:cs typeface="Trebuchet MS"/>
            </a:endParaRPr>
          </a:p>
          <a:p>
            <a:pPr marL="1031511" lvl="2" indent="-186970">
              <a:spcBef>
                <a:spcPts val="822"/>
              </a:spcBef>
              <a:buClr>
                <a:srgbClr val="B2B2B2"/>
              </a:buClr>
              <a:buFont typeface="Arial"/>
              <a:buChar char="•"/>
              <a:tabLst>
                <a:tab pos="1032217" algn="l"/>
              </a:tabLst>
            </a:pPr>
            <a:r>
              <a:rPr sz="1556" spc="-6" dirty="0">
                <a:latin typeface="Trebuchet MS"/>
                <a:cs typeface="Trebuchet MS"/>
              </a:rPr>
              <a:t>Example: batch normalization (BN) generally requires 16+</a:t>
            </a:r>
            <a:r>
              <a:rPr sz="1556" spc="-72" dirty="0">
                <a:latin typeface="Trebuchet MS"/>
                <a:cs typeface="Trebuchet MS"/>
              </a:rPr>
              <a:t> </a:t>
            </a:r>
            <a:r>
              <a:rPr sz="1556" spc="-6" dirty="0">
                <a:latin typeface="Trebuchet MS"/>
                <a:cs typeface="Trebuchet MS"/>
              </a:rPr>
              <a:t>samples</a:t>
            </a:r>
            <a:endParaRPr sz="1556" dirty="0">
              <a:latin typeface="Trebuchet MS"/>
              <a:cs typeface="Trebuchet MS"/>
            </a:endParaRPr>
          </a:p>
          <a:p>
            <a:pPr marL="713310" lvl="1" indent="-319613">
              <a:spcBef>
                <a:spcPts val="778"/>
              </a:spcBef>
              <a:buClr>
                <a:srgbClr val="B2B2B2"/>
              </a:buClr>
              <a:buFont typeface="Arial"/>
              <a:buChar char="•"/>
              <a:tabLst>
                <a:tab pos="713310" algn="l"/>
                <a:tab pos="714015" algn="l"/>
              </a:tabLst>
            </a:pPr>
            <a:r>
              <a:rPr lang="en-US" sz="1778" spc="-6" dirty="0">
                <a:latin typeface="Trebuchet MS"/>
                <a:cs typeface="Trebuchet MS"/>
              </a:rPr>
              <a:t>Maybe lower GPU utilization</a:t>
            </a:r>
          </a:p>
          <a:p>
            <a:pPr marL="713310" lvl="1" indent="-319613">
              <a:spcBef>
                <a:spcPts val="778"/>
              </a:spcBef>
              <a:buClr>
                <a:srgbClr val="B2B2B2"/>
              </a:buClr>
              <a:buFont typeface="Arial"/>
              <a:buChar char="•"/>
              <a:tabLst>
                <a:tab pos="713310" algn="l"/>
                <a:tab pos="714015" algn="l"/>
              </a:tabLst>
            </a:pPr>
            <a:endParaRPr sz="1556" dirty="0">
              <a:latin typeface="Trebuchet MS"/>
              <a:cs typeface="Trebuchet MS"/>
            </a:endParaRPr>
          </a:p>
          <a:p>
            <a:pPr marL="332313" indent="-318908">
              <a:spcBef>
                <a:spcPts val="756"/>
              </a:spcBef>
              <a:buClr>
                <a:srgbClr val="B2B2B2"/>
              </a:buClr>
              <a:buFont typeface="Arial"/>
              <a:buChar char="•"/>
              <a:tabLst>
                <a:tab pos="332313" algn="l"/>
                <a:tab pos="333019" algn="l"/>
              </a:tabLst>
            </a:pPr>
            <a:r>
              <a:rPr sz="2000" b="1" dirty="0">
                <a:latin typeface="Trebuchet MS"/>
                <a:cs typeface="Trebuchet MS"/>
              </a:rPr>
              <a:t>Weak scaling</a:t>
            </a:r>
            <a:r>
              <a:rPr lang="en-US" altLang="zh-CN" sz="2000" b="1" dirty="0">
                <a:latin typeface="Trebuchet MS"/>
                <a:cs typeface="Trebuchet MS"/>
              </a:rPr>
              <a:t> </a:t>
            </a:r>
            <a:r>
              <a:rPr b="1" spc="-6" dirty="0">
                <a:latin typeface="Trebuchet MS"/>
                <a:cs typeface="Trebuchet MS"/>
              </a:rPr>
              <a:t>(increase the number </a:t>
            </a:r>
            <a:r>
              <a:rPr b="1" dirty="0">
                <a:latin typeface="Trebuchet MS"/>
                <a:cs typeface="Trebuchet MS"/>
              </a:rPr>
              <a:t>of workers, increase </a:t>
            </a:r>
            <a:r>
              <a:rPr b="1" spc="-6" dirty="0">
                <a:latin typeface="Trebuchet MS"/>
                <a:cs typeface="Trebuchet MS"/>
              </a:rPr>
              <a:t>minibatch</a:t>
            </a:r>
            <a:r>
              <a:rPr b="1" spc="-50" dirty="0">
                <a:latin typeface="Trebuchet MS"/>
                <a:cs typeface="Trebuchet MS"/>
              </a:rPr>
              <a:t> </a:t>
            </a:r>
            <a:r>
              <a:rPr b="1" dirty="0">
                <a:latin typeface="Trebuchet MS"/>
                <a:cs typeface="Trebuchet MS"/>
              </a:rPr>
              <a:t>size)</a:t>
            </a:r>
            <a:endParaRPr dirty="0">
              <a:latin typeface="Trebuchet MS"/>
              <a:cs typeface="Trebuchet MS"/>
            </a:endParaRPr>
          </a:p>
          <a:p>
            <a:pPr marL="713310" lvl="1" indent="-319613">
              <a:spcBef>
                <a:spcPts val="778"/>
              </a:spcBef>
              <a:buClr>
                <a:srgbClr val="B2B2B2"/>
              </a:buClr>
              <a:buFont typeface="Arial"/>
              <a:buChar char="•"/>
              <a:tabLst>
                <a:tab pos="713310" algn="l"/>
                <a:tab pos="714015" algn="l"/>
              </a:tabLst>
            </a:pPr>
            <a:r>
              <a:rPr sz="1778" spc="-6" dirty="0">
                <a:latin typeface="Trebuchet MS"/>
                <a:cs typeface="Trebuchet MS"/>
              </a:rPr>
              <a:t>Training </a:t>
            </a:r>
            <a:r>
              <a:rPr sz="1778" spc="-11" dirty="0">
                <a:latin typeface="Trebuchet MS"/>
                <a:cs typeface="Trebuchet MS"/>
              </a:rPr>
              <a:t>networks </a:t>
            </a:r>
            <a:r>
              <a:rPr sz="1778" spc="-6" dirty="0">
                <a:latin typeface="Trebuchet MS"/>
                <a:cs typeface="Trebuchet MS"/>
              </a:rPr>
              <a:t>with large minibatches requires hyper-parameter</a:t>
            </a:r>
            <a:r>
              <a:rPr sz="1778" spc="144" dirty="0">
                <a:latin typeface="Trebuchet MS"/>
                <a:cs typeface="Trebuchet MS"/>
              </a:rPr>
              <a:t> </a:t>
            </a:r>
            <a:r>
              <a:rPr sz="1778" spc="-6" dirty="0">
                <a:latin typeface="Trebuchet MS"/>
                <a:cs typeface="Trebuchet MS"/>
              </a:rPr>
              <a:t>adjustment</a:t>
            </a:r>
            <a:endParaRPr sz="1778" dirty="0">
              <a:latin typeface="Trebuchet MS"/>
              <a:cs typeface="Trebuchet MS"/>
            </a:endParaRPr>
          </a:p>
          <a:p>
            <a:pPr marL="1031511" lvl="2" indent="-186970">
              <a:spcBef>
                <a:spcPts val="822"/>
              </a:spcBef>
              <a:buClr>
                <a:srgbClr val="B2B2B2"/>
              </a:buClr>
              <a:buFont typeface="Arial"/>
              <a:buChar char="•"/>
              <a:tabLst>
                <a:tab pos="1032217" algn="l"/>
              </a:tabLst>
            </a:pPr>
            <a:r>
              <a:rPr sz="1556" spc="-6" dirty="0">
                <a:latin typeface="Trebuchet MS"/>
                <a:cs typeface="Trebuchet MS"/>
              </a:rPr>
              <a:t>Learning rate schedule, BN decay,</a:t>
            </a:r>
            <a:r>
              <a:rPr sz="1556" spc="-50" dirty="0">
                <a:latin typeface="Trebuchet MS"/>
                <a:cs typeface="Trebuchet MS"/>
              </a:rPr>
              <a:t> </a:t>
            </a:r>
            <a:r>
              <a:rPr sz="1556" dirty="0">
                <a:latin typeface="Trebuchet MS"/>
                <a:cs typeface="Trebuchet MS"/>
              </a:rPr>
              <a:t>…</a:t>
            </a:r>
          </a:p>
          <a:p>
            <a:pPr marL="1031511" lvl="2" indent="-186970">
              <a:spcBef>
                <a:spcPts val="817"/>
              </a:spcBef>
              <a:buClr>
                <a:srgbClr val="B2B2B2"/>
              </a:buClr>
              <a:buFont typeface="Arial"/>
              <a:buChar char="•"/>
              <a:tabLst>
                <a:tab pos="1032217" algn="l"/>
              </a:tabLst>
            </a:pPr>
            <a:r>
              <a:rPr sz="1556" spc="-6" dirty="0">
                <a:latin typeface="Trebuchet MS"/>
                <a:cs typeface="Trebuchet MS"/>
              </a:rPr>
              <a:t>Example: </a:t>
            </a:r>
            <a:r>
              <a:rPr sz="1556" dirty="0">
                <a:latin typeface="Trebuchet MS"/>
                <a:cs typeface="Trebuchet MS"/>
              </a:rPr>
              <a:t>R50 </a:t>
            </a:r>
            <a:r>
              <a:rPr sz="1556" spc="-6" dirty="0">
                <a:latin typeface="Trebuchet MS"/>
                <a:cs typeface="Trebuchet MS"/>
              </a:rPr>
              <a:t>(SGD up to bs=16K, </a:t>
            </a:r>
            <a:r>
              <a:rPr sz="1556" dirty="0">
                <a:latin typeface="Trebuchet MS"/>
                <a:cs typeface="Trebuchet MS"/>
              </a:rPr>
              <a:t>LARS </a:t>
            </a:r>
            <a:r>
              <a:rPr sz="1556" spc="-6" dirty="0">
                <a:latin typeface="Trebuchet MS"/>
                <a:cs typeface="Trebuchet MS"/>
              </a:rPr>
              <a:t>above 16K,</a:t>
            </a:r>
            <a:r>
              <a:rPr sz="1556" spc="-17" dirty="0">
                <a:latin typeface="Trebuchet MS"/>
                <a:cs typeface="Trebuchet MS"/>
              </a:rPr>
              <a:t> </a:t>
            </a:r>
            <a:r>
              <a:rPr sz="1556" spc="-6" dirty="0">
                <a:latin typeface="Trebuchet MS"/>
                <a:cs typeface="Trebuchet MS"/>
              </a:rPr>
              <a:t>…)</a:t>
            </a:r>
            <a:endParaRPr sz="1556" dirty="0">
              <a:latin typeface="Trebuchet MS"/>
              <a:cs typeface="Trebuchet MS"/>
            </a:endParaRPr>
          </a:p>
          <a:p>
            <a:pPr marL="713310" lvl="1" indent="-319613">
              <a:spcBef>
                <a:spcPts val="778"/>
              </a:spcBef>
              <a:buClr>
                <a:srgbClr val="B2B2B2"/>
              </a:buClr>
              <a:buFont typeface="Arial"/>
              <a:buChar char="•"/>
              <a:tabLst>
                <a:tab pos="713310" algn="l"/>
                <a:tab pos="714015" algn="l"/>
              </a:tabLst>
            </a:pPr>
            <a:r>
              <a:rPr sz="1778" spc="-6" dirty="0">
                <a:latin typeface="Trebuchet MS"/>
                <a:cs typeface="Trebuchet MS"/>
              </a:rPr>
              <a:t>Often increase the </a:t>
            </a:r>
            <a:r>
              <a:rPr sz="1778" spc="-11" dirty="0">
                <a:latin typeface="Trebuchet MS"/>
                <a:cs typeface="Trebuchet MS"/>
              </a:rPr>
              <a:t>amount </a:t>
            </a:r>
            <a:r>
              <a:rPr sz="1778" spc="-6" dirty="0">
                <a:latin typeface="Trebuchet MS"/>
                <a:cs typeface="Trebuchet MS"/>
              </a:rPr>
              <a:t>of </a:t>
            </a:r>
            <a:r>
              <a:rPr sz="1778" spc="-11" dirty="0">
                <a:latin typeface="Trebuchet MS"/>
                <a:cs typeface="Trebuchet MS"/>
              </a:rPr>
              <a:t>work </a:t>
            </a:r>
            <a:r>
              <a:rPr sz="1778" spc="-6" dirty="0">
                <a:latin typeface="Trebuchet MS"/>
                <a:cs typeface="Trebuchet MS"/>
              </a:rPr>
              <a:t>required to reach the same </a:t>
            </a:r>
            <a:r>
              <a:rPr sz="1778" spc="-11" dirty="0">
                <a:latin typeface="Trebuchet MS"/>
                <a:cs typeface="Trebuchet MS"/>
              </a:rPr>
              <a:t>model</a:t>
            </a:r>
            <a:r>
              <a:rPr sz="1778" spc="222" dirty="0">
                <a:latin typeface="Trebuchet MS"/>
                <a:cs typeface="Trebuchet MS"/>
              </a:rPr>
              <a:t> </a:t>
            </a:r>
            <a:r>
              <a:rPr sz="1778" spc="-11" dirty="0">
                <a:latin typeface="Trebuchet MS"/>
                <a:cs typeface="Trebuchet MS"/>
              </a:rPr>
              <a:t>accuracy</a:t>
            </a:r>
            <a:endParaRPr sz="1778" dirty="0">
              <a:latin typeface="Trebuchet MS"/>
              <a:cs typeface="Trebuchet MS"/>
            </a:endParaRPr>
          </a:p>
        </p:txBody>
      </p:sp>
    </p:spTree>
    <p:extLst>
      <p:ext uri="{BB962C8B-B14F-4D97-AF65-F5344CB8AC3E}">
        <p14:creationId xmlns:p14="http://schemas.microsoft.com/office/powerpoint/2010/main" val="198931428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Workload </a:t>
            </a:r>
            <a:r>
              <a:rPr lang="en-US" altLang="zh-CN" spc="-6" dirty="0"/>
              <a:t>Increasing </a:t>
            </a:r>
            <a:r>
              <a:rPr lang="en-US" altLang="zh-CN" dirty="0"/>
              <a:t>with Batch</a:t>
            </a:r>
            <a:r>
              <a:rPr lang="en-US" altLang="zh-CN" spc="-94" dirty="0"/>
              <a:t> </a:t>
            </a:r>
            <a:r>
              <a:rPr lang="en-US" altLang="zh-CN" spc="-6" dirty="0"/>
              <a:t>Size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object 2">
            <a:extLst>
              <a:ext uri="{FF2B5EF4-FFF2-40B4-BE49-F238E27FC236}">
                <a16:creationId xmlns:a16="http://schemas.microsoft.com/office/drawing/2014/main" id="{93AB7A73-A5CD-44A5-9A0F-6222C95C9978}"/>
              </a:ext>
            </a:extLst>
          </p:cNvPr>
          <p:cNvSpPr/>
          <p:nvPr/>
        </p:nvSpPr>
        <p:spPr>
          <a:xfrm>
            <a:off x="4702577" y="1093829"/>
            <a:ext cx="4121967" cy="2966203"/>
          </a:xfrm>
          <a:prstGeom prst="rect">
            <a:avLst/>
          </a:prstGeom>
          <a:blipFill>
            <a:blip r:embed="rId2" cstate="print"/>
            <a:stretch>
              <a:fillRect/>
            </a:stretch>
          </a:blipFill>
        </p:spPr>
        <p:txBody>
          <a:bodyPr wrap="square" lIns="0" tIns="0" rIns="0" bIns="0" rtlCol="0"/>
          <a:lstStyle/>
          <a:p>
            <a:endParaRPr sz="2000"/>
          </a:p>
        </p:txBody>
      </p:sp>
      <p:sp>
        <p:nvSpPr>
          <p:cNvPr id="9" name="object 5">
            <a:extLst>
              <a:ext uri="{FF2B5EF4-FFF2-40B4-BE49-F238E27FC236}">
                <a16:creationId xmlns:a16="http://schemas.microsoft.com/office/drawing/2014/main" id="{7D1D8B79-AD9A-45C6-B00D-FE090ECB8BB9}"/>
              </a:ext>
            </a:extLst>
          </p:cNvPr>
          <p:cNvSpPr/>
          <p:nvPr/>
        </p:nvSpPr>
        <p:spPr>
          <a:xfrm>
            <a:off x="243256" y="1093828"/>
            <a:ext cx="4252544" cy="2966204"/>
          </a:xfrm>
          <a:prstGeom prst="rect">
            <a:avLst/>
          </a:prstGeom>
          <a:blipFill>
            <a:blip r:embed="rId3" cstate="print"/>
            <a:stretch>
              <a:fillRect/>
            </a:stretch>
          </a:blipFill>
        </p:spPr>
        <p:txBody>
          <a:bodyPr wrap="square" lIns="0" tIns="0" rIns="0" bIns="0" rtlCol="0"/>
          <a:lstStyle/>
          <a:p>
            <a:endParaRPr sz="2000"/>
          </a:p>
        </p:txBody>
      </p:sp>
      <p:sp>
        <p:nvSpPr>
          <p:cNvPr id="10" name="object 4">
            <a:extLst>
              <a:ext uri="{FF2B5EF4-FFF2-40B4-BE49-F238E27FC236}">
                <a16:creationId xmlns:a16="http://schemas.microsoft.com/office/drawing/2014/main" id="{CBC6EA36-F6F7-49C2-A673-5AF6D3156F65}"/>
              </a:ext>
            </a:extLst>
          </p:cNvPr>
          <p:cNvSpPr txBox="1"/>
          <p:nvPr/>
        </p:nvSpPr>
        <p:spPr>
          <a:xfrm>
            <a:off x="152400" y="4637739"/>
            <a:ext cx="8686800" cy="1119273"/>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spc="-6" dirty="0">
                <a:latin typeface="Trebuchet MS"/>
                <a:cs typeface="Trebuchet MS"/>
              </a:rPr>
              <a:t>Epochs to reach the </a:t>
            </a:r>
            <a:r>
              <a:rPr sz="2000" b="1" dirty="0">
                <a:latin typeface="Trebuchet MS"/>
                <a:cs typeface="Trebuchet MS"/>
              </a:rPr>
              <a:t>same </a:t>
            </a:r>
            <a:r>
              <a:rPr sz="2000" b="1" spc="-6" dirty="0">
                <a:latin typeface="Trebuchet MS"/>
                <a:cs typeface="Trebuchet MS"/>
              </a:rPr>
              <a:t>model accuracy (from various </a:t>
            </a:r>
            <a:r>
              <a:rPr sz="2000" b="1" dirty="0">
                <a:latin typeface="Trebuchet MS"/>
                <a:cs typeface="Trebuchet MS"/>
              </a:rPr>
              <a:t>submissions </a:t>
            </a:r>
            <a:r>
              <a:rPr sz="2000" b="1" spc="-6" dirty="0">
                <a:latin typeface="Trebuchet MS"/>
                <a:cs typeface="Trebuchet MS"/>
              </a:rPr>
              <a:t>to MLPerf</a:t>
            </a:r>
            <a:r>
              <a:rPr sz="2000" b="1" spc="-67" dirty="0">
                <a:latin typeface="Trebuchet MS"/>
                <a:cs typeface="Trebuchet MS"/>
              </a:rPr>
              <a:t> </a:t>
            </a:r>
            <a:r>
              <a:rPr sz="2000" b="1" spc="-6" dirty="0">
                <a:latin typeface="Trebuchet MS"/>
                <a:cs typeface="Trebuchet MS"/>
              </a:rPr>
              <a:t>v0.7)</a:t>
            </a:r>
            <a:endParaRPr sz="20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1778" spc="-11" dirty="0">
                <a:latin typeface="Trebuchet MS"/>
                <a:cs typeface="Trebuchet MS"/>
              </a:rPr>
              <a:t>Epoch </a:t>
            </a:r>
            <a:r>
              <a:rPr sz="1778" spc="-6" dirty="0">
                <a:latin typeface="Trebuchet MS"/>
                <a:cs typeface="Trebuchet MS"/>
              </a:rPr>
              <a:t>= 1 processing </a:t>
            </a:r>
            <a:r>
              <a:rPr sz="1778" spc="-11" dirty="0">
                <a:latin typeface="Trebuchet MS"/>
                <a:cs typeface="Trebuchet MS"/>
              </a:rPr>
              <a:t>pass </a:t>
            </a:r>
            <a:r>
              <a:rPr sz="1778" spc="-6" dirty="0">
                <a:latin typeface="Trebuchet MS"/>
                <a:cs typeface="Trebuchet MS"/>
              </a:rPr>
              <a:t>through entire</a:t>
            </a:r>
            <a:r>
              <a:rPr sz="1778" spc="111" dirty="0">
                <a:latin typeface="Trebuchet MS"/>
                <a:cs typeface="Trebuchet MS"/>
              </a:rPr>
              <a:t> </a:t>
            </a:r>
            <a:r>
              <a:rPr sz="1778" spc="-6" dirty="0">
                <a:latin typeface="Trebuchet MS"/>
                <a:cs typeface="Trebuchet MS"/>
              </a:rPr>
              <a:t>dataset</a:t>
            </a:r>
            <a:endParaRPr sz="1778" dirty="0">
              <a:latin typeface="Trebuchet MS"/>
              <a:cs typeface="Trebuchet MS"/>
            </a:endParaRPr>
          </a:p>
        </p:txBody>
      </p:sp>
    </p:spTree>
    <p:extLst>
      <p:ext uri="{BB962C8B-B14F-4D97-AF65-F5344CB8AC3E}">
        <p14:creationId xmlns:p14="http://schemas.microsoft.com/office/powerpoint/2010/main" val="303484493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Workload </a:t>
            </a:r>
            <a:r>
              <a:rPr lang="en-US" altLang="zh-CN" spc="-6" dirty="0"/>
              <a:t>Increasing </a:t>
            </a:r>
            <a:r>
              <a:rPr lang="en-US" altLang="zh-CN" dirty="0"/>
              <a:t>with Batch</a:t>
            </a:r>
            <a:r>
              <a:rPr lang="en-US" altLang="zh-CN" spc="-94" dirty="0"/>
              <a:t> </a:t>
            </a:r>
            <a:r>
              <a:rPr lang="en-US" altLang="zh-CN" spc="-6" dirty="0"/>
              <a:t>Size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object 2">
            <a:extLst>
              <a:ext uri="{FF2B5EF4-FFF2-40B4-BE49-F238E27FC236}">
                <a16:creationId xmlns:a16="http://schemas.microsoft.com/office/drawing/2014/main" id="{93AB7A73-A5CD-44A5-9A0F-6222C95C9978}"/>
              </a:ext>
            </a:extLst>
          </p:cNvPr>
          <p:cNvSpPr/>
          <p:nvPr/>
        </p:nvSpPr>
        <p:spPr>
          <a:xfrm>
            <a:off x="4702577" y="1093829"/>
            <a:ext cx="4121967" cy="2966203"/>
          </a:xfrm>
          <a:prstGeom prst="rect">
            <a:avLst/>
          </a:prstGeom>
          <a:blipFill>
            <a:blip r:embed="rId2" cstate="print"/>
            <a:stretch>
              <a:fillRect/>
            </a:stretch>
          </a:blipFill>
        </p:spPr>
        <p:txBody>
          <a:bodyPr wrap="square" lIns="0" tIns="0" rIns="0" bIns="0" rtlCol="0"/>
          <a:lstStyle/>
          <a:p>
            <a:endParaRPr sz="2000"/>
          </a:p>
        </p:txBody>
      </p:sp>
      <p:sp>
        <p:nvSpPr>
          <p:cNvPr id="9" name="object 5">
            <a:extLst>
              <a:ext uri="{FF2B5EF4-FFF2-40B4-BE49-F238E27FC236}">
                <a16:creationId xmlns:a16="http://schemas.microsoft.com/office/drawing/2014/main" id="{7D1D8B79-AD9A-45C6-B00D-FE090ECB8BB9}"/>
              </a:ext>
            </a:extLst>
          </p:cNvPr>
          <p:cNvSpPr/>
          <p:nvPr/>
        </p:nvSpPr>
        <p:spPr>
          <a:xfrm>
            <a:off x="243256" y="1093828"/>
            <a:ext cx="4252544" cy="2966204"/>
          </a:xfrm>
          <a:prstGeom prst="rect">
            <a:avLst/>
          </a:prstGeom>
          <a:blipFill>
            <a:blip r:embed="rId3" cstate="print"/>
            <a:stretch>
              <a:fillRect/>
            </a:stretch>
          </a:blipFill>
        </p:spPr>
        <p:txBody>
          <a:bodyPr wrap="square" lIns="0" tIns="0" rIns="0" bIns="0" rtlCol="0"/>
          <a:lstStyle/>
          <a:p>
            <a:endParaRPr sz="2000"/>
          </a:p>
        </p:txBody>
      </p:sp>
      <p:sp>
        <p:nvSpPr>
          <p:cNvPr id="10" name="object 4">
            <a:extLst>
              <a:ext uri="{FF2B5EF4-FFF2-40B4-BE49-F238E27FC236}">
                <a16:creationId xmlns:a16="http://schemas.microsoft.com/office/drawing/2014/main" id="{CBC6EA36-F6F7-49C2-A673-5AF6D3156F65}"/>
              </a:ext>
            </a:extLst>
          </p:cNvPr>
          <p:cNvSpPr txBox="1"/>
          <p:nvPr/>
        </p:nvSpPr>
        <p:spPr>
          <a:xfrm>
            <a:off x="152400" y="4637739"/>
            <a:ext cx="8686800" cy="1119273"/>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spc="-6" dirty="0">
                <a:latin typeface="Trebuchet MS"/>
                <a:cs typeface="Trebuchet MS"/>
              </a:rPr>
              <a:t>Epochs to reach the </a:t>
            </a:r>
            <a:r>
              <a:rPr sz="2000" b="1" dirty="0">
                <a:latin typeface="Trebuchet MS"/>
                <a:cs typeface="Trebuchet MS"/>
              </a:rPr>
              <a:t>same </a:t>
            </a:r>
            <a:r>
              <a:rPr sz="2000" b="1" spc="-6" dirty="0">
                <a:latin typeface="Trebuchet MS"/>
                <a:cs typeface="Trebuchet MS"/>
              </a:rPr>
              <a:t>model accuracy (from various </a:t>
            </a:r>
            <a:r>
              <a:rPr sz="2000" b="1" dirty="0">
                <a:latin typeface="Trebuchet MS"/>
                <a:cs typeface="Trebuchet MS"/>
              </a:rPr>
              <a:t>submissions </a:t>
            </a:r>
            <a:r>
              <a:rPr sz="2000" b="1" spc="-6" dirty="0">
                <a:latin typeface="Trebuchet MS"/>
                <a:cs typeface="Trebuchet MS"/>
              </a:rPr>
              <a:t>to MLPerf</a:t>
            </a:r>
            <a:r>
              <a:rPr sz="2000" b="1" spc="-67" dirty="0">
                <a:latin typeface="Trebuchet MS"/>
                <a:cs typeface="Trebuchet MS"/>
              </a:rPr>
              <a:t> </a:t>
            </a:r>
            <a:r>
              <a:rPr sz="2000" b="1" spc="-6" dirty="0">
                <a:latin typeface="Trebuchet MS"/>
                <a:cs typeface="Trebuchet MS"/>
              </a:rPr>
              <a:t>v0.7)</a:t>
            </a:r>
            <a:endParaRPr sz="20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1778" spc="-11" dirty="0">
                <a:latin typeface="Trebuchet MS"/>
                <a:cs typeface="Trebuchet MS"/>
              </a:rPr>
              <a:t>Epoch </a:t>
            </a:r>
            <a:r>
              <a:rPr sz="1778" spc="-6" dirty="0">
                <a:latin typeface="Trebuchet MS"/>
                <a:cs typeface="Trebuchet MS"/>
              </a:rPr>
              <a:t>= 1 processing </a:t>
            </a:r>
            <a:r>
              <a:rPr sz="1778" spc="-11" dirty="0">
                <a:latin typeface="Trebuchet MS"/>
                <a:cs typeface="Trebuchet MS"/>
              </a:rPr>
              <a:t>pass </a:t>
            </a:r>
            <a:r>
              <a:rPr sz="1778" spc="-6" dirty="0">
                <a:latin typeface="Trebuchet MS"/>
                <a:cs typeface="Trebuchet MS"/>
              </a:rPr>
              <a:t>through entire</a:t>
            </a:r>
            <a:r>
              <a:rPr sz="1778" spc="111" dirty="0">
                <a:latin typeface="Trebuchet MS"/>
                <a:cs typeface="Trebuchet MS"/>
              </a:rPr>
              <a:t> </a:t>
            </a:r>
            <a:r>
              <a:rPr sz="1778" spc="-6" dirty="0">
                <a:latin typeface="Trebuchet MS"/>
                <a:cs typeface="Trebuchet MS"/>
              </a:rPr>
              <a:t>dataset</a:t>
            </a:r>
            <a:endParaRPr sz="1778" dirty="0">
              <a:latin typeface="Trebuchet MS"/>
              <a:cs typeface="Trebuchet MS"/>
            </a:endParaRPr>
          </a:p>
        </p:txBody>
      </p:sp>
    </p:spTree>
    <p:extLst>
      <p:ext uri="{BB962C8B-B14F-4D97-AF65-F5344CB8AC3E}">
        <p14:creationId xmlns:p14="http://schemas.microsoft.com/office/powerpoint/2010/main" val="287885189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Outline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53</a:t>
            </a:fld>
            <a:endParaRPr lang="en-US" altLang="en-US" sz="1600">
              <a:solidFill>
                <a:srgbClr val="000000"/>
              </a:solidFill>
              <a:latin typeface="Garamond" panose="02020404030301010803" pitchFamily="18" charset="0"/>
            </a:endParaRPr>
          </a:p>
        </p:txBody>
      </p:sp>
      <p:sp>
        <p:nvSpPr>
          <p:cNvPr id="1043" name="Rectangle 4">
            <a:extLst>
              <a:ext uri="{FF2B5EF4-FFF2-40B4-BE49-F238E27FC236}">
                <a16:creationId xmlns:a16="http://schemas.microsoft.com/office/drawing/2014/main" id="{56556AFD-81E5-4C91-ACD1-3EDE2EE2191D}"/>
              </a:ext>
            </a:extLst>
          </p:cNvPr>
          <p:cNvSpPr/>
          <p:nvPr/>
        </p:nvSpPr>
        <p:spPr>
          <a:xfrm>
            <a:off x="521428" y="1410212"/>
            <a:ext cx="7772116" cy="4681025"/>
          </a:xfrm>
          <a:prstGeom prst="rect">
            <a:avLst/>
          </a:prstGeom>
        </p:spPr>
        <p:txBody>
          <a:bodyPr wrap="square">
            <a:spAutoFit/>
          </a:bodyPr>
          <a:lstStyle/>
          <a:p>
            <a:pPr marL="457200" indent="-457200">
              <a:lnSpc>
                <a:spcPct val="150000"/>
              </a:lnSpc>
              <a:spcBef>
                <a:spcPts val="600"/>
              </a:spcBef>
              <a:buClr>
                <a:schemeClr val="tx1"/>
              </a:buClr>
              <a:buFont typeface="Arial" panose="020B0604020202020204" pitchFamily="34" charset="0"/>
              <a:buChar char="•"/>
            </a:pPr>
            <a:r>
              <a:rPr lang="en-US" altLang="zh-CN" sz="2600" b="1" dirty="0">
                <a:solidFill>
                  <a:schemeClr val="bg1">
                    <a:lumMod val="50000"/>
                  </a:schemeClr>
                </a:solidFill>
              </a:rPr>
              <a:t>Why Distributed Training</a:t>
            </a:r>
            <a:r>
              <a:rPr lang="zh-CN" altLang="en-US" sz="2600" b="1" dirty="0">
                <a:solidFill>
                  <a:schemeClr val="bg1">
                    <a:lumMod val="50000"/>
                  </a:schemeClr>
                </a:solidFill>
              </a:rPr>
              <a:t>？</a:t>
            </a:r>
            <a:endParaRPr lang="en-US" altLang="zh-CN" sz="2600" b="1" dirty="0">
              <a:solidFill>
                <a:schemeClr val="bg1">
                  <a:lumMod val="50000"/>
                </a:schemeClr>
              </a:solidFill>
            </a:endParaRP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chemeClr val="bg1">
                    <a:lumMod val="50000"/>
                  </a:schemeClr>
                </a:solidFill>
              </a:rPr>
              <a:t>Data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t>Model Parallelism</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t>Pipeline</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Intra-layer</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Communication Pattern Review</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Summary</a:t>
            </a:r>
          </a:p>
        </p:txBody>
      </p:sp>
    </p:spTree>
    <p:extLst>
      <p:ext uri="{BB962C8B-B14F-4D97-AF65-F5344CB8AC3E}">
        <p14:creationId xmlns:p14="http://schemas.microsoft.com/office/powerpoint/2010/main" val="425691906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a:t>Parallelism</a:t>
            </a:r>
            <a:r>
              <a:rPr lang="en-US" altLang="zh-CN" spc="-56" dirty="0"/>
              <a:t> </a:t>
            </a:r>
            <a:r>
              <a:rPr lang="en-US" altLang="zh-CN" dirty="0"/>
              <a:t>Taxonomy</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54</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92" name="object 3">
            <a:extLst>
              <a:ext uri="{FF2B5EF4-FFF2-40B4-BE49-F238E27FC236}">
                <a16:creationId xmlns:a16="http://schemas.microsoft.com/office/drawing/2014/main" id="{F1C0B9AC-C47D-4203-9FFB-82A96DE30F5B}"/>
              </a:ext>
            </a:extLst>
          </p:cNvPr>
          <p:cNvSpPr/>
          <p:nvPr/>
        </p:nvSpPr>
        <p:spPr>
          <a:xfrm>
            <a:off x="2362200" y="1632782"/>
            <a:ext cx="2336800" cy="657578"/>
          </a:xfrm>
          <a:custGeom>
            <a:avLst/>
            <a:gdLst/>
            <a:ahLst/>
            <a:cxnLst/>
            <a:rect l="l" t="t" r="r" b="b"/>
            <a:pathLst>
              <a:path w="2103120" h="591819">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93" name="object 4">
            <a:extLst>
              <a:ext uri="{FF2B5EF4-FFF2-40B4-BE49-F238E27FC236}">
                <a16:creationId xmlns:a16="http://schemas.microsoft.com/office/drawing/2014/main" id="{357F96B7-097A-4F4D-A309-E4CDE449EA80}"/>
              </a:ext>
            </a:extLst>
          </p:cNvPr>
          <p:cNvSpPr txBox="1"/>
          <p:nvPr/>
        </p:nvSpPr>
        <p:spPr>
          <a:xfrm>
            <a:off x="2802749" y="1821306"/>
            <a:ext cx="1455561"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Parallel</a:t>
            </a:r>
            <a:r>
              <a:rPr sz="1556" spc="-78" dirty="0">
                <a:latin typeface="Arial"/>
                <a:cs typeface="Arial"/>
              </a:rPr>
              <a:t> </a:t>
            </a:r>
            <a:r>
              <a:rPr sz="1556" spc="-6" dirty="0">
                <a:latin typeface="Arial"/>
                <a:cs typeface="Arial"/>
              </a:rPr>
              <a:t>Training</a:t>
            </a:r>
            <a:endParaRPr sz="1556">
              <a:latin typeface="Arial"/>
              <a:cs typeface="Arial"/>
            </a:endParaRPr>
          </a:p>
        </p:txBody>
      </p:sp>
      <p:sp>
        <p:nvSpPr>
          <p:cNvPr id="94" name="object 5">
            <a:extLst>
              <a:ext uri="{FF2B5EF4-FFF2-40B4-BE49-F238E27FC236}">
                <a16:creationId xmlns:a16="http://schemas.microsoft.com/office/drawing/2014/main" id="{D8BCF1E5-D32D-4BFD-BB84-00D48353FE58}"/>
              </a:ext>
            </a:extLst>
          </p:cNvPr>
          <p:cNvSpPr/>
          <p:nvPr/>
        </p:nvSpPr>
        <p:spPr>
          <a:xfrm>
            <a:off x="152400" y="2640905"/>
            <a:ext cx="2338917" cy="655461"/>
          </a:xfrm>
          <a:custGeom>
            <a:avLst/>
            <a:gdLst/>
            <a:ahLst/>
            <a:cxnLst/>
            <a:rect l="l" t="t" r="r" b="b"/>
            <a:pathLst>
              <a:path w="2105025" h="589914">
                <a:moveTo>
                  <a:pt x="0" y="294894"/>
                </a:moveTo>
                <a:lnTo>
                  <a:pt x="9606" y="254889"/>
                </a:lnTo>
                <a:lnTo>
                  <a:pt x="37591" y="216517"/>
                </a:lnTo>
                <a:lnTo>
                  <a:pt x="82700" y="180129"/>
                </a:lnTo>
                <a:lnTo>
                  <a:pt x="143678" y="146078"/>
                </a:lnTo>
                <a:lnTo>
                  <a:pt x="179727" y="130038"/>
                </a:lnTo>
                <a:lnTo>
                  <a:pt x="219272" y="114714"/>
                </a:lnTo>
                <a:lnTo>
                  <a:pt x="262158" y="100151"/>
                </a:lnTo>
                <a:lnTo>
                  <a:pt x="308227" y="86391"/>
                </a:lnTo>
                <a:lnTo>
                  <a:pt x="357323" y="73480"/>
                </a:lnTo>
                <a:lnTo>
                  <a:pt x="409290" y="61460"/>
                </a:lnTo>
                <a:lnTo>
                  <a:pt x="463969" y="50376"/>
                </a:lnTo>
                <a:lnTo>
                  <a:pt x="521206" y="40273"/>
                </a:lnTo>
                <a:lnTo>
                  <a:pt x="580842" y="31193"/>
                </a:lnTo>
                <a:lnTo>
                  <a:pt x="642721" y="23181"/>
                </a:lnTo>
                <a:lnTo>
                  <a:pt x="706686" y="16281"/>
                </a:lnTo>
                <a:lnTo>
                  <a:pt x="772580" y="10537"/>
                </a:lnTo>
                <a:lnTo>
                  <a:pt x="840248" y="5993"/>
                </a:lnTo>
                <a:lnTo>
                  <a:pt x="909531" y="2693"/>
                </a:lnTo>
                <a:lnTo>
                  <a:pt x="980274" y="680"/>
                </a:lnTo>
                <a:lnTo>
                  <a:pt x="1052319" y="0"/>
                </a:lnTo>
                <a:lnTo>
                  <a:pt x="1124364" y="680"/>
                </a:lnTo>
                <a:lnTo>
                  <a:pt x="1195107" y="2693"/>
                </a:lnTo>
                <a:lnTo>
                  <a:pt x="1264390" y="5993"/>
                </a:lnTo>
                <a:lnTo>
                  <a:pt x="1332058" y="10537"/>
                </a:lnTo>
                <a:lnTo>
                  <a:pt x="1397952" y="16281"/>
                </a:lnTo>
                <a:lnTo>
                  <a:pt x="1461918" y="23181"/>
                </a:lnTo>
                <a:lnTo>
                  <a:pt x="1523797" y="31193"/>
                </a:lnTo>
                <a:lnTo>
                  <a:pt x="1583433" y="40273"/>
                </a:lnTo>
                <a:lnTo>
                  <a:pt x="1640669" y="50376"/>
                </a:lnTo>
                <a:lnTo>
                  <a:pt x="1695349" y="61460"/>
                </a:lnTo>
                <a:lnTo>
                  <a:pt x="1747316" y="73480"/>
                </a:lnTo>
                <a:lnTo>
                  <a:pt x="1796412" y="86391"/>
                </a:lnTo>
                <a:lnTo>
                  <a:pt x="1842482" y="100151"/>
                </a:lnTo>
                <a:lnTo>
                  <a:pt x="1885368" y="114714"/>
                </a:lnTo>
                <a:lnTo>
                  <a:pt x="1924913" y="130038"/>
                </a:lnTo>
                <a:lnTo>
                  <a:pt x="1960962" y="146078"/>
                </a:lnTo>
                <a:lnTo>
                  <a:pt x="2021940" y="180129"/>
                </a:lnTo>
                <a:lnTo>
                  <a:pt x="2067049" y="216517"/>
                </a:lnTo>
                <a:lnTo>
                  <a:pt x="2095034" y="254889"/>
                </a:lnTo>
                <a:lnTo>
                  <a:pt x="2104641" y="294894"/>
                </a:lnTo>
                <a:lnTo>
                  <a:pt x="2102213" y="315078"/>
                </a:lnTo>
                <a:lnTo>
                  <a:pt x="2083260" y="354310"/>
                </a:lnTo>
                <a:lnTo>
                  <a:pt x="2046557" y="391734"/>
                </a:lnTo>
                <a:lnTo>
                  <a:pt x="1993356" y="426998"/>
                </a:lnTo>
                <a:lnTo>
                  <a:pt x="1924913" y="459749"/>
                </a:lnTo>
                <a:lnTo>
                  <a:pt x="1885368" y="475073"/>
                </a:lnTo>
                <a:lnTo>
                  <a:pt x="1842482" y="489636"/>
                </a:lnTo>
                <a:lnTo>
                  <a:pt x="1796412" y="503396"/>
                </a:lnTo>
                <a:lnTo>
                  <a:pt x="1747316" y="516307"/>
                </a:lnTo>
                <a:lnTo>
                  <a:pt x="1695349" y="528327"/>
                </a:lnTo>
                <a:lnTo>
                  <a:pt x="1640669" y="539411"/>
                </a:lnTo>
                <a:lnTo>
                  <a:pt x="1583433" y="549514"/>
                </a:lnTo>
                <a:lnTo>
                  <a:pt x="1523797" y="558594"/>
                </a:lnTo>
                <a:lnTo>
                  <a:pt x="1461918" y="566606"/>
                </a:lnTo>
                <a:lnTo>
                  <a:pt x="1397952" y="573506"/>
                </a:lnTo>
                <a:lnTo>
                  <a:pt x="1332058" y="579250"/>
                </a:lnTo>
                <a:lnTo>
                  <a:pt x="1264390" y="583794"/>
                </a:lnTo>
                <a:lnTo>
                  <a:pt x="1195107" y="587094"/>
                </a:lnTo>
                <a:lnTo>
                  <a:pt x="1124364" y="589107"/>
                </a:lnTo>
                <a:lnTo>
                  <a:pt x="1052319" y="589788"/>
                </a:lnTo>
                <a:lnTo>
                  <a:pt x="980274" y="589107"/>
                </a:lnTo>
                <a:lnTo>
                  <a:pt x="909531" y="587094"/>
                </a:lnTo>
                <a:lnTo>
                  <a:pt x="840248" y="583794"/>
                </a:lnTo>
                <a:lnTo>
                  <a:pt x="772580" y="579250"/>
                </a:lnTo>
                <a:lnTo>
                  <a:pt x="706686" y="573506"/>
                </a:lnTo>
                <a:lnTo>
                  <a:pt x="642721" y="566606"/>
                </a:lnTo>
                <a:lnTo>
                  <a:pt x="580842" y="558594"/>
                </a:lnTo>
                <a:lnTo>
                  <a:pt x="521206" y="549514"/>
                </a:lnTo>
                <a:lnTo>
                  <a:pt x="463969" y="539411"/>
                </a:lnTo>
                <a:lnTo>
                  <a:pt x="409290" y="528327"/>
                </a:lnTo>
                <a:lnTo>
                  <a:pt x="357323" y="516307"/>
                </a:lnTo>
                <a:lnTo>
                  <a:pt x="308227" y="503396"/>
                </a:lnTo>
                <a:lnTo>
                  <a:pt x="262158" y="489636"/>
                </a:lnTo>
                <a:lnTo>
                  <a:pt x="219272" y="475073"/>
                </a:lnTo>
                <a:lnTo>
                  <a:pt x="179727" y="459749"/>
                </a:lnTo>
                <a:lnTo>
                  <a:pt x="143678" y="443709"/>
                </a:lnTo>
                <a:lnTo>
                  <a:pt x="82700" y="409658"/>
                </a:lnTo>
                <a:lnTo>
                  <a:pt x="37591" y="373270"/>
                </a:lnTo>
                <a:lnTo>
                  <a:pt x="9606" y="334898"/>
                </a:lnTo>
                <a:lnTo>
                  <a:pt x="0" y="294894"/>
                </a:lnTo>
                <a:close/>
              </a:path>
            </a:pathLst>
          </a:custGeom>
          <a:ln w="19050">
            <a:solidFill>
              <a:srgbClr val="000000"/>
            </a:solidFill>
          </a:ln>
        </p:spPr>
        <p:txBody>
          <a:bodyPr wrap="square" lIns="0" tIns="0" rIns="0" bIns="0" rtlCol="0"/>
          <a:lstStyle/>
          <a:p>
            <a:endParaRPr sz="2000"/>
          </a:p>
        </p:txBody>
      </p:sp>
      <p:sp>
        <p:nvSpPr>
          <p:cNvPr id="95" name="object 6">
            <a:extLst>
              <a:ext uri="{FF2B5EF4-FFF2-40B4-BE49-F238E27FC236}">
                <a16:creationId xmlns:a16="http://schemas.microsoft.com/office/drawing/2014/main" id="{DCF75CA3-BC31-49E1-BE81-3927ED204E16}"/>
              </a:ext>
            </a:extLst>
          </p:cNvPr>
          <p:cNvSpPr txBox="1"/>
          <p:nvPr/>
        </p:nvSpPr>
        <p:spPr>
          <a:xfrm>
            <a:off x="723055" y="2841442"/>
            <a:ext cx="1159933"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Data</a:t>
            </a:r>
            <a:r>
              <a:rPr sz="1556" spc="-83" dirty="0">
                <a:latin typeface="Arial"/>
                <a:cs typeface="Arial"/>
              </a:rPr>
              <a:t> </a:t>
            </a:r>
            <a:r>
              <a:rPr sz="1556" dirty="0">
                <a:latin typeface="Arial"/>
                <a:cs typeface="Arial"/>
              </a:rPr>
              <a:t>Parallel</a:t>
            </a:r>
          </a:p>
        </p:txBody>
      </p:sp>
      <p:sp>
        <p:nvSpPr>
          <p:cNvPr id="96" name="object 7">
            <a:extLst>
              <a:ext uri="{FF2B5EF4-FFF2-40B4-BE49-F238E27FC236}">
                <a16:creationId xmlns:a16="http://schemas.microsoft.com/office/drawing/2014/main" id="{B7699B3F-B8F8-4B0C-ABBB-761F43567039}"/>
              </a:ext>
            </a:extLst>
          </p:cNvPr>
          <p:cNvSpPr/>
          <p:nvPr/>
        </p:nvSpPr>
        <p:spPr>
          <a:xfrm>
            <a:off x="5283200" y="2543796"/>
            <a:ext cx="2336800" cy="655461"/>
          </a:xfrm>
          <a:custGeom>
            <a:avLst/>
            <a:gdLst/>
            <a:ahLst/>
            <a:cxnLst/>
            <a:rect l="l" t="t" r="r" b="b"/>
            <a:pathLst>
              <a:path w="2103120" h="589914">
                <a:moveTo>
                  <a:pt x="0" y="294894"/>
                </a:moveTo>
                <a:lnTo>
                  <a:pt x="9599" y="254889"/>
                </a:lnTo>
                <a:lnTo>
                  <a:pt x="37562" y="216517"/>
                </a:lnTo>
                <a:lnTo>
                  <a:pt x="82635" y="180129"/>
                </a:lnTo>
                <a:lnTo>
                  <a:pt x="143566" y="146078"/>
                </a:lnTo>
                <a:lnTo>
                  <a:pt x="179587" y="130038"/>
                </a:lnTo>
                <a:lnTo>
                  <a:pt x="219102" y="114714"/>
                </a:lnTo>
                <a:lnTo>
                  <a:pt x="261955" y="100151"/>
                </a:lnTo>
                <a:lnTo>
                  <a:pt x="307990" y="86391"/>
                </a:lnTo>
                <a:lnTo>
                  <a:pt x="357050" y="73480"/>
                </a:lnTo>
                <a:lnTo>
                  <a:pt x="408978" y="61460"/>
                </a:lnTo>
                <a:lnTo>
                  <a:pt x="463618" y="50376"/>
                </a:lnTo>
                <a:lnTo>
                  <a:pt x="520812" y="40273"/>
                </a:lnTo>
                <a:lnTo>
                  <a:pt x="580406" y="31193"/>
                </a:lnTo>
                <a:lnTo>
                  <a:pt x="642240" y="23181"/>
                </a:lnTo>
                <a:lnTo>
                  <a:pt x="706161" y="16281"/>
                </a:lnTo>
                <a:lnTo>
                  <a:pt x="772010" y="10537"/>
                </a:lnTo>
                <a:lnTo>
                  <a:pt x="839630" y="5993"/>
                </a:lnTo>
                <a:lnTo>
                  <a:pt x="908867" y="2693"/>
                </a:lnTo>
                <a:lnTo>
                  <a:pt x="979562" y="680"/>
                </a:lnTo>
                <a:lnTo>
                  <a:pt x="1051560" y="0"/>
                </a:lnTo>
                <a:lnTo>
                  <a:pt x="1123557" y="680"/>
                </a:lnTo>
                <a:lnTo>
                  <a:pt x="1194252" y="2693"/>
                </a:lnTo>
                <a:lnTo>
                  <a:pt x="1263489" y="5993"/>
                </a:lnTo>
                <a:lnTo>
                  <a:pt x="1331109" y="10537"/>
                </a:lnTo>
                <a:lnTo>
                  <a:pt x="1396958" y="16281"/>
                </a:lnTo>
                <a:lnTo>
                  <a:pt x="1460879" y="23181"/>
                </a:lnTo>
                <a:lnTo>
                  <a:pt x="1522714" y="31193"/>
                </a:lnTo>
                <a:lnTo>
                  <a:pt x="1582307" y="40273"/>
                </a:lnTo>
                <a:lnTo>
                  <a:pt x="1639501" y="50376"/>
                </a:lnTo>
                <a:lnTo>
                  <a:pt x="1694141" y="61460"/>
                </a:lnTo>
                <a:lnTo>
                  <a:pt x="1746069" y="73480"/>
                </a:lnTo>
                <a:lnTo>
                  <a:pt x="1795129" y="86391"/>
                </a:lnTo>
                <a:lnTo>
                  <a:pt x="1841164" y="100151"/>
                </a:lnTo>
                <a:lnTo>
                  <a:pt x="1884017" y="114714"/>
                </a:lnTo>
                <a:lnTo>
                  <a:pt x="1923532" y="130038"/>
                </a:lnTo>
                <a:lnTo>
                  <a:pt x="1959553" y="146078"/>
                </a:lnTo>
                <a:lnTo>
                  <a:pt x="2020484" y="180129"/>
                </a:lnTo>
                <a:lnTo>
                  <a:pt x="2065558" y="216517"/>
                </a:lnTo>
                <a:lnTo>
                  <a:pt x="2093520" y="254889"/>
                </a:lnTo>
                <a:lnTo>
                  <a:pt x="2103120" y="294894"/>
                </a:lnTo>
                <a:lnTo>
                  <a:pt x="2100694" y="315078"/>
                </a:lnTo>
                <a:lnTo>
                  <a:pt x="2081756" y="354310"/>
                </a:lnTo>
                <a:lnTo>
                  <a:pt x="2045081" y="391734"/>
                </a:lnTo>
                <a:lnTo>
                  <a:pt x="1991923" y="426998"/>
                </a:lnTo>
                <a:lnTo>
                  <a:pt x="1923532" y="459749"/>
                </a:lnTo>
                <a:lnTo>
                  <a:pt x="1884017" y="475073"/>
                </a:lnTo>
                <a:lnTo>
                  <a:pt x="1841164" y="489636"/>
                </a:lnTo>
                <a:lnTo>
                  <a:pt x="1795129" y="503396"/>
                </a:lnTo>
                <a:lnTo>
                  <a:pt x="1746069" y="516307"/>
                </a:lnTo>
                <a:lnTo>
                  <a:pt x="1694141" y="528327"/>
                </a:lnTo>
                <a:lnTo>
                  <a:pt x="1639501" y="539411"/>
                </a:lnTo>
                <a:lnTo>
                  <a:pt x="1582307" y="549514"/>
                </a:lnTo>
                <a:lnTo>
                  <a:pt x="1522714" y="558594"/>
                </a:lnTo>
                <a:lnTo>
                  <a:pt x="1460879" y="566606"/>
                </a:lnTo>
                <a:lnTo>
                  <a:pt x="1396958" y="573506"/>
                </a:lnTo>
                <a:lnTo>
                  <a:pt x="1331109" y="579250"/>
                </a:lnTo>
                <a:lnTo>
                  <a:pt x="1263489" y="583794"/>
                </a:lnTo>
                <a:lnTo>
                  <a:pt x="1194252" y="587094"/>
                </a:lnTo>
                <a:lnTo>
                  <a:pt x="1123557" y="589107"/>
                </a:lnTo>
                <a:lnTo>
                  <a:pt x="1051560" y="589788"/>
                </a:lnTo>
                <a:lnTo>
                  <a:pt x="979562" y="589107"/>
                </a:lnTo>
                <a:lnTo>
                  <a:pt x="908867" y="587094"/>
                </a:lnTo>
                <a:lnTo>
                  <a:pt x="839630" y="583794"/>
                </a:lnTo>
                <a:lnTo>
                  <a:pt x="772010" y="579250"/>
                </a:lnTo>
                <a:lnTo>
                  <a:pt x="706161" y="573506"/>
                </a:lnTo>
                <a:lnTo>
                  <a:pt x="642240" y="566606"/>
                </a:lnTo>
                <a:lnTo>
                  <a:pt x="580406" y="558594"/>
                </a:lnTo>
                <a:lnTo>
                  <a:pt x="520812" y="549514"/>
                </a:lnTo>
                <a:lnTo>
                  <a:pt x="463618" y="539411"/>
                </a:lnTo>
                <a:lnTo>
                  <a:pt x="408978" y="528327"/>
                </a:lnTo>
                <a:lnTo>
                  <a:pt x="357050" y="516307"/>
                </a:lnTo>
                <a:lnTo>
                  <a:pt x="307990" y="503396"/>
                </a:lnTo>
                <a:lnTo>
                  <a:pt x="261955" y="489636"/>
                </a:lnTo>
                <a:lnTo>
                  <a:pt x="219102" y="475073"/>
                </a:lnTo>
                <a:lnTo>
                  <a:pt x="179587" y="459749"/>
                </a:lnTo>
                <a:lnTo>
                  <a:pt x="143566" y="443709"/>
                </a:lnTo>
                <a:lnTo>
                  <a:pt x="82635" y="409658"/>
                </a:lnTo>
                <a:lnTo>
                  <a:pt x="37562" y="373270"/>
                </a:lnTo>
                <a:lnTo>
                  <a:pt x="9599" y="334898"/>
                </a:lnTo>
                <a:lnTo>
                  <a:pt x="0" y="294894"/>
                </a:lnTo>
                <a:close/>
              </a:path>
            </a:pathLst>
          </a:custGeom>
          <a:ln w="19050">
            <a:solidFill>
              <a:srgbClr val="000000"/>
            </a:solidFill>
          </a:ln>
        </p:spPr>
        <p:txBody>
          <a:bodyPr wrap="square" lIns="0" tIns="0" rIns="0" bIns="0" rtlCol="0"/>
          <a:lstStyle/>
          <a:p>
            <a:endParaRPr sz="2000"/>
          </a:p>
        </p:txBody>
      </p:sp>
      <p:sp>
        <p:nvSpPr>
          <p:cNvPr id="97" name="object 8">
            <a:extLst>
              <a:ext uri="{FF2B5EF4-FFF2-40B4-BE49-F238E27FC236}">
                <a16:creationId xmlns:a16="http://schemas.microsoft.com/office/drawing/2014/main" id="{A35962E6-282F-44AE-A374-FA72167C51DF}"/>
              </a:ext>
            </a:extLst>
          </p:cNvPr>
          <p:cNvSpPr txBox="1"/>
          <p:nvPr/>
        </p:nvSpPr>
        <p:spPr>
          <a:xfrm>
            <a:off x="5811801" y="2732039"/>
            <a:ext cx="1279878" cy="254386"/>
          </a:xfrm>
          <a:prstGeom prst="rect">
            <a:avLst/>
          </a:prstGeom>
        </p:spPr>
        <p:txBody>
          <a:bodyPr vert="horz" wrap="square" lIns="0" tIns="14817" rIns="0" bIns="0" rtlCol="0">
            <a:spAutoFit/>
          </a:bodyPr>
          <a:lstStyle/>
          <a:p>
            <a:pPr marL="14111">
              <a:spcBef>
                <a:spcPts val="117"/>
              </a:spcBef>
            </a:pPr>
            <a:r>
              <a:rPr sz="1556" dirty="0">
                <a:latin typeface="Arial"/>
                <a:cs typeface="Arial"/>
              </a:rPr>
              <a:t>Model</a:t>
            </a:r>
            <a:r>
              <a:rPr sz="1556" spc="-100" dirty="0">
                <a:latin typeface="Arial"/>
                <a:cs typeface="Arial"/>
              </a:rPr>
              <a:t> </a:t>
            </a:r>
            <a:r>
              <a:rPr sz="1556" dirty="0">
                <a:latin typeface="Arial"/>
                <a:cs typeface="Arial"/>
              </a:rPr>
              <a:t>Parallel</a:t>
            </a:r>
          </a:p>
        </p:txBody>
      </p:sp>
      <p:sp>
        <p:nvSpPr>
          <p:cNvPr id="98" name="object 9">
            <a:extLst>
              <a:ext uri="{FF2B5EF4-FFF2-40B4-BE49-F238E27FC236}">
                <a16:creationId xmlns:a16="http://schemas.microsoft.com/office/drawing/2014/main" id="{A580B88B-616E-4442-8E0F-5FC9D1FE7072}"/>
              </a:ext>
            </a:extLst>
          </p:cNvPr>
          <p:cNvSpPr/>
          <p:nvPr/>
        </p:nvSpPr>
        <p:spPr>
          <a:xfrm>
            <a:off x="3058160" y="3676635"/>
            <a:ext cx="2338917" cy="657578"/>
          </a:xfrm>
          <a:custGeom>
            <a:avLst/>
            <a:gdLst/>
            <a:ahLst/>
            <a:cxnLst/>
            <a:rect l="l" t="t" r="r" b="b"/>
            <a:pathLst>
              <a:path w="2105025" h="591820">
                <a:moveTo>
                  <a:pt x="0" y="295656"/>
                </a:moveTo>
                <a:lnTo>
                  <a:pt x="9607" y="255529"/>
                </a:lnTo>
                <a:lnTo>
                  <a:pt x="37592" y="217046"/>
                </a:lnTo>
                <a:lnTo>
                  <a:pt x="82700" y="180558"/>
                </a:lnTo>
                <a:lnTo>
                  <a:pt x="143679" y="146416"/>
                </a:lnTo>
                <a:lnTo>
                  <a:pt x="179727" y="130336"/>
                </a:lnTo>
                <a:lnTo>
                  <a:pt x="219273" y="114974"/>
                </a:lnTo>
                <a:lnTo>
                  <a:pt x="262159" y="100374"/>
                </a:lnTo>
                <a:lnTo>
                  <a:pt x="308229" y="86582"/>
                </a:lnTo>
                <a:lnTo>
                  <a:pt x="357325" y="73640"/>
                </a:lnTo>
                <a:lnTo>
                  <a:pt x="409291" y="61592"/>
                </a:lnTo>
                <a:lnTo>
                  <a:pt x="463971" y="50483"/>
                </a:lnTo>
                <a:lnTo>
                  <a:pt x="521208" y="40357"/>
                </a:lnTo>
                <a:lnTo>
                  <a:pt x="580844" y="31258"/>
                </a:lnTo>
                <a:lnTo>
                  <a:pt x="642723" y="23229"/>
                </a:lnTo>
                <a:lnTo>
                  <a:pt x="706688" y="16314"/>
                </a:lnTo>
                <a:lnTo>
                  <a:pt x="772583" y="10558"/>
                </a:lnTo>
                <a:lnTo>
                  <a:pt x="840250" y="6005"/>
                </a:lnTo>
                <a:lnTo>
                  <a:pt x="909534" y="2698"/>
                </a:lnTo>
                <a:lnTo>
                  <a:pt x="980276" y="681"/>
                </a:lnTo>
                <a:lnTo>
                  <a:pt x="1052322" y="0"/>
                </a:lnTo>
                <a:lnTo>
                  <a:pt x="1124367" y="681"/>
                </a:lnTo>
                <a:lnTo>
                  <a:pt x="1195109" y="2698"/>
                </a:lnTo>
                <a:lnTo>
                  <a:pt x="1264393" y="6005"/>
                </a:lnTo>
                <a:lnTo>
                  <a:pt x="1332060" y="10558"/>
                </a:lnTo>
                <a:lnTo>
                  <a:pt x="1397955" y="16314"/>
                </a:lnTo>
                <a:lnTo>
                  <a:pt x="1461920" y="23229"/>
                </a:lnTo>
                <a:lnTo>
                  <a:pt x="1523799" y="31258"/>
                </a:lnTo>
                <a:lnTo>
                  <a:pt x="1583436" y="40357"/>
                </a:lnTo>
                <a:lnTo>
                  <a:pt x="1640672" y="50483"/>
                </a:lnTo>
                <a:lnTo>
                  <a:pt x="1695352" y="61592"/>
                </a:lnTo>
                <a:lnTo>
                  <a:pt x="1747318" y="73640"/>
                </a:lnTo>
                <a:lnTo>
                  <a:pt x="1796415" y="86582"/>
                </a:lnTo>
                <a:lnTo>
                  <a:pt x="1842484" y="100374"/>
                </a:lnTo>
                <a:lnTo>
                  <a:pt x="1885370" y="114974"/>
                </a:lnTo>
                <a:lnTo>
                  <a:pt x="1924916" y="130336"/>
                </a:lnTo>
                <a:lnTo>
                  <a:pt x="1960964" y="146416"/>
                </a:lnTo>
                <a:lnTo>
                  <a:pt x="2021943" y="180558"/>
                </a:lnTo>
                <a:lnTo>
                  <a:pt x="2067052" y="217046"/>
                </a:lnTo>
                <a:lnTo>
                  <a:pt x="2095037" y="255529"/>
                </a:lnTo>
                <a:lnTo>
                  <a:pt x="2104644" y="295656"/>
                </a:lnTo>
                <a:lnTo>
                  <a:pt x="2102216" y="315902"/>
                </a:lnTo>
                <a:lnTo>
                  <a:pt x="2083263" y="355251"/>
                </a:lnTo>
                <a:lnTo>
                  <a:pt x="2046559" y="392780"/>
                </a:lnTo>
                <a:lnTo>
                  <a:pt x="1993359" y="428139"/>
                </a:lnTo>
                <a:lnTo>
                  <a:pt x="1924916" y="460975"/>
                </a:lnTo>
                <a:lnTo>
                  <a:pt x="1885370" y="476337"/>
                </a:lnTo>
                <a:lnTo>
                  <a:pt x="1842484" y="490937"/>
                </a:lnTo>
                <a:lnTo>
                  <a:pt x="1796415" y="504729"/>
                </a:lnTo>
                <a:lnTo>
                  <a:pt x="1747318" y="517671"/>
                </a:lnTo>
                <a:lnTo>
                  <a:pt x="1695352" y="529719"/>
                </a:lnTo>
                <a:lnTo>
                  <a:pt x="1640672" y="540828"/>
                </a:lnTo>
                <a:lnTo>
                  <a:pt x="1583436" y="550954"/>
                </a:lnTo>
                <a:lnTo>
                  <a:pt x="1523799" y="560053"/>
                </a:lnTo>
                <a:lnTo>
                  <a:pt x="1461920" y="568082"/>
                </a:lnTo>
                <a:lnTo>
                  <a:pt x="1397955" y="574997"/>
                </a:lnTo>
                <a:lnTo>
                  <a:pt x="1332060" y="580753"/>
                </a:lnTo>
                <a:lnTo>
                  <a:pt x="1264393" y="585306"/>
                </a:lnTo>
                <a:lnTo>
                  <a:pt x="1195109" y="588613"/>
                </a:lnTo>
                <a:lnTo>
                  <a:pt x="1124367" y="590630"/>
                </a:lnTo>
                <a:lnTo>
                  <a:pt x="1052322" y="591312"/>
                </a:lnTo>
                <a:lnTo>
                  <a:pt x="980276" y="590630"/>
                </a:lnTo>
                <a:lnTo>
                  <a:pt x="909534" y="588613"/>
                </a:lnTo>
                <a:lnTo>
                  <a:pt x="840250" y="585306"/>
                </a:lnTo>
                <a:lnTo>
                  <a:pt x="772583" y="580753"/>
                </a:lnTo>
                <a:lnTo>
                  <a:pt x="706688" y="574997"/>
                </a:lnTo>
                <a:lnTo>
                  <a:pt x="642723" y="568082"/>
                </a:lnTo>
                <a:lnTo>
                  <a:pt x="580844" y="560053"/>
                </a:lnTo>
                <a:lnTo>
                  <a:pt x="521208" y="550954"/>
                </a:lnTo>
                <a:lnTo>
                  <a:pt x="463971" y="540828"/>
                </a:lnTo>
                <a:lnTo>
                  <a:pt x="409291" y="529719"/>
                </a:lnTo>
                <a:lnTo>
                  <a:pt x="357325" y="517671"/>
                </a:lnTo>
                <a:lnTo>
                  <a:pt x="308229" y="504729"/>
                </a:lnTo>
                <a:lnTo>
                  <a:pt x="262159" y="490937"/>
                </a:lnTo>
                <a:lnTo>
                  <a:pt x="219273" y="476337"/>
                </a:lnTo>
                <a:lnTo>
                  <a:pt x="179727" y="460975"/>
                </a:lnTo>
                <a:lnTo>
                  <a:pt x="143679" y="444895"/>
                </a:lnTo>
                <a:lnTo>
                  <a:pt x="82700" y="410753"/>
                </a:lnTo>
                <a:lnTo>
                  <a:pt x="37592" y="374265"/>
                </a:lnTo>
                <a:lnTo>
                  <a:pt x="9607" y="335782"/>
                </a:lnTo>
                <a:lnTo>
                  <a:pt x="0" y="295656"/>
                </a:lnTo>
                <a:close/>
              </a:path>
            </a:pathLst>
          </a:custGeom>
          <a:ln w="19050">
            <a:solidFill>
              <a:srgbClr val="000000"/>
            </a:solidFill>
          </a:ln>
        </p:spPr>
        <p:txBody>
          <a:bodyPr wrap="square" lIns="0" tIns="0" rIns="0" bIns="0" rtlCol="0"/>
          <a:lstStyle/>
          <a:p>
            <a:endParaRPr sz="2000"/>
          </a:p>
        </p:txBody>
      </p:sp>
      <p:sp>
        <p:nvSpPr>
          <p:cNvPr id="99" name="object 10">
            <a:extLst>
              <a:ext uri="{FF2B5EF4-FFF2-40B4-BE49-F238E27FC236}">
                <a16:creationId xmlns:a16="http://schemas.microsoft.com/office/drawing/2014/main" id="{6F6DE6F8-2963-4562-B766-6E2114C88E2F}"/>
              </a:ext>
            </a:extLst>
          </p:cNvPr>
          <p:cNvSpPr txBox="1"/>
          <p:nvPr/>
        </p:nvSpPr>
        <p:spPr>
          <a:xfrm>
            <a:off x="3741138" y="3865162"/>
            <a:ext cx="969433"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Intra</a:t>
            </a:r>
            <a:r>
              <a:rPr sz="1556" spc="-100" dirty="0">
                <a:latin typeface="Arial"/>
                <a:cs typeface="Arial"/>
              </a:rPr>
              <a:t> </a:t>
            </a:r>
            <a:r>
              <a:rPr sz="1556" spc="-6" dirty="0">
                <a:latin typeface="Arial"/>
                <a:cs typeface="Arial"/>
              </a:rPr>
              <a:t>Layer</a:t>
            </a:r>
            <a:endParaRPr sz="1556" dirty="0">
              <a:latin typeface="Arial"/>
              <a:cs typeface="Arial"/>
            </a:endParaRPr>
          </a:p>
        </p:txBody>
      </p:sp>
      <p:sp>
        <p:nvSpPr>
          <p:cNvPr id="100" name="object 11">
            <a:extLst>
              <a:ext uri="{FF2B5EF4-FFF2-40B4-BE49-F238E27FC236}">
                <a16:creationId xmlns:a16="http://schemas.microsoft.com/office/drawing/2014/main" id="{AE172A8E-ECE5-42F0-9403-8FDB79FBB390}"/>
              </a:ext>
            </a:extLst>
          </p:cNvPr>
          <p:cNvSpPr/>
          <p:nvPr/>
        </p:nvSpPr>
        <p:spPr>
          <a:xfrm>
            <a:off x="6700838" y="3818574"/>
            <a:ext cx="2292773" cy="600521"/>
          </a:xfrm>
          <a:custGeom>
            <a:avLst/>
            <a:gdLst/>
            <a:ahLst/>
            <a:cxnLst/>
            <a:rect l="l" t="t" r="r" b="b"/>
            <a:pathLst>
              <a:path w="2103120" h="591820">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101" name="object 12">
            <a:extLst>
              <a:ext uri="{FF2B5EF4-FFF2-40B4-BE49-F238E27FC236}">
                <a16:creationId xmlns:a16="http://schemas.microsoft.com/office/drawing/2014/main" id="{58C5201A-62D1-4E4C-AD50-67BCD1F8F608}"/>
              </a:ext>
            </a:extLst>
          </p:cNvPr>
          <p:cNvSpPr txBox="1"/>
          <p:nvPr/>
        </p:nvSpPr>
        <p:spPr>
          <a:xfrm>
            <a:off x="7383815" y="3855043"/>
            <a:ext cx="1535277" cy="505922"/>
          </a:xfrm>
          <a:prstGeom prst="rect">
            <a:avLst/>
          </a:prstGeom>
        </p:spPr>
        <p:txBody>
          <a:bodyPr vert="horz" wrap="square" lIns="0" tIns="14111" rIns="0" bIns="0" rtlCol="0">
            <a:spAutoFit/>
          </a:bodyPr>
          <a:lstStyle/>
          <a:p>
            <a:pPr marL="14111">
              <a:spcBef>
                <a:spcPts val="111"/>
              </a:spcBef>
            </a:pPr>
            <a:r>
              <a:rPr sz="1556" dirty="0">
                <a:latin typeface="Arial"/>
                <a:cs typeface="Arial"/>
              </a:rPr>
              <a:t>Inter</a:t>
            </a:r>
            <a:r>
              <a:rPr sz="1556" spc="-100" dirty="0">
                <a:latin typeface="Arial"/>
                <a:cs typeface="Arial"/>
              </a:rPr>
              <a:t> </a:t>
            </a:r>
            <a:r>
              <a:rPr sz="1556" spc="-6" dirty="0">
                <a:latin typeface="Arial"/>
                <a:cs typeface="Arial"/>
              </a:rPr>
              <a:t>Layer</a:t>
            </a:r>
            <a:r>
              <a:rPr lang="en-US" sz="1556" spc="-6" dirty="0">
                <a:latin typeface="Arial"/>
                <a:cs typeface="Arial"/>
              </a:rPr>
              <a:t>/</a:t>
            </a:r>
          </a:p>
          <a:p>
            <a:pPr marL="14111">
              <a:spcBef>
                <a:spcPts val="111"/>
              </a:spcBef>
            </a:pPr>
            <a:r>
              <a:rPr lang="en-US" sz="1556" spc="-6" dirty="0">
                <a:latin typeface="Arial"/>
                <a:cs typeface="Arial"/>
              </a:rPr>
              <a:t>Pipeline</a:t>
            </a:r>
            <a:endParaRPr sz="1556" dirty="0">
              <a:latin typeface="Arial"/>
              <a:cs typeface="Arial"/>
            </a:endParaRPr>
          </a:p>
        </p:txBody>
      </p:sp>
      <p:sp>
        <p:nvSpPr>
          <p:cNvPr id="102" name="object 13">
            <a:extLst>
              <a:ext uri="{FF2B5EF4-FFF2-40B4-BE49-F238E27FC236}">
                <a16:creationId xmlns:a16="http://schemas.microsoft.com/office/drawing/2014/main" id="{20E5D485-E6AC-4F0A-BA8C-845921694924}"/>
              </a:ext>
            </a:extLst>
          </p:cNvPr>
          <p:cNvSpPr/>
          <p:nvPr/>
        </p:nvSpPr>
        <p:spPr>
          <a:xfrm>
            <a:off x="1524001" y="2178318"/>
            <a:ext cx="6248400" cy="1595261"/>
          </a:xfrm>
          <a:custGeom>
            <a:avLst/>
            <a:gdLst/>
            <a:ahLst/>
            <a:cxnLst/>
            <a:rect l="l" t="t" r="r" b="b"/>
            <a:pathLst>
              <a:path w="5768340" h="1435735">
                <a:moveTo>
                  <a:pt x="1123315" y="26924"/>
                </a:moveTo>
                <a:lnTo>
                  <a:pt x="1113663" y="0"/>
                </a:lnTo>
                <a:lnTo>
                  <a:pt x="75780" y="372503"/>
                </a:lnTo>
                <a:lnTo>
                  <a:pt x="66167" y="345694"/>
                </a:lnTo>
                <a:lnTo>
                  <a:pt x="0" y="414909"/>
                </a:lnTo>
                <a:lnTo>
                  <a:pt x="95123" y="426339"/>
                </a:lnTo>
                <a:lnTo>
                  <a:pt x="87185" y="404241"/>
                </a:lnTo>
                <a:lnTo>
                  <a:pt x="85445" y="399415"/>
                </a:lnTo>
                <a:lnTo>
                  <a:pt x="1123315" y="26924"/>
                </a:lnTo>
                <a:close/>
              </a:path>
              <a:path w="5768340" h="1435735">
                <a:moveTo>
                  <a:pt x="3747008" y="414909"/>
                </a:moveTo>
                <a:lnTo>
                  <a:pt x="3737178" y="404749"/>
                </a:lnTo>
                <a:lnTo>
                  <a:pt x="3680460" y="346075"/>
                </a:lnTo>
                <a:lnTo>
                  <a:pt x="3670985" y="372986"/>
                </a:lnTo>
                <a:lnTo>
                  <a:pt x="2610739" y="0"/>
                </a:lnTo>
                <a:lnTo>
                  <a:pt x="2601341" y="26924"/>
                </a:lnTo>
                <a:lnTo>
                  <a:pt x="3661486" y="399999"/>
                </a:lnTo>
                <a:lnTo>
                  <a:pt x="3652012" y="426974"/>
                </a:lnTo>
                <a:lnTo>
                  <a:pt x="3747008" y="414909"/>
                </a:lnTo>
                <a:close/>
              </a:path>
              <a:path w="5768340" h="1435735">
                <a:moveTo>
                  <a:pt x="3757803" y="842645"/>
                </a:moveTo>
                <a:lnTo>
                  <a:pt x="3736086" y="824103"/>
                </a:lnTo>
                <a:lnTo>
                  <a:pt x="3277247" y="1360868"/>
                </a:lnTo>
                <a:lnTo>
                  <a:pt x="3255518" y="1342263"/>
                </a:lnTo>
                <a:lnTo>
                  <a:pt x="3232404" y="1435227"/>
                </a:lnTo>
                <a:lnTo>
                  <a:pt x="3320669" y="1398016"/>
                </a:lnTo>
                <a:lnTo>
                  <a:pt x="3311614" y="1390269"/>
                </a:lnTo>
                <a:lnTo>
                  <a:pt x="3298939" y="1379435"/>
                </a:lnTo>
                <a:lnTo>
                  <a:pt x="3757803" y="842645"/>
                </a:lnTo>
                <a:close/>
              </a:path>
              <a:path w="5768340" h="1435735">
                <a:moveTo>
                  <a:pt x="5768213" y="1435227"/>
                </a:moveTo>
                <a:lnTo>
                  <a:pt x="5756453" y="1391285"/>
                </a:lnTo>
                <a:lnTo>
                  <a:pt x="5743448" y="1342644"/>
                </a:lnTo>
                <a:lnTo>
                  <a:pt x="5722010" y="1361655"/>
                </a:lnTo>
                <a:lnTo>
                  <a:pt x="5245608" y="823849"/>
                </a:lnTo>
                <a:lnTo>
                  <a:pt x="5224272" y="842899"/>
                </a:lnTo>
                <a:lnTo>
                  <a:pt x="5700687" y="1380578"/>
                </a:lnTo>
                <a:lnTo>
                  <a:pt x="5679313" y="1399540"/>
                </a:lnTo>
                <a:lnTo>
                  <a:pt x="5768213" y="1435227"/>
                </a:lnTo>
                <a:close/>
              </a:path>
            </a:pathLst>
          </a:custGeom>
          <a:solidFill>
            <a:srgbClr val="000000"/>
          </a:solidFill>
        </p:spPr>
        <p:txBody>
          <a:bodyPr wrap="square" lIns="0" tIns="0" rIns="0" bIns="0" rtlCol="0"/>
          <a:lstStyle/>
          <a:p>
            <a:endParaRPr sz="2000"/>
          </a:p>
        </p:txBody>
      </p:sp>
      <p:sp>
        <p:nvSpPr>
          <p:cNvPr id="103" name="Rectangle 45">
            <a:extLst>
              <a:ext uri="{FF2B5EF4-FFF2-40B4-BE49-F238E27FC236}">
                <a16:creationId xmlns:a16="http://schemas.microsoft.com/office/drawing/2014/main" id="{E930A138-5D4E-4D01-85BA-7443871516D7}"/>
              </a:ext>
            </a:extLst>
          </p:cNvPr>
          <p:cNvSpPr/>
          <p:nvPr/>
        </p:nvSpPr>
        <p:spPr>
          <a:xfrm>
            <a:off x="2819400" y="2450253"/>
            <a:ext cx="6248400" cy="204554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n>
                <a:solidFill>
                  <a:schemeClr val="tx1">
                    <a:lumMod val="60000"/>
                    <a:lumOff val="40000"/>
                  </a:schemeClr>
                </a:solidFill>
              </a:ln>
              <a:solidFill>
                <a:srgbClr val="FF0000"/>
              </a:solidFill>
            </a:endParaRPr>
          </a:p>
        </p:txBody>
      </p:sp>
    </p:spTree>
    <p:extLst>
      <p:ext uri="{BB962C8B-B14F-4D97-AF65-F5344CB8AC3E}">
        <p14:creationId xmlns:p14="http://schemas.microsoft.com/office/powerpoint/2010/main" val="17178980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Model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55</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8" name="Group 78">
            <a:extLst>
              <a:ext uri="{FF2B5EF4-FFF2-40B4-BE49-F238E27FC236}">
                <a16:creationId xmlns:a16="http://schemas.microsoft.com/office/drawing/2014/main" id="{44860A01-43B9-4FE0-A430-295E675822FF}"/>
              </a:ext>
            </a:extLst>
          </p:cNvPr>
          <p:cNvGrpSpPr/>
          <p:nvPr/>
        </p:nvGrpSpPr>
        <p:grpSpPr>
          <a:xfrm>
            <a:off x="59333" y="4558537"/>
            <a:ext cx="9059267" cy="1690390"/>
            <a:chOff x="2670453" y="4434304"/>
            <a:chExt cx="9059267" cy="1690390"/>
          </a:xfrm>
        </p:grpSpPr>
        <p:grpSp>
          <p:nvGrpSpPr>
            <p:cNvPr id="11" name="object 4">
              <a:extLst>
                <a:ext uri="{FF2B5EF4-FFF2-40B4-BE49-F238E27FC236}">
                  <a16:creationId xmlns:a16="http://schemas.microsoft.com/office/drawing/2014/main" id="{F692DFDC-3DB4-4550-B6A9-40A701AD81B7}"/>
                </a:ext>
              </a:extLst>
            </p:cNvPr>
            <p:cNvGrpSpPr/>
            <p:nvPr/>
          </p:nvGrpSpPr>
          <p:grpSpPr>
            <a:xfrm>
              <a:off x="6906895" y="4472784"/>
              <a:ext cx="518583" cy="1432983"/>
              <a:chOff x="6216205" y="4410265"/>
              <a:chExt cx="466725" cy="1289685"/>
            </a:xfrm>
          </p:grpSpPr>
          <p:sp>
            <p:nvSpPr>
              <p:cNvPr id="45" name="object 5">
                <a:extLst>
                  <a:ext uri="{FF2B5EF4-FFF2-40B4-BE49-F238E27FC236}">
                    <a16:creationId xmlns:a16="http://schemas.microsoft.com/office/drawing/2014/main" id="{E622E90D-5073-45A7-BAD5-B042FC6297E8}"/>
                  </a:ext>
                </a:extLst>
              </p:cNvPr>
              <p:cNvSpPr/>
              <p:nvPr/>
            </p:nvSpPr>
            <p:spPr>
              <a:xfrm>
                <a:off x="6220967" y="4415027"/>
                <a:ext cx="457200" cy="1280160"/>
              </a:xfrm>
              <a:custGeom>
                <a:avLst/>
                <a:gdLst/>
                <a:ahLst/>
                <a:cxnLst/>
                <a:rect l="l" t="t" r="r" b="b"/>
                <a:pathLst>
                  <a:path w="457200" h="1280160">
                    <a:moveTo>
                      <a:pt x="228600" y="0"/>
                    </a:moveTo>
                    <a:lnTo>
                      <a:pt x="179564" y="14760"/>
                    </a:lnTo>
                    <a:lnTo>
                      <a:pt x="134191" y="56960"/>
                    </a:lnTo>
                    <a:lnTo>
                      <a:pt x="93597" y="123480"/>
                    </a:lnTo>
                    <a:lnTo>
                      <a:pt x="75442" y="164884"/>
                    </a:lnTo>
                    <a:lnTo>
                      <a:pt x="58900" y="211197"/>
                    </a:lnTo>
                    <a:lnTo>
                      <a:pt x="44110" y="262029"/>
                    </a:lnTo>
                    <a:lnTo>
                      <a:pt x="31213" y="316991"/>
                    </a:lnTo>
                    <a:lnTo>
                      <a:pt x="20348" y="375691"/>
                    </a:lnTo>
                    <a:lnTo>
                      <a:pt x="11655" y="437740"/>
                    </a:lnTo>
                    <a:lnTo>
                      <a:pt x="5273" y="502747"/>
                    </a:lnTo>
                    <a:lnTo>
                      <a:pt x="1341" y="570323"/>
                    </a:lnTo>
                    <a:lnTo>
                      <a:pt x="0" y="640077"/>
                    </a:lnTo>
                    <a:lnTo>
                      <a:pt x="1341" y="709821"/>
                    </a:lnTo>
                    <a:lnTo>
                      <a:pt x="5273" y="777389"/>
                    </a:lnTo>
                    <a:lnTo>
                      <a:pt x="11655" y="842392"/>
                    </a:lnTo>
                    <a:lnTo>
                      <a:pt x="20348" y="904438"/>
                    </a:lnTo>
                    <a:lnTo>
                      <a:pt x="31213" y="963138"/>
                    </a:lnTo>
                    <a:lnTo>
                      <a:pt x="44110" y="1018100"/>
                    </a:lnTo>
                    <a:lnTo>
                      <a:pt x="58900" y="1068935"/>
                    </a:lnTo>
                    <a:lnTo>
                      <a:pt x="75442" y="1115251"/>
                    </a:lnTo>
                    <a:lnTo>
                      <a:pt x="93597" y="1156659"/>
                    </a:lnTo>
                    <a:lnTo>
                      <a:pt x="113227" y="1192767"/>
                    </a:lnTo>
                    <a:lnTo>
                      <a:pt x="156350" y="1247525"/>
                    </a:lnTo>
                    <a:lnTo>
                      <a:pt x="203694" y="1276401"/>
                    </a:lnTo>
                    <a:lnTo>
                      <a:pt x="228600" y="1280157"/>
                    </a:lnTo>
                    <a:lnTo>
                      <a:pt x="253506" y="1276401"/>
                    </a:lnTo>
                    <a:lnTo>
                      <a:pt x="300849" y="1247525"/>
                    </a:lnTo>
                    <a:lnTo>
                      <a:pt x="343972" y="1192767"/>
                    </a:lnTo>
                    <a:lnTo>
                      <a:pt x="363602" y="1156659"/>
                    </a:lnTo>
                    <a:lnTo>
                      <a:pt x="381757" y="1115251"/>
                    </a:lnTo>
                    <a:lnTo>
                      <a:pt x="398300" y="1068935"/>
                    </a:lnTo>
                    <a:lnTo>
                      <a:pt x="413089" y="1018100"/>
                    </a:lnTo>
                    <a:lnTo>
                      <a:pt x="425986" y="963138"/>
                    </a:lnTo>
                    <a:lnTo>
                      <a:pt x="436851" y="904438"/>
                    </a:lnTo>
                    <a:lnTo>
                      <a:pt x="445544" y="842392"/>
                    </a:lnTo>
                    <a:lnTo>
                      <a:pt x="451926" y="777389"/>
                    </a:lnTo>
                    <a:lnTo>
                      <a:pt x="455858" y="709821"/>
                    </a:lnTo>
                    <a:lnTo>
                      <a:pt x="457200" y="640077"/>
                    </a:lnTo>
                    <a:lnTo>
                      <a:pt x="455858" y="570323"/>
                    </a:lnTo>
                    <a:lnTo>
                      <a:pt x="451926" y="502747"/>
                    </a:lnTo>
                    <a:lnTo>
                      <a:pt x="445544" y="437740"/>
                    </a:lnTo>
                    <a:lnTo>
                      <a:pt x="436851" y="375691"/>
                    </a:lnTo>
                    <a:lnTo>
                      <a:pt x="425986" y="316991"/>
                    </a:lnTo>
                    <a:lnTo>
                      <a:pt x="413089" y="262029"/>
                    </a:lnTo>
                    <a:lnTo>
                      <a:pt x="398300" y="211197"/>
                    </a:lnTo>
                    <a:lnTo>
                      <a:pt x="381757" y="164884"/>
                    </a:lnTo>
                    <a:lnTo>
                      <a:pt x="363602" y="123480"/>
                    </a:lnTo>
                    <a:lnTo>
                      <a:pt x="343972" y="87375"/>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46" name="object 6">
                <a:extLst>
                  <a:ext uri="{FF2B5EF4-FFF2-40B4-BE49-F238E27FC236}">
                    <a16:creationId xmlns:a16="http://schemas.microsoft.com/office/drawing/2014/main" id="{C39AE8FD-F6A1-42EC-8176-59A8B4FAC366}"/>
                  </a:ext>
                </a:extLst>
              </p:cNvPr>
              <p:cNvSpPr/>
              <p:nvPr/>
            </p:nvSpPr>
            <p:spPr>
              <a:xfrm>
                <a:off x="6220967" y="4415027"/>
                <a:ext cx="457200" cy="1280160"/>
              </a:xfrm>
              <a:custGeom>
                <a:avLst/>
                <a:gdLst/>
                <a:ahLst/>
                <a:cxnLst/>
                <a:rect l="l" t="t" r="r" b="b"/>
                <a:pathLst>
                  <a:path w="457200" h="1280160">
                    <a:moveTo>
                      <a:pt x="0" y="640077"/>
                    </a:moveTo>
                    <a:lnTo>
                      <a:pt x="1341" y="570323"/>
                    </a:lnTo>
                    <a:lnTo>
                      <a:pt x="5273" y="502747"/>
                    </a:lnTo>
                    <a:lnTo>
                      <a:pt x="11655" y="437740"/>
                    </a:lnTo>
                    <a:lnTo>
                      <a:pt x="20348" y="375691"/>
                    </a:lnTo>
                    <a:lnTo>
                      <a:pt x="31213" y="316991"/>
                    </a:lnTo>
                    <a:lnTo>
                      <a:pt x="44110" y="262029"/>
                    </a:lnTo>
                    <a:lnTo>
                      <a:pt x="58900" y="211197"/>
                    </a:lnTo>
                    <a:lnTo>
                      <a:pt x="75442" y="164884"/>
                    </a:lnTo>
                    <a:lnTo>
                      <a:pt x="93597" y="123480"/>
                    </a:lnTo>
                    <a:lnTo>
                      <a:pt x="113227" y="87375"/>
                    </a:lnTo>
                    <a:lnTo>
                      <a:pt x="156350" y="32625"/>
                    </a:lnTo>
                    <a:lnTo>
                      <a:pt x="203694" y="3755"/>
                    </a:lnTo>
                    <a:lnTo>
                      <a:pt x="228600" y="0"/>
                    </a:lnTo>
                    <a:lnTo>
                      <a:pt x="253506" y="3755"/>
                    </a:lnTo>
                    <a:lnTo>
                      <a:pt x="300849" y="32625"/>
                    </a:lnTo>
                    <a:lnTo>
                      <a:pt x="343972" y="87375"/>
                    </a:lnTo>
                    <a:lnTo>
                      <a:pt x="363602" y="123480"/>
                    </a:lnTo>
                    <a:lnTo>
                      <a:pt x="381757" y="164884"/>
                    </a:lnTo>
                    <a:lnTo>
                      <a:pt x="398300" y="211197"/>
                    </a:lnTo>
                    <a:lnTo>
                      <a:pt x="413089" y="262029"/>
                    </a:lnTo>
                    <a:lnTo>
                      <a:pt x="425986" y="316991"/>
                    </a:lnTo>
                    <a:lnTo>
                      <a:pt x="436851" y="375691"/>
                    </a:lnTo>
                    <a:lnTo>
                      <a:pt x="445544" y="437740"/>
                    </a:lnTo>
                    <a:lnTo>
                      <a:pt x="451926" y="502747"/>
                    </a:lnTo>
                    <a:lnTo>
                      <a:pt x="455858" y="570323"/>
                    </a:lnTo>
                    <a:lnTo>
                      <a:pt x="457200" y="640077"/>
                    </a:lnTo>
                    <a:lnTo>
                      <a:pt x="455858" y="709821"/>
                    </a:lnTo>
                    <a:lnTo>
                      <a:pt x="451926" y="777389"/>
                    </a:lnTo>
                    <a:lnTo>
                      <a:pt x="445544" y="842392"/>
                    </a:lnTo>
                    <a:lnTo>
                      <a:pt x="436851" y="904438"/>
                    </a:lnTo>
                    <a:lnTo>
                      <a:pt x="425986" y="963138"/>
                    </a:lnTo>
                    <a:lnTo>
                      <a:pt x="413089" y="1018100"/>
                    </a:lnTo>
                    <a:lnTo>
                      <a:pt x="398300" y="1068935"/>
                    </a:lnTo>
                    <a:lnTo>
                      <a:pt x="381757" y="1115251"/>
                    </a:lnTo>
                    <a:lnTo>
                      <a:pt x="363602" y="1156659"/>
                    </a:lnTo>
                    <a:lnTo>
                      <a:pt x="343972" y="1192767"/>
                    </a:lnTo>
                    <a:lnTo>
                      <a:pt x="300849" y="1247525"/>
                    </a:lnTo>
                    <a:lnTo>
                      <a:pt x="253506" y="1276401"/>
                    </a:lnTo>
                    <a:lnTo>
                      <a:pt x="228600" y="1280157"/>
                    </a:lnTo>
                    <a:lnTo>
                      <a:pt x="203694" y="1276401"/>
                    </a:lnTo>
                    <a:lnTo>
                      <a:pt x="156350" y="1247525"/>
                    </a:lnTo>
                    <a:lnTo>
                      <a:pt x="113227" y="1192767"/>
                    </a:lnTo>
                    <a:lnTo>
                      <a:pt x="93597" y="1156659"/>
                    </a:lnTo>
                    <a:lnTo>
                      <a:pt x="75442" y="1115251"/>
                    </a:lnTo>
                    <a:lnTo>
                      <a:pt x="58900" y="1068935"/>
                    </a:lnTo>
                    <a:lnTo>
                      <a:pt x="44110" y="1018100"/>
                    </a:lnTo>
                    <a:lnTo>
                      <a:pt x="31213" y="963138"/>
                    </a:lnTo>
                    <a:lnTo>
                      <a:pt x="20348" y="904438"/>
                    </a:lnTo>
                    <a:lnTo>
                      <a:pt x="11655" y="842392"/>
                    </a:lnTo>
                    <a:lnTo>
                      <a:pt x="5273" y="777389"/>
                    </a:lnTo>
                    <a:lnTo>
                      <a:pt x="1341" y="709821"/>
                    </a:lnTo>
                    <a:lnTo>
                      <a:pt x="0" y="640077"/>
                    </a:lnTo>
                    <a:close/>
                  </a:path>
                </a:pathLst>
              </a:custGeom>
              <a:ln w="9525">
                <a:solidFill>
                  <a:srgbClr val="000000"/>
                </a:solidFill>
              </a:ln>
            </p:spPr>
            <p:txBody>
              <a:bodyPr wrap="square" lIns="0" tIns="0" rIns="0" bIns="0" rtlCol="0"/>
              <a:lstStyle/>
              <a:p>
                <a:endParaRPr sz="2000"/>
              </a:p>
            </p:txBody>
          </p:sp>
        </p:grpSp>
        <p:sp>
          <p:nvSpPr>
            <p:cNvPr id="12" name="object 7">
              <a:extLst>
                <a:ext uri="{FF2B5EF4-FFF2-40B4-BE49-F238E27FC236}">
                  <a16:creationId xmlns:a16="http://schemas.microsoft.com/office/drawing/2014/main" id="{69EDA0AF-4D24-423F-B1C1-280553C6CE3A}"/>
                </a:ext>
              </a:extLst>
            </p:cNvPr>
            <p:cNvSpPr txBox="1"/>
            <p:nvPr/>
          </p:nvSpPr>
          <p:spPr>
            <a:xfrm>
              <a:off x="6985846"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1</a:t>
              </a:r>
              <a:endParaRPr sz="1000">
                <a:latin typeface="Arial"/>
                <a:cs typeface="Arial"/>
              </a:endParaRPr>
            </a:p>
          </p:txBody>
        </p:sp>
        <p:grpSp>
          <p:nvGrpSpPr>
            <p:cNvPr id="13" name="object 8">
              <a:extLst>
                <a:ext uri="{FF2B5EF4-FFF2-40B4-BE49-F238E27FC236}">
                  <a16:creationId xmlns:a16="http://schemas.microsoft.com/office/drawing/2014/main" id="{83B04DB7-8C82-49A2-A8CB-689D1856C288}"/>
                </a:ext>
              </a:extLst>
            </p:cNvPr>
            <p:cNvGrpSpPr/>
            <p:nvPr/>
          </p:nvGrpSpPr>
          <p:grpSpPr>
            <a:xfrm>
              <a:off x="7464495" y="4472784"/>
              <a:ext cx="916517" cy="1432983"/>
              <a:chOff x="6718045" y="4410265"/>
              <a:chExt cx="824865" cy="1289685"/>
            </a:xfrm>
          </p:grpSpPr>
          <p:sp>
            <p:nvSpPr>
              <p:cNvPr id="41" name="object 9">
                <a:extLst>
                  <a:ext uri="{FF2B5EF4-FFF2-40B4-BE49-F238E27FC236}">
                    <a16:creationId xmlns:a16="http://schemas.microsoft.com/office/drawing/2014/main" id="{242C12D3-201C-4F75-A340-686155A16BCA}"/>
                  </a:ext>
                </a:extLst>
              </p:cNvPr>
              <p:cNvSpPr/>
              <p:nvPr/>
            </p:nvSpPr>
            <p:spPr>
              <a:xfrm>
                <a:off x="6730745" y="4956809"/>
                <a:ext cx="297180" cy="234950"/>
              </a:xfrm>
              <a:custGeom>
                <a:avLst/>
                <a:gdLst/>
                <a:ahLst/>
                <a:cxnLst/>
                <a:rect l="l" t="t" r="r" b="b"/>
                <a:pathLst>
                  <a:path w="297179" h="234950">
                    <a:moveTo>
                      <a:pt x="179832" y="0"/>
                    </a:moveTo>
                    <a:lnTo>
                      <a:pt x="179832" y="58672"/>
                    </a:lnTo>
                    <a:lnTo>
                      <a:pt x="0" y="58672"/>
                    </a:lnTo>
                    <a:lnTo>
                      <a:pt x="0" y="176024"/>
                    </a:lnTo>
                    <a:lnTo>
                      <a:pt x="179832" y="176024"/>
                    </a:lnTo>
                    <a:lnTo>
                      <a:pt x="179832" y="234697"/>
                    </a:lnTo>
                    <a:lnTo>
                      <a:pt x="297180" y="117345"/>
                    </a:lnTo>
                    <a:lnTo>
                      <a:pt x="179832" y="0"/>
                    </a:lnTo>
                    <a:close/>
                  </a:path>
                </a:pathLst>
              </a:custGeom>
              <a:solidFill>
                <a:srgbClr val="B2B2B2"/>
              </a:solidFill>
            </p:spPr>
            <p:txBody>
              <a:bodyPr wrap="square" lIns="0" tIns="0" rIns="0" bIns="0" rtlCol="0"/>
              <a:lstStyle/>
              <a:p>
                <a:endParaRPr sz="2000"/>
              </a:p>
            </p:txBody>
          </p:sp>
          <p:sp>
            <p:nvSpPr>
              <p:cNvPr id="42" name="object 10">
                <a:extLst>
                  <a:ext uri="{FF2B5EF4-FFF2-40B4-BE49-F238E27FC236}">
                    <a16:creationId xmlns:a16="http://schemas.microsoft.com/office/drawing/2014/main" id="{E596DE4A-1BC1-43CB-834D-2336C8B8F10D}"/>
                  </a:ext>
                </a:extLst>
              </p:cNvPr>
              <p:cNvSpPr/>
              <p:nvPr/>
            </p:nvSpPr>
            <p:spPr>
              <a:xfrm>
                <a:off x="6730745" y="4956809"/>
                <a:ext cx="297180" cy="234950"/>
              </a:xfrm>
              <a:custGeom>
                <a:avLst/>
                <a:gdLst/>
                <a:ahLst/>
                <a:cxnLst/>
                <a:rect l="l" t="t" r="r" b="b"/>
                <a:pathLst>
                  <a:path w="297179" h="234950">
                    <a:moveTo>
                      <a:pt x="0" y="58672"/>
                    </a:moveTo>
                    <a:lnTo>
                      <a:pt x="179832" y="58672"/>
                    </a:lnTo>
                    <a:lnTo>
                      <a:pt x="179832" y="0"/>
                    </a:lnTo>
                    <a:lnTo>
                      <a:pt x="297180" y="117345"/>
                    </a:lnTo>
                    <a:lnTo>
                      <a:pt x="179832" y="234697"/>
                    </a:lnTo>
                    <a:lnTo>
                      <a:pt x="179832"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43" name="object 11">
                <a:extLst>
                  <a:ext uri="{FF2B5EF4-FFF2-40B4-BE49-F238E27FC236}">
                    <a16:creationId xmlns:a16="http://schemas.microsoft.com/office/drawing/2014/main" id="{E45606CF-6809-406F-A5C7-52DA8563CCFB}"/>
                  </a:ext>
                </a:extLst>
              </p:cNvPr>
              <p:cNvSpPr/>
              <p:nvPr/>
            </p:nvSpPr>
            <p:spPr>
              <a:xfrm>
                <a:off x="7078979" y="4415027"/>
                <a:ext cx="459105" cy="1280160"/>
              </a:xfrm>
              <a:custGeom>
                <a:avLst/>
                <a:gdLst/>
                <a:ahLst/>
                <a:cxnLst/>
                <a:rect l="l" t="t" r="r" b="b"/>
                <a:pathLst>
                  <a:path w="459104" h="1280160">
                    <a:moveTo>
                      <a:pt x="229362" y="0"/>
                    </a:moveTo>
                    <a:lnTo>
                      <a:pt x="180174" y="14760"/>
                    </a:lnTo>
                    <a:lnTo>
                      <a:pt x="134655" y="56960"/>
                    </a:lnTo>
                    <a:lnTo>
                      <a:pt x="93927" y="123480"/>
                    </a:lnTo>
                    <a:lnTo>
                      <a:pt x="75709" y="164884"/>
                    </a:lnTo>
                    <a:lnTo>
                      <a:pt x="59110" y="211197"/>
                    </a:lnTo>
                    <a:lnTo>
                      <a:pt x="44269" y="262029"/>
                    </a:lnTo>
                    <a:lnTo>
                      <a:pt x="31326" y="316991"/>
                    </a:lnTo>
                    <a:lnTo>
                      <a:pt x="20422" y="375691"/>
                    </a:lnTo>
                    <a:lnTo>
                      <a:pt x="11698" y="437740"/>
                    </a:lnTo>
                    <a:lnTo>
                      <a:pt x="5292" y="502747"/>
                    </a:lnTo>
                    <a:lnTo>
                      <a:pt x="1346" y="570323"/>
                    </a:lnTo>
                    <a:lnTo>
                      <a:pt x="0" y="640077"/>
                    </a:lnTo>
                    <a:lnTo>
                      <a:pt x="1346" y="709821"/>
                    </a:lnTo>
                    <a:lnTo>
                      <a:pt x="5292" y="777389"/>
                    </a:lnTo>
                    <a:lnTo>
                      <a:pt x="11698" y="842392"/>
                    </a:lnTo>
                    <a:lnTo>
                      <a:pt x="20422" y="904438"/>
                    </a:lnTo>
                    <a:lnTo>
                      <a:pt x="31326" y="963138"/>
                    </a:lnTo>
                    <a:lnTo>
                      <a:pt x="44269" y="1018100"/>
                    </a:lnTo>
                    <a:lnTo>
                      <a:pt x="59110" y="1068935"/>
                    </a:lnTo>
                    <a:lnTo>
                      <a:pt x="75709" y="1115251"/>
                    </a:lnTo>
                    <a:lnTo>
                      <a:pt x="93927" y="1156659"/>
                    </a:lnTo>
                    <a:lnTo>
                      <a:pt x="113622" y="1192767"/>
                    </a:lnTo>
                    <a:lnTo>
                      <a:pt x="156886" y="1247525"/>
                    </a:lnTo>
                    <a:lnTo>
                      <a:pt x="204379" y="1276401"/>
                    </a:lnTo>
                    <a:lnTo>
                      <a:pt x="229362" y="1280157"/>
                    </a:lnTo>
                    <a:lnTo>
                      <a:pt x="254344" y="1276401"/>
                    </a:lnTo>
                    <a:lnTo>
                      <a:pt x="301837" y="1247525"/>
                    </a:lnTo>
                    <a:lnTo>
                      <a:pt x="345101" y="1192767"/>
                    </a:lnTo>
                    <a:lnTo>
                      <a:pt x="364796" y="1156659"/>
                    </a:lnTo>
                    <a:lnTo>
                      <a:pt x="383014" y="1115251"/>
                    </a:lnTo>
                    <a:lnTo>
                      <a:pt x="399613" y="1068935"/>
                    </a:lnTo>
                    <a:lnTo>
                      <a:pt x="414454" y="1018100"/>
                    </a:lnTo>
                    <a:lnTo>
                      <a:pt x="427397" y="963138"/>
                    </a:lnTo>
                    <a:lnTo>
                      <a:pt x="438301" y="904438"/>
                    </a:lnTo>
                    <a:lnTo>
                      <a:pt x="447025" y="842392"/>
                    </a:lnTo>
                    <a:lnTo>
                      <a:pt x="453431" y="777389"/>
                    </a:lnTo>
                    <a:lnTo>
                      <a:pt x="457377" y="709821"/>
                    </a:lnTo>
                    <a:lnTo>
                      <a:pt x="458724" y="640077"/>
                    </a:lnTo>
                    <a:lnTo>
                      <a:pt x="457377" y="570323"/>
                    </a:lnTo>
                    <a:lnTo>
                      <a:pt x="453431" y="502747"/>
                    </a:lnTo>
                    <a:lnTo>
                      <a:pt x="447025" y="437740"/>
                    </a:lnTo>
                    <a:lnTo>
                      <a:pt x="438301" y="375691"/>
                    </a:lnTo>
                    <a:lnTo>
                      <a:pt x="427397" y="316991"/>
                    </a:lnTo>
                    <a:lnTo>
                      <a:pt x="414454" y="262029"/>
                    </a:lnTo>
                    <a:lnTo>
                      <a:pt x="399613" y="211197"/>
                    </a:lnTo>
                    <a:lnTo>
                      <a:pt x="383014" y="164884"/>
                    </a:lnTo>
                    <a:lnTo>
                      <a:pt x="364796" y="123480"/>
                    </a:lnTo>
                    <a:lnTo>
                      <a:pt x="345101" y="87375"/>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44" name="object 12">
                <a:extLst>
                  <a:ext uri="{FF2B5EF4-FFF2-40B4-BE49-F238E27FC236}">
                    <a16:creationId xmlns:a16="http://schemas.microsoft.com/office/drawing/2014/main" id="{547B43F8-1121-492F-9510-58059811EB00}"/>
                  </a:ext>
                </a:extLst>
              </p:cNvPr>
              <p:cNvSpPr/>
              <p:nvPr/>
            </p:nvSpPr>
            <p:spPr>
              <a:xfrm>
                <a:off x="7078979" y="4415027"/>
                <a:ext cx="459105" cy="1280160"/>
              </a:xfrm>
              <a:custGeom>
                <a:avLst/>
                <a:gdLst/>
                <a:ahLst/>
                <a:cxnLst/>
                <a:rect l="l" t="t" r="r" b="b"/>
                <a:pathLst>
                  <a:path w="459104" h="1280160">
                    <a:moveTo>
                      <a:pt x="0" y="640077"/>
                    </a:moveTo>
                    <a:lnTo>
                      <a:pt x="1346" y="570323"/>
                    </a:lnTo>
                    <a:lnTo>
                      <a:pt x="5292" y="502747"/>
                    </a:lnTo>
                    <a:lnTo>
                      <a:pt x="11698" y="437740"/>
                    </a:lnTo>
                    <a:lnTo>
                      <a:pt x="20422" y="375691"/>
                    </a:lnTo>
                    <a:lnTo>
                      <a:pt x="31326" y="316991"/>
                    </a:lnTo>
                    <a:lnTo>
                      <a:pt x="44269" y="262029"/>
                    </a:lnTo>
                    <a:lnTo>
                      <a:pt x="59110" y="211197"/>
                    </a:lnTo>
                    <a:lnTo>
                      <a:pt x="75709" y="164884"/>
                    </a:lnTo>
                    <a:lnTo>
                      <a:pt x="93927" y="123480"/>
                    </a:lnTo>
                    <a:lnTo>
                      <a:pt x="113622" y="87375"/>
                    </a:lnTo>
                    <a:lnTo>
                      <a:pt x="156886" y="32625"/>
                    </a:lnTo>
                    <a:lnTo>
                      <a:pt x="204379" y="3755"/>
                    </a:lnTo>
                    <a:lnTo>
                      <a:pt x="229362" y="0"/>
                    </a:lnTo>
                    <a:lnTo>
                      <a:pt x="254344" y="3755"/>
                    </a:lnTo>
                    <a:lnTo>
                      <a:pt x="301837" y="32625"/>
                    </a:lnTo>
                    <a:lnTo>
                      <a:pt x="345101" y="87375"/>
                    </a:lnTo>
                    <a:lnTo>
                      <a:pt x="364796" y="123480"/>
                    </a:lnTo>
                    <a:lnTo>
                      <a:pt x="383014" y="164884"/>
                    </a:lnTo>
                    <a:lnTo>
                      <a:pt x="399613" y="211197"/>
                    </a:lnTo>
                    <a:lnTo>
                      <a:pt x="414454" y="262029"/>
                    </a:lnTo>
                    <a:lnTo>
                      <a:pt x="427397" y="316991"/>
                    </a:lnTo>
                    <a:lnTo>
                      <a:pt x="438301" y="375691"/>
                    </a:lnTo>
                    <a:lnTo>
                      <a:pt x="447025" y="437740"/>
                    </a:lnTo>
                    <a:lnTo>
                      <a:pt x="453431" y="502747"/>
                    </a:lnTo>
                    <a:lnTo>
                      <a:pt x="457377" y="570323"/>
                    </a:lnTo>
                    <a:lnTo>
                      <a:pt x="458724" y="640077"/>
                    </a:lnTo>
                    <a:lnTo>
                      <a:pt x="457377" y="709821"/>
                    </a:lnTo>
                    <a:lnTo>
                      <a:pt x="453431" y="777389"/>
                    </a:lnTo>
                    <a:lnTo>
                      <a:pt x="447025" y="842392"/>
                    </a:lnTo>
                    <a:lnTo>
                      <a:pt x="438301" y="904438"/>
                    </a:lnTo>
                    <a:lnTo>
                      <a:pt x="427397" y="963138"/>
                    </a:lnTo>
                    <a:lnTo>
                      <a:pt x="414454" y="1018100"/>
                    </a:lnTo>
                    <a:lnTo>
                      <a:pt x="399613" y="1068935"/>
                    </a:lnTo>
                    <a:lnTo>
                      <a:pt x="383014" y="1115251"/>
                    </a:lnTo>
                    <a:lnTo>
                      <a:pt x="364796" y="1156659"/>
                    </a:lnTo>
                    <a:lnTo>
                      <a:pt x="345101" y="1192767"/>
                    </a:lnTo>
                    <a:lnTo>
                      <a:pt x="301837" y="1247525"/>
                    </a:lnTo>
                    <a:lnTo>
                      <a:pt x="254344" y="1276401"/>
                    </a:lnTo>
                    <a:lnTo>
                      <a:pt x="229362" y="1280157"/>
                    </a:lnTo>
                    <a:lnTo>
                      <a:pt x="204379" y="1276401"/>
                    </a:lnTo>
                    <a:lnTo>
                      <a:pt x="156886" y="1247525"/>
                    </a:lnTo>
                    <a:lnTo>
                      <a:pt x="113622" y="1192767"/>
                    </a:lnTo>
                    <a:lnTo>
                      <a:pt x="93927" y="1156659"/>
                    </a:lnTo>
                    <a:lnTo>
                      <a:pt x="75709" y="1115251"/>
                    </a:lnTo>
                    <a:lnTo>
                      <a:pt x="59110" y="1068935"/>
                    </a:lnTo>
                    <a:lnTo>
                      <a:pt x="44269" y="1018100"/>
                    </a:lnTo>
                    <a:lnTo>
                      <a:pt x="31326" y="963138"/>
                    </a:lnTo>
                    <a:lnTo>
                      <a:pt x="20422" y="904438"/>
                    </a:lnTo>
                    <a:lnTo>
                      <a:pt x="11698" y="842392"/>
                    </a:lnTo>
                    <a:lnTo>
                      <a:pt x="5292" y="777389"/>
                    </a:lnTo>
                    <a:lnTo>
                      <a:pt x="1346" y="709821"/>
                    </a:lnTo>
                    <a:lnTo>
                      <a:pt x="0" y="640077"/>
                    </a:lnTo>
                    <a:close/>
                  </a:path>
                </a:pathLst>
              </a:custGeom>
              <a:ln w="9525">
                <a:solidFill>
                  <a:srgbClr val="000000"/>
                </a:solidFill>
              </a:ln>
            </p:spPr>
            <p:txBody>
              <a:bodyPr wrap="square" lIns="0" tIns="0" rIns="0" bIns="0" rtlCol="0"/>
              <a:lstStyle/>
              <a:p>
                <a:endParaRPr sz="2000"/>
              </a:p>
            </p:txBody>
          </p:sp>
        </p:grpSp>
        <p:sp>
          <p:nvSpPr>
            <p:cNvPr id="14" name="object 13">
              <a:extLst>
                <a:ext uri="{FF2B5EF4-FFF2-40B4-BE49-F238E27FC236}">
                  <a16:creationId xmlns:a16="http://schemas.microsoft.com/office/drawing/2014/main" id="{EC19CCCC-9334-4E16-ACFC-41DEF826FCDE}"/>
                </a:ext>
              </a:extLst>
            </p:cNvPr>
            <p:cNvSpPr txBox="1"/>
            <p:nvPr/>
          </p:nvSpPr>
          <p:spPr>
            <a:xfrm>
              <a:off x="7940182"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2</a:t>
              </a:r>
              <a:endParaRPr sz="1000">
                <a:latin typeface="Arial"/>
                <a:cs typeface="Arial"/>
              </a:endParaRPr>
            </a:p>
          </p:txBody>
        </p:sp>
        <p:grpSp>
          <p:nvGrpSpPr>
            <p:cNvPr id="15" name="object 14">
              <a:extLst>
                <a:ext uri="{FF2B5EF4-FFF2-40B4-BE49-F238E27FC236}">
                  <a16:creationId xmlns:a16="http://schemas.microsoft.com/office/drawing/2014/main" id="{7FE7EC80-809F-4841-9EC5-7796F0EA993B}"/>
                </a:ext>
              </a:extLst>
            </p:cNvPr>
            <p:cNvGrpSpPr/>
            <p:nvPr/>
          </p:nvGrpSpPr>
          <p:grpSpPr>
            <a:xfrm>
              <a:off x="8419536" y="4472784"/>
              <a:ext cx="938389" cy="1432983"/>
              <a:chOff x="7577582" y="4410265"/>
              <a:chExt cx="844550" cy="1289685"/>
            </a:xfrm>
          </p:grpSpPr>
          <p:sp>
            <p:nvSpPr>
              <p:cNvPr id="37" name="object 15">
                <a:extLst>
                  <a:ext uri="{FF2B5EF4-FFF2-40B4-BE49-F238E27FC236}">
                    <a16:creationId xmlns:a16="http://schemas.microsoft.com/office/drawing/2014/main" id="{6172923C-2CC8-44BF-A64B-14BA5D5AB8DC}"/>
                  </a:ext>
                </a:extLst>
              </p:cNvPr>
              <p:cNvSpPr/>
              <p:nvPr/>
            </p:nvSpPr>
            <p:spPr>
              <a:xfrm>
                <a:off x="7590282" y="4956809"/>
                <a:ext cx="297180" cy="234950"/>
              </a:xfrm>
              <a:custGeom>
                <a:avLst/>
                <a:gdLst/>
                <a:ahLst/>
                <a:cxnLst/>
                <a:rect l="l" t="t" r="r" b="b"/>
                <a:pathLst>
                  <a:path w="297179" h="234950">
                    <a:moveTo>
                      <a:pt x="179832" y="0"/>
                    </a:moveTo>
                    <a:lnTo>
                      <a:pt x="179832" y="58672"/>
                    </a:lnTo>
                    <a:lnTo>
                      <a:pt x="0" y="58672"/>
                    </a:lnTo>
                    <a:lnTo>
                      <a:pt x="0" y="176024"/>
                    </a:lnTo>
                    <a:lnTo>
                      <a:pt x="179832" y="176024"/>
                    </a:lnTo>
                    <a:lnTo>
                      <a:pt x="179832" y="234697"/>
                    </a:lnTo>
                    <a:lnTo>
                      <a:pt x="297180" y="117345"/>
                    </a:lnTo>
                    <a:lnTo>
                      <a:pt x="179832" y="0"/>
                    </a:lnTo>
                    <a:close/>
                  </a:path>
                </a:pathLst>
              </a:custGeom>
              <a:solidFill>
                <a:srgbClr val="B2B2B2"/>
              </a:solidFill>
            </p:spPr>
            <p:txBody>
              <a:bodyPr wrap="square" lIns="0" tIns="0" rIns="0" bIns="0" rtlCol="0"/>
              <a:lstStyle/>
              <a:p>
                <a:endParaRPr sz="2000"/>
              </a:p>
            </p:txBody>
          </p:sp>
          <p:sp>
            <p:nvSpPr>
              <p:cNvPr id="38" name="object 16">
                <a:extLst>
                  <a:ext uri="{FF2B5EF4-FFF2-40B4-BE49-F238E27FC236}">
                    <a16:creationId xmlns:a16="http://schemas.microsoft.com/office/drawing/2014/main" id="{6FF1EC1F-A143-4687-B1F2-BFA2096D1857}"/>
                  </a:ext>
                </a:extLst>
              </p:cNvPr>
              <p:cNvSpPr/>
              <p:nvPr/>
            </p:nvSpPr>
            <p:spPr>
              <a:xfrm>
                <a:off x="7590282" y="4956809"/>
                <a:ext cx="297180" cy="234950"/>
              </a:xfrm>
              <a:custGeom>
                <a:avLst/>
                <a:gdLst/>
                <a:ahLst/>
                <a:cxnLst/>
                <a:rect l="l" t="t" r="r" b="b"/>
                <a:pathLst>
                  <a:path w="297179" h="234950">
                    <a:moveTo>
                      <a:pt x="0" y="58672"/>
                    </a:moveTo>
                    <a:lnTo>
                      <a:pt x="179832" y="58672"/>
                    </a:lnTo>
                    <a:lnTo>
                      <a:pt x="179832" y="0"/>
                    </a:lnTo>
                    <a:lnTo>
                      <a:pt x="297180" y="117345"/>
                    </a:lnTo>
                    <a:lnTo>
                      <a:pt x="179832" y="234697"/>
                    </a:lnTo>
                    <a:lnTo>
                      <a:pt x="179832"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39" name="object 17">
                <a:extLst>
                  <a:ext uri="{FF2B5EF4-FFF2-40B4-BE49-F238E27FC236}">
                    <a16:creationId xmlns:a16="http://schemas.microsoft.com/office/drawing/2014/main" id="{AA5B5A2F-E2B6-4E62-95B0-67BEF9A7424C}"/>
                  </a:ext>
                </a:extLst>
              </p:cNvPr>
              <p:cNvSpPr/>
              <p:nvPr/>
            </p:nvSpPr>
            <p:spPr>
              <a:xfrm>
                <a:off x="7958328" y="4415027"/>
                <a:ext cx="459105" cy="1280160"/>
              </a:xfrm>
              <a:custGeom>
                <a:avLst/>
                <a:gdLst/>
                <a:ahLst/>
                <a:cxnLst/>
                <a:rect l="l" t="t" r="r" b="b"/>
                <a:pathLst>
                  <a:path w="459104" h="1280160">
                    <a:moveTo>
                      <a:pt x="229362" y="0"/>
                    </a:moveTo>
                    <a:lnTo>
                      <a:pt x="180174" y="14760"/>
                    </a:lnTo>
                    <a:lnTo>
                      <a:pt x="134655" y="56960"/>
                    </a:lnTo>
                    <a:lnTo>
                      <a:pt x="93927" y="123480"/>
                    </a:lnTo>
                    <a:lnTo>
                      <a:pt x="75709" y="164884"/>
                    </a:lnTo>
                    <a:lnTo>
                      <a:pt x="59110" y="211197"/>
                    </a:lnTo>
                    <a:lnTo>
                      <a:pt x="44269" y="262029"/>
                    </a:lnTo>
                    <a:lnTo>
                      <a:pt x="31326" y="316991"/>
                    </a:lnTo>
                    <a:lnTo>
                      <a:pt x="20422" y="375691"/>
                    </a:lnTo>
                    <a:lnTo>
                      <a:pt x="11698" y="437740"/>
                    </a:lnTo>
                    <a:lnTo>
                      <a:pt x="5292" y="502747"/>
                    </a:lnTo>
                    <a:lnTo>
                      <a:pt x="1346" y="570323"/>
                    </a:lnTo>
                    <a:lnTo>
                      <a:pt x="0" y="640077"/>
                    </a:lnTo>
                    <a:lnTo>
                      <a:pt x="1346" y="709821"/>
                    </a:lnTo>
                    <a:lnTo>
                      <a:pt x="5292" y="777389"/>
                    </a:lnTo>
                    <a:lnTo>
                      <a:pt x="11698" y="842392"/>
                    </a:lnTo>
                    <a:lnTo>
                      <a:pt x="20422" y="904438"/>
                    </a:lnTo>
                    <a:lnTo>
                      <a:pt x="31326" y="963138"/>
                    </a:lnTo>
                    <a:lnTo>
                      <a:pt x="44269" y="1018100"/>
                    </a:lnTo>
                    <a:lnTo>
                      <a:pt x="59110" y="1068935"/>
                    </a:lnTo>
                    <a:lnTo>
                      <a:pt x="75709" y="1115251"/>
                    </a:lnTo>
                    <a:lnTo>
                      <a:pt x="93927" y="1156659"/>
                    </a:lnTo>
                    <a:lnTo>
                      <a:pt x="113622" y="1192767"/>
                    </a:lnTo>
                    <a:lnTo>
                      <a:pt x="156886" y="1247525"/>
                    </a:lnTo>
                    <a:lnTo>
                      <a:pt x="204379" y="1276401"/>
                    </a:lnTo>
                    <a:lnTo>
                      <a:pt x="229362" y="1280157"/>
                    </a:lnTo>
                    <a:lnTo>
                      <a:pt x="254344" y="1276401"/>
                    </a:lnTo>
                    <a:lnTo>
                      <a:pt x="301837" y="1247525"/>
                    </a:lnTo>
                    <a:lnTo>
                      <a:pt x="345101" y="1192767"/>
                    </a:lnTo>
                    <a:lnTo>
                      <a:pt x="364796" y="1156659"/>
                    </a:lnTo>
                    <a:lnTo>
                      <a:pt x="383014" y="1115251"/>
                    </a:lnTo>
                    <a:lnTo>
                      <a:pt x="399613" y="1068935"/>
                    </a:lnTo>
                    <a:lnTo>
                      <a:pt x="414454" y="1018100"/>
                    </a:lnTo>
                    <a:lnTo>
                      <a:pt x="427397" y="963138"/>
                    </a:lnTo>
                    <a:lnTo>
                      <a:pt x="438301" y="904438"/>
                    </a:lnTo>
                    <a:lnTo>
                      <a:pt x="447025" y="842392"/>
                    </a:lnTo>
                    <a:lnTo>
                      <a:pt x="453431" y="777389"/>
                    </a:lnTo>
                    <a:lnTo>
                      <a:pt x="457377" y="709821"/>
                    </a:lnTo>
                    <a:lnTo>
                      <a:pt x="458724" y="640077"/>
                    </a:lnTo>
                    <a:lnTo>
                      <a:pt x="457377" y="570323"/>
                    </a:lnTo>
                    <a:lnTo>
                      <a:pt x="453431" y="502747"/>
                    </a:lnTo>
                    <a:lnTo>
                      <a:pt x="447025" y="437740"/>
                    </a:lnTo>
                    <a:lnTo>
                      <a:pt x="438301" y="375691"/>
                    </a:lnTo>
                    <a:lnTo>
                      <a:pt x="427397" y="316991"/>
                    </a:lnTo>
                    <a:lnTo>
                      <a:pt x="414454" y="262029"/>
                    </a:lnTo>
                    <a:lnTo>
                      <a:pt x="399613" y="211197"/>
                    </a:lnTo>
                    <a:lnTo>
                      <a:pt x="383014" y="164884"/>
                    </a:lnTo>
                    <a:lnTo>
                      <a:pt x="364796" y="123480"/>
                    </a:lnTo>
                    <a:lnTo>
                      <a:pt x="345101" y="87375"/>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40" name="object 18">
                <a:extLst>
                  <a:ext uri="{FF2B5EF4-FFF2-40B4-BE49-F238E27FC236}">
                    <a16:creationId xmlns:a16="http://schemas.microsoft.com/office/drawing/2014/main" id="{11CE2660-7ED4-47AC-A7D9-671A93BF31B2}"/>
                  </a:ext>
                </a:extLst>
              </p:cNvPr>
              <p:cNvSpPr/>
              <p:nvPr/>
            </p:nvSpPr>
            <p:spPr>
              <a:xfrm>
                <a:off x="7958328" y="4415027"/>
                <a:ext cx="459105" cy="1280160"/>
              </a:xfrm>
              <a:custGeom>
                <a:avLst/>
                <a:gdLst/>
                <a:ahLst/>
                <a:cxnLst/>
                <a:rect l="l" t="t" r="r" b="b"/>
                <a:pathLst>
                  <a:path w="459104" h="1280160">
                    <a:moveTo>
                      <a:pt x="0" y="640077"/>
                    </a:moveTo>
                    <a:lnTo>
                      <a:pt x="1346" y="570323"/>
                    </a:lnTo>
                    <a:lnTo>
                      <a:pt x="5292" y="502747"/>
                    </a:lnTo>
                    <a:lnTo>
                      <a:pt x="11698" y="437740"/>
                    </a:lnTo>
                    <a:lnTo>
                      <a:pt x="20422" y="375691"/>
                    </a:lnTo>
                    <a:lnTo>
                      <a:pt x="31326" y="316991"/>
                    </a:lnTo>
                    <a:lnTo>
                      <a:pt x="44269" y="262029"/>
                    </a:lnTo>
                    <a:lnTo>
                      <a:pt x="59110" y="211197"/>
                    </a:lnTo>
                    <a:lnTo>
                      <a:pt x="75709" y="164884"/>
                    </a:lnTo>
                    <a:lnTo>
                      <a:pt x="93927" y="123480"/>
                    </a:lnTo>
                    <a:lnTo>
                      <a:pt x="113622" y="87375"/>
                    </a:lnTo>
                    <a:lnTo>
                      <a:pt x="156886" y="32625"/>
                    </a:lnTo>
                    <a:lnTo>
                      <a:pt x="204379" y="3755"/>
                    </a:lnTo>
                    <a:lnTo>
                      <a:pt x="229362" y="0"/>
                    </a:lnTo>
                    <a:lnTo>
                      <a:pt x="254344" y="3755"/>
                    </a:lnTo>
                    <a:lnTo>
                      <a:pt x="301837" y="32625"/>
                    </a:lnTo>
                    <a:lnTo>
                      <a:pt x="345101" y="87375"/>
                    </a:lnTo>
                    <a:lnTo>
                      <a:pt x="364796" y="123480"/>
                    </a:lnTo>
                    <a:lnTo>
                      <a:pt x="383014" y="164884"/>
                    </a:lnTo>
                    <a:lnTo>
                      <a:pt x="399613" y="211197"/>
                    </a:lnTo>
                    <a:lnTo>
                      <a:pt x="414454" y="262029"/>
                    </a:lnTo>
                    <a:lnTo>
                      <a:pt x="427397" y="316991"/>
                    </a:lnTo>
                    <a:lnTo>
                      <a:pt x="438301" y="375691"/>
                    </a:lnTo>
                    <a:lnTo>
                      <a:pt x="447025" y="437740"/>
                    </a:lnTo>
                    <a:lnTo>
                      <a:pt x="453431" y="502747"/>
                    </a:lnTo>
                    <a:lnTo>
                      <a:pt x="457377" y="570323"/>
                    </a:lnTo>
                    <a:lnTo>
                      <a:pt x="458724" y="640077"/>
                    </a:lnTo>
                    <a:lnTo>
                      <a:pt x="457377" y="709821"/>
                    </a:lnTo>
                    <a:lnTo>
                      <a:pt x="453431" y="777389"/>
                    </a:lnTo>
                    <a:lnTo>
                      <a:pt x="447025" y="842392"/>
                    </a:lnTo>
                    <a:lnTo>
                      <a:pt x="438301" y="904438"/>
                    </a:lnTo>
                    <a:lnTo>
                      <a:pt x="427397" y="963138"/>
                    </a:lnTo>
                    <a:lnTo>
                      <a:pt x="414454" y="1018100"/>
                    </a:lnTo>
                    <a:lnTo>
                      <a:pt x="399613" y="1068935"/>
                    </a:lnTo>
                    <a:lnTo>
                      <a:pt x="383014" y="1115251"/>
                    </a:lnTo>
                    <a:lnTo>
                      <a:pt x="364796" y="1156659"/>
                    </a:lnTo>
                    <a:lnTo>
                      <a:pt x="345101" y="1192767"/>
                    </a:lnTo>
                    <a:lnTo>
                      <a:pt x="301837" y="1247525"/>
                    </a:lnTo>
                    <a:lnTo>
                      <a:pt x="254344" y="1276401"/>
                    </a:lnTo>
                    <a:lnTo>
                      <a:pt x="229362" y="1280157"/>
                    </a:lnTo>
                    <a:lnTo>
                      <a:pt x="204379" y="1276401"/>
                    </a:lnTo>
                    <a:lnTo>
                      <a:pt x="156886" y="1247525"/>
                    </a:lnTo>
                    <a:lnTo>
                      <a:pt x="113622" y="1192767"/>
                    </a:lnTo>
                    <a:lnTo>
                      <a:pt x="93927" y="1156659"/>
                    </a:lnTo>
                    <a:lnTo>
                      <a:pt x="75709" y="1115251"/>
                    </a:lnTo>
                    <a:lnTo>
                      <a:pt x="59110" y="1068935"/>
                    </a:lnTo>
                    <a:lnTo>
                      <a:pt x="44269" y="1018100"/>
                    </a:lnTo>
                    <a:lnTo>
                      <a:pt x="31326" y="963138"/>
                    </a:lnTo>
                    <a:lnTo>
                      <a:pt x="20422" y="904438"/>
                    </a:lnTo>
                    <a:lnTo>
                      <a:pt x="11698" y="842392"/>
                    </a:lnTo>
                    <a:lnTo>
                      <a:pt x="5292" y="777389"/>
                    </a:lnTo>
                    <a:lnTo>
                      <a:pt x="1346" y="709821"/>
                    </a:lnTo>
                    <a:lnTo>
                      <a:pt x="0" y="640077"/>
                    </a:lnTo>
                    <a:close/>
                  </a:path>
                </a:pathLst>
              </a:custGeom>
              <a:ln w="9525">
                <a:solidFill>
                  <a:srgbClr val="000000"/>
                </a:solidFill>
              </a:ln>
            </p:spPr>
            <p:txBody>
              <a:bodyPr wrap="square" lIns="0" tIns="0" rIns="0" bIns="0" rtlCol="0"/>
              <a:lstStyle/>
              <a:p>
                <a:endParaRPr sz="2000"/>
              </a:p>
            </p:txBody>
          </p:sp>
        </p:grpSp>
        <p:sp>
          <p:nvSpPr>
            <p:cNvPr id="16" name="object 19">
              <a:extLst>
                <a:ext uri="{FF2B5EF4-FFF2-40B4-BE49-F238E27FC236}">
                  <a16:creationId xmlns:a16="http://schemas.microsoft.com/office/drawing/2014/main" id="{7A706CF4-CA9F-4352-AC67-C35584E037D4}"/>
                </a:ext>
              </a:extLst>
            </p:cNvPr>
            <p:cNvSpPr txBox="1"/>
            <p:nvPr/>
          </p:nvSpPr>
          <p:spPr>
            <a:xfrm>
              <a:off x="8917517"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3</a:t>
              </a:r>
              <a:endParaRPr sz="1000">
                <a:latin typeface="Arial"/>
                <a:cs typeface="Arial"/>
              </a:endParaRPr>
            </a:p>
          </p:txBody>
        </p:sp>
        <p:grpSp>
          <p:nvGrpSpPr>
            <p:cNvPr id="17" name="object 20">
              <a:extLst>
                <a:ext uri="{FF2B5EF4-FFF2-40B4-BE49-F238E27FC236}">
                  <a16:creationId xmlns:a16="http://schemas.microsoft.com/office/drawing/2014/main" id="{ACB507E4-A511-4667-B826-5F9343C56AF7}"/>
                </a:ext>
              </a:extLst>
            </p:cNvPr>
            <p:cNvGrpSpPr/>
            <p:nvPr/>
          </p:nvGrpSpPr>
          <p:grpSpPr>
            <a:xfrm>
              <a:off x="9396589" y="4472784"/>
              <a:ext cx="914400" cy="1432983"/>
              <a:chOff x="8456930" y="4410265"/>
              <a:chExt cx="822960" cy="1289685"/>
            </a:xfrm>
          </p:grpSpPr>
          <p:sp>
            <p:nvSpPr>
              <p:cNvPr id="33" name="object 21">
                <a:extLst>
                  <a:ext uri="{FF2B5EF4-FFF2-40B4-BE49-F238E27FC236}">
                    <a16:creationId xmlns:a16="http://schemas.microsoft.com/office/drawing/2014/main" id="{466C6BF8-B1EC-4ECE-BA01-EA64D033695C}"/>
                  </a:ext>
                </a:extLst>
              </p:cNvPr>
              <p:cNvSpPr/>
              <p:nvPr/>
            </p:nvSpPr>
            <p:spPr>
              <a:xfrm>
                <a:off x="8469630" y="4956809"/>
                <a:ext cx="297180" cy="234950"/>
              </a:xfrm>
              <a:custGeom>
                <a:avLst/>
                <a:gdLst/>
                <a:ahLst/>
                <a:cxnLst/>
                <a:rect l="l" t="t" r="r" b="b"/>
                <a:pathLst>
                  <a:path w="297179" h="234950">
                    <a:moveTo>
                      <a:pt x="179832" y="0"/>
                    </a:moveTo>
                    <a:lnTo>
                      <a:pt x="179832" y="58672"/>
                    </a:lnTo>
                    <a:lnTo>
                      <a:pt x="0" y="58672"/>
                    </a:lnTo>
                    <a:lnTo>
                      <a:pt x="0" y="176024"/>
                    </a:lnTo>
                    <a:lnTo>
                      <a:pt x="179832" y="176024"/>
                    </a:lnTo>
                    <a:lnTo>
                      <a:pt x="179832" y="234697"/>
                    </a:lnTo>
                    <a:lnTo>
                      <a:pt x="297180" y="117345"/>
                    </a:lnTo>
                    <a:lnTo>
                      <a:pt x="179832" y="0"/>
                    </a:lnTo>
                    <a:close/>
                  </a:path>
                </a:pathLst>
              </a:custGeom>
              <a:solidFill>
                <a:srgbClr val="B2B2B2"/>
              </a:solidFill>
            </p:spPr>
            <p:txBody>
              <a:bodyPr wrap="square" lIns="0" tIns="0" rIns="0" bIns="0" rtlCol="0"/>
              <a:lstStyle/>
              <a:p>
                <a:endParaRPr sz="2000"/>
              </a:p>
            </p:txBody>
          </p:sp>
          <p:sp>
            <p:nvSpPr>
              <p:cNvPr id="34" name="object 22">
                <a:extLst>
                  <a:ext uri="{FF2B5EF4-FFF2-40B4-BE49-F238E27FC236}">
                    <a16:creationId xmlns:a16="http://schemas.microsoft.com/office/drawing/2014/main" id="{1F4D4A68-74D1-41E6-9EEB-026B32BFBF4A}"/>
                  </a:ext>
                </a:extLst>
              </p:cNvPr>
              <p:cNvSpPr/>
              <p:nvPr/>
            </p:nvSpPr>
            <p:spPr>
              <a:xfrm>
                <a:off x="8469630" y="4956809"/>
                <a:ext cx="297180" cy="234950"/>
              </a:xfrm>
              <a:custGeom>
                <a:avLst/>
                <a:gdLst/>
                <a:ahLst/>
                <a:cxnLst/>
                <a:rect l="l" t="t" r="r" b="b"/>
                <a:pathLst>
                  <a:path w="297179" h="234950">
                    <a:moveTo>
                      <a:pt x="0" y="58672"/>
                    </a:moveTo>
                    <a:lnTo>
                      <a:pt x="179832" y="58672"/>
                    </a:lnTo>
                    <a:lnTo>
                      <a:pt x="179832" y="0"/>
                    </a:lnTo>
                    <a:lnTo>
                      <a:pt x="297180" y="117345"/>
                    </a:lnTo>
                    <a:lnTo>
                      <a:pt x="179832" y="234697"/>
                    </a:lnTo>
                    <a:lnTo>
                      <a:pt x="179832"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35" name="object 23">
                <a:extLst>
                  <a:ext uri="{FF2B5EF4-FFF2-40B4-BE49-F238E27FC236}">
                    <a16:creationId xmlns:a16="http://schemas.microsoft.com/office/drawing/2014/main" id="{EDB9E236-E0B8-4CA3-8043-25DDB7B8DBAD}"/>
                  </a:ext>
                </a:extLst>
              </p:cNvPr>
              <p:cNvSpPr/>
              <p:nvPr/>
            </p:nvSpPr>
            <p:spPr>
              <a:xfrm>
                <a:off x="8817864" y="4415027"/>
                <a:ext cx="457200" cy="1280160"/>
              </a:xfrm>
              <a:custGeom>
                <a:avLst/>
                <a:gdLst/>
                <a:ahLst/>
                <a:cxnLst/>
                <a:rect l="l" t="t" r="r" b="b"/>
                <a:pathLst>
                  <a:path w="457200" h="1280160">
                    <a:moveTo>
                      <a:pt x="228600" y="0"/>
                    </a:moveTo>
                    <a:lnTo>
                      <a:pt x="179564" y="14760"/>
                    </a:lnTo>
                    <a:lnTo>
                      <a:pt x="134191" y="56960"/>
                    </a:lnTo>
                    <a:lnTo>
                      <a:pt x="93597" y="123480"/>
                    </a:lnTo>
                    <a:lnTo>
                      <a:pt x="75442" y="164884"/>
                    </a:lnTo>
                    <a:lnTo>
                      <a:pt x="58900" y="211197"/>
                    </a:lnTo>
                    <a:lnTo>
                      <a:pt x="44110" y="262029"/>
                    </a:lnTo>
                    <a:lnTo>
                      <a:pt x="31213" y="316991"/>
                    </a:lnTo>
                    <a:lnTo>
                      <a:pt x="20348" y="375691"/>
                    </a:lnTo>
                    <a:lnTo>
                      <a:pt x="11655" y="437740"/>
                    </a:lnTo>
                    <a:lnTo>
                      <a:pt x="5273" y="502747"/>
                    </a:lnTo>
                    <a:lnTo>
                      <a:pt x="1341" y="570323"/>
                    </a:lnTo>
                    <a:lnTo>
                      <a:pt x="0" y="640077"/>
                    </a:lnTo>
                    <a:lnTo>
                      <a:pt x="1341" y="709821"/>
                    </a:lnTo>
                    <a:lnTo>
                      <a:pt x="5273" y="777389"/>
                    </a:lnTo>
                    <a:lnTo>
                      <a:pt x="11655" y="842392"/>
                    </a:lnTo>
                    <a:lnTo>
                      <a:pt x="20348" y="904438"/>
                    </a:lnTo>
                    <a:lnTo>
                      <a:pt x="31213" y="963138"/>
                    </a:lnTo>
                    <a:lnTo>
                      <a:pt x="44110" y="1018100"/>
                    </a:lnTo>
                    <a:lnTo>
                      <a:pt x="58900" y="1068935"/>
                    </a:lnTo>
                    <a:lnTo>
                      <a:pt x="75442" y="1115251"/>
                    </a:lnTo>
                    <a:lnTo>
                      <a:pt x="93597" y="1156659"/>
                    </a:lnTo>
                    <a:lnTo>
                      <a:pt x="113227" y="1192767"/>
                    </a:lnTo>
                    <a:lnTo>
                      <a:pt x="156350" y="1247525"/>
                    </a:lnTo>
                    <a:lnTo>
                      <a:pt x="203694" y="1276401"/>
                    </a:lnTo>
                    <a:lnTo>
                      <a:pt x="228600" y="1280157"/>
                    </a:lnTo>
                    <a:lnTo>
                      <a:pt x="253506" y="1276401"/>
                    </a:lnTo>
                    <a:lnTo>
                      <a:pt x="300849" y="1247525"/>
                    </a:lnTo>
                    <a:lnTo>
                      <a:pt x="343972" y="1192767"/>
                    </a:lnTo>
                    <a:lnTo>
                      <a:pt x="363602" y="1156659"/>
                    </a:lnTo>
                    <a:lnTo>
                      <a:pt x="381757" y="1115251"/>
                    </a:lnTo>
                    <a:lnTo>
                      <a:pt x="398300" y="1068935"/>
                    </a:lnTo>
                    <a:lnTo>
                      <a:pt x="413089" y="1018100"/>
                    </a:lnTo>
                    <a:lnTo>
                      <a:pt x="425986" y="963138"/>
                    </a:lnTo>
                    <a:lnTo>
                      <a:pt x="436851" y="904438"/>
                    </a:lnTo>
                    <a:lnTo>
                      <a:pt x="445544" y="842392"/>
                    </a:lnTo>
                    <a:lnTo>
                      <a:pt x="451926" y="777389"/>
                    </a:lnTo>
                    <a:lnTo>
                      <a:pt x="455858" y="709821"/>
                    </a:lnTo>
                    <a:lnTo>
                      <a:pt x="457200" y="640077"/>
                    </a:lnTo>
                    <a:lnTo>
                      <a:pt x="455858" y="570323"/>
                    </a:lnTo>
                    <a:lnTo>
                      <a:pt x="451926" y="502747"/>
                    </a:lnTo>
                    <a:lnTo>
                      <a:pt x="445544" y="437740"/>
                    </a:lnTo>
                    <a:lnTo>
                      <a:pt x="436851" y="375691"/>
                    </a:lnTo>
                    <a:lnTo>
                      <a:pt x="425986" y="316991"/>
                    </a:lnTo>
                    <a:lnTo>
                      <a:pt x="413089" y="262029"/>
                    </a:lnTo>
                    <a:lnTo>
                      <a:pt x="398300" y="211197"/>
                    </a:lnTo>
                    <a:lnTo>
                      <a:pt x="381757" y="164884"/>
                    </a:lnTo>
                    <a:lnTo>
                      <a:pt x="363602" y="123480"/>
                    </a:lnTo>
                    <a:lnTo>
                      <a:pt x="343972" y="87375"/>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6" name="object 24">
                <a:extLst>
                  <a:ext uri="{FF2B5EF4-FFF2-40B4-BE49-F238E27FC236}">
                    <a16:creationId xmlns:a16="http://schemas.microsoft.com/office/drawing/2014/main" id="{384536E7-E9D3-415E-AE46-4F194D530693}"/>
                  </a:ext>
                </a:extLst>
              </p:cNvPr>
              <p:cNvSpPr/>
              <p:nvPr/>
            </p:nvSpPr>
            <p:spPr>
              <a:xfrm>
                <a:off x="8817864" y="4415027"/>
                <a:ext cx="457200" cy="1280160"/>
              </a:xfrm>
              <a:custGeom>
                <a:avLst/>
                <a:gdLst/>
                <a:ahLst/>
                <a:cxnLst/>
                <a:rect l="l" t="t" r="r" b="b"/>
                <a:pathLst>
                  <a:path w="457200" h="1280160">
                    <a:moveTo>
                      <a:pt x="0" y="640077"/>
                    </a:moveTo>
                    <a:lnTo>
                      <a:pt x="1341" y="570323"/>
                    </a:lnTo>
                    <a:lnTo>
                      <a:pt x="5273" y="502747"/>
                    </a:lnTo>
                    <a:lnTo>
                      <a:pt x="11655" y="437740"/>
                    </a:lnTo>
                    <a:lnTo>
                      <a:pt x="20348" y="375691"/>
                    </a:lnTo>
                    <a:lnTo>
                      <a:pt x="31213" y="316991"/>
                    </a:lnTo>
                    <a:lnTo>
                      <a:pt x="44110" y="262029"/>
                    </a:lnTo>
                    <a:lnTo>
                      <a:pt x="58900" y="211197"/>
                    </a:lnTo>
                    <a:lnTo>
                      <a:pt x="75442" y="164884"/>
                    </a:lnTo>
                    <a:lnTo>
                      <a:pt x="93597" y="123480"/>
                    </a:lnTo>
                    <a:lnTo>
                      <a:pt x="113227" y="87375"/>
                    </a:lnTo>
                    <a:lnTo>
                      <a:pt x="156350" y="32625"/>
                    </a:lnTo>
                    <a:lnTo>
                      <a:pt x="203694" y="3755"/>
                    </a:lnTo>
                    <a:lnTo>
                      <a:pt x="228600" y="0"/>
                    </a:lnTo>
                    <a:lnTo>
                      <a:pt x="253506" y="3755"/>
                    </a:lnTo>
                    <a:lnTo>
                      <a:pt x="300849" y="32625"/>
                    </a:lnTo>
                    <a:lnTo>
                      <a:pt x="343972" y="87375"/>
                    </a:lnTo>
                    <a:lnTo>
                      <a:pt x="363602" y="123480"/>
                    </a:lnTo>
                    <a:lnTo>
                      <a:pt x="381757" y="164884"/>
                    </a:lnTo>
                    <a:lnTo>
                      <a:pt x="398300" y="211197"/>
                    </a:lnTo>
                    <a:lnTo>
                      <a:pt x="413089" y="262029"/>
                    </a:lnTo>
                    <a:lnTo>
                      <a:pt x="425986" y="316991"/>
                    </a:lnTo>
                    <a:lnTo>
                      <a:pt x="436851" y="375691"/>
                    </a:lnTo>
                    <a:lnTo>
                      <a:pt x="445544" y="437740"/>
                    </a:lnTo>
                    <a:lnTo>
                      <a:pt x="451926" y="502747"/>
                    </a:lnTo>
                    <a:lnTo>
                      <a:pt x="455858" y="570323"/>
                    </a:lnTo>
                    <a:lnTo>
                      <a:pt x="457200" y="640077"/>
                    </a:lnTo>
                    <a:lnTo>
                      <a:pt x="455858" y="709821"/>
                    </a:lnTo>
                    <a:lnTo>
                      <a:pt x="451926" y="777389"/>
                    </a:lnTo>
                    <a:lnTo>
                      <a:pt x="445544" y="842392"/>
                    </a:lnTo>
                    <a:lnTo>
                      <a:pt x="436851" y="904438"/>
                    </a:lnTo>
                    <a:lnTo>
                      <a:pt x="425986" y="963138"/>
                    </a:lnTo>
                    <a:lnTo>
                      <a:pt x="413089" y="1018100"/>
                    </a:lnTo>
                    <a:lnTo>
                      <a:pt x="398300" y="1068935"/>
                    </a:lnTo>
                    <a:lnTo>
                      <a:pt x="381757" y="1115251"/>
                    </a:lnTo>
                    <a:lnTo>
                      <a:pt x="363602" y="1156659"/>
                    </a:lnTo>
                    <a:lnTo>
                      <a:pt x="343972" y="1192767"/>
                    </a:lnTo>
                    <a:lnTo>
                      <a:pt x="300849" y="1247525"/>
                    </a:lnTo>
                    <a:lnTo>
                      <a:pt x="253506" y="1276401"/>
                    </a:lnTo>
                    <a:lnTo>
                      <a:pt x="228600" y="1280157"/>
                    </a:lnTo>
                    <a:lnTo>
                      <a:pt x="203694" y="1276401"/>
                    </a:lnTo>
                    <a:lnTo>
                      <a:pt x="156350" y="1247525"/>
                    </a:lnTo>
                    <a:lnTo>
                      <a:pt x="113227" y="1192767"/>
                    </a:lnTo>
                    <a:lnTo>
                      <a:pt x="93597" y="1156659"/>
                    </a:lnTo>
                    <a:lnTo>
                      <a:pt x="75442" y="1115251"/>
                    </a:lnTo>
                    <a:lnTo>
                      <a:pt x="58900" y="1068935"/>
                    </a:lnTo>
                    <a:lnTo>
                      <a:pt x="44110" y="1018100"/>
                    </a:lnTo>
                    <a:lnTo>
                      <a:pt x="31213" y="963138"/>
                    </a:lnTo>
                    <a:lnTo>
                      <a:pt x="20348" y="904438"/>
                    </a:lnTo>
                    <a:lnTo>
                      <a:pt x="11655" y="842392"/>
                    </a:lnTo>
                    <a:lnTo>
                      <a:pt x="5273" y="777389"/>
                    </a:lnTo>
                    <a:lnTo>
                      <a:pt x="1341" y="709821"/>
                    </a:lnTo>
                    <a:lnTo>
                      <a:pt x="0" y="640077"/>
                    </a:lnTo>
                    <a:close/>
                  </a:path>
                </a:pathLst>
              </a:custGeom>
              <a:ln w="9525">
                <a:solidFill>
                  <a:srgbClr val="000000"/>
                </a:solidFill>
              </a:ln>
            </p:spPr>
            <p:txBody>
              <a:bodyPr wrap="square" lIns="0" tIns="0" rIns="0" bIns="0" rtlCol="0"/>
              <a:lstStyle/>
              <a:p>
                <a:endParaRPr sz="2000"/>
              </a:p>
            </p:txBody>
          </p:sp>
        </p:grpSp>
        <p:sp>
          <p:nvSpPr>
            <p:cNvPr id="18" name="object 25">
              <a:extLst>
                <a:ext uri="{FF2B5EF4-FFF2-40B4-BE49-F238E27FC236}">
                  <a16:creationId xmlns:a16="http://schemas.microsoft.com/office/drawing/2014/main" id="{B556774D-B3E4-4C8F-93EF-A554931C5BE2}"/>
                </a:ext>
              </a:extLst>
            </p:cNvPr>
            <p:cNvSpPr txBox="1"/>
            <p:nvPr/>
          </p:nvSpPr>
          <p:spPr>
            <a:xfrm>
              <a:off x="9871852"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4</a:t>
              </a:r>
              <a:endParaRPr sz="1000">
                <a:latin typeface="Arial"/>
                <a:cs typeface="Arial"/>
              </a:endParaRPr>
            </a:p>
          </p:txBody>
        </p:sp>
        <p:grpSp>
          <p:nvGrpSpPr>
            <p:cNvPr id="19" name="object 26">
              <a:extLst>
                <a:ext uri="{FF2B5EF4-FFF2-40B4-BE49-F238E27FC236}">
                  <a16:creationId xmlns:a16="http://schemas.microsoft.com/office/drawing/2014/main" id="{2509DD5D-CF63-4301-BE94-5F90A0630A72}"/>
                </a:ext>
              </a:extLst>
            </p:cNvPr>
            <p:cNvGrpSpPr/>
            <p:nvPr/>
          </p:nvGrpSpPr>
          <p:grpSpPr>
            <a:xfrm>
              <a:off x="10351629" y="4472784"/>
              <a:ext cx="973667" cy="1432983"/>
              <a:chOff x="9316466" y="4410265"/>
              <a:chExt cx="876300" cy="1289685"/>
            </a:xfrm>
          </p:grpSpPr>
          <p:sp>
            <p:nvSpPr>
              <p:cNvPr id="29" name="object 27">
                <a:extLst>
                  <a:ext uri="{FF2B5EF4-FFF2-40B4-BE49-F238E27FC236}">
                    <a16:creationId xmlns:a16="http://schemas.microsoft.com/office/drawing/2014/main" id="{2EB60106-5833-4EBD-8B40-901C880609C7}"/>
                  </a:ext>
                </a:extLst>
              </p:cNvPr>
              <p:cNvSpPr/>
              <p:nvPr/>
            </p:nvSpPr>
            <p:spPr>
              <a:xfrm>
                <a:off x="9329166" y="4956809"/>
                <a:ext cx="295910" cy="234950"/>
              </a:xfrm>
              <a:custGeom>
                <a:avLst/>
                <a:gdLst/>
                <a:ahLst/>
                <a:cxnLst/>
                <a:rect l="l" t="t" r="r" b="b"/>
                <a:pathLst>
                  <a:path w="295909" h="234950">
                    <a:moveTo>
                      <a:pt x="178308" y="0"/>
                    </a:moveTo>
                    <a:lnTo>
                      <a:pt x="178308" y="58672"/>
                    </a:lnTo>
                    <a:lnTo>
                      <a:pt x="0" y="58672"/>
                    </a:lnTo>
                    <a:lnTo>
                      <a:pt x="0" y="176024"/>
                    </a:lnTo>
                    <a:lnTo>
                      <a:pt x="178308" y="176024"/>
                    </a:lnTo>
                    <a:lnTo>
                      <a:pt x="178308" y="234697"/>
                    </a:lnTo>
                    <a:lnTo>
                      <a:pt x="295656" y="117345"/>
                    </a:lnTo>
                    <a:lnTo>
                      <a:pt x="178308" y="0"/>
                    </a:lnTo>
                    <a:close/>
                  </a:path>
                </a:pathLst>
              </a:custGeom>
              <a:solidFill>
                <a:srgbClr val="B2B2B2"/>
              </a:solidFill>
            </p:spPr>
            <p:txBody>
              <a:bodyPr wrap="square" lIns="0" tIns="0" rIns="0" bIns="0" rtlCol="0"/>
              <a:lstStyle/>
              <a:p>
                <a:endParaRPr sz="2000"/>
              </a:p>
            </p:txBody>
          </p:sp>
          <p:sp>
            <p:nvSpPr>
              <p:cNvPr id="30" name="object 28">
                <a:extLst>
                  <a:ext uri="{FF2B5EF4-FFF2-40B4-BE49-F238E27FC236}">
                    <a16:creationId xmlns:a16="http://schemas.microsoft.com/office/drawing/2014/main" id="{A8F69E12-EB00-48C0-A09B-BD7382D7A04B}"/>
                  </a:ext>
                </a:extLst>
              </p:cNvPr>
              <p:cNvSpPr/>
              <p:nvPr/>
            </p:nvSpPr>
            <p:spPr>
              <a:xfrm>
                <a:off x="9329166" y="4956809"/>
                <a:ext cx="295910" cy="234950"/>
              </a:xfrm>
              <a:custGeom>
                <a:avLst/>
                <a:gdLst/>
                <a:ahLst/>
                <a:cxnLst/>
                <a:rect l="l" t="t" r="r" b="b"/>
                <a:pathLst>
                  <a:path w="295909" h="234950">
                    <a:moveTo>
                      <a:pt x="0" y="58672"/>
                    </a:moveTo>
                    <a:lnTo>
                      <a:pt x="178308" y="58672"/>
                    </a:lnTo>
                    <a:lnTo>
                      <a:pt x="178308" y="0"/>
                    </a:lnTo>
                    <a:lnTo>
                      <a:pt x="295656" y="117345"/>
                    </a:lnTo>
                    <a:lnTo>
                      <a:pt x="178308" y="234697"/>
                    </a:lnTo>
                    <a:lnTo>
                      <a:pt x="178308"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31" name="object 29">
                <a:extLst>
                  <a:ext uri="{FF2B5EF4-FFF2-40B4-BE49-F238E27FC236}">
                    <a16:creationId xmlns:a16="http://schemas.microsoft.com/office/drawing/2014/main" id="{E21AEE41-8F26-4700-B896-D100FD3F602A}"/>
                  </a:ext>
                </a:extLst>
              </p:cNvPr>
              <p:cNvSpPr/>
              <p:nvPr/>
            </p:nvSpPr>
            <p:spPr>
              <a:xfrm>
                <a:off x="9730740" y="4415027"/>
                <a:ext cx="457200" cy="1280160"/>
              </a:xfrm>
              <a:custGeom>
                <a:avLst/>
                <a:gdLst/>
                <a:ahLst/>
                <a:cxnLst/>
                <a:rect l="l" t="t" r="r" b="b"/>
                <a:pathLst>
                  <a:path w="457200" h="1280160">
                    <a:moveTo>
                      <a:pt x="228600" y="0"/>
                    </a:moveTo>
                    <a:lnTo>
                      <a:pt x="179564" y="14760"/>
                    </a:lnTo>
                    <a:lnTo>
                      <a:pt x="134191" y="56960"/>
                    </a:lnTo>
                    <a:lnTo>
                      <a:pt x="93597" y="123480"/>
                    </a:lnTo>
                    <a:lnTo>
                      <a:pt x="75442" y="164884"/>
                    </a:lnTo>
                    <a:lnTo>
                      <a:pt x="58900" y="211197"/>
                    </a:lnTo>
                    <a:lnTo>
                      <a:pt x="44110" y="262029"/>
                    </a:lnTo>
                    <a:lnTo>
                      <a:pt x="31213" y="316991"/>
                    </a:lnTo>
                    <a:lnTo>
                      <a:pt x="20348" y="375691"/>
                    </a:lnTo>
                    <a:lnTo>
                      <a:pt x="11655" y="437740"/>
                    </a:lnTo>
                    <a:lnTo>
                      <a:pt x="5273" y="502747"/>
                    </a:lnTo>
                    <a:lnTo>
                      <a:pt x="1341" y="570323"/>
                    </a:lnTo>
                    <a:lnTo>
                      <a:pt x="0" y="640077"/>
                    </a:lnTo>
                    <a:lnTo>
                      <a:pt x="1341" y="709821"/>
                    </a:lnTo>
                    <a:lnTo>
                      <a:pt x="5273" y="777389"/>
                    </a:lnTo>
                    <a:lnTo>
                      <a:pt x="11655" y="842392"/>
                    </a:lnTo>
                    <a:lnTo>
                      <a:pt x="20348" y="904438"/>
                    </a:lnTo>
                    <a:lnTo>
                      <a:pt x="31213" y="963138"/>
                    </a:lnTo>
                    <a:lnTo>
                      <a:pt x="44110" y="1018100"/>
                    </a:lnTo>
                    <a:lnTo>
                      <a:pt x="58900" y="1068935"/>
                    </a:lnTo>
                    <a:lnTo>
                      <a:pt x="75442" y="1115251"/>
                    </a:lnTo>
                    <a:lnTo>
                      <a:pt x="93597" y="1156659"/>
                    </a:lnTo>
                    <a:lnTo>
                      <a:pt x="113227" y="1192767"/>
                    </a:lnTo>
                    <a:lnTo>
                      <a:pt x="156350" y="1247525"/>
                    </a:lnTo>
                    <a:lnTo>
                      <a:pt x="203694" y="1276401"/>
                    </a:lnTo>
                    <a:lnTo>
                      <a:pt x="228600" y="1280157"/>
                    </a:lnTo>
                    <a:lnTo>
                      <a:pt x="253506" y="1276401"/>
                    </a:lnTo>
                    <a:lnTo>
                      <a:pt x="300849" y="1247525"/>
                    </a:lnTo>
                    <a:lnTo>
                      <a:pt x="343972" y="1192767"/>
                    </a:lnTo>
                    <a:lnTo>
                      <a:pt x="363602" y="1156659"/>
                    </a:lnTo>
                    <a:lnTo>
                      <a:pt x="381757" y="1115251"/>
                    </a:lnTo>
                    <a:lnTo>
                      <a:pt x="398300" y="1068935"/>
                    </a:lnTo>
                    <a:lnTo>
                      <a:pt x="413089" y="1018100"/>
                    </a:lnTo>
                    <a:lnTo>
                      <a:pt x="425986" y="963138"/>
                    </a:lnTo>
                    <a:lnTo>
                      <a:pt x="436851" y="904438"/>
                    </a:lnTo>
                    <a:lnTo>
                      <a:pt x="445544" y="842392"/>
                    </a:lnTo>
                    <a:lnTo>
                      <a:pt x="451926" y="777389"/>
                    </a:lnTo>
                    <a:lnTo>
                      <a:pt x="455858" y="709821"/>
                    </a:lnTo>
                    <a:lnTo>
                      <a:pt x="457200" y="640077"/>
                    </a:lnTo>
                    <a:lnTo>
                      <a:pt x="455858" y="570323"/>
                    </a:lnTo>
                    <a:lnTo>
                      <a:pt x="451926" y="502747"/>
                    </a:lnTo>
                    <a:lnTo>
                      <a:pt x="445544" y="437740"/>
                    </a:lnTo>
                    <a:lnTo>
                      <a:pt x="436851" y="375691"/>
                    </a:lnTo>
                    <a:lnTo>
                      <a:pt x="425986" y="316991"/>
                    </a:lnTo>
                    <a:lnTo>
                      <a:pt x="413089" y="262029"/>
                    </a:lnTo>
                    <a:lnTo>
                      <a:pt x="398300" y="211197"/>
                    </a:lnTo>
                    <a:lnTo>
                      <a:pt x="381757" y="164884"/>
                    </a:lnTo>
                    <a:lnTo>
                      <a:pt x="363602" y="123480"/>
                    </a:lnTo>
                    <a:lnTo>
                      <a:pt x="343972" y="87375"/>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2" name="object 30">
                <a:extLst>
                  <a:ext uri="{FF2B5EF4-FFF2-40B4-BE49-F238E27FC236}">
                    <a16:creationId xmlns:a16="http://schemas.microsoft.com/office/drawing/2014/main" id="{F2AB868F-5BE3-45CC-9118-3B83FDAF538B}"/>
                  </a:ext>
                </a:extLst>
              </p:cNvPr>
              <p:cNvSpPr/>
              <p:nvPr/>
            </p:nvSpPr>
            <p:spPr>
              <a:xfrm>
                <a:off x="9730740" y="4415027"/>
                <a:ext cx="457200" cy="1280160"/>
              </a:xfrm>
              <a:custGeom>
                <a:avLst/>
                <a:gdLst/>
                <a:ahLst/>
                <a:cxnLst/>
                <a:rect l="l" t="t" r="r" b="b"/>
                <a:pathLst>
                  <a:path w="457200" h="1280160">
                    <a:moveTo>
                      <a:pt x="0" y="640077"/>
                    </a:moveTo>
                    <a:lnTo>
                      <a:pt x="1341" y="570323"/>
                    </a:lnTo>
                    <a:lnTo>
                      <a:pt x="5273" y="502747"/>
                    </a:lnTo>
                    <a:lnTo>
                      <a:pt x="11655" y="437740"/>
                    </a:lnTo>
                    <a:lnTo>
                      <a:pt x="20348" y="375691"/>
                    </a:lnTo>
                    <a:lnTo>
                      <a:pt x="31213" y="316991"/>
                    </a:lnTo>
                    <a:lnTo>
                      <a:pt x="44110" y="262029"/>
                    </a:lnTo>
                    <a:lnTo>
                      <a:pt x="58900" y="211197"/>
                    </a:lnTo>
                    <a:lnTo>
                      <a:pt x="75442" y="164884"/>
                    </a:lnTo>
                    <a:lnTo>
                      <a:pt x="93597" y="123480"/>
                    </a:lnTo>
                    <a:lnTo>
                      <a:pt x="113227" y="87375"/>
                    </a:lnTo>
                    <a:lnTo>
                      <a:pt x="156350" y="32625"/>
                    </a:lnTo>
                    <a:lnTo>
                      <a:pt x="203694" y="3755"/>
                    </a:lnTo>
                    <a:lnTo>
                      <a:pt x="228600" y="0"/>
                    </a:lnTo>
                    <a:lnTo>
                      <a:pt x="253506" y="3755"/>
                    </a:lnTo>
                    <a:lnTo>
                      <a:pt x="300849" y="32625"/>
                    </a:lnTo>
                    <a:lnTo>
                      <a:pt x="343972" y="87375"/>
                    </a:lnTo>
                    <a:lnTo>
                      <a:pt x="363602" y="123480"/>
                    </a:lnTo>
                    <a:lnTo>
                      <a:pt x="381757" y="164884"/>
                    </a:lnTo>
                    <a:lnTo>
                      <a:pt x="398300" y="211197"/>
                    </a:lnTo>
                    <a:lnTo>
                      <a:pt x="413089" y="262029"/>
                    </a:lnTo>
                    <a:lnTo>
                      <a:pt x="425986" y="316991"/>
                    </a:lnTo>
                    <a:lnTo>
                      <a:pt x="436851" y="375691"/>
                    </a:lnTo>
                    <a:lnTo>
                      <a:pt x="445544" y="437740"/>
                    </a:lnTo>
                    <a:lnTo>
                      <a:pt x="451926" y="502747"/>
                    </a:lnTo>
                    <a:lnTo>
                      <a:pt x="455858" y="570323"/>
                    </a:lnTo>
                    <a:lnTo>
                      <a:pt x="457200" y="640077"/>
                    </a:lnTo>
                    <a:lnTo>
                      <a:pt x="455858" y="709821"/>
                    </a:lnTo>
                    <a:lnTo>
                      <a:pt x="451926" y="777389"/>
                    </a:lnTo>
                    <a:lnTo>
                      <a:pt x="445544" y="842392"/>
                    </a:lnTo>
                    <a:lnTo>
                      <a:pt x="436851" y="904438"/>
                    </a:lnTo>
                    <a:lnTo>
                      <a:pt x="425986" y="963138"/>
                    </a:lnTo>
                    <a:lnTo>
                      <a:pt x="413089" y="1018100"/>
                    </a:lnTo>
                    <a:lnTo>
                      <a:pt x="398300" y="1068935"/>
                    </a:lnTo>
                    <a:lnTo>
                      <a:pt x="381757" y="1115251"/>
                    </a:lnTo>
                    <a:lnTo>
                      <a:pt x="363602" y="1156659"/>
                    </a:lnTo>
                    <a:lnTo>
                      <a:pt x="343972" y="1192767"/>
                    </a:lnTo>
                    <a:lnTo>
                      <a:pt x="300849" y="1247525"/>
                    </a:lnTo>
                    <a:lnTo>
                      <a:pt x="253506" y="1276401"/>
                    </a:lnTo>
                    <a:lnTo>
                      <a:pt x="228600" y="1280157"/>
                    </a:lnTo>
                    <a:lnTo>
                      <a:pt x="203694" y="1276401"/>
                    </a:lnTo>
                    <a:lnTo>
                      <a:pt x="156350" y="1247525"/>
                    </a:lnTo>
                    <a:lnTo>
                      <a:pt x="113227" y="1192767"/>
                    </a:lnTo>
                    <a:lnTo>
                      <a:pt x="93597" y="1156659"/>
                    </a:lnTo>
                    <a:lnTo>
                      <a:pt x="75442" y="1115251"/>
                    </a:lnTo>
                    <a:lnTo>
                      <a:pt x="58900" y="1068935"/>
                    </a:lnTo>
                    <a:lnTo>
                      <a:pt x="44110" y="1018100"/>
                    </a:lnTo>
                    <a:lnTo>
                      <a:pt x="31213" y="963138"/>
                    </a:lnTo>
                    <a:lnTo>
                      <a:pt x="20348" y="904438"/>
                    </a:lnTo>
                    <a:lnTo>
                      <a:pt x="11655" y="842392"/>
                    </a:lnTo>
                    <a:lnTo>
                      <a:pt x="5273" y="777389"/>
                    </a:lnTo>
                    <a:lnTo>
                      <a:pt x="1341" y="709821"/>
                    </a:lnTo>
                    <a:lnTo>
                      <a:pt x="0" y="640077"/>
                    </a:lnTo>
                    <a:close/>
                  </a:path>
                </a:pathLst>
              </a:custGeom>
              <a:ln w="9525">
                <a:solidFill>
                  <a:srgbClr val="000000"/>
                </a:solidFill>
              </a:ln>
            </p:spPr>
            <p:txBody>
              <a:bodyPr wrap="square" lIns="0" tIns="0" rIns="0" bIns="0" rtlCol="0"/>
              <a:lstStyle/>
              <a:p>
                <a:endParaRPr sz="2000"/>
              </a:p>
            </p:txBody>
          </p:sp>
        </p:grpSp>
        <p:sp>
          <p:nvSpPr>
            <p:cNvPr id="20" name="object 31">
              <a:extLst>
                <a:ext uri="{FF2B5EF4-FFF2-40B4-BE49-F238E27FC236}">
                  <a16:creationId xmlns:a16="http://schemas.microsoft.com/office/drawing/2014/main" id="{69D2A782-3443-486B-A005-A8961F72F248}"/>
                </a:ext>
              </a:extLst>
            </p:cNvPr>
            <p:cNvSpPr txBox="1"/>
            <p:nvPr/>
          </p:nvSpPr>
          <p:spPr>
            <a:xfrm>
              <a:off x="10886581"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5</a:t>
              </a:r>
              <a:endParaRPr sz="1000">
                <a:latin typeface="Arial"/>
                <a:cs typeface="Arial"/>
              </a:endParaRPr>
            </a:p>
          </p:txBody>
        </p:sp>
        <p:grpSp>
          <p:nvGrpSpPr>
            <p:cNvPr id="21" name="object 32">
              <a:extLst>
                <a:ext uri="{FF2B5EF4-FFF2-40B4-BE49-F238E27FC236}">
                  <a16:creationId xmlns:a16="http://schemas.microsoft.com/office/drawing/2014/main" id="{0C2203A3-72F5-46FF-B469-1254A522486A}"/>
                </a:ext>
              </a:extLst>
            </p:cNvPr>
            <p:cNvGrpSpPr/>
            <p:nvPr/>
          </p:nvGrpSpPr>
          <p:grpSpPr>
            <a:xfrm>
              <a:off x="5574453" y="4884476"/>
              <a:ext cx="6155267" cy="652639"/>
              <a:chOff x="5017008" y="4780788"/>
              <a:chExt cx="5539740" cy="587375"/>
            </a:xfrm>
          </p:grpSpPr>
          <p:sp>
            <p:nvSpPr>
              <p:cNvPr id="26" name="object 33">
                <a:extLst>
                  <a:ext uri="{FF2B5EF4-FFF2-40B4-BE49-F238E27FC236}">
                    <a16:creationId xmlns:a16="http://schemas.microsoft.com/office/drawing/2014/main" id="{4604826B-3CF6-45A5-BFEA-441EB563582C}"/>
                  </a:ext>
                </a:extLst>
              </p:cNvPr>
              <p:cNvSpPr/>
              <p:nvPr/>
            </p:nvSpPr>
            <p:spPr>
              <a:xfrm>
                <a:off x="10242042" y="4956810"/>
                <a:ext cx="295910" cy="234950"/>
              </a:xfrm>
              <a:custGeom>
                <a:avLst/>
                <a:gdLst/>
                <a:ahLst/>
                <a:cxnLst/>
                <a:rect l="l" t="t" r="r" b="b"/>
                <a:pathLst>
                  <a:path w="295909" h="234950">
                    <a:moveTo>
                      <a:pt x="178308" y="0"/>
                    </a:moveTo>
                    <a:lnTo>
                      <a:pt x="178308" y="58672"/>
                    </a:lnTo>
                    <a:lnTo>
                      <a:pt x="0" y="58672"/>
                    </a:lnTo>
                    <a:lnTo>
                      <a:pt x="0" y="176024"/>
                    </a:lnTo>
                    <a:lnTo>
                      <a:pt x="178308" y="176024"/>
                    </a:lnTo>
                    <a:lnTo>
                      <a:pt x="178308" y="234697"/>
                    </a:lnTo>
                    <a:lnTo>
                      <a:pt x="295656" y="117345"/>
                    </a:lnTo>
                    <a:lnTo>
                      <a:pt x="178308" y="0"/>
                    </a:lnTo>
                    <a:close/>
                  </a:path>
                </a:pathLst>
              </a:custGeom>
              <a:solidFill>
                <a:srgbClr val="B2B2B2"/>
              </a:solidFill>
            </p:spPr>
            <p:txBody>
              <a:bodyPr wrap="square" lIns="0" tIns="0" rIns="0" bIns="0" rtlCol="0"/>
              <a:lstStyle/>
              <a:p>
                <a:endParaRPr sz="2000"/>
              </a:p>
            </p:txBody>
          </p:sp>
          <p:sp>
            <p:nvSpPr>
              <p:cNvPr id="27" name="object 34">
                <a:extLst>
                  <a:ext uri="{FF2B5EF4-FFF2-40B4-BE49-F238E27FC236}">
                    <a16:creationId xmlns:a16="http://schemas.microsoft.com/office/drawing/2014/main" id="{66AC9113-DB94-432B-B086-439F91EADE39}"/>
                  </a:ext>
                </a:extLst>
              </p:cNvPr>
              <p:cNvSpPr/>
              <p:nvPr/>
            </p:nvSpPr>
            <p:spPr>
              <a:xfrm>
                <a:off x="10242042" y="4956810"/>
                <a:ext cx="295910" cy="234950"/>
              </a:xfrm>
              <a:custGeom>
                <a:avLst/>
                <a:gdLst/>
                <a:ahLst/>
                <a:cxnLst/>
                <a:rect l="l" t="t" r="r" b="b"/>
                <a:pathLst>
                  <a:path w="295909" h="234950">
                    <a:moveTo>
                      <a:pt x="0" y="58672"/>
                    </a:moveTo>
                    <a:lnTo>
                      <a:pt x="178308" y="58672"/>
                    </a:lnTo>
                    <a:lnTo>
                      <a:pt x="178308" y="0"/>
                    </a:lnTo>
                    <a:lnTo>
                      <a:pt x="295656" y="117345"/>
                    </a:lnTo>
                    <a:lnTo>
                      <a:pt x="178308" y="234697"/>
                    </a:lnTo>
                    <a:lnTo>
                      <a:pt x="178308"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28" name="object 35">
                <a:extLst>
                  <a:ext uri="{FF2B5EF4-FFF2-40B4-BE49-F238E27FC236}">
                    <a16:creationId xmlns:a16="http://schemas.microsoft.com/office/drawing/2014/main" id="{27D087E1-445A-428F-95AF-88A9F908460B}"/>
                  </a:ext>
                </a:extLst>
              </p:cNvPr>
              <p:cNvSpPr/>
              <p:nvPr/>
            </p:nvSpPr>
            <p:spPr>
              <a:xfrm>
                <a:off x="5036058" y="4799838"/>
                <a:ext cx="5501640" cy="549275"/>
              </a:xfrm>
              <a:custGeom>
                <a:avLst/>
                <a:gdLst/>
                <a:ahLst/>
                <a:cxnLst/>
                <a:rect l="l" t="t" r="r" b="b"/>
                <a:pathLst>
                  <a:path w="5501640" h="549275">
                    <a:moveTo>
                      <a:pt x="0" y="0"/>
                    </a:moveTo>
                    <a:lnTo>
                      <a:pt x="5501640" y="0"/>
                    </a:lnTo>
                  </a:path>
                  <a:path w="5501640" h="549275">
                    <a:moveTo>
                      <a:pt x="0" y="544069"/>
                    </a:moveTo>
                    <a:lnTo>
                      <a:pt x="5501640" y="549149"/>
                    </a:lnTo>
                  </a:path>
                </a:pathLst>
              </a:custGeom>
              <a:ln w="38100">
                <a:solidFill>
                  <a:srgbClr val="008462"/>
                </a:solidFill>
                <a:prstDash val="lgDash"/>
              </a:ln>
            </p:spPr>
            <p:txBody>
              <a:bodyPr wrap="square" lIns="0" tIns="0" rIns="0" bIns="0" rtlCol="0"/>
              <a:lstStyle/>
              <a:p>
                <a:endParaRPr sz="2000"/>
              </a:p>
            </p:txBody>
          </p:sp>
        </p:grpSp>
        <p:sp>
          <p:nvSpPr>
            <p:cNvPr id="22" name="object 36">
              <a:extLst>
                <a:ext uri="{FF2B5EF4-FFF2-40B4-BE49-F238E27FC236}">
                  <a16:creationId xmlns:a16="http://schemas.microsoft.com/office/drawing/2014/main" id="{749AC6B5-D081-4A99-964A-06654B6AEDEF}"/>
                </a:ext>
              </a:extLst>
            </p:cNvPr>
            <p:cNvSpPr txBox="1"/>
            <p:nvPr/>
          </p:nvSpPr>
          <p:spPr>
            <a:xfrm>
              <a:off x="5554273" y="5082436"/>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23" name="object 37">
              <a:extLst>
                <a:ext uri="{FF2B5EF4-FFF2-40B4-BE49-F238E27FC236}">
                  <a16:creationId xmlns:a16="http://schemas.microsoft.com/office/drawing/2014/main" id="{5AB349C9-F0A4-4B64-AC9A-8E5105FD2DD3}"/>
                </a:ext>
              </a:extLst>
            </p:cNvPr>
            <p:cNvSpPr txBox="1"/>
            <p:nvPr/>
          </p:nvSpPr>
          <p:spPr>
            <a:xfrm>
              <a:off x="5554273" y="5590034"/>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sp>
          <p:nvSpPr>
            <p:cNvPr id="24" name="object 38">
              <a:extLst>
                <a:ext uri="{FF2B5EF4-FFF2-40B4-BE49-F238E27FC236}">
                  <a16:creationId xmlns:a16="http://schemas.microsoft.com/office/drawing/2014/main" id="{436A6BE3-4BF2-450B-9114-9A268860E3FC}"/>
                </a:ext>
              </a:extLst>
            </p:cNvPr>
            <p:cNvSpPr txBox="1"/>
            <p:nvPr/>
          </p:nvSpPr>
          <p:spPr>
            <a:xfrm>
              <a:off x="2670453" y="4603581"/>
              <a:ext cx="2883538" cy="1521113"/>
            </a:xfrm>
            <a:prstGeom prst="rect">
              <a:avLst/>
            </a:prstGeom>
          </p:spPr>
          <p:txBody>
            <a:bodyPr vert="horz" wrap="square" lIns="0" tIns="126293" rIns="0" bIns="0" rtlCol="0">
              <a:spAutoFit/>
            </a:bodyPr>
            <a:lstStyle/>
            <a:p>
              <a:pPr marL="14111">
                <a:spcBef>
                  <a:spcPts val="993"/>
                </a:spcBef>
              </a:pPr>
              <a:r>
                <a:rPr sz="2000" b="1" spc="-6" dirty="0">
                  <a:latin typeface="Trebuchet MS"/>
                  <a:cs typeface="Trebuchet MS"/>
                </a:rPr>
                <a:t>Intra-layer</a:t>
              </a:r>
              <a:r>
                <a:rPr sz="2000" b="1" spc="17" dirty="0">
                  <a:latin typeface="Trebuchet MS"/>
                  <a:cs typeface="Trebuchet MS"/>
                </a:rPr>
                <a:t> </a:t>
              </a:r>
              <a:r>
                <a:rPr sz="2000" b="1" spc="-6" dirty="0">
                  <a:latin typeface="Trebuchet MS"/>
                  <a:cs typeface="Trebuchet MS"/>
                </a:rPr>
                <a:t>Parallel</a:t>
              </a:r>
              <a:endParaRPr lang="en-US" sz="2000" b="1" spc="-6" dirty="0">
                <a:latin typeface="Trebuchet MS"/>
                <a:cs typeface="Trebuchet MS"/>
              </a:endParaRPr>
            </a:p>
            <a:p>
              <a:pPr marL="14111">
                <a:spcBef>
                  <a:spcPts val="993"/>
                </a:spcBef>
              </a:pPr>
              <a:r>
                <a:rPr lang="en" altLang="zh-CN" sz="2000" b="1" spc="-6" dirty="0">
                  <a:latin typeface="Trebuchet MS"/>
                  <a:cs typeface="Trebuchet MS"/>
                </a:rPr>
                <a:t>(aka Tensor</a:t>
              </a:r>
              <a:r>
                <a:rPr lang="en" altLang="zh-CN" sz="2000" b="1" spc="50" dirty="0">
                  <a:latin typeface="Trebuchet MS"/>
                  <a:cs typeface="Trebuchet MS"/>
                </a:rPr>
                <a:t> </a:t>
              </a:r>
              <a:r>
                <a:rPr lang="en" altLang="zh-CN" sz="2000" b="1" spc="-6" dirty="0">
                  <a:latin typeface="Trebuchet MS"/>
                  <a:cs typeface="Trebuchet MS"/>
                </a:rPr>
                <a:t>Parallel):</a:t>
              </a:r>
              <a:endParaRPr lang="en-US" altLang="zh-CN" sz="2000" b="1" spc="-6" dirty="0">
                <a:latin typeface="Trebuchet MS"/>
                <a:cs typeface="Trebuchet MS"/>
              </a:endParaRPr>
            </a:p>
            <a:p>
              <a:pPr marL="15522">
                <a:spcBef>
                  <a:spcPts val="783"/>
                </a:spcBef>
              </a:pPr>
              <a:r>
                <a:rPr sz="1778" spc="-6" dirty="0">
                  <a:latin typeface="Trebuchet MS"/>
                  <a:cs typeface="Trebuchet MS"/>
                </a:rPr>
                <a:t>A </a:t>
              </a:r>
              <a:r>
                <a:rPr sz="1778" spc="-11" dirty="0">
                  <a:latin typeface="Trebuchet MS"/>
                  <a:cs typeface="Trebuchet MS"/>
                </a:rPr>
                <a:t>worker </a:t>
              </a:r>
              <a:r>
                <a:rPr sz="1778" spc="-6" dirty="0">
                  <a:latin typeface="Trebuchet MS"/>
                  <a:cs typeface="Trebuchet MS"/>
                </a:rPr>
                <a:t>is responsible </a:t>
              </a:r>
              <a:r>
                <a:rPr sz="1778" spc="-11" dirty="0">
                  <a:latin typeface="Trebuchet MS"/>
                  <a:cs typeface="Trebuchet MS"/>
                </a:rPr>
                <a:t>for </a:t>
              </a:r>
              <a:r>
                <a:rPr sz="1778" spc="-6" dirty="0">
                  <a:latin typeface="Trebuchet MS"/>
                  <a:cs typeface="Trebuchet MS"/>
                </a:rPr>
                <a:t>its portion of each</a:t>
              </a:r>
              <a:r>
                <a:rPr sz="1778" spc="222" dirty="0">
                  <a:latin typeface="Trebuchet MS"/>
                  <a:cs typeface="Trebuchet MS"/>
                </a:rPr>
                <a:t> </a:t>
              </a:r>
              <a:r>
                <a:rPr sz="1778" spc="-6" dirty="0">
                  <a:latin typeface="Trebuchet MS"/>
                  <a:cs typeface="Trebuchet MS"/>
                </a:rPr>
                <a:t>layer</a:t>
              </a:r>
              <a:endParaRPr lang="en-CN" sz="1778" spc="-6" dirty="0">
                <a:latin typeface="Trebuchet MS"/>
                <a:cs typeface="Trebuchet MS"/>
              </a:endParaRPr>
            </a:p>
          </p:txBody>
        </p:sp>
        <p:sp>
          <p:nvSpPr>
            <p:cNvPr id="25" name="Rectangle 77">
              <a:extLst>
                <a:ext uri="{FF2B5EF4-FFF2-40B4-BE49-F238E27FC236}">
                  <a16:creationId xmlns:a16="http://schemas.microsoft.com/office/drawing/2014/main" id="{A68CC9AF-E5C2-45AD-BFC5-F3E989C2E10E}"/>
                </a:ext>
              </a:extLst>
            </p:cNvPr>
            <p:cNvSpPr/>
            <p:nvPr/>
          </p:nvSpPr>
          <p:spPr>
            <a:xfrm>
              <a:off x="5055555" y="4434304"/>
              <a:ext cx="1482231" cy="338554"/>
            </a:xfrm>
            <a:prstGeom prst="rect">
              <a:avLst/>
            </a:prstGeom>
          </p:spPr>
          <p:txBody>
            <a:bodyPr wrap="square">
              <a:spAutoFit/>
            </a:bodyPr>
            <a:lstStyle/>
            <a:p>
              <a:pPr marR="5644" algn="r">
                <a:spcBef>
                  <a:spcPts val="6"/>
                </a:spcBef>
              </a:pPr>
              <a:r>
                <a:rPr lang="en-US" sz="1600" b="1" spc="-6" dirty="0">
                  <a:latin typeface="Arial"/>
                  <a:cs typeface="Arial"/>
                </a:rPr>
                <a:t>Worker</a:t>
              </a:r>
              <a:r>
                <a:rPr lang="en-US" sz="1600" b="1" spc="333" dirty="0">
                  <a:latin typeface="Arial"/>
                  <a:cs typeface="Arial"/>
                </a:rPr>
                <a:t> </a:t>
              </a:r>
              <a:r>
                <a:rPr lang="en-US" sz="1600" b="1" dirty="0">
                  <a:latin typeface="Arial"/>
                  <a:cs typeface="Arial"/>
                </a:rPr>
                <a:t>0</a:t>
              </a:r>
              <a:endParaRPr lang="en-US" sz="1600" dirty="0">
                <a:latin typeface="Arial"/>
                <a:cs typeface="Arial"/>
              </a:endParaRPr>
            </a:p>
          </p:txBody>
        </p:sp>
      </p:grpSp>
      <p:grpSp>
        <p:nvGrpSpPr>
          <p:cNvPr id="47" name="object 39">
            <a:extLst>
              <a:ext uri="{FF2B5EF4-FFF2-40B4-BE49-F238E27FC236}">
                <a16:creationId xmlns:a16="http://schemas.microsoft.com/office/drawing/2014/main" id="{4B531BC2-000A-4394-80A4-FAD5B566958D}"/>
              </a:ext>
            </a:extLst>
          </p:cNvPr>
          <p:cNvGrpSpPr/>
          <p:nvPr/>
        </p:nvGrpSpPr>
        <p:grpSpPr>
          <a:xfrm>
            <a:off x="3954183" y="2178372"/>
            <a:ext cx="520700" cy="1432983"/>
            <a:chOff x="5964745" y="1811845"/>
            <a:chExt cx="468630" cy="1289685"/>
          </a:xfrm>
        </p:grpSpPr>
        <p:sp>
          <p:nvSpPr>
            <p:cNvPr id="48" name="object 40">
              <a:extLst>
                <a:ext uri="{FF2B5EF4-FFF2-40B4-BE49-F238E27FC236}">
                  <a16:creationId xmlns:a16="http://schemas.microsoft.com/office/drawing/2014/main" id="{DDCCFA04-9DD5-4CF8-8626-6AEDF3AB7BB5}"/>
                </a:ext>
              </a:extLst>
            </p:cNvPr>
            <p:cNvSpPr/>
            <p:nvPr/>
          </p:nvSpPr>
          <p:spPr>
            <a:xfrm>
              <a:off x="5969508" y="1816607"/>
              <a:ext cx="459105" cy="1280160"/>
            </a:xfrm>
            <a:custGeom>
              <a:avLst/>
              <a:gdLst/>
              <a:ahLst/>
              <a:cxnLst/>
              <a:rect l="l" t="t" r="r" b="b"/>
              <a:pathLst>
                <a:path w="459104"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49" name="object 41">
              <a:extLst>
                <a:ext uri="{FF2B5EF4-FFF2-40B4-BE49-F238E27FC236}">
                  <a16:creationId xmlns:a16="http://schemas.microsoft.com/office/drawing/2014/main" id="{5FDC8B18-1274-4999-90D7-39CD10948F91}"/>
                </a:ext>
              </a:extLst>
            </p:cNvPr>
            <p:cNvSpPr/>
            <p:nvPr/>
          </p:nvSpPr>
          <p:spPr>
            <a:xfrm>
              <a:off x="5969508" y="1816607"/>
              <a:ext cx="459105" cy="1280160"/>
            </a:xfrm>
            <a:custGeom>
              <a:avLst/>
              <a:gdLst/>
              <a:ahLst/>
              <a:cxnLst/>
              <a:rect l="l" t="t" r="r" b="b"/>
              <a:pathLst>
                <a:path w="459104"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50" name="object 42">
            <a:extLst>
              <a:ext uri="{FF2B5EF4-FFF2-40B4-BE49-F238E27FC236}">
                <a16:creationId xmlns:a16="http://schemas.microsoft.com/office/drawing/2014/main" id="{269CD09B-BB9B-4F63-BC28-5E2C4263F94D}"/>
              </a:ext>
            </a:extLst>
          </p:cNvPr>
          <p:cNvSpPr txBox="1"/>
          <p:nvPr/>
        </p:nvSpPr>
        <p:spPr>
          <a:xfrm>
            <a:off x="4034123"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1</a:t>
            </a:r>
            <a:endParaRPr sz="1000">
              <a:latin typeface="Arial"/>
              <a:cs typeface="Arial"/>
            </a:endParaRPr>
          </a:p>
        </p:txBody>
      </p:sp>
      <p:grpSp>
        <p:nvGrpSpPr>
          <p:cNvPr id="51" name="object 43">
            <a:extLst>
              <a:ext uri="{FF2B5EF4-FFF2-40B4-BE49-F238E27FC236}">
                <a16:creationId xmlns:a16="http://schemas.microsoft.com/office/drawing/2014/main" id="{6F3335CB-7007-4BDC-87CB-352A010C1041}"/>
              </a:ext>
            </a:extLst>
          </p:cNvPr>
          <p:cNvGrpSpPr/>
          <p:nvPr/>
        </p:nvGrpSpPr>
        <p:grpSpPr>
          <a:xfrm>
            <a:off x="4513478" y="2178372"/>
            <a:ext cx="914400" cy="1432983"/>
            <a:chOff x="6468110" y="1811845"/>
            <a:chExt cx="822960" cy="1289685"/>
          </a:xfrm>
        </p:grpSpPr>
        <p:sp>
          <p:nvSpPr>
            <p:cNvPr id="52" name="object 44">
              <a:extLst>
                <a:ext uri="{FF2B5EF4-FFF2-40B4-BE49-F238E27FC236}">
                  <a16:creationId xmlns:a16="http://schemas.microsoft.com/office/drawing/2014/main" id="{2F0071CA-D1EB-4F29-B140-9CDC58A61CD2}"/>
                </a:ext>
              </a:extLst>
            </p:cNvPr>
            <p:cNvSpPr/>
            <p:nvPr/>
          </p:nvSpPr>
          <p:spPr>
            <a:xfrm>
              <a:off x="6480810"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53" name="object 45">
              <a:extLst>
                <a:ext uri="{FF2B5EF4-FFF2-40B4-BE49-F238E27FC236}">
                  <a16:creationId xmlns:a16="http://schemas.microsoft.com/office/drawing/2014/main" id="{EBF41DA2-0DDB-450B-A1DE-6D94A1E4E6B7}"/>
                </a:ext>
              </a:extLst>
            </p:cNvPr>
            <p:cNvSpPr/>
            <p:nvPr/>
          </p:nvSpPr>
          <p:spPr>
            <a:xfrm>
              <a:off x="6480810"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54" name="object 46">
              <a:extLst>
                <a:ext uri="{FF2B5EF4-FFF2-40B4-BE49-F238E27FC236}">
                  <a16:creationId xmlns:a16="http://schemas.microsoft.com/office/drawing/2014/main" id="{B75AA7CA-F037-45CD-81BD-8147B30652CE}"/>
                </a:ext>
              </a:extLst>
            </p:cNvPr>
            <p:cNvSpPr/>
            <p:nvPr/>
          </p:nvSpPr>
          <p:spPr>
            <a:xfrm>
              <a:off x="6829044"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55" name="object 47">
              <a:extLst>
                <a:ext uri="{FF2B5EF4-FFF2-40B4-BE49-F238E27FC236}">
                  <a16:creationId xmlns:a16="http://schemas.microsoft.com/office/drawing/2014/main" id="{D490FFD1-755C-4A65-9D54-E51510652202}"/>
                </a:ext>
              </a:extLst>
            </p:cNvPr>
            <p:cNvSpPr/>
            <p:nvPr/>
          </p:nvSpPr>
          <p:spPr>
            <a:xfrm>
              <a:off x="6829044"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56" name="object 48">
            <a:extLst>
              <a:ext uri="{FF2B5EF4-FFF2-40B4-BE49-F238E27FC236}">
                <a16:creationId xmlns:a16="http://schemas.microsoft.com/office/drawing/2014/main" id="{B0456F2C-0A98-4473-ABC8-2A6416F2E22E}"/>
              </a:ext>
            </a:extLst>
          </p:cNvPr>
          <p:cNvSpPr txBox="1"/>
          <p:nvPr/>
        </p:nvSpPr>
        <p:spPr>
          <a:xfrm>
            <a:off x="4988458"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2</a:t>
            </a:r>
            <a:endParaRPr sz="1000">
              <a:latin typeface="Arial"/>
              <a:cs typeface="Arial"/>
            </a:endParaRPr>
          </a:p>
        </p:txBody>
      </p:sp>
      <p:grpSp>
        <p:nvGrpSpPr>
          <p:cNvPr id="57" name="object 49">
            <a:extLst>
              <a:ext uri="{FF2B5EF4-FFF2-40B4-BE49-F238E27FC236}">
                <a16:creationId xmlns:a16="http://schemas.microsoft.com/office/drawing/2014/main" id="{0498B07D-F013-415A-9DF0-9423E2CC8D71}"/>
              </a:ext>
            </a:extLst>
          </p:cNvPr>
          <p:cNvGrpSpPr/>
          <p:nvPr/>
        </p:nvGrpSpPr>
        <p:grpSpPr>
          <a:xfrm>
            <a:off x="5466824" y="1634175"/>
            <a:ext cx="358422" cy="2280356"/>
            <a:chOff x="7326121" y="1322069"/>
            <a:chExt cx="322580" cy="2052320"/>
          </a:xfrm>
        </p:grpSpPr>
        <p:sp>
          <p:nvSpPr>
            <p:cNvPr id="58" name="object 50">
              <a:extLst>
                <a:ext uri="{FF2B5EF4-FFF2-40B4-BE49-F238E27FC236}">
                  <a16:creationId xmlns:a16="http://schemas.microsoft.com/office/drawing/2014/main" id="{967541AF-D28B-4FC3-ADB1-1DE4957636CA}"/>
                </a:ext>
              </a:extLst>
            </p:cNvPr>
            <p:cNvSpPr/>
            <p:nvPr/>
          </p:nvSpPr>
          <p:spPr>
            <a:xfrm>
              <a:off x="7338821"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59" name="object 51">
              <a:extLst>
                <a:ext uri="{FF2B5EF4-FFF2-40B4-BE49-F238E27FC236}">
                  <a16:creationId xmlns:a16="http://schemas.microsoft.com/office/drawing/2014/main" id="{72D7E00A-B4F4-4222-A0B4-DD4015AF6A9C}"/>
                </a:ext>
              </a:extLst>
            </p:cNvPr>
            <p:cNvSpPr/>
            <p:nvPr/>
          </p:nvSpPr>
          <p:spPr>
            <a:xfrm>
              <a:off x="7338821"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60" name="object 52">
              <a:extLst>
                <a:ext uri="{FF2B5EF4-FFF2-40B4-BE49-F238E27FC236}">
                  <a16:creationId xmlns:a16="http://schemas.microsoft.com/office/drawing/2014/main" id="{752F3BD6-D0AC-4738-B7EB-AFDA53A177B4}"/>
                </a:ext>
              </a:extLst>
            </p:cNvPr>
            <p:cNvSpPr/>
            <p:nvPr/>
          </p:nvSpPr>
          <p:spPr>
            <a:xfrm>
              <a:off x="7437881" y="1322069"/>
              <a:ext cx="0" cy="2052320"/>
            </a:xfrm>
            <a:custGeom>
              <a:avLst/>
              <a:gdLst/>
              <a:ahLst/>
              <a:cxnLst/>
              <a:rect l="l" t="t" r="r" b="b"/>
              <a:pathLst>
                <a:path h="2052320">
                  <a:moveTo>
                    <a:pt x="0" y="0"/>
                  </a:moveTo>
                  <a:lnTo>
                    <a:pt x="0" y="2052320"/>
                  </a:lnTo>
                </a:path>
              </a:pathLst>
            </a:custGeom>
            <a:ln w="38100">
              <a:solidFill>
                <a:srgbClr val="008462"/>
              </a:solidFill>
              <a:prstDash val="lgDash"/>
            </a:ln>
          </p:spPr>
          <p:txBody>
            <a:bodyPr wrap="square" lIns="0" tIns="0" rIns="0" bIns="0" rtlCol="0"/>
            <a:lstStyle/>
            <a:p>
              <a:endParaRPr sz="2000"/>
            </a:p>
          </p:txBody>
        </p:sp>
      </p:grpSp>
      <p:grpSp>
        <p:nvGrpSpPr>
          <p:cNvPr id="61" name="object 53">
            <a:extLst>
              <a:ext uri="{FF2B5EF4-FFF2-40B4-BE49-F238E27FC236}">
                <a16:creationId xmlns:a16="http://schemas.microsoft.com/office/drawing/2014/main" id="{1879D808-D43E-42F7-809A-A291BB11FAF4}"/>
              </a:ext>
            </a:extLst>
          </p:cNvPr>
          <p:cNvGrpSpPr/>
          <p:nvPr/>
        </p:nvGrpSpPr>
        <p:grpSpPr>
          <a:xfrm>
            <a:off x="5886278" y="2178372"/>
            <a:ext cx="518583" cy="1432983"/>
            <a:chOff x="7703629" y="1811845"/>
            <a:chExt cx="466725" cy="1289685"/>
          </a:xfrm>
        </p:grpSpPr>
        <p:sp>
          <p:nvSpPr>
            <p:cNvPr id="62" name="object 54">
              <a:extLst>
                <a:ext uri="{FF2B5EF4-FFF2-40B4-BE49-F238E27FC236}">
                  <a16:creationId xmlns:a16="http://schemas.microsoft.com/office/drawing/2014/main" id="{DB0F5A68-0554-43E2-AD96-662BC3A157EB}"/>
                </a:ext>
              </a:extLst>
            </p:cNvPr>
            <p:cNvSpPr/>
            <p:nvPr/>
          </p:nvSpPr>
          <p:spPr>
            <a:xfrm>
              <a:off x="7708392"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63" name="object 55">
              <a:extLst>
                <a:ext uri="{FF2B5EF4-FFF2-40B4-BE49-F238E27FC236}">
                  <a16:creationId xmlns:a16="http://schemas.microsoft.com/office/drawing/2014/main" id="{1E6E41C4-6430-4312-9FC8-3BAE7EA98E26}"/>
                </a:ext>
              </a:extLst>
            </p:cNvPr>
            <p:cNvSpPr/>
            <p:nvPr/>
          </p:nvSpPr>
          <p:spPr>
            <a:xfrm>
              <a:off x="7708392"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64" name="object 56">
            <a:extLst>
              <a:ext uri="{FF2B5EF4-FFF2-40B4-BE49-F238E27FC236}">
                <a16:creationId xmlns:a16="http://schemas.microsoft.com/office/drawing/2014/main" id="{2E19B3FC-2B6C-4E28-A88D-CE5A351CAC3F}"/>
              </a:ext>
            </a:extLst>
          </p:cNvPr>
          <p:cNvSpPr txBox="1"/>
          <p:nvPr/>
        </p:nvSpPr>
        <p:spPr>
          <a:xfrm>
            <a:off x="5965793"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3</a:t>
            </a:r>
            <a:endParaRPr sz="1000">
              <a:latin typeface="Arial"/>
              <a:cs typeface="Arial"/>
            </a:endParaRPr>
          </a:p>
        </p:txBody>
      </p:sp>
      <p:grpSp>
        <p:nvGrpSpPr>
          <p:cNvPr id="65" name="object 57">
            <a:extLst>
              <a:ext uri="{FF2B5EF4-FFF2-40B4-BE49-F238E27FC236}">
                <a16:creationId xmlns:a16="http://schemas.microsoft.com/office/drawing/2014/main" id="{855D5600-38AC-4ADA-9C85-0445A390C927}"/>
              </a:ext>
            </a:extLst>
          </p:cNvPr>
          <p:cNvGrpSpPr/>
          <p:nvPr/>
        </p:nvGrpSpPr>
        <p:grpSpPr>
          <a:xfrm>
            <a:off x="6445571" y="2178372"/>
            <a:ext cx="914400" cy="1432983"/>
            <a:chOff x="8206994" y="1811845"/>
            <a:chExt cx="822960" cy="1289685"/>
          </a:xfrm>
        </p:grpSpPr>
        <p:sp>
          <p:nvSpPr>
            <p:cNvPr id="66" name="object 58">
              <a:extLst>
                <a:ext uri="{FF2B5EF4-FFF2-40B4-BE49-F238E27FC236}">
                  <a16:creationId xmlns:a16="http://schemas.microsoft.com/office/drawing/2014/main" id="{65652DF8-FCBD-4962-9624-CC944E8B38EA}"/>
                </a:ext>
              </a:extLst>
            </p:cNvPr>
            <p:cNvSpPr/>
            <p:nvPr/>
          </p:nvSpPr>
          <p:spPr>
            <a:xfrm>
              <a:off x="8219694" y="2358389"/>
              <a:ext cx="295910" cy="233679"/>
            </a:xfrm>
            <a:custGeom>
              <a:avLst/>
              <a:gdLst/>
              <a:ahLst/>
              <a:cxnLst/>
              <a:rect l="l" t="t" r="r" b="b"/>
              <a:pathLst>
                <a:path w="295909" h="233680">
                  <a:moveTo>
                    <a:pt x="179070" y="0"/>
                  </a:moveTo>
                  <a:lnTo>
                    <a:pt x="179070" y="58293"/>
                  </a:lnTo>
                  <a:lnTo>
                    <a:pt x="0" y="58293"/>
                  </a:lnTo>
                  <a:lnTo>
                    <a:pt x="0" y="174879"/>
                  </a:lnTo>
                  <a:lnTo>
                    <a:pt x="179070" y="174879"/>
                  </a:lnTo>
                  <a:lnTo>
                    <a:pt x="179070" y="233172"/>
                  </a:lnTo>
                  <a:lnTo>
                    <a:pt x="295656" y="116586"/>
                  </a:lnTo>
                  <a:lnTo>
                    <a:pt x="179070" y="0"/>
                  </a:lnTo>
                  <a:close/>
                </a:path>
              </a:pathLst>
            </a:custGeom>
            <a:solidFill>
              <a:srgbClr val="B2B2B2"/>
            </a:solidFill>
          </p:spPr>
          <p:txBody>
            <a:bodyPr wrap="square" lIns="0" tIns="0" rIns="0" bIns="0" rtlCol="0"/>
            <a:lstStyle/>
            <a:p>
              <a:endParaRPr sz="2000"/>
            </a:p>
          </p:txBody>
        </p:sp>
        <p:sp>
          <p:nvSpPr>
            <p:cNvPr id="67" name="object 59">
              <a:extLst>
                <a:ext uri="{FF2B5EF4-FFF2-40B4-BE49-F238E27FC236}">
                  <a16:creationId xmlns:a16="http://schemas.microsoft.com/office/drawing/2014/main" id="{9AB52B77-8148-4842-ADCE-99AF6CFAAC83}"/>
                </a:ext>
              </a:extLst>
            </p:cNvPr>
            <p:cNvSpPr/>
            <p:nvPr/>
          </p:nvSpPr>
          <p:spPr>
            <a:xfrm>
              <a:off x="8219694" y="2358389"/>
              <a:ext cx="295910" cy="233679"/>
            </a:xfrm>
            <a:custGeom>
              <a:avLst/>
              <a:gdLst/>
              <a:ahLst/>
              <a:cxnLst/>
              <a:rect l="l" t="t" r="r" b="b"/>
              <a:pathLst>
                <a:path w="295909" h="233680">
                  <a:moveTo>
                    <a:pt x="0" y="58293"/>
                  </a:moveTo>
                  <a:lnTo>
                    <a:pt x="179070" y="58293"/>
                  </a:lnTo>
                  <a:lnTo>
                    <a:pt x="179070" y="0"/>
                  </a:lnTo>
                  <a:lnTo>
                    <a:pt x="295656" y="116586"/>
                  </a:lnTo>
                  <a:lnTo>
                    <a:pt x="179070" y="233172"/>
                  </a:lnTo>
                  <a:lnTo>
                    <a:pt x="179070"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68" name="object 60">
              <a:extLst>
                <a:ext uri="{FF2B5EF4-FFF2-40B4-BE49-F238E27FC236}">
                  <a16:creationId xmlns:a16="http://schemas.microsoft.com/office/drawing/2014/main" id="{8E597935-2288-4349-A650-6F93E9F6A9E1}"/>
                </a:ext>
              </a:extLst>
            </p:cNvPr>
            <p:cNvSpPr/>
            <p:nvPr/>
          </p:nvSpPr>
          <p:spPr>
            <a:xfrm>
              <a:off x="8567928"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69" name="object 61">
              <a:extLst>
                <a:ext uri="{FF2B5EF4-FFF2-40B4-BE49-F238E27FC236}">
                  <a16:creationId xmlns:a16="http://schemas.microsoft.com/office/drawing/2014/main" id="{26FA39B6-0D99-4C15-9F8D-A32AB71BCEDF}"/>
                </a:ext>
              </a:extLst>
            </p:cNvPr>
            <p:cNvSpPr/>
            <p:nvPr/>
          </p:nvSpPr>
          <p:spPr>
            <a:xfrm>
              <a:off x="8567928"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70" name="object 62">
            <a:extLst>
              <a:ext uri="{FF2B5EF4-FFF2-40B4-BE49-F238E27FC236}">
                <a16:creationId xmlns:a16="http://schemas.microsoft.com/office/drawing/2014/main" id="{6B396564-13FA-4AC3-8400-51100B2C763E}"/>
              </a:ext>
            </a:extLst>
          </p:cNvPr>
          <p:cNvSpPr txBox="1"/>
          <p:nvPr/>
        </p:nvSpPr>
        <p:spPr>
          <a:xfrm>
            <a:off x="6920268"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4</a:t>
            </a:r>
            <a:endParaRPr sz="1000">
              <a:latin typeface="Arial"/>
              <a:cs typeface="Arial"/>
            </a:endParaRPr>
          </a:p>
        </p:txBody>
      </p:sp>
      <p:grpSp>
        <p:nvGrpSpPr>
          <p:cNvPr id="71" name="object 63">
            <a:extLst>
              <a:ext uri="{FF2B5EF4-FFF2-40B4-BE49-F238E27FC236}">
                <a16:creationId xmlns:a16="http://schemas.microsoft.com/office/drawing/2014/main" id="{6B565486-7C92-49D1-8EF1-4A17B04BC8ED}"/>
              </a:ext>
            </a:extLst>
          </p:cNvPr>
          <p:cNvGrpSpPr/>
          <p:nvPr/>
        </p:nvGrpSpPr>
        <p:grpSpPr>
          <a:xfrm>
            <a:off x="7398918" y="1646029"/>
            <a:ext cx="358422" cy="2280356"/>
            <a:chOff x="9065006" y="1332737"/>
            <a:chExt cx="322580" cy="2052320"/>
          </a:xfrm>
        </p:grpSpPr>
        <p:sp>
          <p:nvSpPr>
            <p:cNvPr id="72" name="object 64">
              <a:extLst>
                <a:ext uri="{FF2B5EF4-FFF2-40B4-BE49-F238E27FC236}">
                  <a16:creationId xmlns:a16="http://schemas.microsoft.com/office/drawing/2014/main" id="{05640D8C-F991-46D4-B42B-50109E83A77A}"/>
                </a:ext>
              </a:extLst>
            </p:cNvPr>
            <p:cNvSpPr/>
            <p:nvPr/>
          </p:nvSpPr>
          <p:spPr>
            <a:xfrm>
              <a:off x="9077706"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73" name="object 65">
              <a:extLst>
                <a:ext uri="{FF2B5EF4-FFF2-40B4-BE49-F238E27FC236}">
                  <a16:creationId xmlns:a16="http://schemas.microsoft.com/office/drawing/2014/main" id="{D6C02EC7-035A-42DF-8EC0-F7C7D7816AAC}"/>
                </a:ext>
              </a:extLst>
            </p:cNvPr>
            <p:cNvSpPr/>
            <p:nvPr/>
          </p:nvSpPr>
          <p:spPr>
            <a:xfrm>
              <a:off x="9077706"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74" name="object 66">
              <a:extLst>
                <a:ext uri="{FF2B5EF4-FFF2-40B4-BE49-F238E27FC236}">
                  <a16:creationId xmlns:a16="http://schemas.microsoft.com/office/drawing/2014/main" id="{DD33F7E3-1535-422A-86A0-E9CF34F9D79B}"/>
                </a:ext>
              </a:extLst>
            </p:cNvPr>
            <p:cNvSpPr/>
            <p:nvPr/>
          </p:nvSpPr>
          <p:spPr>
            <a:xfrm>
              <a:off x="9195054" y="1332737"/>
              <a:ext cx="0" cy="2052320"/>
            </a:xfrm>
            <a:custGeom>
              <a:avLst/>
              <a:gdLst/>
              <a:ahLst/>
              <a:cxnLst/>
              <a:rect l="l" t="t" r="r" b="b"/>
              <a:pathLst>
                <a:path h="2052320">
                  <a:moveTo>
                    <a:pt x="0" y="0"/>
                  </a:moveTo>
                  <a:lnTo>
                    <a:pt x="0" y="2052320"/>
                  </a:lnTo>
                </a:path>
              </a:pathLst>
            </a:custGeom>
            <a:ln w="38100">
              <a:solidFill>
                <a:srgbClr val="008462"/>
              </a:solidFill>
              <a:prstDash val="lgDash"/>
            </a:ln>
          </p:spPr>
          <p:txBody>
            <a:bodyPr wrap="square" lIns="0" tIns="0" rIns="0" bIns="0" rtlCol="0"/>
            <a:lstStyle/>
            <a:p>
              <a:endParaRPr sz="2000"/>
            </a:p>
          </p:txBody>
        </p:sp>
      </p:grpSp>
      <p:grpSp>
        <p:nvGrpSpPr>
          <p:cNvPr id="75" name="object 67">
            <a:extLst>
              <a:ext uri="{FF2B5EF4-FFF2-40B4-BE49-F238E27FC236}">
                <a16:creationId xmlns:a16="http://schemas.microsoft.com/office/drawing/2014/main" id="{AD9B7039-1CC2-4010-B67B-677A696B1AB5}"/>
              </a:ext>
            </a:extLst>
          </p:cNvPr>
          <p:cNvGrpSpPr/>
          <p:nvPr/>
        </p:nvGrpSpPr>
        <p:grpSpPr>
          <a:xfrm>
            <a:off x="7855624" y="2178372"/>
            <a:ext cx="518583" cy="1432983"/>
            <a:chOff x="9476041" y="1811845"/>
            <a:chExt cx="466725" cy="1289685"/>
          </a:xfrm>
        </p:grpSpPr>
        <p:sp>
          <p:nvSpPr>
            <p:cNvPr id="76" name="object 68">
              <a:extLst>
                <a:ext uri="{FF2B5EF4-FFF2-40B4-BE49-F238E27FC236}">
                  <a16:creationId xmlns:a16="http://schemas.microsoft.com/office/drawing/2014/main" id="{5E8C2EAF-A9EC-487A-8E6A-779FC1BF307F}"/>
                </a:ext>
              </a:extLst>
            </p:cNvPr>
            <p:cNvSpPr/>
            <p:nvPr/>
          </p:nvSpPr>
          <p:spPr>
            <a:xfrm>
              <a:off x="9480804"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77" name="object 69">
              <a:extLst>
                <a:ext uri="{FF2B5EF4-FFF2-40B4-BE49-F238E27FC236}">
                  <a16:creationId xmlns:a16="http://schemas.microsoft.com/office/drawing/2014/main" id="{1CC45162-BED8-412B-956D-0465365B8028}"/>
                </a:ext>
              </a:extLst>
            </p:cNvPr>
            <p:cNvSpPr/>
            <p:nvPr/>
          </p:nvSpPr>
          <p:spPr>
            <a:xfrm>
              <a:off x="9480804"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78" name="object 70">
            <a:extLst>
              <a:ext uri="{FF2B5EF4-FFF2-40B4-BE49-F238E27FC236}">
                <a16:creationId xmlns:a16="http://schemas.microsoft.com/office/drawing/2014/main" id="{1B435857-F5F7-4EBB-98EC-246FB093D050}"/>
              </a:ext>
            </a:extLst>
          </p:cNvPr>
          <p:cNvSpPr txBox="1"/>
          <p:nvPr/>
        </p:nvSpPr>
        <p:spPr>
          <a:xfrm>
            <a:off x="7934858"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5</a:t>
            </a:r>
            <a:endParaRPr sz="1000">
              <a:latin typeface="Arial"/>
              <a:cs typeface="Arial"/>
            </a:endParaRPr>
          </a:p>
        </p:txBody>
      </p:sp>
      <p:grpSp>
        <p:nvGrpSpPr>
          <p:cNvPr id="79" name="object 71">
            <a:extLst>
              <a:ext uri="{FF2B5EF4-FFF2-40B4-BE49-F238E27FC236}">
                <a16:creationId xmlns:a16="http://schemas.microsoft.com/office/drawing/2014/main" id="{0846B64E-22D2-476E-9034-7776AF8E19B2}"/>
              </a:ext>
            </a:extLst>
          </p:cNvPr>
          <p:cNvGrpSpPr/>
          <p:nvPr/>
        </p:nvGrpSpPr>
        <p:grpSpPr>
          <a:xfrm>
            <a:off x="8413225" y="2771531"/>
            <a:ext cx="358422" cy="287866"/>
            <a:chOff x="9977882" y="2345689"/>
            <a:chExt cx="322580" cy="259079"/>
          </a:xfrm>
        </p:grpSpPr>
        <p:sp>
          <p:nvSpPr>
            <p:cNvPr id="80" name="object 72">
              <a:extLst>
                <a:ext uri="{FF2B5EF4-FFF2-40B4-BE49-F238E27FC236}">
                  <a16:creationId xmlns:a16="http://schemas.microsoft.com/office/drawing/2014/main" id="{3084CC79-E0BA-45E9-BC45-063A0B4BA4D7}"/>
                </a:ext>
              </a:extLst>
            </p:cNvPr>
            <p:cNvSpPr/>
            <p:nvPr/>
          </p:nvSpPr>
          <p:spPr>
            <a:xfrm>
              <a:off x="9990582"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81" name="object 73">
              <a:extLst>
                <a:ext uri="{FF2B5EF4-FFF2-40B4-BE49-F238E27FC236}">
                  <a16:creationId xmlns:a16="http://schemas.microsoft.com/office/drawing/2014/main" id="{8E2DBE88-B2E5-4319-8E26-58FC70261574}"/>
                </a:ext>
              </a:extLst>
            </p:cNvPr>
            <p:cNvSpPr/>
            <p:nvPr/>
          </p:nvSpPr>
          <p:spPr>
            <a:xfrm>
              <a:off x="9990582"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grpSp>
      <p:sp>
        <p:nvSpPr>
          <p:cNvPr id="82" name="object 74">
            <a:extLst>
              <a:ext uri="{FF2B5EF4-FFF2-40B4-BE49-F238E27FC236}">
                <a16:creationId xmlns:a16="http://schemas.microsoft.com/office/drawing/2014/main" id="{E05A91B2-801E-4643-AB5B-6DFC492F2FBF}"/>
              </a:ext>
            </a:extLst>
          </p:cNvPr>
          <p:cNvSpPr txBox="1"/>
          <p:nvPr/>
        </p:nvSpPr>
        <p:spPr>
          <a:xfrm>
            <a:off x="4302657" y="1561926"/>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83" name="object 75">
            <a:extLst>
              <a:ext uri="{FF2B5EF4-FFF2-40B4-BE49-F238E27FC236}">
                <a16:creationId xmlns:a16="http://schemas.microsoft.com/office/drawing/2014/main" id="{9A06CB2A-083C-4148-A20E-F2C4BF1345AF}"/>
              </a:ext>
            </a:extLst>
          </p:cNvPr>
          <p:cNvSpPr txBox="1"/>
          <p:nvPr/>
        </p:nvSpPr>
        <p:spPr>
          <a:xfrm>
            <a:off x="6002766" y="1561926"/>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84" name="object 76">
            <a:extLst>
              <a:ext uri="{FF2B5EF4-FFF2-40B4-BE49-F238E27FC236}">
                <a16:creationId xmlns:a16="http://schemas.microsoft.com/office/drawing/2014/main" id="{9F4E633A-32CD-4251-96A8-488749B4C5AE}"/>
              </a:ext>
            </a:extLst>
          </p:cNvPr>
          <p:cNvSpPr txBox="1"/>
          <p:nvPr/>
        </p:nvSpPr>
        <p:spPr>
          <a:xfrm>
            <a:off x="7834246" y="1563620"/>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dirty="0">
              <a:latin typeface="Arial"/>
              <a:cs typeface="Arial"/>
            </a:endParaRPr>
          </a:p>
        </p:txBody>
      </p:sp>
      <p:sp>
        <p:nvSpPr>
          <p:cNvPr id="85" name="object 3">
            <a:extLst>
              <a:ext uri="{FF2B5EF4-FFF2-40B4-BE49-F238E27FC236}">
                <a16:creationId xmlns:a16="http://schemas.microsoft.com/office/drawing/2014/main" id="{EB1F758B-52ED-4D9E-A61E-00F6573C5A13}"/>
              </a:ext>
            </a:extLst>
          </p:cNvPr>
          <p:cNvSpPr txBox="1"/>
          <p:nvPr/>
        </p:nvSpPr>
        <p:spPr>
          <a:xfrm>
            <a:off x="119416" y="1947347"/>
            <a:ext cx="2763372" cy="1393587"/>
          </a:xfrm>
          <a:prstGeom prst="rect">
            <a:avLst/>
          </a:prstGeom>
        </p:spPr>
        <p:txBody>
          <a:bodyPr vert="horz" wrap="square" lIns="0" tIns="127000" rIns="0" bIns="0" rtlCol="0">
            <a:spAutoFit/>
          </a:bodyPr>
          <a:lstStyle/>
          <a:p>
            <a:pPr marL="14111">
              <a:spcBef>
                <a:spcPts val="1000"/>
              </a:spcBef>
            </a:pPr>
            <a:r>
              <a:rPr sz="2000" b="1" spc="-6" dirty="0">
                <a:latin typeface="Trebuchet MS"/>
                <a:cs typeface="Trebuchet MS"/>
              </a:rPr>
              <a:t>Inter-layer Parallel</a:t>
            </a:r>
            <a:r>
              <a:rPr lang="en-US" sz="2000" b="1" spc="-6" dirty="0">
                <a:latin typeface="Trebuchet MS"/>
                <a:cs typeface="Trebuchet MS"/>
              </a:rPr>
              <a:t> </a:t>
            </a:r>
            <a:r>
              <a:rPr sz="2000" b="1" spc="-6" dirty="0">
                <a:latin typeface="Trebuchet MS"/>
                <a:cs typeface="Trebuchet MS"/>
              </a:rPr>
              <a:t>(aka Pipeline</a:t>
            </a:r>
            <a:r>
              <a:rPr sz="2000" b="1" spc="50" dirty="0">
                <a:latin typeface="Trebuchet MS"/>
                <a:cs typeface="Trebuchet MS"/>
              </a:rPr>
              <a:t> </a:t>
            </a:r>
            <a:r>
              <a:rPr sz="2000" b="1" spc="-6" dirty="0">
                <a:latin typeface="Trebuchet MS"/>
                <a:cs typeface="Trebuchet MS"/>
              </a:rPr>
              <a:t>Parallel):</a:t>
            </a:r>
            <a:endParaRPr sz="2000" dirty="0">
              <a:latin typeface="Trebuchet MS"/>
              <a:cs typeface="Trebuchet MS"/>
            </a:endParaRPr>
          </a:p>
          <a:p>
            <a:pPr marL="15522">
              <a:spcBef>
                <a:spcPts val="783"/>
              </a:spcBef>
            </a:pPr>
            <a:r>
              <a:rPr sz="1778" spc="-6" dirty="0">
                <a:latin typeface="Trebuchet MS"/>
                <a:cs typeface="Trebuchet MS"/>
              </a:rPr>
              <a:t>A </a:t>
            </a:r>
            <a:r>
              <a:rPr sz="1778" spc="-11" dirty="0">
                <a:latin typeface="Trebuchet MS"/>
                <a:cs typeface="Trebuchet MS"/>
              </a:rPr>
              <a:t>worker </a:t>
            </a:r>
            <a:r>
              <a:rPr sz="1778" spc="-6" dirty="0">
                <a:latin typeface="Trebuchet MS"/>
                <a:cs typeface="Trebuchet MS"/>
              </a:rPr>
              <a:t>is responsible </a:t>
            </a:r>
            <a:r>
              <a:rPr sz="1778" spc="-11" dirty="0">
                <a:latin typeface="Trebuchet MS"/>
                <a:cs typeface="Trebuchet MS"/>
              </a:rPr>
              <a:t>for </a:t>
            </a:r>
            <a:r>
              <a:rPr sz="1778" spc="-6" dirty="0">
                <a:latin typeface="Trebuchet MS"/>
                <a:cs typeface="Trebuchet MS"/>
              </a:rPr>
              <a:t>its portion of the</a:t>
            </a:r>
            <a:r>
              <a:rPr sz="1778" spc="261" dirty="0">
                <a:latin typeface="Trebuchet MS"/>
                <a:cs typeface="Trebuchet MS"/>
              </a:rPr>
              <a:t> </a:t>
            </a:r>
            <a:r>
              <a:rPr sz="1778" spc="-6" dirty="0">
                <a:latin typeface="Trebuchet MS"/>
                <a:cs typeface="Trebuchet MS"/>
              </a:rPr>
              <a:t>layers</a:t>
            </a:r>
            <a:endParaRPr sz="1778" dirty="0">
              <a:latin typeface="Trebuchet MS"/>
              <a:cs typeface="Trebuchet MS"/>
            </a:endParaRPr>
          </a:p>
        </p:txBody>
      </p:sp>
    </p:spTree>
    <p:extLst>
      <p:ext uri="{BB962C8B-B14F-4D97-AF65-F5344CB8AC3E}">
        <p14:creationId xmlns:p14="http://schemas.microsoft.com/office/powerpoint/2010/main" val="2848472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56</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86" name="object 3">
            <a:extLst>
              <a:ext uri="{FF2B5EF4-FFF2-40B4-BE49-F238E27FC236}">
                <a16:creationId xmlns:a16="http://schemas.microsoft.com/office/drawing/2014/main" id="{45558F41-93B3-4715-AD5D-614ECAD7F851}"/>
              </a:ext>
            </a:extLst>
          </p:cNvPr>
          <p:cNvGrpSpPr/>
          <p:nvPr/>
        </p:nvGrpSpPr>
        <p:grpSpPr>
          <a:xfrm>
            <a:off x="2604135" y="2165558"/>
            <a:ext cx="440972" cy="352778"/>
            <a:chOff x="2343721" y="1949002"/>
            <a:chExt cx="396875" cy="317500"/>
          </a:xfrm>
        </p:grpSpPr>
        <p:sp>
          <p:nvSpPr>
            <p:cNvPr id="87" name="object 4">
              <a:extLst>
                <a:ext uri="{FF2B5EF4-FFF2-40B4-BE49-F238E27FC236}">
                  <a16:creationId xmlns:a16="http://schemas.microsoft.com/office/drawing/2014/main" id="{E9BAC0C8-4880-4EDB-A8A1-E1C1A7EAEA2E}"/>
                </a:ext>
              </a:extLst>
            </p:cNvPr>
            <p:cNvSpPr/>
            <p:nvPr/>
          </p:nvSpPr>
          <p:spPr>
            <a:xfrm>
              <a:off x="2348483" y="1953765"/>
              <a:ext cx="193675" cy="307975"/>
            </a:xfrm>
            <a:custGeom>
              <a:avLst/>
              <a:gdLst/>
              <a:ahLst/>
              <a:cxnLst/>
              <a:rect l="l" t="t" r="r" b="b"/>
              <a:pathLst>
                <a:path w="193675" h="307975">
                  <a:moveTo>
                    <a:pt x="193550" y="0"/>
                  </a:moveTo>
                  <a:lnTo>
                    <a:pt x="0" y="0"/>
                  </a:lnTo>
                  <a:lnTo>
                    <a:pt x="0" y="307850"/>
                  </a:lnTo>
                  <a:lnTo>
                    <a:pt x="193550" y="307850"/>
                  </a:lnTo>
                  <a:lnTo>
                    <a:pt x="193550" y="0"/>
                  </a:lnTo>
                  <a:close/>
                </a:path>
              </a:pathLst>
            </a:custGeom>
            <a:solidFill>
              <a:srgbClr val="C0E4FF"/>
            </a:solidFill>
          </p:spPr>
          <p:txBody>
            <a:bodyPr wrap="square" lIns="0" tIns="0" rIns="0" bIns="0" rtlCol="0"/>
            <a:lstStyle/>
            <a:p>
              <a:endParaRPr sz="2000"/>
            </a:p>
          </p:txBody>
        </p:sp>
        <p:sp>
          <p:nvSpPr>
            <p:cNvPr id="88" name="object 5">
              <a:extLst>
                <a:ext uri="{FF2B5EF4-FFF2-40B4-BE49-F238E27FC236}">
                  <a16:creationId xmlns:a16="http://schemas.microsoft.com/office/drawing/2014/main" id="{60A6EE8A-C57D-4E91-A145-B8AA8D61E064}"/>
                </a:ext>
              </a:extLst>
            </p:cNvPr>
            <p:cNvSpPr/>
            <p:nvPr/>
          </p:nvSpPr>
          <p:spPr>
            <a:xfrm>
              <a:off x="2348483"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89" name="object 6">
              <a:extLst>
                <a:ext uri="{FF2B5EF4-FFF2-40B4-BE49-F238E27FC236}">
                  <a16:creationId xmlns:a16="http://schemas.microsoft.com/office/drawing/2014/main" id="{42617B30-4E6A-45A4-91FF-E20F0D26EED8}"/>
                </a:ext>
              </a:extLst>
            </p:cNvPr>
            <p:cNvSpPr/>
            <p:nvPr/>
          </p:nvSpPr>
          <p:spPr>
            <a:xfrm>
              <a:off x="2542031" y="195376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90" name="object 7">
              <a:extLst>
                <a:ext uri="{FF2B5EF4-FFF2-40B4-BE49-F238E27FC236}">
                  <a16:creationId xmlns:a16="http://schemas.microsoft.com/office/drawing/2014/main" id="{2716041A-665F-40D2-84B1-1737862F3262}"/>
                </a:ext>
              </a:extLst>
            </p:cNvPr>
            <p:cNvSpPr/>
            <p:nvPr/>
          </p:nvSpPr>
          <p:spPr>
            <a:xfrm>
              <a:off x="2542031"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91" name="object 8">
            <a:extLst>
              <a:ext uri="{FF2B5EF4-FFF2-40B4-BE49-F238E27FC236}">
                <a16:creationId xmlns:a16="http://schemas.microsoft.com/office/drawing/2014/main" id="{218DAE9C-0CDE-4E58-829C-15B4FA0A20BA}"/>
              </a:ext>
            </a:extLst>
          </p:cNvPr>
          <p:cNvGrpSpPr/>
          <p:nvPr/>
        </p:nvGrpSpPr>
        <p:grpSpPr>
          <a:xfrm>
            <a:off x="274109" y="2165561"/>
            <a:ext cx="837494" cy="1428044"/>
            <a:chOff x="246697" y="1949005"/>
            <a:chExt cx="753745" cy="1285240"/>
          </a:xfrm>
        </p:grpSpPr>
        <p:sp>
          <p:nvSpPr>
            <p:cNvPr id="92" name="object 9">
              <a:extLst>
                <a:ext uri="{FF2B5EF4-FFF2-40B4-BE49-F238E27FC236}">
                  <a16:creationId xmlns:a16="http://schemas.microsoft.com/office/drawing/2014/main" id="{2E45734F-8C9C-4672-B36A-6A22D151C089}"/>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3" name="object 10">
              <a:extLst>
                <a:ext uri="{FF2B5EF4-FFF2-40B4-BE49-F238E27FC236}">
                  <a16:creationId xmlns:a16="http://schemas.microsoft.com/office/drawing/2014/main" id="{F76BAAF4-6120-43B6-A079-1547BCF8CBDD}"/>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4" name="object 11">
              <a:extLst>
                <a:ext uri="{FF2B5EF4-FFF2-40B4-BE49-F238E27FC236}">
                  <a16:creationId xmlns:a16="http://schemas.microsoft.com/office/drawing/2014/main" id="{022FA71E-0172-472E-B35B-0B17CCC4A127}"/>
                </a:ext>
              </a:extLst>
            </p:cNvPr>
            <p:cNvSpPr/>
            <p:nvPr/>
          </p:nvSpPr>
          <p:spPr>
            <a:xfrm>
              <a:off x="533652" y="2106421"/>
              <a:ext cx="161037" cy="119888"/>
            </a:xfrm>
            <a:prstGeom prst="rect">
              <a:avLst/>
            </a:prstGeom>
            <a:blipFill>
              <a:blip r:embed="rId2" cstate="print"/>
              <a:stretch>
                <a:fillRect/>
              </a:stretch>
            </a:blipFill>
          </p:spPr>
          <p:txBody>
            <a:bodyPr wrap="square" lIns="0" tIns="0" rIns="0" bIns="0" rtlCol="0"/>
            <a:lstStyle/>
            <a:p>
              <a:endParaRPr sz="2000"/>
            </a:p>
          </p:txBody>
        </p:sp>
        <p:sp>
          <p:nvSpPr>
            <p:cNvPr id="95" name="object 12">
              <a:extLst>
                <a:ext uri="{FF2B5EF4-FFF2-40B4-BE49-F238E27FC236}">
                  <a16:creationId xmlns:a16="http://schemas.microsoft.com/office/drawing/2014/main" id="{31A299AA-7D8D-4351-9326-1EF8060569AD}"/>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6" name="object 13">
              <a:extLst>
                <a:ext uri="{FF2B5EF4-FFF2-40B4-BE49-F238E27FC236}">
                  <a16:creationId xmlns:a16="http://schemas.microsoft.com/office/drawing/2014/main" id="{91FD5C6B-B1F2-48DE-9B6A-AC43A2E21890}"/>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7" name="object 14">
              <a:extLst>
                <a:ext uri="{FF2B5EF4-FFF2-40B4-BE49-F238E27FC236}">
                  <a16:creationId xmlns:a16="http://schemas.microsoft.com/office/drawing/2014/main" id="{2930F3CC-FC58-4EC1-BA0A-F5F01D9DAF3C}"/>
                </a:ext>
              </a:extLst>
            </p:cNvPr>
            <p:cNvSpPr/>
            <p:nvPr/>
          </p:nvSpPr>
          <p:spPr>
            <a:xfrm>
              <a:off x="533652" y="2382265"/>
              <a:ext cx="161037" cy="119888"/>
            </a:xfrm>
            <a:prstGeom prst="rect">
              <a:avLst/>
            </a:prstGeom>
            <a:blipFill>
              <a:blip r:embed="rId2" cstate="print"/>
              <a:stretch>
                <a:fillRect/>
              </a:stretch>
            </a:blipFill>
          </p:spPr>
          <p:txBody>
            <a:bodyPr wrap="square" lIns="0" tIns="0" rIns="0" bIns="0" rtlCol="0"/>
            <a:lstStyle/>
            <a:p>
              <a:endParaRPr sz="2000"/>
            </a:p>
          </p:txBody>
        </p:sp>
        <p:sp>
          <p:nvSpPr>
            <p:cNvPr id="98" name="object 15">
              <a:extLst>
                <a:ext uri="{FF2B5EF4-FFF2-40B4-BE49-F238E27FC236}">
                  <a16:creationId xmlns:a16="http://schemas.microsoft.com/office/drawing/2014/main" id="{01F61872-57B3-401A-A34D-C04C7EB8E178}"/>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99" name="object 16">
              <a:extLst>
                <a:ext uri="{FF2B5EF4-FFF2-40B4-BE49-F238E27FC236}">
                  <a16:creationId xmlns:a16="http://schemas.microsoft.com/office/drawing/2014/main" id="{1B1E6582-F908-45E9-8783-77BFCBA5F610}"/>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0" name="object 17">
              <a:extLst>
                <a:ext uri="{FF2B5EF4-FFF2-40B4-BE49-F238E27FC236}">
                  <a16:creationId xmlns:a16="http://schemas.microsoft.com/office/drawing/2014/main" id="{283DFBF4-5715-4B65-96DD-B53A68C4B7C2}"/>
                </a:ext>
              </a:extLst>
            </p:cNvPr>
            <p:cNvSpPr/>
            <p:nvPr/>
          </p:nvSpPr>
          <p:spPr>
            <a:xfrm>
              <a:off x="533652" y="2664205"/>
              <a:ext cx="161037" cy="121412"/>
            </a:xfrm>
            <a:prstGeom prst="rect">
              <a:avLst/>
            </a:prstGeom>
            <a:blipFill>
              <a:blip r:embed="rId3" cstate="print"/>
              <a:stretch>
                <a:fillRect/>
              </a:stretch>
            </a:blipFill>
          </p:spPr>
          <p:txBody>
            <a:bodyPr wrap="square" lIns="0" tIns="0" rIns="0" bIns="0" rtlCol="0"/>
            <a:lstStyle/>
            <a:p>
              <a:endParaRPr sz="2000"/>
            </a:p>
          </p:txBody>
        </p:sp>
        <p:sp>
          <p:nvSpPr>
            <p:cNvPr id="101" name="object 18">
              <a:extLst>
                <a:ext uri="{FF2B5EF4-FFF2-40B4-BE49-F238E27FC236}">
                  <a16:creationId xmlns:a16="http://schemas.microsoft.com/office/drawing/2014/main" id="{8EF1A158-9A40-435B-99AB-421ED75E6A6A}"/>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2" name="object 19">
              <a:extLst>
                <a:ext uri="{FF2B5EF4-FFF2-40B4-BE49-F238E27FC236}">
                  <a16:creationId xmlns:a16="http://schemas.microsoft.com/office/drawing/2014/main" id="{70F302FD-8C75-4A81-8657-FA66B8472EE0}"/>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3" name="object 20">
              <a:extLst>
                <a:ext uri="{FF2B5EF4-FFF2-40B4-BE49-F238E27FC236}">
                  <a16:creationId xmlns:a16="http://schemas.microsoft.com/office/drawing/2014/main" id="{9CD56F5C-BEF2-4B90-AEEA-C04BEB63C582}"/>
                </a:ext>
              </a:extLst>
            </p:cNvPr>
            <p:cNvSpPr/>
            <p:nvPr/>
          </p:nvSpPr>
          <p:spPr>
            <a:xfrm>
              <a:off x="533652" y="2940050"/>
              <a:ext cx="161037" cy="121412"/>
            </a:xfrm>
            <a:prstGeom prst="rect">
              <a:avLst/>
            </a:prstGeom>
            <a:blipFill>
              <a:blip r:embed="rId3" cstate="print"/>
              <a:stretch>
                <a:fillRect/>
              </a:stretch>
            </a:blipFill>
          </p:spPr>
          <p:txBody>
            <a:bodyPr wrap="square" lIns="0" tIns="0" rIns="0" bIns="0" rtlCol="0"/>
            <a:lstStyle/>
            <a:p>
              <a:endParaRPr sz="2000"/>
            </a:p>
          </p:txBody>
        </p:sp>
        <p:sp>
          <p:nvSpPr>
            <p:cNvPr id="104" name="object 21">
              <a:extLst>
                <a:ext uri="{FF2B5EF4-FFF2-40B4-BE49-F238E27FC236}">
                  <a16:creationId xmlns:a16="http://schemas.microsoft.com/office/drawing/2014/main" id="{4B66365E-0DD6-40B4-BFDE-1317113C3984}"/>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05" name="object 22">
              <a:extLst>
                <a:ext uri="{FF2B5EF4-FFF2-40B4-BE49-F238E27FC236}">
                  <a16:creationId xmlns:a16="http://schemas.microsoft.com/office/drawing/2014/main" id="{66324DB8-A642-4DF2-A092-99BF398B7004}"/>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106" name="object 23">
            <a:extLst>
              <a:ext uri="{FF2B5EF4-FFF2-40B4-BE49-F238E27FC236}">
                <a16:creationId xmlns:a16="http://schemas.microsoft.com/office/drawing/2014/main" id="{058DC095-4F29-4459-AC95-13269148087C}"/>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107" name="object 24">
            <a:extLst>
              <a:ext uri="{FF2B5EF4-FFF2-40B4-BE49-F238E27FC236}">
                <a16:creationId xmlns:a16="http://schemas.microsoft.com/office/drawing/2014/main" id="{78DBA07D-FF43-4FE5-99F2-7533479262D8}"/>
              </a:ext>
            </a:extLst>
          </p:cNvPr>
          <p:cNvSpPr/>
          <p:nvPr/>
        </p:nvSpPr>
        <p:spPr>
          <a:xfrm>
            <a:off x="592947" y="3593536"/>
            <a:ext cx="178930" cy="133209"/>
          </a:xfrm>
          <a:prstGeom prst="rect">
            <a:avLst/>
          </a:prstGeom>
          <a:blipFill>
            <a:blip r:embed="rId2" cstate="print"/>
            <a:stretch>
              <a:fillRect/>
            </a:stretch>
          </a:blipFill>
        </p:spPr>
        <p:txBody>
          <a:bodyPr wrap="square" lIns="0" tIns="0" rIns="0" bIns="0" rtlCol="0"/>
          <a:lstStyle/>
          <a:p>
            <a:endParaRPr sz="2000"/>
          </a:p>
        </p:txBody>
      </p:sp>
      <p:sp>
        <p:nvSpPr>
          <p:cNvPr id="108" name="object 25">
            <a:extLst>
              <a:ext uri="{FF2B5EF4-FFF2-40B4-BE49-F238E27FC236}">
                <a16:creationId xmlns:a16="http://schemas.microsoft.com/office/drawing/2014/main" id="{68FD6D54-F050-4573-A3BB-E13AA62A2D86}"/>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109" name="object 26">
            <a:extLst>
              <a:ext uri="{FF2B5EF4-FFF2-40B4-BE49-F238E27FC236}">
                <a16:creationId xmlns:a16="http://schemas.microsoft.com/office/drawing/2014/main" id="{BEBC8783-DDCE-45D6-AF08-261456755AC3}"/>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110" name="object 27">
            <a:extLst>
              <a:ext uri="{FF2B5EF4-FFF2-40B4-BE49-F238E27FC236}">
                <a16:creationId xmlns:a16="http://schemas.microsoft.com/office/drawing/2014/main" id="{24705437-CDD2-47A2-AA42-B6B917E7AE3C}"/>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111" name="object 28">
            <a:extLst>
              <a:ext uri="{FF2B5EF4-FFF2-40B4-BE49-F238E27FC236}">
                <a16:creationId xmlns:a16="http://schemas.microsoft.com/office/drawing/2014/main" id="{75E7A560-CA9F-4414-9B62-DE9E89D66675}"/>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112" name="object 29">
            <a:extLst>
              <a:ext uri="{FF2B5EF4-FFF2-40B4-BE49-F238E27FC236}">
                <a16:creationId xmlns:a16="http://schemas.microsoft.com/office/drawing/2014/main" id="{3097DC26-937E-40C0-A9E3-30A8623BBD29}"/>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113" name="object 30">
            <a:extLst>
              <a:ext uri="{FF2B5EF4-FFF2-40B4-BE49-F238E27FC236}">
                <a16:creationId xmlns:a16="http://schemas.microsoft.com/office/drawing/2014/main" id="{A0540095-F374-4E2F-A1C5-408DBF707820}"/>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2164148876"/>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57</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3">
            <a:extLst>
              <a:ext uri="{FF2B5EF4-FFF2-40B4-BE49-F238E27FC236}">
                <a16:creationId xmlns:a16="http://schemas.microsoft.com/office/drawing/2014/main" id="{EF24D329-A542-4D2B-951B-B5465FEB6B37}"/>
              </a:ext>
            </a:extLst>
          </p:cNvPr>
          <p:cNvGrpSpPr/>
          <p:nvPr/>
        </p:nvGrpSpPr>
        <p:grpSpPr>
          <a:xfrm>
            <a:off x="3333962" y="2831044"/>
            <a:ext cx="439561" cy="352778"/>
            <a:chOff x="3000565" y="2547940"/>
            <a:chExt cx="395605" cy="317500"/>
          </a:xfrm>
        </p:grpSpPr>
        <p:sp>
          <p:nvSpPr>
            <p:cNvPr id="34" name="object 4">
              <a:extLst>
                <a:ext uri="{FF2B5EF4-FFF2-40B4-BE49-F238E27FC236}">
                  <a16:creationId xmlns:a16="http://schemas.microsoft.com/office/drawing/2014/main" id="{E459ACB6-12D2-45C6-810A-BD17C3CC67BB}"/>
                </a:ext>
              </a:extLst>
            </p:cNvPr>
            <p:cNvSpPr/>
            <p:nvPr/>
          </p:nvSpPr>
          <p:spPr>
            <a:xfrm>
              <a:off x="3005327" y="2552702"/>
              <a:ext cx="192405" cy="307975"/>
            </a:xfrm>
            <a:custGeom>
              <a:avLst/>
              <a:gdLst/>
              <a:ahLst/>
              <a:cxnLst/>
              <a:rect l="l" t="t" r="r" b="b"/>
              <a:pathLst>
                <a:path w="192405"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35" name="object 5">
              <a:extLst>
                <a:ext uri="{FF2B5EF4-FFF2-40B4-BE49-F238E27FC236}">
                  <a16:creationId xmlns:a16="http://schemas.microsoft.com/office/drawing/2014/main" id="{6EDAE9DA-D7D8-4D13-AF08-0CC4A52E94FC}"/>
                </a:ext>
              </a:extLst>
            </p:cNvPr>
            <p:cNvSpPr/>
            <p:nvPr/>
          </p:nvSpPr>
          <p:spPr>
            <a:xfrm>
              <a:off x="3005327" y="2552702"/>
              <a:ext cx="192405" cy="307975"/>
            </a:xfrm>
            <a:custGeom>
              <a:avLst/>
              <a:gdLst/>
              <a:ahLst/>
              <a:cxnLst/>
              <a:rect l="l" t="t" r="r" b="b"/>
              <a:pathLst>
                <a:path w="192405"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sp>
          <p:nvSpPr>
            <p:cNvPr id="36" name="object 6">
              <a:extLst>
                <a:ext uri="{FF2B5EF4-FFF2-40B4-BE49-F238E27FC236}">
                  <a16:creationId xmlns:a16="http://schemas.microsoft.com/office/drawing/2014/main" id="{1968EC38-956F-41A2-9C9E-8BBEEB549BD7}"/>
                </a:ext>
              </a:extLst>
            </p:cNvPr>
            <p:cNvSpPr/>
            <p:nvPr/>
          </p:nvSpPr>
          <p:spPr>
            <a:xfrm>
              <a:off x="3197351" y="2552702"/>
              <a:ext cx="193675" cy="307975"/>
            </a:xfrm>
            <a:custGeom>
              <a:avLst/>
              <a:gdLst/>
              <a:ahLst/>
              <a:cxnLst/>
              <a:rect l="l" t="t" r="r" b="b"/>
              <a:pathLst>
                <a:path w="193675" h="307975">
                  <a:moveTo>
                    <a:pt x="193545" y="0"/>
                  </a:moveTo>
                  <a:lnTo>
                    <a:pt x="0" y="0"/>
                  </a:lnTo>
                  <a:lnTo>
                    <a:pt x="0" y="307845"/>
                  </a:lnTo>
                  <a:lnTo>
                    <a:pt x="193545" y="307845"/>
                  </a:lnTo>
                  <a:lnTo>
                    <a:pt x="193545" y="0"/>
                  </a:lnTo>
                  <a:close/>
                </a:path>
              </a:pathLst>
            </a:custGeom>
            <a:solidFill>
              <a:srgbClr val="C0E4FF"/>
            </a:solidFill>
          </p:spPr>
          <p:txBody>
            <a:bodyPr wrap="square" lIns="0" tIns="0" rIns="0" bIns="0" rtlCol="0"/>
            <a:lstStyle/>
            <a:p>
              <a:endParaRPr sz="2000"/>
            </a:p>
          </p:txBody>
        </p:sp>
        <p:sp>
          <p:nvSpPr>
            <p:cNvPr id="37" name="object 7">
              <a:extLst>
                <a:ext uri="{FF2B5EF4-FFF2-40B4-BE49-F238E27FC236}">
                  <a16:creationId xmlns:a16="http://schemas.microsoft.com/office/drawing/2014/main" id="{D8ABDAA4-88F1-495E-B762-9254DF25A0AA}"/>
                </a:ext>
              </a:extLst>
            </p:cNvPr>
            <p:cNvSpPr/>
            <p:nvPr/>
          </p:nvSpPr>
          <p:spPr>
            <a:xfrm>
              <a:off x="3197351" y="255270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38" name="object 8">
            <a:extLst>
              <a:ext uri="{FF2B5EF4-FFF2-40B4-BE49-F238E27FC236}">
                <a16:creationId xmlns:a16="http://schemas.microsoft.com/office/drawing/2014/main" id="{7000C0C8-3B3C-4839-9DB9-82E516C88FCF}"/>
              </a:ext>
            </a:extLst>
          </p:cNvPr>
          <p:cNvGrpSpPr/>
          <p:nvPr/>
        </p:nvGrpSpPr>
        <p:grpSpPr>
          <a:xfrm>
            <a:off x="274109" y="2165561"/>
            <a:ext cx="837494" cy="1428044"/>
            <a:chOff x="246697" y="1949005"/>
            <a:chExt cx="753745" cy="1285240"/>
          </a:xfrm>
        </p:grpSpPr>
        <p:sp>
          <p:nvSpPr>
            <p:cNvPr id="39" name="object 9">
              <a:extLst>
                <a:ext uri="{FF2B5EF4-FFF2-40B4-BE49-F238E27FC236}">
                  <a16:creationId xmlns:a16="http://schemas.microsoft.com/office/drawing/2014/main" id="{40CEE790-F47F-443A-B7F0-7B9CCC045166}"/>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0" name="object 10">
              <a:extLst>
                <a:ext uri="{FF2B5EF4-FFF2-40B4-BE49-F238E27FC236}">
                  <a16:creationId xmlns:a16="http://schemas.microsoft.com/office/drawing/2014/main" id="{AF6D4042-6D84-4ACC-8D4C-F3E51CDA27A8}"/>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1" name="object 11">
              <a:extLst>
                <a:ext uri="{FF2B5EF4-FFF2-40B4-BE49-F238E27FC236}">
                  <a16:creationId xmlns:a16="http://schemas.microsoft.com/office/drawing/2014/main" id="{AD63F8A5-D741-469E-960B-20E6191F78DC}"/>
                </a:ext>
              </a:extLst>
            </p:cNvPr>
            <p:cNvSpPr/>
            <p:nvPr/>
          </p:nvSpPr>
          <p:spPr>
            <a:xfrm>
              <a:off x="533652" y="2106421"/>
              <a:ext cx="161037" cy="119888"/>
            </a:xfrm>
            <a:prstGeom prst="rect">
              <a:avLst/>
            </a:prstGeom>
            <a:blipFill>
              <a:blip r:embed="rId2" cstate="print"/>
              <a:stretch>
                <a:fillRect/>
              </a:stretch>
            </a:blipFill>
          </p:spPr>
          <p:txBody>
            <a:bodyPr wrap="square" lIns="0" tIns="0" rIns="0" bIns="0" rtlCol="0"/>
            <a:lstStyle/>
            <a:p>
              <a:endParaRPr sz="2000"/>
            </a:p>
          </p:txBody>
        </p:sp>
        <p:sp>
          <p:nvSpPr>
            <p:cNvPr id="42" name="object 12">
              <a:extLst>
                <a:ext uri="{FF2B5EF4-FFF2-40B4-BE49-F238E27FC236}">
                  <a16:creationId xmlns:a16="http://schemas.microsoft.com/office/drawing/2014/main" id="{1627250F-7D09-433B-8329-7F3C76D05054}"/>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3" name="object 13">
              <a:extLst>
                <a:ext uri="{FF2B5EF4-FFF2-40B4-BE49-F238E27FC236}">
                  <a16:creationId xmlns:a16="http://schemas.microsoft.com/office/drawing/2014/main" id="{1CAC2533-ED70-455B-ACAD-8258C14CE4FD}"/>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4" name="object 14">
              <a:extLst>
                <a:ext uri="{FF2B5EF4-FFF2-40B4-BE49-F238E27FC236}">
                  <a16:creationId xmlns:a16="http://schemas.microsoft.com/office/drawing/2014/main" id="{43D4D4F8-CF81-474B-B872-5D11AB3AB637}"/>
                </a:ext>
              </a:extLst>
            </p:cNvPr>
            <p:cNvSpPr/>
            <p:nvPr/>
          </p:nvSpPr>
          <p:spPr>
            <a:xfrm>
              <a:off x="533652" y="2382265"/>
              <a:ext cx="161037" cy="119888"/>
            </a:xfrm>
            <a:prstGeom prst="rect">
              <a:avLst/>
            </a:prstGeom>
            <a:blipFill>
              <a:blip r:embed="rId2" cstate="print"/>
              <a:stretch>
                <a:fillRect/>
              </a:stretch>
            </a:blipFill>
          </p:spPr>
          <p:txBody>
            <a:bodyPr wrap="square" lIns="0" tIns="0" rIns="0" bIns="0" rtlCol="0"/>
            <a:lstStyle/>
            <a:p>
              <a:endParaRPr sz="2000"/>
            </a:p>
          </p:txBody>
        </p:sp>
        <p:sp>
          <p:nvSpPr>
            <p:cNvPr id="45" name="object 15">
              <a:extLst>
                <a:ext uri="{FF2B5EF4-FFF2-40B4-BE49-F238E27FC236}">
                  <a16:creationId xmlns:a16="http://schemas.microsoft.com/office/drawing/2014/main" id="{906E4B7E-0EB3-406F-AB9D-5FEFA287F2D2}"/>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6" name="object 16">
              <a:extLst>
                <a:ext uri="{FF2B5EF4-FFF2-40B4-BE49-F238E27FC236}">
                  <a16:creationId xmlns:a16="http://schemas.microsoft.com/office/drawing/2014/main" id="{0CD13E89-9BA3-4CB7-9DDE-75FAF99941A4}"/>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47" name="object 17">
              <a:extLst>
                <a:ext uri="{FF2B5EF4-FFF2-40B4-BE49-F238E27FC236}">
                  <a16:creationId xmlns:a16="http://schemas.microsoft.com/office/drawing/2014/main" id="{7FD18A36-FB96-41F8-8F8B-979F6BF4511F}"/>
                </a:ext>
              </a:extLst>
            </p:cNvPr>
            <p:cNvSpPr/>
            <p:nvPr/>
          </p:nvSpPr>
          <p:spPr>
            <a:xfrm>
              <a:off x="533652" y="2664205"/>
              <a:ext cx="161037" cy="121412"/>
            </a:xfrm>
            <a:prstGeom prst="rect">
              <a:avLst/>
            </a:prstGeom>
            <a:blipFill>
              <a:blip r:embed="rId3" cstate="print"/>
              <a:stretch>
                <a:fillRect/>
              </a:stretch>
            </a:blipFill>
          </p:spPr>
          <p:txBody>
            <a:bodyPr wrap="square" lIns="0" tIns="0" rIns="0" bIns="0" rtlCol="0"/>
            <a:lstStyle/>
            <a:p>
              <a:endParaRPr sz="2000"/>
            </a:p>
          </p:txBody>
        </p:sp>
        <p:sp>
          <p:nvSpPr>
            <p:cNvPr id="48" name="object 18">
              <a:extLst>
                <a:ext uri="{FF2B5EF4-FFF2-40B4-BE49-F238E27FC236}">
                  <a16:creationId xmlns:a16="http://schemas.microsoft.com/office/drawing/2014/main" id="{072FBB9C-F409-4CBB-8142-A009897451D5}"/>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9" name="object 19">
              <a:extLst>
                <a:ext uri="{FF2B5EF4-FFF2-40B4-BE49-F238E27FC236}">
                  <a16:creationId xmlns:a16="http://schemas.microsoft.com/office/drawing/2014/main" id="{60EF8424-1716-426F-A844-A830EB130B33}"/>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0" name="object 20">
              <a:extLst>
                <a:ext uri="{FF2B5EF4-FFF2-40B4-BE49-F238E27FC236}">
                  <a16:creationId xmlns:a16="http://schemas.microsoft.com/office/drawing/2014/main" id="{17924FB3-CA3E-4E82-A508-D0A93C08CBEA}"/>
                </a:ext>
              </a:extLst>
            </p:cNvPr>
            <p:cNvSpPr/>
            <p:nvPr/>
          </p:nvSpPr>
          <p:spPr>
            <a:xfrm>
              <a:off x="533652" y="2940050"/>
              <a:ext cx="161037" cy="121412"/>
            </a:xfrm>
            <a:prstGeom prst="rect">
              <a:avLst/>
            </a:prstGeom>
            <a:blipFill>
              <a:blip r:embed="rId3" cstate="print"/>
              <a:stretch>
                <a:fillRect/>
              </a:stretch>
            </a:blipFill>
          </p:spPr>
          <p:txBody>
            <a:bodyPr wrap="square" lIns="0" tIns="0" rIns="0" bIns="0" rtlCol="0"/>
            <a:lstStyle/>
            <a:p>
              <a:endParaRPr sz="2000"/>
            </a:p>
          </p:txBody>
        </p:sp>
        <p:sp>
          <p:nvSpPr>
            <p:cNvPr id="51" name="object 21">
              <a:extLst>
                <a:ext uri="{FF2B5EF4-FFF2-40B4-BE49-F238E27FC236}">
                  <a16:creationId xmlns:a16="http://schemas.microsoft.com/office/drawing/2014/main" id="{196E4000-1E53-42CF-8613-0F85FE112A5C}"/>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52" name="object 22">
              <a:extLst>
                <a:ext uri="{FF2B5EF4-FFF2-40B4-BE49-F238E27FC236}">
                  <a16:creationId xmlns:a16="http://schemas.microsoft.com/office/drawing/2014/main" id="{9696592A-5FF4-4B9A-A6F3-C6A7BDACACE3}"/>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53" name="object 23">
            <a:extLst>
              <a:ext uri="{FF2B5EF4-FFF2-40B4-BE49-F238E27FC236}">
                <a16:creationId xmlns:a16="http://schemas.microsoft.com/office/drawing/2014/main" id="{874FAB84-BDA9-4ACA-9544-C3EE1A8D1548}"/>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54" name="object 24">
            <a:extLst>
              <a:ext uri="{FF2B5EF4-FFF2-40B4-BE49-F238E27FC236}">
                <a16:creationId xmlns:a16="http://schemas.microsoft.com/office/drawing/2014/main" id="{5359D483-F5E9-42E0-9662-8B695553E104}"/>
              </a:ext>
            </a:extLst>
          </p:cNvPr>
          <p:cNvSpPr/>
          <p:nvPr/>
        </p:nvSpPr>
        <p:spPr>
          <a:xfrm>
            <a:off x="592947" y="3593536"/>
            <a:ext cx="178930" cy="133209"/>
          </a:xfrm>
          <a:prstGeom prst="rect">
            <a:avLst/>
          </a:prstGeom>
          <a:blipFill>
            <a:blip r:embed="rId2" cstate="print"/>
            <a:stretch>
              <a:fillRect/>
            </a:stretch>
          </a:blipFill>
        </p:spPr>
        <p:txBody>
          <a:bodyPr wrap="square" lIns="0" tIns="0" rIns="0" bIns="0" rtlCol="0"/>
          <a:lstStyle/>
          <a:p>
            <a:endParaRPr sz="2000"/>
          </a:p>
        </p:txBody>
      </p:sp>
      <p:sp>
        <p:nvSpPr>
          <p:cNvPr id="55" name="object 25">
            <a:extLst>
              <a:ext uri="{FF2B5EF4-FFF2-40B4-BE49-F238E27FC236}">
                <a16:creationId xmlns:a16="http://schemas.microsoft.com/office/drawing/2014/main" id="{9947F93A-BB61-4C32-9556-86B4BA5DA52B}"/>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56" name="object 26">
            <a:extLst>
              <a:ext uri="{FF2B5EF4-FFF2-40B4-BE49-F238E27FC236}">
                <a16:creationId xmlns:a16="http://schemas.microsoft.com/office/drawing/2014/main" id="{1F6A36DC-8DE3-4546-9B4F-601F5A20DF2C}"/>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57" name="object 27">
            <a:extLst>
              <a:ext uri="{FF2B5EF4-FFF2-40B4-BE49-F238E27FC236}">
                <a16:creationId xmlns:a16="http://schemas.microsoft.com/office/drawing/2014/main" id="{40B7CFB5-1592-4BF0-9493-9B6EA2FE2526}"/>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58" name="object 28">
            <a:extLst>
              <a:ext uri="{FF2B5EF4-FFF2-40B4-BE49-F238E27FC236}">
                <a16:creationId xmlns:a16="http://schemas.microsoft.com/office/drawing/2014/main" id="{58FEA252-3FE7-4A55-A612-E5466C570939}"/>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59" name="object 29">
            <a:extLst>
              <a:ext uri="{FF2B5EF4-FFF2-40B4-BE49-F238E27FC236}">
                <a16:creationId xmlns:a16="http://schemas.microsoft.com/office/drawing/2014/main" id="{7FA0C984-CF22-4851-A330-EEBEC7C7452A}"/>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60" name="object 30">
            <a:extLst>
              <a:ext uri="{FF2B5EF4-FFF2-40B4-BE49-F238E27FC236}">
                <a16:creationId xmlns:a16="http://schemas.microsoft.com/office/drawing/2014/main" id="{07A2452C-5F5F-46CE-97AD-861295C460EC}"/>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1532471509"/>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58</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89" name="object 3">
            <a:extLst>
              <a:ext uri="{FF2B5EF4-FFF2-40B4-BE49-F238E27FC236}">
                <a16:creationId xmlns:a16="http://schemas.microsoft.com/office/drawing/2014/main" id="{E6C3EB20-5F49-4979-8311-F2EC74A313E5}"/>
              </a:ext>
            </a:extLst>
          </p:cNvPr>
          <p:cNvSpPr/>
          <p:nvPr/>
        </p:nvSpPr>
        <p:spPr>
          <a:xfrm>
            <a:off x="4778869" y="3551202"/>
            <a:ext cx="167076" cy="177236"/>
          </a:xfrm>
          <a:prstGeom prst="rect">
            <a:avLst/>
          </a:prstGeom>
          <a:blipFill>
            <a:blip r:embed="rId2" cstate="print"/>
            <a:stretch>
              <a:fillRect/>
            </a:stretch>
          </a:blipFill>
        </p:spPr>
        <p:txBody>
          <a:bodyPr wrap="square" lIns="0" tIns="0" rIns="0" bIns="0" rtlCol="0"/>
          <a:lstStyle/>
          <a:p>
            <a:endParaRPr sz="2000"/>
          </a:p>
        </p:txBody>
      </p:sp>
      <p:grpSp>
        <p:nvGrpSpPr>
          <p:cNvPr id="90" name="object 4">
            <a:extLst>
              <a:ext uri="{FF2B5EF4-FFF2-40B4-BE49-F238E27FC236}">
                <a16:creationId xmlns:a16="http://schemas.microsoft.com/office/drawing/2014/main" id="{5DC89C10-61DA-4FC2-A906-B60A0EB103EF}"/>
              </a:ext>
            </a:extLst>
          </p:cNvPr>
          <p:cNvGrpSpPr/>
          <p:nvPr/>
        </p:nvGrpSpPr>
        <p:grpSpPr>
          <a:xfrm>
            <a:off x="274109" y="2165561"/>
            <a:ext cx="837494" cy="1428044"/>
            <a:chOff x="246697" y="1949005"/>
            <a:chExt cx="753745" cy="1285240"/>
          </a:xfrm>
        </p:grpSpPr>
        <p:sp>
          <p:nvSpPr>
            <p:cNvPr id="91" name="object 5">
              <a:extLst>
                <a:ext uri="{FF2B5EF4-FFF2-40B4-BE49-F238E27FC236}">
                  <a16:creationId xmlns:a16="http://schemas.microsoft.com/office/drawing/2014/main" id="{E822B6BB-9C1B-4B72-AB9F-7E5A548A8A12}"/>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2" name="object 6">
              <a:extLst>
                <a:ext uri="{FF2B5EF4-FFF2-40B4-BE49-F238E27FC236}">
                  <a16:creationId xmlns:a16="http://schemas.microsoft.com/office/drawing/2014/main" id="{AA14A6CA-D040-48DA-B966-8BA707589725}"/>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3" name="object 7">
              <a:extLst>
                <a:ext uri="{FF2B5EF4-FFF2-40B4-BE49-F238E27FC236}">
                  <a16:creationId xmlns:a16="http://schemas.microsoft.com/office/drawing/2014/main" id="{57EB81E9-CA25-487C-91C6-9EC196B8D56B}"/>
                </a:ext>
              </a:extLst>
            </p:cNvPr>
            <p:cNvSpPr/>
            <p:nvPr/>
          </p:nvSpPr>
          <p:spPr>
            <a:xfrm>
              <a:off x="533652" y="2106421"/>
              <a:ext cx="161037" cy="119888"/>
            </a:xfrm>
            <a:prstGeom prst="rect">
              <a:avLst/>
            </a:prstGeom>
            <a:blipFill>
              <a:blip r:embed="rId3" cstate="print"/>
              <a:stretch>
                <a:fillRect/>
              </a:stretch>
            </a:blipFill>
          </p:spPr>
          <p:txBody>
            <a:bodyPr wrap="square" lIns="0" tIns="0" rIns="0" bIns="0" rtlCol="0"/>
            <a:lstStyle/>
            <a:p>
              <a:endParaRPr sz="2000"/>
            </a:p>
          </p:txBody>
        </p:sp>
        <p:sp>
          <p:nvSpPr>
            <p:cNvPr id="94" name="object 8">
              <a:extLst>
                <a:ext uri="{FF2B5EF4-FFF2-40B4-BE49-F238E27FC236}">
                  <a16:creationId xmlns:a16="http://schemas.microsoft.com/office/drawing/2014/main" id="{50A99D4A-FE28-412D-9A10-D6CB9F88C4B8}"/>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5" name="object 9">
              <a:extLst>
                <a:ext uri="{FF2B5EF4-FFF2-40B4-BE49-F238E27FC236}">
                  <a16:creationId xmlns:a16="http://schemas.microsoft.com/office/drawing/2014/main" id="{ABF0303E-D8FC-435F-976C-0A8A4D6C7C31}"/>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6" name="object 10">
              <a:extLst>
                <a:ext uri="{FF2B5EF4-FFF2-40B4-BE49-F238E27FC236}">
                  <a16:creationId xmlns:a16="http://schemas.microsoft.com/office/drawing/2014/main" id="{20C67632-8A63-4783-B542-5C9D5210FC31}"/>
                </a:ext>
              </a:extLst>
            </p:cNvPr>
            <p:cNvSpPr/>
            <p:nvPr/>
          </p:nvSpPr>
          <p:spPr>
            <a:xfrm>
              <a:off x="533652" y="2382265"/>
              <a:ext cx="161037" cy="119888"/>
            </a:xfrm>
            <a:prstGeom prst="rect">
              <a:avLst/>
            </a:prstGeom>
            <a:blipFill>
              <a:blip r:embed="rId3" cstate="print"/>
              <a:stretch>
                <a:fillRect/>
              </a:stretch>
            </a:blipFill>
          </p:spPr>
          <p:txBody>
            <a:bodyPr wrap="square" lIns="0" tIns="0" rIns="0" bIns="0" rtlCol="0"/>
            <a:lstStyle/>
            <a:p>
              <a:endParaRPr sz="2000"/>
            </a:p>
          </p:txBody>
        </p:sp>
        <p:sp>
          <p:nvSpPr>
            <p:cNvPr id="97" name="object 11">
              <a:extLst>
                <a:ext uri="{FF2B5EF4-FFF2-40B4-BE49-F238E27FC236}">
                  <a16:creationId xmlns:a16="http://schemas.microsoft.com/office/drawing/2014/main" id="{EE36AF1D-0923-4D80-A77F-7D88003CD989}"/>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98" name="object 12">
              <a:extLst>
                <a:ext uri="{FF2B5EF4-FFF2-40B4-BE49-F238E27FC236}">
                  <a16:creationId xmlns:a16="http://schemas.microsoft.com/office/drawing/2014/main" id="{CE117C8B-3A40-48F0-9304-7789D7EFBE51}"/>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99" name="object 13">
              <a:extLst>
                <a:ext uri="{FF2B5EF4-FFF2-40B4-BE49-F238E27FC236}">
                  <a16:creationId xmlns:a16="http://schemas.microsoft.com/office/drawing/2014/main" id="{10F62DDE-7F34-4E9A-9626-6E461162B785}"/>
                </a:ext>
              </a:extLst>
            </p:cNvPr>
            <p:cNvSpPr/>
            <p:nvPr/>
          </p:nvSpPr>
          <p:spPr>
            <a:xfrm>
              <a:off x="533652" y="2664205"/>
              <a:ext cx="161037" cy="121412"/>
            </a:xfrm>
            <a:prstGeom prst="rect">
              <a:avLst/>
            </a:prstGeom>
            <a:blipFill>
              <a:blip r:embed="rId4" cstate="print"/>
              <a:stretch>
                <a:fillRect/>
              </a:stretch>
            </a:blipFill>
          </p:spPr>
          <p:txBody>
            <a:bodyPr wrap="square" lIns="0" tIns="0" rIns="0" bIns="0" rtlCol="0"/>
            <a:lstStyle/>
            <a:p>
              <a:endParaRPr sz="2000"/>
            </a:p>
          </p:txBody>
        </p:sp>
        <p:sp>
          <p:nvSpPr>
            <p:cNvPr id="100" name="object 14">
              <a:extLst>
                <a:ext uri="{FF2B5EF4-FFF2-40B4-BE49-F238E27FC236}">
                  <a16:creationId xmlns:a16="http://schemas.microsoft.com/office/drawing/2014/main" id="{24D02534-B1EB-4AAB-B36F-708DD9A06B0C}"/>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1" name="object 15">
              <a:extLst>
                <a:ext uri="{FF2B5EF4-FFF2-40B4-BE49-F238E27FC236}">
                  <a16:creationId xmlns:a16="http://schemas.microsoft.com/office/drawing/2014/main" id="{3C770E8A-D256-47C1-AB95-7FFFA0F26E96}"/>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2" name="object 16">
              <a:extLst>
                <a:ext uri="{FF2B5EF4-FFF2-40B4-BE49-F238E27FC236}">
                  <a16:creationId xmlns:a16="http://schemas.microsoft.com/office/drawing/2014/main" id="{A24EA65A-D581-48F4-8DE3-E199F82A1F38}"/>
                </a:ext>
              </a:extLst>
            </p:cNvPr>
            <p:cNvSpPr/>
            <p:nvPr/>
          </p:nvSpPr>
          <p:spPr>
            <a:xfrm>
              <a:off x="533652" y="2940050"/>
              <a:ext cx="161037" cy="121412"/>
            </a:xfrm>
            <a:prstGeom prst="rect">
              <a:avLst/>
            </a:prstGeom>
            <a:blipFill>
              <a:blip r:embed="rId4" cstate="print"/>
              <a:stretch>
                <a:fillRect/>
              </a:stretch>
            </a:blipFill>
          </p:spPr>
          <p:txBody>
            <a:bodyPr wrap="square" lIns="0" tIns="0" rIns="0" bIns="0" rtlCol="0"/>
            <a:lstStyle/>
            <a:p>
              <a:endParaRPr sz="2000"/>
            </a:p>
          </p:txBody>
        </p:sp>
        <p:sp>
          <p:nvSpPr>
            <p:cNvPr id="103" name="object 17">
              <a:extLst>
                <a:ext uri="{FF2B5EF4-FFF2-40B4-BE49-F238E27FC236}">
                  <a16:creationId xmlns:a16="http://schemas.microsoft.com/office/drawing/2014/main" id="{955E82E9-C5A0-42B0-A42B-43BA38212F7C}"/>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04" name="object 18">
              <a:extLst>
                <a:ext uri="{FF2B5EF4-FFF2-40B4-BE49-F238E27FC236}">
                  <a16:creationId xmlns:a16="http://schemas.microsoft.com/office/drawing/2014/main" id="{D99304BB-085F-4390-91C8-303C477E4954}"/>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105" name="object 19">
            <a:extLst>
              <a:ext uri="{FF2B5EF4-FFF2-40B4-BE49-F238E27FC236}">
                <a16:creationId xmlns:a16="http://schemas.microsoft.com/office/drawing/2014/main" id="{8C22E35A-A3D3-44BC-A2B1-5A74F4FDE621}"/>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106" name="object 20">
            <a:extLst>
              <a:ext uri="{FF2B5EF4-FFF2-40B4-BE49-F238E27FC236}">
                <a16:creationId xmlns:a16="http://schemas.microsoft.com/office/drawing/2014/main" id="{5EED4332-F519-47D3-A788-C295C4F5B691}"/>
              </a:ext>
            </a:extLst>
          </p:cNvPr>
          <p:cNvSpPr/>
          <p:nvPr/>
        </p:nvSpPr>
        <p:spPr>
          <a:xfrm>
            <a:off x="592947" y="3593536"/>
            <a:ext cx="178930" cy="133209"/>
          </a:xfrm>
          <a:prstGeom prst="rect">
            <a:avLst/>
          </a:prstGeom>
          <a:blipFill>
            <a:blip r:embed="rId3" cstate="print"/>
            <a:stretch>
              <a:fillRect/>
            </a:stretch>
          </a:blipFill>
        </p:spPr>
        <p:txBody>
          <a:bodyPr wrap="square" lIns="0" tIns="0" rIns="0" bIns="0" rtlCol="0"/>
          <a:lstStyle/>
          <a:p>
            <a:endParaRPr sz="2000"/>
          </a:p>
        </p:txBody>
      </p:sp>
      <p:sp>
        <p:nvSpPr>
          <p:cNvPr id="107" name="object 21">
            <a:extLst>
              <a:ext uri="{FF2B5EF4-FFF2-40B4-BE49-F238E27FC236}">
                <a16:creationId xmlns:a16="http://schemas.microsoft.com/office/drawing/2014/main" id="{73E2A88C-956C-4794-B43C-7A6B5587A76D}"/>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108" name="object 22">
            <a:extLst>
              <a:ext uri="{FF2B5EF4-FFF2-40B4-BE49-F238E27FC236}">
                <a16:creationId xmlns:a16="http://schemas.microsoft.com/office/drawing/2014/main" id="{358A4F4C-593B-435C-9791-FB7EA41367CF}"/>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109" name="object 23">
            <a:extLst>
              <a:ext uri="{FF2B5EF4-FFF2-40B4-BE49-F238E27FC236}">
                <a16:creationId xmlns:a16="http://schemas.microsoft.com/office/drawing/2014/main" id="{34D28404-B8EA-42DF-A9AF-F31A60A447F0}"/>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110" name="object 24">
            <a:extLst>
              <a:ext uri="{FF2B5EF4-FFF2-40B4-BE49-F238E27FC236}">
                <a16:creationId xmlns:a16="http://schemas.microsoft.com/office/drawing/2014/main" id="{1437ECA3-84F6-4378-A36B-A453DB848D6D}"/>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111" name="object 25">
            <a:extLst>
              <a:ext uri="{FF2B5EF4-FFF2-40B4-BE49-F238E27FC236}">
                <a16:creationId xmlns:a16="http://schemas.microsoft.com/office/drawing/2014/main" id="{D955C871-DB08-4461-951E-B952803D048E}"/>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112" name="object 26">
            <a:extLst>
              <a:ext uri="{FF2B5EF4-FFF2-40B4-BE49-F238E27FC236}">
                <a16:creationId xmlns:a16="http://schemas.microsoft.com/office/drawing/2014/main" id="{7CC491C1-F50C-4563-8EA5-B581049243F8}"/>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3512952806"/>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59</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3">
            <a:extLst>
              <a:ext uri="{FF2B5EF4-FFF2-40B4-BE49-F238E27FC236}">
                <a16:creationId xmlns:a16="http://schemas.microsoft.com/office/drawing/2014/main" id="{C285FE63-A77A-4E1B-9D7C-45EB2E6997DF}"/>
              </a:ext>
            </a:extLst>
          </p:cNvPr>
          <p:cNvGrpSpPr/>
          <p:nvPr/>
        </p:nvGrpSpPr>
        <p:grpSpPr>
          <a:xfrm>
            <a:off x="5142442" y="3454191"/>
            <a:ext cx="439561" cy="352778"/>
            <a:chOff x="4628197" y="3108772"/>
            <a:chExt cx="395605" cy="317500"/>
          </a:xfrm>
        </p:grpSpPr>
        <p:sp>
          <p:nvSpPr>
            <p:cNvPr id="34" name="object 4">
              <a:extLst>
                <a:ext uri="{FF2B5EF4-FFF2-40B4-BE49-F238E27FC236}">
                  <a16:creationId xmlns:a16="http://schemas.microsoft.com/office/drawing/2014/main" id="{C45DD337-7EE1-41D1-9BDD-60EC67AE768A}"/>
                </a:ext>
              </a:extLst>
            </p:cNvPr>
            <p:cNvSpPr/>
            <p:nvPr/>
          </p:nvSpPr>
          <p:spPr>
            <a:xfrm>
              <a:off x="4632960" y="3113534"/>
              <a:ext cx="192022" cy="307845"/>
            </a:xfrm>
            <a:prstGeom prst="rect">
              <a:avLst/>
            </a:prstGeom>
            <a:blipFill>
              <a:blip r:embed="rId2" cstate="print"/>
              <a:stretch>
                <a:fillRect/>
              </a:stretch>
            </a:blipFill>
          </p:spPr>
          <p:txBody>
            <a:bodyPr wrap="square" lIns="0" tIns="0" rIns="0" bIns="0" rtlCol="0"/>
            <a:lstStyle/>
            <a:p>
              <a:endParaRPr sz="2000"/>
            </a:p>
          </p:txBody>
        </p:sp>
        <p:sp>
          <p:nvSpPr>
            <p:cNvPr id="35" name="object 5">
              <a:extLst>
                <a:ext uri="{FF2B5EF4-FFF2-40B4-BE49-F238E27FC236}">
                  <a16:creationId xmlns:a16="http://schemas.microsoft.com/office/drawing/2014/main" id="{7E61DC7B-4BBE-4553-91CE-606DB7E80622}"/>
                </a:ext>
              </a:extLst>
            </p:cNvPr>
            <p:cNvSpPr/>
            <p:nvPr/>
          </p:nvSpPr>
          <p:spPr>
            <a:xfrm>
              <a:off x="4632960" y="3113534"/>
              <a:ext cx="192405" cy="307975"/>
            </a:xfrm>
            <a:custGeom>
              <a:avLst/>
              <a:gdLst/>
              <a:ahLst/>
              <a:cxnLst/>
              <a:rect l="l" t="t" r="r" b="b"/>
              <a:pathLst>
                <a:path w="192404" h="307975">
                  <a:moveTo>
                    <a:pt x="0" y="307845"/>
                  </a:moveTo>
                  <a:lnTo>
                    <a:pt x="192022" y="307845"/>
                  </a:lnTo>
                  <a:lnTo>
                    <a:pt x="192022" y="0"/>
                  </a:lnTo>
                  <a:lnTo>
                    <a:pt x="0" y="0"/>
                  </a:lnTo>
                  <a:lnTo>
                    <a:pt x="0" y="307845"/>
                  </a:lnTo>
                  <a:close/>
                </a:path>
              </a:pathLst>
            </a:custGeom>
            <a:ln w="9525">
              <a:solidFill>
                <a:srgbClr val="000000"/>
              </a:solidFill>
            </a:ln>
          </p:spPr>
          <p:txBody>
            <a:bodyPr wrap="square" lIns="0" tIns="0" rIns="0" bIns="0" rtlCol="0"/>
            <a:lstStyle/>
            <a:p>
              <a:endParaRPr sz="2000"/>
            </a:p>
          </p:txBody>
        </p:sp>
        <p:sp>
          <p:nvSpPr>
            <p:cNvPr id="36" name="object 6">
              <a:extLst>
                <a:ext uri="{FF2B5EF4-FFF2-40B4-BE49-F238E27FC236}">
                  <a16:creationId xmlns:a16="http://schemas.microsoft.com/office/drawing/2014/main" id="{525D4CB0-7A1D-4D01-96E2-9D9B7D1B59EA}"/>
                </a:ext>
              </a:extLst>
            </p:cNvPr>
            <p:cNvSpPr/>
            <p:nvPr/>
          </p:nvSpPr>
          <p:spPr>
            <a:xfrm>
              <a:off x="4824984" y="3113534"/>
              <a:ext cx="193550" cy="307845"/>
            </a:xfrm>
            <a:prstGeom prst="rect">
              <a:avLst/>
            </a:prstGeom>
            <a:blipFill>
              <a:blip r:embed="rId3" cstate="print"/>
              <a:stretch>
                <a:fillRect/>
              </a:stretch>
            </a:blipFill>
          </p:spPr>
          <p:txBody>
            <a:bodyPr wrap="square" lIns="0" tIns="0" rIns="0" bIns="0" rtlCol="0"/>
            <a:lstStyle/>
            <a:p>
              <a:endParaRPr sz="2000"/>
            </a:p>
          </p:txBody>
        </p:sp>
        <p:sp>
          <p:nvSpPr>
            <p:cNvPr id="37" name="object 7">
              <a:extLst>
                <a:ext uri="{FF2B5EF4-FFF2-40B4-BE49-F238E27FC236}">
                  <a16:creationId xmlns:a16="http://schemas.microsoft.com/office/drawing/2014/main" id="{0379F8E7-76E6-4F76-86C6-9682EDF7814E}"/>
                </a:ext>
              </a:extLst>
            </p:cNvPr>
            <p:cNvSpPr/>
            <p:nvPr/>
          </p:nvSpPr>
          <p:spPr>
            <a:xfrm>
              <a:off x="4824984" y="3113534"/>
              <a:ext cx="193675" cy="307975"/>
            </a:xfrm>
            <a:custGeom>
              <a:avLst/>
              <a:gdLst/>
              <a:ahLst/>
              <a:cxnLst/>
              <a:rect l="l" t="t" r="r" b="b"/>
              <a:pathLst>
                <a:path w="193675" h="307975">
                  <a:moveTo>
                    <a:pt x="0" y="307845"/>
                  </a:moveTo>
                  <a:lnTo>
                    <a:pt x="193550" y="307845"/>
                  </a:lnTo>
                  <a:lnTo>
                    <a:pt x="193550"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38" name="object 8">
            <a:extLst>
              <a:ext uri="{FF2B5EF4-FFF2-40B4-BE49-F238E27FC236}">
                <a16:creationId xmlns:a16="http://schemas.microsoft.com/office/drawing/2014/main" id="{60FB7F38-9CAF-45E0-8470-FE3FB23B54B8}"/>
              </a:ext>
            </a:extLst>
          </p:cNvPr>
          <p:cNvGrpSpPr/>
          <p:nvPr/>
        </p:nvGrpSpPr>
        <p:grpSpPr>
          <a:xfrm>
            <a:off x="274109" y="2165561"/>
            <a:ext cx="837494" cy="1428044"/>
            <a:chOff x="246697" y="1949005"/>
            <a:chExt cx="753745" cy="1285240"/>
          </a:xfrm>
        </p:grpSpPr>
        <p:sp>
          <p:nvSpPr>
            <p:cNvPr id="39" name="object 9">
              <a:extLst>
                <a:ext uri="{FF2B5EF4-FFF2-40B4-BE49-F238E27FC236}">
                  <a16:creationId xmlns:a16="http://schemas.microsoft.com/office/drawing/2014/main" id="{75634CB1-363A-4FA7-9407-E3028E5C5200}"/>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0" name="object 10">
              <a:extLst>
                <a:ext uri="{FF2B5EF4-FFF2-40B4-BE49-F238E27FC236}">
                  <a16:creationId xmlns:a16="http://schemas.microsoft.com/office/drawing/2014/main" id="{07724AF1-182A-4467-A8C0-2D4C3BF1E2D7}"/>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1" name="object 11">
              <a:extLst>
                <a:ext uri="{FF2B5EF4-FFF2-40B4-BE49-F238E27FC236}">
                  <a16:creationId xmlns:a16="http://schemas.microsoft.com/office/drawing/2014/main" id="{0A905F62-BD99-422A-B2BD-A4A03C162533}"/>
                </a:ext>
              </a:extLst>
            </p:cNvPr>
            <p:cNvSpPr/>
            <p:nvPr/>
          </p:nvSpPr>
          <p:spPr>
            <a:xfrm>
              <a:off x="533652" y="2106421"/>
              <a:ext cx="161037" cy="119888"/>
            </a:xfrm>
            <a:prstGeom prst="rect">
              <a:avLst/>
            </a:prstGeom>
            <a:blipFill>
              <a:blip r:embed="rId4" cstate="print"/>
              <a:stretch>
                <a:fillRect/>
              </a:stretch>
            </a:blipFill>
          </p:spPr>
          <p:txBody>
            <a:bodyPr wrap="square" lIns="0" tIns="0" rIns="0" bIns="0" rtlCol="0"/>
            <a:lstStyle/>
            <a:p>
              <a:endParaRPr sz="2000"/>
            </a:p>
          </p:txBody>
        </p:sp>
        <p:sp>
          <p:nvSpPr>
            <p:cNvPr id="42" name="object 12">
              <a:extLst>
                <a:ext uri="{FF2B5EF4-FFF2-40B4-BE49-F238E27FC236}">
                  <a16:creationId xmlns:a16="http://schemas.microsoft.com/office/drawing/2014/main" id="{BD49D7E9-7546-4D10-AABB-94258F926D4C}"/>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3" name="object 13">
              <a:extLst>
                <a:ext uri="{FF2B5EF4-FFF2-40B4-BE49-F238E27FC236}">
                  <a16:creationId xmlns:a16="http://schemas.microsoft.com/office/drawing/2014/main" id="{0AD67171-707E-476D-BB00-1593C3F57ADB}"/>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4" name="object 14">
              <a:extLst>
                <a:ext uri="{FF2B5EF4-FFF2-40B4-BE49-F238E27FC236}">
                  <a16:creationId xmlns:a16="http://schemas.microsoft.com/office/drawing/2014/main" id="{D3049942-DE5E-4316-98FF-1EAB91F6E54A}"/>
                </a:ext>
              </a:extLst>
            </p:cNvPr>
            <p:cNvSpPr/>
            <p:nvPr/>
          </p:nvSpPr>
          <p:spPr>
            <a:xfrm>
              <a:off x="533652" y="2382265"/>
              <a:ext cx="161037" cy="119888"/>
            </a:xfrm>
            <a:prstGeom prst="rect">
              <a:avLst/>
            </a:prstGeom>
            <a:blipFill>
              <a:blip r:embed="rId4" cstate="print"/>
              <a:stretch>
                <a:fillRect/>
              </a:stretch>
            </a:blipFill>
          </p:spPr>
          <p:txBody>
            <a:bodyPr wrap="square" lIns="0" tIns="0" rIns="0" bIns="0" rtlCol="0"/>
            <a:lstStyle/>
            <a:p>
              <a:endParaRPr sz="2000"/>
            </a:p>
          </p:txBody>
        </p:sp>
        <p:sp>
          <p:nvSpPr>
            <p:cNvPr id="45" name="object 15">
              <a:extLst>
                <a:ext uri="{FF2B5EF4-FFF2-40B4-BE49-F238E27FC236}">
                  <a16:creationId xmlns:a16="http://schemas.microsoft.com/office/drawing/2014/main" id="{CF5008AE-6CEA-43E0-B736-342BF3600AF4}"/>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6" name="object 16">
              <a:extLst>
                <a:ext uri="{FF2B5EF4-FFF2-40B4-BE49-F238E27FC236}">
                  <a16:creationId xmlns:a16="http://schemas.microsoft.com/office/drawing/2014/main" id="{958A5CFF-50D8-478F-98EA-3D2CFBAEC760}"/>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47" name="object 17">
              <a:extLst>
                <a:ext uri="{FF2B5EF4-FFF2-40B4-BE49-F238E27FC236}">
                  <a16:creationId xmlns:a16="http://schemas.microsoft.com/office/drawing/2014/main" id="{A9B95D3A-D63F-4B75-B668-4D5928C73F79}"/>
                </a:ext>
              </a:extLst>
            </p:cNvPr>
            <p:cNvSpPr/>
            <p:nvPr/>
          </p:nvSpPr>
          <p:spPr>
            <a:xfrm>
              <a:off x="533652" y="2664205"/>
              <a:ext cx="161037" cy="121412"/>
            </a:xfrm>
            <a:prstGeom prst="rect">
              <a:avLst/>
            </a:prstGeom>
            <a:blipFill>
              <a:blip r:embed="rId5" cstate="print"/>
              <a:stretch>
                <a:fillRect/>
              </a:stretch>
            </a:blipFill>
          </p:spPr>
          <p:txBody>
            <a:bodyPr wrap="square" lIns="0" tIns="0" rIns="0" bIns="0" rtlCol="0"/>
            <a:lstStyle/>
            <a:p>
              <a:endParaRPr sz="2000"/>
            </a:p>
          </p:txBody>
        </p:sp>
        <p:sp>
          <p:nvSpPr>
            <p:cNvPr id="48" name="object 18">
              <a:extLst>
                <a:ext uri="{FF2B5EF4-FFF2-40B4-BE49-F238E27FC236}">
                  <a16:creationId xmlns:a16="http://schemas.microsoft.com/office/drawing/2014/main" id="{918DEAA7-B53A-4577-99B4-56220900878F}"/>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9" name="object 19">
              <a:extLst>
                <a:ext uri="{FF2B5EF4-FFF2-40B4-BE49-F238E27FC236}">
                  <a16:creationId xmlns:a16="http://schemas.microsoft.com/office/drawing/2014/main" id="{7DFF81F0-4F85-44A5-9EC0-7AEAB5116180}"/>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0" name="object 20">
              <a:extLst>
                <a:ext uri="{FF2B5EF4-FFF2-40B4-BE49-F238E27FC236}">
                  <a16:creationId xmlns:a16="http://schemas.microsoft.com/office/drawing/2014/main" id="{DF874B6F-0464-439E-9697-8F0252E07C3B}"/>
                </a:ext>
              </a:extLst>
            </p:cNvPr>
            <p:cNvSpPr/>
            <p:nvPr/>
          </p:nvSpPr>
          <p:spPr>
            <a:xfrm>
              <a:off x="533652" y="2940050"/>
              <a:ext cx="161037" cy="121412"/>
            </a:xfrm>
            <a:prstGeom prst="rect">
              <a:avLst/>
            </a:prstGeom>
            <a:blipFill>
              <a:blip r:embed="rId5" cstate="print"/>
              <a:stretch>
                <a:fillRect/>
              </a:stretch>
            </a:blipFill>
          </p:spPr>
          <p:txBody>
            <a:bodyPr wrap="square" lIns="0" tIns="0" rIns="0" bIns="0" rtlCol="0"/>
            <a:lstStyle/>
            <a:p>
              <a:endParaRPr sz="2000"/>
            </a:p>
          </p:txBody>
        </p:sp>
        <p:sp>
          <p:nvSpPr>
            <p:cNvPr id="51" name="object 21">
              <a:extLst>
                <a:ext uri="{FF2B5EF4-FFF2-40B4-BE49-F238E27FC236}">
                  <a16:creationId xmlns:a16="http://schemas.microsoft.com/office/drawing/2014/main" id="{F6081BBB-84B6-4E86-A708-80208A01F61A}"/>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52" name="object 22">
              <a:extLst>
                <a:ext uri="{FF2B5EF4-FFF2-40B4-BE49-F238E27FC236}">
                  <a16:creationId xmlns:a16="http://schemas.microsoft.com/office/drawing/2014/main" id="{210108E8-5D1A-4619-B8BC-52C16030C12B}"/>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53" name="object 23">
            <a:extLst>
              <a:ext uri="{FF2B5EF4-FFF2-40B4-BE49-F238E27FC236}">
                <a16:creationId xmlns:a16="http://schemas.microsoft.com/office/drawing/2014/main" id="{FCA7D6A4-75BB-44E7-9C86-1DA868E22111}"/>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54" name="object 24">
            <a:extLst>
              <a:ext uri="{FF2B5EF4-FFF2-40B4-BE49-F238E27FC236}">
                <a16:creationId xmlns:a16="http://schemas.microsoft.com/office/drawing/2014/main" id="{3BA61ED4-9057-4B3F-94E8-185591548C95}"/>
              </a:ext>
            </a:extLst>
          </p:cNvPr>
          <p:cNvSpPr/>
          <p:nvPr/>
        </p:nvSpPr>
        <p:spPr>
          <a:xfrm>
            <a:off x="592947" y="3593536"/>
            <a:ext cx="178930" cy="133209"/>
          </a:xfrm>
          <a:prstGeom prst="rect">
            <a:avLst/>
          </a:prstGeom>
          <a:blipFill>
            <a:blip r:embed="rId4" cstate="print"/>
            <a:stretch>
              <a:fillRect/>
            </a:stretch>
          </a:blipFill>
        </p:spPr>
        <p:txBody>
          <a:bodyPr wrap="square" lIns="0" tIns="0" rIns="0" bIns="0" rtlCol="0"/>
          <a:lstStyle/>
          <a:p>
            <a:endParaRPr sz="2000"/>
          </a:p>
        </p:txBody>
      </p:sp>
      <p:sp>
        <p:nvSpPr>
          <p:cNvPr id="55" name="object 25">
            <a:extLst>
              <a:ext uri="{FF2B5EF4-FFF2-40B4-BE49-F238E27FC236}">
                <a16:creationId xmlns:a16="http://schemas.microsoft.com/office/drawing/2014/main" id="{BBB10EC2-49A9-494B-A3C8-06928C2D5E06}"/>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56" name="object 26">
            <a:extLst>
              <a:ext uri="{FF2B5EF4-FFF2-40B4-BE49-F238E27FC236}">
                <a16:creationId xmlns:a16="http://schemas.microsoft.com/office/drawing/2014/main" id="{247055D5-7D5B-4BFD-B1F6-DAF027A4AE96}"/>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57" name="object 27">
            <a:extLst>
              <a:ext uri="{FF2B5EF4-FFF2-40B4-BE49-F238E27FC236}">
                <a16:creationId xmlns:a16="http://schemas.microsoft.com/office/drawing/2014/main" id="{945A8F78-460C-4AE5-A2CC-138A0EA6F6A8}"/>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58" name="object 28">
            <a:extLst>
              <a:ext uri="{FF2B5EF4-FFF2-40B4-BE49-F238E27FC236}">
                <a16:creationId xmlns:a16="http://schemas.microsoft.com/office/drawing/2014/main" id="{445B3B35-BBDE-4863-BBAD-8EB4EB57EDA4}"/>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59" name="object 29">
            <a:extLst>
              <a:ext uri="{FF2B5EF4-FFF2-40B4-BE49-F238E27FC236}">
                <a16:creationId xmlns:a16="http://schemas.microsoft.com/office/drawing/2014/main" id="{BFAE8074-A252-486E-A8CF-AF5E78554B62}"/>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60" name="object 30">
            <a:extLst>
              <a:ext uri="{FF2B5EF4-FFF2-40B4-BE49-F238E27FC236}">
                <a16:creationId xmlns:a16="http://schemas.microsoft.com/office/drawing/2014/main" id="{311C776C-F5E3-4451-A16C-FBA517096009}"/>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52732870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60</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61" name="object 3">
            <a:extLst>
              <a:ext uri="{FF2B5EF4-FFF2-40B4-BE49-F238E27FC236}">
                <a16:creationId xmlns:a16="http://schemas.microsoft.com/office/drawing/2014/main" id="{0A4BA15C-BF98-4581-A55D-0F350F57768D}"/>
              </a:ext>
            </a:extLst>
          </p:cNvPr>
          <p:cNvGrpSpPr/>
          <p:nvPr/>
        </p:nvGrpSpPr>
        <p:grpSpPr>
          <a:xfrm>
            <a:off x="5917988" y="2839510"/>
            <a:ext cx="440972" cy="352778"/>
            <a:chOff x="5326189" y="2555559"/>
            <a:chExt cx="396875" cy="317500"/>
          </a:xfrm>
        </p:grpSpPr>
        <p:sp>
          <p:nvSpPr>
            <p:cNvPr id="62" name="object 4">
              <a:extLst>
                <a:ext uri="{FF2B5EF4-FFF2-40B4-BE49-F238E27FC236}">
                  <a16:creationId xmlns:a16="http://schemas.microsoft.com/office/drawing/2014/main" id="{C2BECBDC-5803-4D48-9565-18E1B45211DA}"/>
                </a:ext>
              </a:extLst>
            </p:cNvPr>
            <p:cNvSpPr/>
            <p:nvPr/>
          </p:nvSpPr>
          <p:spPr>
            <a:xfrm>
              <a:off x="5330952" y="2560322"/>
              <a:ext cx="193545" cy="307845"/>
            </a:xfrm>
            <a:prstGeom prst="rect">
              <a:avLst/>
            </a:prstGeom>
            <a:blipFill>
              <a:blip r:embed="rId2" cstate="print"/>
              <a:stretch>
                <a:fillRect/>
              </a:stretch>
            </a:blipFill>
          </p:spPr>
          <p:txBody>
            <a:bodyPr wrap="square" lIns="0" tIns="0" rIns="0" bIns="0" rtlCol="0"/>
            <a:lstStyle/>
            <a:p>
              <a:endParaRPr sz="2000"/>
            </a:p>
          </p:txBody>
        </p:sp>
        <p:sp>
          <p:nvSpPr>
            <p:cNvPr id="63" name="object 5">
              <a:extLst>
                <a:ext uri="{FF2B5EF4-FFF2-40B4-BE49-F238E27FC236}">
                  <a16:creationId xmlns:a16="http://schemas.microsoft.com/office/drawing/2014/main" id="{8F6B1030-6C0C-472D-83C4-D7B4F81C4D38}"/>
                </a:ext>
              </a:extLst>
            </p:cNvPr>
            <p:cNvSpPr/>
            <p:nvPr/>
          </p:nvSpPr>
          <p:spPr>
            <a:xfrm>
              <a:off x="5330952"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64" name="object 6">
              <a:extLst>
                <a:ext uri="{FF2B5EF4-FFF2-40B4-BE49-F238E27FC236}">
                  <a16:creationId xmlns:a16="http://schemas.microsoft.com/office/drawing/2014/main" id="{6D6F5E9E-7C86-4782-9D11-41B4122F6B2D}"/>
                </a:ext>
              </a:extLst>
            </p:cNvPr>
            <p:cNvSpPr/>
            <p:nvPr/>
          </p:nvSpPr>
          <p:spPr>
            <a:xfrm>
              <a:off x="5524500" y="2560322"/>
              <a:ext cx="193545" cy="307845"/>
            </a:xfrm>
            <a:prstGeom prst="rect">
              <a:avLst/>
            </a:prstGeom>
            <a:blipFill>
              <a:blip r:embed="rId3" cstate="print"/>
              <a:stretch>
                <a:fillRect/>
              </a:stretch>
            </a:blipFill>
          </p:spPr>
          <p:txBody>
            <a:bodyPr wrap="square" lIns="0" tIns="0" rIns="0" bIns="0" rtlCol="0"/>
            <a:lstStyle/>
            <a:p>
              <a:endParaRPr sz="2000"/>
            </a:p>
          </p:txBody>
        </p:sp>
        <p:sp>
          <p:nvSpPr>
            <p:cNvPr id="65" name="object 7">
              <a:extLst>
                <a:ext uri="{FF2B5EF4-FFF2-40B4-BE49-F238E27FC236}">
                  <a16:creationId xmlns:a16="http://schemas.microsoft.com/office/drawing/2014/main" id="{FE662889-DEE2-4162-9A3D-A9575FB96278}"/>
                </a:ext>
              </a:extLst>
            </p:cNvPr>
            <p:cNvSpPr/>
            <p:nvPr/>
          </p:nvSpPr>
          <p:spPr>
            <a:xfrm>
              <a:off x="5524500"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66" name="object 8">
            <a:extLst>
              <a:ext uri="{FF2B5EF4-FFF2-40B4-BE49-F238E27FC236}">
                <a16:creationId xmlns:a16="http://schemas.microsoft.com/office/drawing/2014/main" id="{2F656783-C377-4645-A2F0-671CB8E72BBB}"/>
              </a:ext>
            </a:extLst>
          </p:cNvPr>
          <p:cNvGrpSpPr/>
          <p:nvPr/>
        </p:nvGrpSpPr>
        <p:grpSpPr>
          <a:xfrm>
            <a:off x="274109" y="2165561"/>
            <a:ext cx="837494" cy="1428044"/>
            <a:chOff x="246697" y="1949005"/>
            <a:chExt cx="753745" cy="1285240"/>
          </a:xfrm>
        </p:grpSpPr>
        <p:sp>
          <p:nvSpPr>
            <p:cNvPr id="67" name="object 9">
              <a:extLst>
                <a:ext uri="{FF2B5EF4-FFF2-40B4-BE49-F238E27FC236}">
                  <a16:creationId xmlns:a16="http://schemas.microsoft.com/office/drawing/2014/main" id="{AF2B5A40-AE4D-40BE-974D-63FBC480F433}"/>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68" name="object 10">
              <a:extLst>
                <a:ext uri="{FF2B5EF4-FFF2-40B4-BE49-F238E27FC236}">
                  <a16:creationId xmlns:a16="http://schemas.microsoft.com/office/drawing/2014/main" id="{EE1382E1-E85E-4E86-BC49-7784D8CF9D25}"/>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69" name="object 11">
              <a:extLst>
                <a:ext uri="{FF2B5EF4-FFF2-40B4-BE49-F238E27FC236}">
                  <a16:creationId xmlns:a16="http://schemas.microsoft.com/office/drawing/2014/main" id="{2329C113-A260-457C-A175-67E30C93974D}"/>
                </a:ext>
              </a:extLst>
            </p:cNvPr>
            <p:cNvSpPr/>
            <p:nvPr/>
          </p:nvSpPr>
          <p:spPr>
            <a:xfrm>
              <a:off x="533652" y="2106421"/>
              <a:ext cx="161037" cy="119888"/>
            </a:xfrm>
            <a:prstGeom prst="rect">
              <a:avLst/>
            </a:prstGeom>
            <a:blipFill>
              <a:blip r:embed="rId4" cstate="print"/>
              <a:stretch>
                <a:fillRect/>
              </a:stretch>
            </a:blipFill>
          </p:spPr>
          <p:txBody>
            <a:bodyPr wrap="square" lIns="0" tIns="0" rIns="0" bIns="0" rtlCol="0"/>
            <a:lstStyle/>
            <a:p>
              <a:endParaRPr sz="2000"/>
            </a:p>
          </p:txBody>
        </p:sp>
        <p:sp>
          <p:nvSpPr>
            <p:cNvPr id="70" name="object 12">
              <a:extLst>
                <a:ext uri="{FF2B5EF4-FFF2-40B4-BE49-F238E27FC236}">
                  <a16:creationId xmlns:a16="http://schemas.microsoft.com/office/drawing/2014/main" id="{19FEE2A2-0192-48E6-AEFA-F29324E2B227}"/>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71" name="object 13">
              <a:extLst>
                <a:ext uri="{FF2B5EF4-FFF2-40B4-BE49-F238E27FC236}">
                  <a16:creationId xmlns:a16="http://schemas.microsoft.com/office/drawing/2014/main" id="{11D1C2E9-06E0-490C-82F9-D9A8F421318E}"/>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72" name="object 14">
              <a:extLst>
                <a:ext uri="{FF2B5EF4-FFF2-40B4-BE49-F238E27FC236}">
                  <a16:creationId xmlns:a16="http://schemas.microsoft.com/office/drawing/2014/main" id="{005A4115-9E99-4E94-B7A9-ED813C7BB2F1}"/>
                </a:ext>
              </a:extLst>
            </p:cNvPr>
            <p:cNvSpPr/>
            <p:nvPr/>
          </p:nvSpPr>
          <p:spPr>
            <a:xfrm>
              <a:off x="533652" y="2382265"/>
              <a:ext cx="161037" cy="119888"/>
            </a:xfrm>
            <a:prstGeom prst="rect">
              <a:avLst/>
            </a:prstGeom>
            <a:blipFill>
              <a:blip r:embed="rId4" cstate="print"/>
              <a:stretch>
                <a:fillRect/>
              </a:stretch>
            </a:blipFill>
          </p:spPr>
          <p:txBody>
            <a:bodyPr wrap="square" lIns="0" tIns="0" rIns="0" bIns="0" rtlCol="0"/>
            <a:lstStyle/>
            <a:p>
              <a:endParaRPr sz="2000"/>
            </a:p>
          </p:txBody>
        </p:sp>
        <p:sp>
          <p:nvSpPr>
            <p:cNvPr id="73" name="object 15">
              <a:extLst>
                <a:ext uri="{FF2B5EF4-FFF2-40B4-BE49-F238E27FC236}">
                  <a16:creationId xmlns:a16="http://schemas.microsoft.com/office/drawing/2014/main" id="{C5A2FFE8-2B26-4DA9-90EE-DFC1CFA45565}"/>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4" name="object 16">
              <a:extLst>
                <a:ext uri="{FF2B5EF4-FFF2-40B4-BE49-F238E27FC236}">
                  <a16:creationId xmlns:a16="http://schemas.microsoft.com/office/drawing/2014/main" id="{173819B4-614E-433E-9E81-4B4954682F89}"/>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5" name="object 17">
              <a:extLst>
                <a:ext uri="{FF2B5EF4-FFF2-40B4-BE49-F238E27FC236}">
                  <a16:creationId xmlns:a16="http://schemas.microsoft.com/office/drawing/2014/main" id="{F7EB6CF9-A703-4357-A870-A04243915538}"/>
                </a:ext>
              </a:extLst>
            </p:cNvPr>
            <p:cNvSpPr/>
            <p:nvPr/>
          </p:nvSpPr>
          <p:spPr>
            <a:xfrm>
              <a:off x="533652" y="2664205"/>
              <a:ext cx="161037" cy="121412"/>
            </a:xfrm>
            <a:prstGeom prst="rect">
              <a:avLst/>
            </a:prstGeom>
            <a:blipFill>
              <a:blip r:embed="rId5" cstate="print"/>
              <a:stretch>
                <a:fillRect/>
              </a:stretch>
            </a:blipFill>
          </p:spPr>
          <p:txBody>
            <a:bodyPr wrap="square" lIns="0" tIns="0" rIns="0" bIns="0" rtlCol="0"/>
            <a:lstStyle/>
            <a:p>
              <a:endParaRPr sz="2000"/>
            </a:p>
          </p:txBody>
        </p:sp>
        <p:sp>
          <p:nvSpPr>
            <p:cNvPr id="76" name="object 18">
              <a:extLst>
                <a:ext uri="{FF2B5EF4-FFF2-40B4-BE49-F238E27FC236}">
                  <a16:creationId xmlns:a16="http://schemas.microsoft.com/office/drawing/2014/main" id="{69B97D83-7314-48E1-8BD0-AEB056B75C1F}"/>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7" name="object 19">
              <a:extLst>
                <a:ext uri="{FF2B5EF4-FFF2-40B4-BE49-F238E27FC236}">
                  <a16:creationId xmlns:a16="http://schemas.microsoft.com/office/drawing/2014/main" id="{8DDFB3C7-3B43-4B0C-A0D7-477DDCE8AC31}"/>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8" name="object 20">
              <a:extLst>
                <a:ext uri="{FF2B5EF4-FFF2-40B4-BE49-F238E27FC236}">
                  <a16:creationId xmlns:a16="http://schemas.microsoft.com/office/drawing/2014/main" id="{4F4938B2-93E2-4D97-8E3A-3BA9B471AB02}"/>
                </a:ext>
              </a:extLst>
            </p:cNvPr>
            <p:cNvSpPr/>
            <p:nvPr/>
          </p:nvSpPr>
          <p:spPr>
            <a:xfrm>
              <a:off x="533652" y="2940050"/>
              <a:ext cx="161037" cy="121412"/>
            </a:xfrm>
            <a:prstGeom prst="rect">
              <a:avLst/>
            </a:prstGeom>
            <a:blipFill>
              <a:blip r:embed="rId5" cstate="print"/>
              <a:stretch>
                <a:fillRect/>
              </a:stretch>
            </a:blipFill>
          </p:spPr>
          <p:txBody>
            <a:bodyPr wrap="square" lIns="0" tIns="0" rIns="0" bIns="0" rtlCol="0"/>
            <a:lstStyle/>
            <a:p>
              <a:endParaRPr sz="2000"/>
            </a:p>
          </p:txBody>
        </p:sp>
        <p:sp>
          <p:nvSpPr>
            <p:cNvPr id="79" name="object 21">
              <a:extLst>
                <a:ext uri="{FF2B5EF4-FFF2-40B4-BE49-F238E27FC236}">
                  <a16:creationId xmlns:a16="http://schemas.microsoft.com/office/drawing/2014/main" id="{679EE0C8-F564-46C7-8260-BB4CA09AE9F3}"/>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80" name="object 22">
              <a:extLst>
                <a:ext uri="{FF2B5EF4-FFF2-40B4-BE49-F238E27FC236}">
                  <a16:creationId xmlns:a16="http://schemas.microsoft.com/office/drawing/2014/main" id="{A06575E2-15BC-44F7-A168-F3AFDB984BC6}"/>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81" name="object 23">
            <a:extLst>
              <a:ext uri="{FF2B5EF4-FFF2-40B4-BE49-F238E27FC236}">
                <a16:creationId xmlns:a16="http://schemas.microsoft.com/office/drawing/2014/main" id="{B19E9AAA-9D87-48C4-A657-4A0E3C7D1E24}"/>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82" name="object 24">
            <a:extLst>
              <a:ext uri="{FF2B5EF4-FFF2-40B4-BE49-F238E27FC236}">
                <a16:creationId xmlns:a16="http://schemas.microsoft.com/office/drawing/2014/main" id="{3BAE548A-5390-4F84-936B-7A976CD00577}"/>
              </a:ext>
            </a:extLst>
          </p:cNvPr>
          <p:cNvSpPr/>
          <p:nvPr/>
        </p:nvSpPr>
        <p:spPr>
          <a:xfrm>
            <a:off x="592947" y="3593536"/>
            <a:ext cx="178930" cy="133209"/>
          </a:xfrm>
          <a:prstGeom prst="rect">
            <a:avLst/>
          </a:prstGeom>
          <a:blipFill>
            <a:blip r:embed="rId4" cstate="print"/>
            <a:stretch>
              <a:fillRect/>
            </a:stretch>
          </a:blipFill>
        </p:spPr>
        <p:txBody>
          <a:bodyPr wrap="square" lIns="0" tIns="0" rIns="0" bIns="0" rtlCol="0"/>
          <a:lstStyle/>
          <a:p>
            <a:endParaRPr sz="2000"/>
          </a:p>
        </p:txBody>
      </p:sp>
      <p:sp>
        <p:nvSpPr>
          <p:cNvPr id="83" name="object 25">
            <a:extLst>
              <a:ext uri="{FF2B5EF4-FFF2-40B4-BE49-F238E27FC236}">
                <a16:creationId xmlns:a16="http://schemas.microsoft.com/office/drawing/2014/main" id="{90F9F886-F7A0-49E7-8DEB-4DCE506104FE}"/>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84" name="object 26">
            <a:extLst>
              <a:ext uri="{FF2B5EF4-FFF2-40B4-BE49-F238E27FC236}">
                <a16:creationId xmlns:a16="http://schemas.microsoft.com/office/drawing/2014/main" id="{80C8968E-A0BE-4DAD-BFA5-1260ACE3AAF4}"/>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85" name="object 27">
            <a:extLst>
              <a:ext uri="{FF2B5EF4-FFF2-40B4-BE49-F238E27FC236}">
                <a16:creationId xmlns:a16="http://schemas.microsoft.com/office/drawing/2014/main" id="{FEAC0D69-450A-413A-9A92-0065CD236899}"/>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86" name="object 28">
            <a:extLst>
              <a:ext uri="{FF2B5EF4-FFF2-40B4-BE49-F238E27FC236}">
                <a16:creationId xmlns:a16="http://schemas.microsoft.com/office/drawing/2014/main" id="{0B1E2271-4D5F-4F3E-AA2C-A7C0E8B132D3}"/>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87" name="object 29">
            <a:extLst>
              <a:ext uri="{FF2B5EF4-FFF2-40B4-BE49-F238E27FC236}">
                <a16:creationId xmlns:a16="http://schemas.microsoft.com/office/drawing/2014/main" id="{509254B4-016C-4004-827C-5905707C20D3}"/>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88" name="object 30">
            <a:extLst>
              <a:ext uri="{FF2B5EF4-FFF2-40B4-BE49-F238E27FC236}">
                <a16:creationId xmlns:a16="http://schemas.microsoft.com/office/drawing/2014/main" id="{0B63920B-43F9-45C1-B436-5370E6241977}"/>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281195350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61" name="object 3">
            <a:extLst>
              <a:ext uri="{FF2B5EF4-FFF2-40B4-BE49-F238E27FC236}">
                <a16:creationId xmlns:a16="http://schemas.microsoft.com/office/drawing/2014/main" id="{89ECD2E9-7007-4136-884B-1574C872077A}"/>
              </a:ext>
            </a:extLst>
          </p:cNvPr>
          <p:cNvGrpSpPr/>
          <p:nvPr/>
        </p:nvGrpSpPr>
        <p:grpSpPr>
          <a:xfrm>
            <a:off x="6639348" y="2165558"/>
            <a:ext cx="440972" cy="352778"/>
            <a:chOff x="5975413" y="1949002"/>
            <a:chExt cx="396875" cy="317500"/>
          </a:xfrm>
        </p:grpSpPr>
        <p:sp>
          <p:nvSpPr>
            <p:cNvPr id="62" name="object 4">
              <a:extLst>
                <a:ext uri="{FF2B5EF4-FFF2-40B4-BE49-F238E27FC236}">
                  <a16:creationId xmlns:a16="http://schemas.microsoft.com/office/drawing/2014/main" id="{99849DD1-ED98-42E8-ABA6-847388B326ED}"/>
                </a:ext>
              </a:extLst>
            </p:cNvPr>
            <p:cNvSpPr/>
            <p:nvPr/>
          </p:nvSpPr>
          <p:spPr>
            <a:xfrm>
              <a:off x="5980176" y="1953765"/>
              <a:ext cx="193545" cy="307850"/>
            </a:xfrm>
            <a:prstGeom prst="rect">
              <a:avLst/>
            </a:prstGeom>
            <a:blipFill>
              <a:blip r:embed="rId2" cstate="print"/>
              <a:stretch>
                <a:fillRect/>
              </a:stretch>
            </a:blipFill>
          </p:spPr>
          <p:txBody>
            <a:bodyPr wrap="square" lIns="0" tIns="0" rIns="0" bIns="0" rtlCol="0"/>
            <a:lstStyle/>
            <a:p>
              <a:endParaRPr sz="2000"/>
            </a:p>
          </p:txBody>
        </p:sp>
        <p:sp>
          <p:nvSpPr>
            <p:cNvPr id="63" name="object 5">
              <a:extLst>
                <a:ext uri="{FF2B5EF4-FFF2-40B4-BE49-F238E27FC236}">
                  <a16:creationId xmlns:a16="http://schemas.microsoft.com/office/drawing/2014/main" id="{DE2B0139-F9E2-4EA4-948C-C1ACB84A65A2}"/>
                </a:ext>
              </a:extLst>
            </p:cNvPr>
            <p:cNvSpPr/>
            <p:nvPr/>
          </p:nvSpPr>
          <p:spPr>
            <a:xfrm>
              <a:off x="5980176"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64" name="object 6">
              <a:extLst>
                <a:ext uri="{FF2B5EF4-FFF2-40B4-BE49-F238E27FC236}">
                  <a16:creationId xmlns:a16="http://schemas.microsoft.com/office/drawing/2014/main" id="{FF4B2FD9-0222-405A-95DC-20DCDEDE1B46}"/>
                </a:ext>
              </a:extLst>
            </p:cNvPr>
            <p:cNvSpPr/>
            <p:nvPr/>
          </p:nvSpPr>
          <p:spPr>
            <a:xfrm>
              <a:off x="6173724" y="1953765"/>
              <a:ext cx="193550" cy="307850"/>
            </a:xfrm>
            <a:prstGeom prst="rect">
              <a:avLst/>
            </a:prstGeom>
            <a:blipFill>
              <a:blip r:embed="rId3" cstate="print"/>
              <a:stretch>
                <a:fillRect/>
              </a:stretch>
            </a:blipFill>
          </p:spPr>
          <p:txBody>
            <a:bodyPr wrap="square" lIns="0" tIns="0" rIns="0" bIns="0" rtlCol="0"/>
            <a:lstStyle/>
            <a:p>
              <a:endParaRPr sz="2000"/>
            </a:p>
          </p:txBody>
        </p:sp>
        <p:sp>
          <p:nvSpPr>
            <p:cNvPr id="65" name="object 7">
              <a:extLst>
                <a:ext uri="{FF2B5EF4-FFF2-40B4-BE49-F238E27FC236}">
                  <a16:creationId xmlns:a16="http://schemas.microsoft.com/office/drawing/2014/main" id="{7E8CD14B-CC96-4061-A591-CDBE6C78995A}"/>
                </a:ext>
              </a:extLst>
            </p:cNvPr>
            <p:cNvSpPr/>
            <p:nvPr/>
          </p:nvSpPr>
          <p:spPr>
            <a:xfrm>
              <a:off x="6173724"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66" name="object 8">
            <a:extLst>
              <a:ext uri="{FF2B5EF4-FFF2-40B4-BE49-F238E27FC236}">
                <a16:creationId xmlns:a16="http://schemas.microsoft.com/office/drawing/2014/main" id="{B2915631-342A-46C3-9F36-B2AAF1A6049A}"/>
              </a:ext>
            </a:extLst>
          </p:cNvPr>
          <p:cNvGrpSpPr/>
          <p:nvPr/>
        </p:nvGrpSpPr>
        <p:grpSpPr>
          <a:xfrm>
            <a:off x="274109" y="2165561"/>
            <a:ext cx="837494" cy="1428044"/>
            <a:chOff x="246697" y="1949005"/>
            <a:chExt cx="753745" cy="1285240"/>
          </a:xfrm>
        </p:grpSpPr>
        <p:sp>
          <p:nvSpPr>
            <p:cNvPr id="67" name="object 9">
              <a:extLst>
                <a:ext uri="{FF2B5EF4-FFF2-40B4-BE49-F238E27FC236}">
                  <a16:creationId xmlns:a16="http://schemas.microsoft.com/office/drawing/2014/main" id="{3CE01DA3-F42F-4448-8F5E-C2B0440652F5}"/>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68" name="object 10">
              <a:extLst>
                <a:ext uri="{FF2B5EF4-FFF2-40B4-BE49-F238E27FC236}">
                  <a16:creationId xmlns:a16="http://schemas.microsoft.com/office/drawing/2014/main" id="{602CEC42-53DC-490D-A0BE-6C379D06A81C}"/>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69" name="object 11">
              <a:extLst>
                <a:ext uri="{FF2B5EF4-FFF2-40B4-BE49-F238E27FC236}">
                  <a16:creationId xmlns:a16="http://schemas.microsoft.com/office/drawing/2014/main" id="{739F68D7-56F0-4942-87AD-40DA84536BC0}"/>
                </a:ext>
              </a:extLst>
            </p:cNvPr>
            <p:cNvSpPr/>
            <p:nvPr/>
          </p:nvSpPr>
          <p:spPr>
            <a:xfrm>
              <a:off x="533652" y="2106421"/>
              <a:ext cx="161037" cy="119888"/>
            </a:xfrm>
            <a:prstGeom prst="rect">
              <a:avLst/>
            </a:prstGeom>
            <a:blipFill>
              <a:blip r:embed="rId4" cstate="print"/>
              <a:stretch>
                <a:fillRect/>
              </a:stretch>
            </a:blipFill>
          </p:spPr>
          <p:txBody>
            <a:bodyPr wrap="square" lIns="0" tIns="0" rIns="0" bIns="0" rtlCol="0"/>
            <a:lstStyle/>
            <a:p>
              <a:endParaRPr sz="2000"/>
            </a:p>
          </p:txBody>
        </p:sp>
        <p:sp>
          <p:nvSpPr>
            <p:cNvPr id="70" name="object 12">
              <a:extLst>
                <a:ext uri="{FF2B5EF4-FFF2-40B4-BE49-F238E27FC236}">
                  <a16:creationId xmlns:a16="http://schemas.microsoft.com/office/drawing/2014/main" id="{3BC88AAF-0A88-4FE7-9965-033735D6ABC7}"/>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71" name="object 13">
              <a:extLst>
                <a:ext uri="{FF2B5EF4-FFF2-40B4-BE49-F238E27FC236}">
                  <a16:creationId xmlns:a16="http://schemas.microsoft.com/office/drawing/2014/main" id="{94C94750-20FE-4837-809E-689FC8D2A10F}"/>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72" name="object 14">
              <a:extLst>
                <a:ext uri="{FF2B5EF4-FFF2-40B4-BE49-F238E27FC236}">
                  <a16:creationId xmlns:a16="http://schemas.microsoft.com/office/drawing/2014/main" id="{E60C18B0-193F-49F2-BDD1-C9F1AE7D936E}"/>
                </a:ext>
              </a:extLst>
            </p:cNvPr>
            <p:cNvSpPr/>
            <p:nvPr/>
          </p:nvSpPr>
          <p:spPr>
            <a:xfrm>
              <a:off x="533652" y="2382265"/>
              <a:ext cx="161037" cy="119888"/>
            </a:xfrm>
            <a:prstGeom prst="rect">
              <a:avLst/>
            </a:prstGeom>
            <a:blipFill>
              <a:blip r:embed="rId4" cstate="print"/>
              <a:stretch>
                <a:fillRect/>
              </a:stretch>
            </a:blipFill>
          </p:spPr>
          <p:txBody>
            <a:bodyPr wrap="square" lIns="0" tIns="0" rIns="0" bIns="0" rtlCol="0"/>
            <a:lstStyle/>
            <a:p>
              <a:endParaRPr sz="2000"/>
            </a:p>
          </p:txBody>
        </p:sp>
        <p:sp>
          <p:nvSpPr>
            <p:cNvPr id="73" name="object 15">
              <a:extLst>
                <a:ext uri="{FF2B5EF4-FFF2-40B4-BE49-F238E27FC236}">
                  <a16:creationId xmlns:a16="http://schemas.microsoft.com/office/drawing/2014/main" id="{E99BD876-28FE-4076-9D0C-345FB896AEEF}"/>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4" name="object 16">
              <a:extLst>
                <a:ext uri="{FF2B5EF4-FFF2-40B4-BE49-F238E27FC236}">
                  <a16:creationId xmlns:a16="http://schemas.microsoft.com/office/drawing/2014/main" id="{BC6F5E1F-1AAE-4E7C-AC01-D069EFD4D70D}"/>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5" name="object 17">
              <a:extLst>
                <a:ext uri="{FF2B5EF4-FFF2-40B4-BE49-F238E27FC236}">
                  <a16:creationId xmlns:a16="http://schemas.microsoft.com/office/drawing/2014/main" id="{B1FFA353-A42D-4EC0-A6C3-2632563B9C5A}"/>
                </a:ext>
              </a:extLst>
            </p:cNvPr>
            <p:cNvSpPr/>
            <p:nvPr/>
          </p:nvSpPr>
          <p:spPr>
            <a:xfrm>
              <a:off x="533652" y="2664205"/>
              <a:ext cx="161037" cy="121412"/>
            </a:xfrm>
            <a:prstGeom prst="rect">
              <a:avLst/>
            </a:prstGeom>
            <a:blipFill>
              <a:blip r:embed="rId5" cstate="print"/>
              <a:stretch>
                <a:fillRect/>
              </a:stretch>
            </a:blipFill>
          </p:spPr>
          <p:txBody>
            <a:bodyPr wrap="square" lIns="0" tIns="0" rIns="0" bIns="0" rtlCol="0"/>
            <a:lstStyle/>
            <a:p>
              <a:endParaRPr sz="2000"/>
            </a:p>
          </p:txBody>
        </p:sp>
        <p:sp>
          <p:nvSpPr>
            <p:cNvPr id="76" name="object 18">
              <a:extLst>
                <a:ext uri="{FF2B5EF4-FFF2-40B4-BE49-F238E27FC236}">
                  <a16:creationId xmlns:a16="http://schemas.microsoft.com/office/drawing/2014/main" id="{A0BE1442-0768-4BD8-87A5-FE802678C5A9}"/>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7" name="object 19">
              <a:extLst>
                <a:ext uri="{FF2B5EF4-FFF2-40B4-BE49-F238E27FC236}">
                  <a16:creationId xmlns:a16="http://schemas.microsoft.com/office/drawing/2014/main" id="{BDF9AB05-8027-463B-88A6-26A74E39DF95}"/>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8" name="object 20">
              <a:extLst>
                <a:ext uri="{FF2B5EF4-FFF2-40B4-BE49-F238E27FC236}">
                  <a16:creationId xmlns:a16="http://schemas.microsoft.com/office/drawing/2014/main" id="{A0F7212B-5D71-4202-9414-EF37D6AE2D93}"/>
                </a:ext>
              </a:extLst>
            </p:cNvPr>
            <p:cNvSpPr/>
            <p:nvPr/>
          </p:nvSpPr>
          <p:spPr>
            <a:xfrm>
              <a:off x="533652" y="2940050"/>
              <a:ext cx="161037" cy="121412"/>
            </a:xfrm>
            <a:prstGeom prst="rect">
              <a:avLst/>
            </a:prstGeom>
            <a:blipFill>
              <a:blip r:embed="rId5" cstate="print"/>
              <a:stretch>
                <a:fillRect/>
              </a:stretch>
            </a:blipFill>
          </p:spPr>
          <p:txBody>
            <a:bodyPr wrap="square" lIns="0" tIns="0" rIns="0" bIns="0" rtlCol="0"/>
            <a:lstStyle/>
            <a:p>
              <a:endParaRPr sz="2000"/>
            </a:p>
          </p:txBody>
        </p:sp>
        <p:sp>
          <p:nvSpPr>
            <p:cNvPr id="79" name="object 21">
              <a:extLst>
                <a:ext uri="{FF2B5EF4-FFF2-40B4-BE49-F238E27FC236}">
                  <a16:creationId xmlns:a16="http://schemas.microsoft.com/office/drawing/2014/main" id="{E9E54B4E-02FE-4FE2-A18D-C94D693A3E8A}"/>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80" name="object 22">
              <a:extLst>
                <a:ext uri="{FF2B5EF4-FFF2-40B4-BE49-F238E27FC236}">
                  <a16:creationId xmlns:a16="http://schemas.microsoft.com/office/drawing/2014/main" id="{35D59A58-63BE-444D-8A1B-E83AE92FC9D9}"/>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81" name="object 23">
            <a:extLst>
              <a:ext uri="{FF2B5EF4-FFF2-40B4-BE49-F238E27FC236}">
                <a16:creationId xmlns:a16="http://schemas.microsoft.com/office/drawing/2014/main" id="{2B2ECE25-8E27-443E-9C6E-D154AC35BFD2}"/>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82" name="object 24">
            <a:extLst>
              <a:ext uri="{FF2B5EF4-FFF2-40B4-BE49-F238E27FC236}">
                <a16:creationId xmlns:a16="http://schemas.microsoft.com/office/drawing/2014/main" id="{19606CEB-5A3D-4368-B3B4-4AE841D39551}"/>
              </a:ext>
            </a:extLst>
          </p:cNvPr>
          <p:cNvSpPr/>
          <p:nvPr/>
        </p:nvSpPr>
        <p:spPr>
          <a:xfrm>
            <a:off x="592947" y="3593536"/>
            <a:ext cx="178930" cy="133209"/>
          </a:xfrm>
          <a:prstGeom prst="rect">
            <a:avLst/>
          </a:prstGeom>
          <a:blipFill>
            <a:blip r:embed="rId4" cstate="print"/>
            <a:stretch>
              <a:fillRect/>
            </a:stretch>
          </a:blipFill>
        </p:spPr>
        <p:txBody>
          <a:bodyPr wrap="square" lIns="0" tIns="0" rIns="0" bIns="0" rtlCol="0"/>
          <a:lstStyle/>
          <a:p>
            <a:endParaRPr sz="2000"/>
          </a:p>
        </p:txBody>
      </p:sp>
      <p:sp>
        <p:nvSpPr>
          <p:cNvPr id="83" name="object 25">
            <a:extLst>
              <a:ext uri="{FF2B5EF4-FFF2-40B4-BE49-F238E27FC236}">
                <a16:creationId xmlns:a16="http://schemas.microsoft.com/office/drawing/2014/main" id="{6E66CE4D-BFA0-4BC5-B9EB-CA25EB0AB074}"/>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84" name="object 26">
            <a:extLst>
              <a:ext uri="{FF2B5EF4-FFF2-40B4-BE49-F238E27FC236}">
                <a16:creationId xmlns:a16="http://schemas.microsoft.com/office/drawing/2014/main" id="{B5750159-B8EE-4A9D-BFB9-B74A1E81B89B}"/>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85" name="object 27">
            <a:extLst>
              <a:ext uri="{FF2B5EF4-FFF2-40B4-BE49-F238E27FC236}">
                <a16:creationId xmlns:a16="http://schemas.microsoft.com/office/drawing/2014/main" id="{797CB5DD-767C-41E5-9E67-009A07F842B5}"/>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86" name="object 28">
            <a:extLst>
              <a:ext uri="{FF2B5EF4-FFF2-40B4-BE49-F238E27FC236}">
                <a16:creationId xmlns:a16="http://schemas.microsoft.com/office/drawing/2014/main" id="{E3325EBC-5596-4B55-A41C-07C3706DE9F9}"/>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87" name="object 29">
            <a:extLst>
              <a:ext uri="{FF2B5EF4-FFF2-40B4-BE49-F238E27FC236}">
                <a16:creationId xmlns:a16="http://schemas.microsoft.com/office/drawing/2014/main" id="{972B30CD-B9D4-4CF7-841D-BCC69C896D84}"/>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88" name="object 30">
            <a:extLst>
              <a:ext uri="{FF2B5EF4-FFF2-40B4-BE49-F238E27FC236}">
                <a16:creationId xmlns:a16="http://schemas.microsoft.com/office/drawing/2014/main" id="{099EFFCD-D377-4C71-BAB8-E5CBB571CD1E}"/>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1198693680"/>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4">
            <a:extLst>
              <a:ext uri="{FF2B5EF4-FFF2-40B4-BE49-F238E27FC236}">
                <a16:creationId xmlns:a16="http://schemas.microsoft.com/office/drawing/2014/main" id="{D70A5231-7A2D-4464-9EA1-9C0A2DDF4AFB}"/>
              </a:ext>
            </a:extLst>
          </p:cNvPr>
          <p:cNvGrpSpPr/>
          <p:nvPr/>
        </p:nvGrpSpPr>
        <p:grpSpPr>
          <a:xfrm>
            <a:off x="2604135" y="2165558"/>
            <a:ext cx="440972" cy="352778"/>
            <a:chOff x="2343721" y="1949002"/>
            <a:chExt cx="396875" cy="317500"/>
          </a:xfrm>
        </p:grpSpPr>
        <p:sp>
          <p:nvSpPr>
            <p:cNvPr id="34" name="object 5">
              <a:extLst>
                <a:ext uri="{FF2B5EF4-FFF2-40B4-BE49-F238E27FC236}">
                  <a16:creationId xmlns:a16="http://schemas.microsoft.com/office/drawing/2014/main" id="{8BB8DEB4-B30A-4BF5-A505-7B4AF96CDEFA}"/>
                </a:ext>
              </a:extLst>
            </p:cNvPr>
            <p:cNvSpPr/>
            <p:nvPr/>
          </p:nvSpPr>
          <p:spPr>
            <a:xfrm>
              <a:off x="2348483" y="1953765"/>
              <a:ext cx="193675" cy="307975"/>
            </a:xfrm>
            <a:custGeom>
              <a:avLst/>
              <a:gdLst/>
              <a:ahLst/>
              <a:cxnLst/>
              <a:rect l="l" t="t" r="r" b="b"/>
              <a:pathLst>
                <a:path w="193675" h="307975">
                  <a:moveTo>
                    <a:pt x="193550" y="0"/>
                  </a:moveTo>
                  <a:lnTo>
                    <a:pt x="0" y="0"/>
                  </a:lnTo>
                  <a:lnTo>
                    <a:pt x="0" y="307850"/>
                  </a:lnTo>
                  <a:lnTo>
                    <a:pt x="193550" y="307850"/>
                  </a:lnTo>
                  <a:lnTo>
                    <a:pt x="193550" y="0"/>
                  </a:lnTo>
                  <a:close/>
                </a:path>
              </a:pathLst>
            </a:custGeom>
            <a:solidFill>
              <a:srgbClr val="C0E4FF"/>
            </a:solidFill>
          </p:spPr>
          <p:txBody>
            <a:bodyPr wrap="square" lIns="0" tIns="0" rIns="0" bIns="0" rtlCol="0"/>
            <a:lstStyle/>
            <a:p>
              <a:endParaRPr sz="2000"/>
            </a:p>
          </p:txBody>
        </p:sp>
        <p:sp>
          <p:nvSpPr>
            <p:cNvPr id="35" name="object 6">
              <a:extLst>
                <a:ext uri="{FF2B5EF4-FFF2-40B4-BE49-F238E27FC236}">
                  <a16:creationId xmlns:a16="http://schemas.microsoft.com/office/drawing/2014/main" id="{7ABA1FC3-C193-41C5-8995-1FAD349739C9}"/>
                </a:ext>
              </a:extLst>
            </p:cNvPr>
            <p:cNvSpPr/>
            <p:nvPr/>
          </p:nvSpPr>
          <p:spPr>
            <a:xfrm>
              <a:off x="2348483"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36" name="object 7">
              <a:extLst>
                <a:ext uri="{FF2B5EF4-FFF2-40B4-BE49-F238E27FC236}">
                  <a16:creationId xmlns:a16="http://schemas.microsoft.com/office/drawing/2014/main" id="{58E527D1-4626-4F0D-809C-09F28AAB591A}"/>
                </a:ext>
              </a:extLst>
            </p:cNvPr>
            <p:cNvSpPr/>
            <p:nvPr/>
          </p:nvSpPr>
          <p:spPr>
            <a:xfrm>
              <a:off x="2542031" y="195376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37" name="object 8">
              <a:extLst>
                <a:ext uri="{FF2B5EF4-FFF2-40B4-BE49-F238E27FC236}">
                  <a16:creationId xmlns:a16="http://schemas.microsoft.com/office/drawing/2014/main" id="{280E08EB-9F21-4704-9E4C-E8466B139585}"/>
                </a:ext>
              </a:extLst>
            </p:cNvPr>
            <p:cNvSpPr/>
            <p:nvPr/>
          </p:nvSpPr>
          <p:spPr>
            <a:xfrm>
              <a:off x="2542031"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38" name="object 9">
            <a:extLst>
              <a:ext uri="{FF2B5EF4-FFF2-40B4-BE49-F238E27FC236}">
                <a16:creationId xmlns:a16="http://schemas.microsoft.com/office/drawing/2014/main" id="{B1E93038-50D0-4DFA-BF50-310711B8D754}"/>
              </a:ext>
            </a:extLst>
          </p:cNvPr>
          <p:cNvGrpSpPr/>
          <p:nvPr/>
        </p:nvGrpSpPr>
        <p:grpSpPr>
          <a:xfrm>
            <a:off x="3333962" y="2831044"/>
            <a:ext cx="439561" cy="352778"/>
            <a:chOff x="3000565" y="2547940"/>
            <a:chExt cx="395605" cy="317500"/>
          </a:xfrm>
        </p:grpSpPr>
        <p:sp>
          <p:nvSpPr>
            <p:cNvPr id="39" name="object 10">
              <a:extLst>
                <a:ext uri="{FF2B5EF4-FFF2-40B4-BE49-F238E27FC236}">
                  <a16:creationId xmlns:a16="http://schemas.microsoft.com/office/drawing/2014/main" id="{CEC7B5A6-1847-4ED8-8830-903CB876E5D0}"/>
                </a:ext>
              </a:extLst>
            </p:cNvPr>
            <p:cNvSpPr/>
            <p:nvPr/>
          </p:nvSpPr>
          <p:spPr>
            <a:xfrm>
              <a:off x="3005327" y="2552702"/>
              <a:ext cx="192405" cy="307975"/>
            </a:xfrm>
            <a:custGeom>
              <a:avLst/>
              <a:gdLst/>
              <a:ahLst/>
              <a:cxnLst/>
              <a:rect l="l" t="t" r="r" b="b"/>
              <a:pathLst>
                <a:path w="192405"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40" name="object 11">
              <a:extLst>
                <a:ext uri="{FF2B5EF4-FFF2-40B4-BE49-F238E27FC236}">
                  <a16:creationId xmlns:a16="http://schemas.microsoft.com/office/drawing/2014/main" id="{69682D65-3BD7-4FE6-82F4-C3DC5BA03584}"/>
                </a:ext>
              </a:extLst>
            </p:cNvPr>
            <p:cNvSpPr/>
            <p:nvPr/>
          </p:nvSpPr>
          <p:spPr>
            <a:xfrm>
              <a:off x="3005327" y="2552702"/>
              <a:ext cx="192405" cy="307975"/>
            </a:xfrm>
            <a:custGeom>
              <a:avLst/>
              <a:gdLst/>
              <a:ahLst/>
              <a:cxnLst/>
              <a:rect l="l" t="t" r="r" b="b"/>
              <a:pathLst>
                <a:path w="192405"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sp>
          <p:nvSpPr>
            <p:cNvPr id="41" name="object 12">
              <a:extLst>
                <a:ext uri="{FF2B5EF4-FFF2-40B4-BE49-F238E27FC236}">
                  <a16:creationId xmlns:a16="http://schemas.microsoft.com/office/drawing/2014/main" id="{AC090F78-4BAD-451E-809C-7A0D99FFC4EF}"/>
                </a:ext>
              </a:extLst>
            </p:cNvPr>
            <p:cNvSpPr/>
            <p:nvPr/>
          </p:nvSpPr>
          <p:spPr>
            <a:xfrm>
              <a:off x="3197351" y="2552702"/>
              <a:ext cx="193675" cy="307975"/>
            </a:xfrm>
            <a:custGeom>
              <a:avLst/>
              <a:gdLst/>
              <a:ahLst/>
              <a:cxnLst/>
              <a:rect l="l" t="t" r="r" b="b"/>
              <a:pathLst>
                <a:path w="193675" h="307975">
                  <a:moveTo>
                    <a:pt x="193545" y="0"/>
                  </a:moveTo>
                  <a:lnTo>
                    <a:pt x="0" y="0"/>
                  </a:lnTo>
                  <a:lnTo>
                    <a:pt x="0" y="307845"/>
                  </a:lnTo>
                  <a:lnTo>
                    <a:pt x="193545" y="307845"/>
                  </a:lnTo>
                  <a:lnTo>
                    <a:pt x="193545" y="0"/>
                  </a:lnTo>
                  <a:close/>
                </a:path>
              </a:pathLst>
            </a:custGeom>
            <a:solidFill>
              <a:srgbClr val="C0E4FF"/>
            </a:solidFill>
          </p:spPr>
          <p:txBody>
            <a:bodyPr wrap="square" lIns="0" tIns="0" rIns="0" bIns="0" rtlCol="0"/>
            <a:lstStyle/>
            <a:p>
              <a:endParaRPr sz="2000"/>
            </a:p>
          </p:txBody>
        </p:sp>
        <p:sp>
          <p:nvSpPr>
            <p:cNvPr id="42" name="object 13">
              <a:extLst>
                <a:ext uri="{FF2B5EF4-FFF2-40B4-BE49-F238E27FC236}">
                  <a16:creationId xmlns:a16="http://schemas.microsoft.com/office/drawing/2014/main" id="{42775F8A-C0A2-4146-8EF8-B86335F2B481}"/>
                </a:ext>
              </a:extLst>
            </p:cNvPr>
            <p:cNvSpPr/>
            <p:nvPr/>
          </p:nvSpPr>
          <p:spPr>
            <a:xfrm>
              <a:off x="3197351" y="255270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43" name="object 14">
            <a:extLst>
              <a:ext uri="{FF2B5EF4-FFF2-40B4-BE49-F238E27FC236}">
                <a16:creationId xmlns:a16="http://schemas.microsoft.com/office/drawing/2014/main" id="{4B71CFBA-8AA6-4B97-A79E-8F0294D4A1F4}"/>
              </a:ext>
            </a:extLst>
          </p:cNvPr>
          <p:cNvGrpSpPr/>
          <p:nvPr/>
        </p:nvGrpSpPr>
        <p:grpSpPr>
          <a:xfrm>
            <a:off x="4133215" y="3459264"/>
            <a:ext cx="439561" cy="352778"/>
            <a:chOff x="3719893" y="3113338"/>
            <a:chExt cx="395605" cy="317500"/>
          </a:xfrm>
        </p:grpSpPr>
        <p:sp>
          <p:nvSpPr>
            <p:cNvPr id="44" name="object 15">
              <a:extLst>
                <a:ext uri="{FF2B5EF4-FFF2-40B4-BE49-F238E27FC236}">
                  <a16:creationId xmlns:a16="http://schemas.microsoft.com/office/drawing/2014/main" id="{2D9E6F08-9F06-4B4D-A156-8DA4AF69C225}"/>
                </a:ext>
              </a:extLst>
            </p:cNvPr>
            <p:cNvSpPr/>
            <p:nvPr/>
          </p:nvSpPr>
          <p:spPr>
            <a:xfrm>
              <a:off x="3724655" y="3118101"/>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45" name="object 16">
              <a:extLst>
                <a:ext uri="{FF2B5EF4-FFF2-40B4-BE49-F238E27FC236}">
                  <a16:creationId xmlns:a16="http://schemas.microsoft.com/office/drawing/2014/main" id="{6559B924-B0DB-4D6C-8E25-AA52780643DC}"/>
                </a:ext>
              </a:extLst>
            </p:cNvPr>
            <p:cNvSpPr/>
            <p:nvPr/>
          </p:nvSpPr>
          <p:spPr>
            <a:xfrm>
              <a:off x="3724655" y="311810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46" name="object 17">
              <a:extLst>
                <a:ext uri="{FF2B5EF4-FFF2-40B4-BE49-F238E27FC236}">
                  <a16:creationId xmlns:a16="http://schemas.microsoft.com/office/drawing/2014/main" id="{AAD15762-3ECF-4264-8534-177D63073308}"/>
                </a:ext>
              </a:extLst>
            </p:cNvPr>
            <p:cNvSpPr/>
            <p:nvPr/>
          </p:nvSpPr>
          <p:spPr>
            <a:xfrm>
              <a:off x="3918203" y="3118101"/>
              <a:ext cx="192405" cy="307975"/>
            </a:xfrm>
            <a:custGeom>
              <a:avLst/>
              <a:gdLst/>
              <a:ahLst/>
              <a:cxnLst/>
              <a:rect l="l" t="t" r="r" b="b"/>
              <a:pathLst>
                <a:path w="192404" h="307975">
                  <a:moveTo>
                    <a:pt x="192022" y="0"/>
                  </a:moveTo>
                  <a:lnTo>
                    <a:pt x="0" y="0"/>
                  </a:lnTo>
                  <a:lnTo>
                    <a:pt x="0" y="307850"/>
                  </a:lnTo>
                  <a:lnTo>
                    <a:pt x="192022" y="307850"/>
                  </a:lnTo>
                  <a:lnTo>
                    <a:pt x="192022" y="0"/>
                  </a:lnTo>
                  <a:close/>
                </a:path>
              </a:pathLst>
            </a:custGeom>
            <a:solidFill>
              <a:srgbClr val="C0E4FF"/>
            </a:solidFill>
          </p:spPr>
          <p:txBody>
            <a:bodyPr wrap="square" lIns="0" tIns="0" rIns="0" bIns="0" rtlCol="0"/>
            <a:lstStyle/>
            <a:p>
              <a:endParaRPr sz="2000"/>
            </a:p>
          </p:txBody>
        </p:sp>
        <p:sp>
          <p:nvSpPr>
            <p:cNvPr id="47" name="object 18">
              <a:extLst>
                <a:ext uri="{FF2B5EF4-FFF2-40B4-BE49-F238E27FC236}">
                  <a16:creationId xmlns:a16="http://schemas.microsoft.com/office/drawing/2014/main" id="{4B161595-2CB2-40DD-9AD3-2EC0621E157C}"/>
                </a:ext>
              </a:extLst>
            </p:cNvPr>
            <p:cNvSpPr/>
            <p:nvPr/>
          </p:nvSpPr>
          <p:spPr>
            <a:xfrm>
              <a:off x="3918203" y="3118101"/>
              <a:ext cx="192405" cy="307975"/>
            </a:xfrm>
            <a:custGeom>
              <a:avLst/>
              <a:gdLst/>
              <a:ahLst/>
              <a:cxnLst/>
              <a:rect l="l" t="t" r="r" b="b"/>
              <a:pathLst>
                <a:path w="192404" h="307975">
                  <a:moveTo>
                    <a:pt x="0" y="307850"/>
                  </a:moveTo>
                  <a:lnTo>
                    <a:pt x="192022" y="307850"/>
                  </a:lnTo>
                  <a:lnTo>
                    <a:pt x="192022"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48" name="object 19">
            <a:extLst>
              <a:ext uri="{FF2B5EF4-FFF2-40B4-BE49-F238E27FC236}">
                <a16:creationId xmlns:a16="http://schemas.microsoft.com/office/drawing/2014/main" id="{A4A8CEC5-1400-4140-BDD2-0A1186FFF425}"/>
              </a:ext>
            </a:extLst>
          </p:cNvPr>
          <p:cNvGrpSpPr/>
          <p:nvPr/>
        </p:nvGrpSpPr>
        <p:grpSpPr>
          <a:xfrm>
            <a:off x="5142442" y="3454191"/>
            <a:ext cx="439561" cy="352778"/>
            <a:chOff x="4628197" y="3108772"/>
            <a:chExt cx="395605" cy="317500"/>
          </a:xfrm>
        </p:grpSpPr>
        <p:sp>
          <p:nvSpPr>
            <p:cNvPr id="49" name="object 20">
              <a:extLst>
                <a:ext uri="{FF2B5EF4-FFF2-40B4-BE49-F238E27FC236}">
                  <a16:creationId xmlns:a16="http://schemas.microsoft.com/office/drawing/2014/main" id="{9E27F1D2-F1DA-4297-9818-578FBB2A2622}"/>
                </a:ext>
              </a:extLst>
            </p:cNvPr>
            <p:cNvSpPr/>
            <p:nvPr/>
          </p:nvSpPr>
          <p:spPr>
            <a:xfrm>
              <a:off x="4632960" y="3113534"/>
              <a:ext cx="192022" cy="307845"/>
            </a:xfrm>
            <a:prstGeom prst="rect">
              <a:avLst/>
            </a:prstGeom>
            <a:blipFill>
              <a:blip r:embed="rId3" cstate="print"/>
              <a:stretch>
                <a:fillRect/>
              </a:stretch>
            </a:blipFill>
          </p:spPr>
          <p:txBody>
            <a:bodyPr wrap="square" lIns="0" tIns="0" rIns="0" bIns="0" rtlCol="0"/>
            <a:lstStyle/>
            <a:p>
              <a:endParaRPr sz="2000"/>
            </a:p>
          </p:txBody>
        </p:sp>
        <p:sp>
          <p:nvSpPr>
            <p:cNvPr id="50" name="object 21">
              <a:extLst>
                <a:ext uri="{FF2B5EF4-FFF2-40B4-BE49-F238E27FC236}">
                  <a16:creationId xmlns:a16="http://schemas.microsoft.com/office/drawing/2014/main" id="{DFCFED13-291E-4CEC-ADE9-9B79EF7F8440}"/>
                </a:ext>
              </a:extLst>
            </p:cNvPr>
            <p:cNvSpPr/>
            <p:nvPr/>
          </p:nvSpPr>
          <p:spPr>
            <a:xfrm>
              <a:off x="4632960" y="3113534"/>
              <a:ext cx="192405" cy="307975"/>
            </a:xfrm>
            <a:custGeom>
              <a:avLst/>
              <a:gdLst/>
              <a:ahLst/>
              <a:cxnLst/>
              <a:rect l="l" t="t" r="r" b="b"/>
              <a:pathLst>
                <a:path w="192404" h="307975">
                  <a:moveTo>
                    <a:pt x="0" y="307845"/>
                  </a:moveTo>
                  <a:lnTo>
                    <a:pt x="192022" y="307845"/>
                  </a:lnTo>
                  <a:lnTo>
                    <a:pt x="192022" y="0"/>
                  </a:lnTo>
                  <a:lnTo>
                    <a:pt x="0" y="0"/>
                  </a:lnTo>
                  <a:lnTo>
                    <a:pt x="0" y="307845"/>
                  </a:lnTo>
                  <a:close/>
                </a:path>
              </a:pathLst>
            </a:custGeom>
            <a:ln w="9525">
              <a:solidFill>
                <a:srgbClr val="000000"/>
              </a:solidFill>
            </a:ln>
          </p:spPr>
          <p:txBody>
            <a:bodyPr wrap="square" lIns="0" tIns="0" rIns="0" bIns="0" rtlCol="0"/>
            <a:lstStyle/>
            <a:p>
              <a:endParaRPr sz="2000"/>
            </a:p>
          </p:txBody>
        </p:sp>
        <p:sp>
          <p:nvSpPr>
            <p:cNvPr id="51" name="object 22">
              <a:extLst>
                <a:ext uri="{FF2B5EF4-FFF2-40B4-BE49-F238E27FC236}">
                  <a16:creationId xmlns:a16="http://schemas.microsoft.com/office/drawing/2014/main" id="{EDA72AE0-4CA6-4692-BED3-E10A78F9202E}"/>
                </a:ext>
              </a:extLst>
            </p:cNvPr>
            <p:cNvSpPr/>
            <p:nvPr/>
          </p:nvSpPr>
          <p:spPr>
            <a:xfrm>
              <a:off x="4824984" y="3113534"/>
              <a:ext cx="193550" cy="307845"/>
            </a:xfrm>
            <a:prstGeom prst="rect">
              <a:avLst/>
            </a:prstGeom>
            <a:blipFill>
              <a:blip r:embed="rId4" cstate="print"/>
              <a:stretch>
                <a:fillRect/>
              </a:stretch>
            </a:blipFill>
          </p:spPr>
          <p:txBody>
            <a:bodyPr wrap="square" lIns="0" tIns="0" rIns="0" bIns="0" rtlCol="0"/>
            <a:lstStyle/>
            <a:p>
              <a:endParaRPr sz="2000"/>
            </a:p>
          </p:txBody>
        </p:sp>
        <p:sp>
          <p:nvSpPr>
            <p:cNvPr id="52" name="object 23">
              <a:extLst>
                <a:ext uri="{FF2B5EF4-FFF2-40B4-BE49-F238E27FC236}">
                  <a16:creationId xmlns:a16="http://schemas.microsoft.com/office/drawing/2014/main" id="{7C087386-F56F-4FB1-B18F-5076C97F1F58}"/>
                </a:ext>
              </a:extLst>
            </p:cNvPr>
            <p:cNvSpPr/>
            <p:nvPr/>
          </p:nvSpPr>
          <p:spPr>
            <a:xfrm>
              <a:off x="4824984" y="3113534"/>
              <a:ext cx="193675" cy="307975"/>
            </a:xfrm>
            <a:custGeom>
              <a:avLst/>
              <a:gdLst/>
              <a:ahLst/>
              <a:cxnLst/>
              <a:rect l="l" t="t" r="r" b="b"/>
              <a:pathLst>
                <a:path w="193675" h="307975">
                  <a:moveTo>
                    <a:pt x="0" y="307845"/>
                  </a:moveTo>
                  <a:lnTo>
                    <a:pt x="193550" y="307845"/>
                  </a:lnTo>
                  <a:lnTo>
                    <a:pt x="193550"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53" name="object 24">
            <a:extLst>
              <a:ext uri="{FF2B5EF4-FFF2-40B4-BE49-F238E27FC236}">
                <a16:creationId xmlns:a16="http://schemas.microsoft.com/office/drawing/2014/main" id="{38938A95-9DD6-4E73-9ED7-3A27AF9D3217}"/>
              </a:ext>
            </a:extLst>
          </p:cNvPr>
          <p:cNvGrpSpPr/>
          <p:nvPr/>
        </p:nvGrpSpPr>
        <p:grpSpPr>
          <a:xfrm>
            <a:off x="5917988" y="2839510"/>
            <a:ext cx="440972" cy="352778"/>
            <a:chOff x="5326189" y="2555559"/>
            <a:chExt cx="396875" cy="317500"/>
          </a:xfrm>
        </p:grpSpPr>
        <p:sp>
          <p:nvSpPr>
            <p:cNvPr id="54" name="object 25">
              <a:extLst>
                <a:ext uri="{FF2B5EF4-FFF2-40B4-BE49-F238E27FC236}">
                  <a16:creationId xmlns:a16="http://schemas.microsoft.com/office/drawing/2014/main" id="{9AA51004-57FC-4CB6-AA16-D9851159F899}"/>
                </a:ext>
              </a:extLst>
            </p:cNvPr>
            <p:cNvSpPr/>
            <p:nvPr/>
          </p:nvSpPr>
          <p:spPr>
            <a:xfrm>
              <a:off x="5330952" y="2560322"/>
              <a:ext cx="193545" cy="307845"/>
            </a:xfrm>
            <a:prstGeom prst="rect">
              <a:avLst/>
            </a:prstGeom>
            <a:blipFill>
              <a:blip r:embed="rId5" cstate="print"/>
              <a:stretch>
                <a:fillRect/>
              </a:stretch>
            </a:blipFill>
          </p:spPr>
          <p:txBody>
            <a:bodyPr wrap="square" lIns="0" tIns="0" rIns="0" bIns="0" rtlCol="0"/>
            <a:lstStyle/>
            <a:p>
              <a:endParaRPr sz="2000"/>
            </a:p>
          </p:txBody>
        </p:sp>
        <p:sp>
          <p:nvSpPr>
            <p:cNvPr id="55" name="object 26">
              <a:extLst>
                <a:ext uri="{FF2B5EF4-FFF2-40B4-BE49-F238E27FC236}">
                  <a16:creationId xmlns:a16="http://schemas.microsoft.com/office/drawing/2014/main" id="{DA02F0DC-D156-4834-BF78-726FF3B2E63B}"/>
                </a:ext>
              </a:extLst>
            </p:cNvPr>
            <p:cNvSpPr/>
            <p:nvPr/>
          </p:nvSpPr>
          <p:spPr>
            <a:xfrm>
              <a:off x="5330952"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56" name="object 27">
              <a:extLst>
                <a:ext uri="{FF2B5EF4-FFF2-40B4-BE49-F238E27FC236}">
                  <a16:creationId xmlns:a16="http://schemas.microsoft.com/office/drawing/2014/main" id="{E0AED836-7856-4841-9A41-F8E7D83D826A}"/>
                </a:ext>
              </a:extLst>
            </p:cNvPr>
            <p:cNvSpPr/>
            <p:nvPr/>
          </p:nvSpPr>
          <p:spPr>
            <a:xfrm>
              <a:off x="5524500" y="2560322"/>
              <a:ext cx="193545" cy="307845"/>
            </a:xfrm>
            <a:prstGeom prst="rect">
              <a:avLst/>
            </a:prstGeom>
            <a:blipFill>
              <a:blip r:embed="rId6" cstate="print"/>
              <a:stretch>
                <a:fillRect/>
              </a:stretch>
            </a:blipFill>
          </p:spPr>
          <p:txBody>
            <a:bodyPr wrap="square" lIns="0" tIns="0" rIns="0" bIns="0" rtlCol="0"/>
            <a:lstStyle/>
            <a:p>
              <a:endParaRPr sz="2000"/>
            </a:p>
          </p:txBody>
        </p:sp>
        <p:sp>
          <p:nvSpPr>
            <p:cNvPr id="57" name="object 28">
              <a:extLst>
                <a:ext uri="{FF2B5EF4-FFF2-40B4-BE49-F238E27FC236}">
                  <a16:creationId xmlns:a16="http://schemas.microsoft.com/office/drawing/2014/main" id="{E95B7687-E094-4A47-8406-B518E158B890}"/>
                </a:ext>
              </a:extLst>
            </p:cNvPr>
            <p:cNvSpPr/>
            <p:nvPr/>
          </p:nvSpPr>
          <p:spPr>
            <a:xfrm>
              <a:off x="5524500"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58" name="object 29">
            <a:extLst>
              <a:ext uri="{FF2B5EF4-FFF2-40B4-BE49-F238E27FC236}">
                <a16:creationId xmlns:a16="http://schemas.microsoft.com/office/drawing/2014/main" id="{330F492D-C8FE-410A-929E-C9CA607AD5CF}"/>
              </a:ext>
            </a:extLst>
          </p:cNvPr>
          <p:cNvGrpSpPr/>
          <p:nvPr/>
        </p:nvGrpSpPr>
        <p:grpSpPr>
          <a:xfrm>
            <a:off x="6639348" y="2165558"/>
            <a:ext cx="440972" cy="352778"/>
            <a:chOff x="5975413" y="1949002"/>
            <a:chExt cx="396875" cy="317500"/>
          </a:xfrm>
        </p:grpSpPr>
        <p:sp>
          <p:nvSpPr>
            <p:cNvPr id="59" name="object 30">
              <a:extLst>
                <a:ext uri="{FF2B5EF4-FFF2-40B4-BE49-F238E27FC236}">
                  <a16:creationId xmlns:a16="http://schemas.microsoft.com/office/drawing/2014/main" id="{EDDD6E61-6D1E-4B20-A6B5-A14C9099E308}"/>
                </a:ext>
              </a:extLst>
            </p:cNvPr>
            <p:cNvSpPr/>
            <p:nvPr/>
          </p:nvSpPr>
          <p:spPr>
            <a:xfrm>
              <a:off x="5980176" y="1953765"/>
              <a:ext cx="193545" cy="307850"/>
            </a:xfrm>
            <a:prstGeom prst="rect">
              <a:avLst/>
            </a:prstGeom>
            <a:blipFill>
              <a:blip r:embed="rId7" cstate="print"/>
              <a:stretch>
                <a:fillRect/>
              </a:stretch>
            </a:blipFill>
          </p:spPr>
          <p:txBody>
            <a:bodyPr wrap="square" lIns="0" tIns="0" rIns="0" bIns="0" rtlCol="0"/>
            <a:lstStyle/>
            <a:p>
              <a:endParaRPr sz="2000"/>
            </a:p>
          </p:txBody>
        </p:sp>
        <p:sp>
          <p:nvSpPr>
            <p:cNvPr id="60" name="object 31">
              <a:extLst>
                <a:ext uri="{FF2B5EF4-FFF2-40B4-BE49-F238E27FC236}">
                  <a16:creationId xmlns:a16="http://schemas.microsoft.com/office/drawing/2014/main" id="{695615C9-4C4C-4388-A460-693B126BB8CD}"/>
                </a:ext>
              </a:extLst>
            </p:cNvPr>
            <p:cNvSpPr/>
            <p:nvPr/>
          </p:nvSpPr>
          <p:spPr>
            <a:xfrm>
              <a:off x="5980176"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89" name="object 32">
              <a:extLst>
                <a:ext uri="{FF2B5EF4-FFF2-40B4-BE49-F238E27FC236}">
                  <a16:creationId xmlns:a16="http://schemas.microsoft.com/office/drawing/2014/main" id="{6E69E98A-EB49-4E62-B006-0953B194D8EB}"/>
                </a:ext>
              </a:extLst>
            </p:cNvPr>
            <p:cNvSpPr/>
            <p:nvPr/>
          </p:nvSpPr>
          <p:spPr>
            <a:xfrm>
              <a:off x="6173724" y="1953765"/>
              <a:ext cx="193550" cy="307850"/>
            </a:xfrm>
            <a:prstGeom prst="rect">
              <a:avLst/>
            </a:prstGeom>
            <a:blipFill>
              <a:blip r:embed="rId8" cstate="print"/>
              <a:stretch>
                <a:fillRect/>
              </a:stretch>
            </a:blipFill>
          </p:spPr>
          <p:txBody>
            <a:bodyPr wrap="square" lIns="0" tIns="0" rIns="0" bIns="0" rtlCol="0"/>
            <a:lstStyle/>
            <a:p>
              <a:endParaRPr sz="2000"/>
            </a:p>
          </p:txBody>
        </p:sp>
        <p:sp>
          <p:nvSpPr>
            <p:cNvPr id="90" name="object 33">
              <a:extLst>
                <a:ext uri="{FF2B5EF4-FFF2-40B4-BE49-F238E27FC236}">
                  <a16:creationId xmlns:a16="http://schemas.microsoft.com/office/drawing/2014/main" id="{83E828BC-D764-4338-8164-8ACEDB4A0E03}"/>
                </a:ext>
              </a:extLst>
            </p:cNvPr>
            <p:cNvSpPr/>
            <p:nvPr/>
          </p:nvSpPr>
          <p:spPr>
            <a:xfrm>
              <a:off x="6173724"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grpSp>
      <p:sp>
        <p:nvSpPr>
          <p:cNvPr id="91" name="object 34">
            <a:extLst>
              <a:ext uri="{FF2B5EF4-FFF2-40B4-BE49-F238E27FC236}">
                <a16:creationId xmlns:a16="http://schemas.microsoft.com/office/drawing/2014/main" id="{75A62A5E-DC51-467D-854A-D0D5702E720F}"/>
              </a:ext>
            </a:extLst>
          </p:cNvPr>
          <p:cNvSpPr/>
          <p:nvPr/>
        </p:nvSpPr>
        <p:spPr>
          <a:xfrm>
            <a:off x="4778869" y="3551202"/>
            <a:ext cx="167076" cy="177236"/>
          </a:xfrm>
          <a:prstGeom prst="rect">
            <a:avLst/>
          </a:prstGeom>
          <a:blipFill>
            <a:blip r:embed="rId9" cstate="print"/>
            <a:stretch>
              <a:fillRect/>
            </a:stretch>
          </a:blipFill>
        </p:spPr>
        <p:txBody>
          <a:bodyPr wrap="square" lIns="0" tIns="0" rIns="0" bIns="0" rtlCol="0"/>
          <a:lstStyle/>
          <a:p>
            <a:endParaRPr sz="2000"/>
          </a:p>
        </p:txBody>
      </p:sp>
      <p:grpSp>
        <p:nvGrpSpPr>
          <p:cNvPr id="92" name="object 35">
            <a:extLst>
              <a:ext uri="{FF2B5EF4-FFF2-40B4-BE49-F238E27FC236}">
                <a16:creationId xmlns:a16="http://schemas.microsoft.com/office/drawing/2014/main" id="{0CB6E3C3-EBA7-4F18-985C-5F470F4F7F06}"/>
              </a:ext>
            </a:extLst>
          </p:cNvPr>
          <p:cNvGrpSpPr/>
          <p:nvPr/>
        </p:nvGrpSpPr>
        <p:grpSpPr>
          <a:xfrm>
            <a:off x="274109" y="2165561"/>
            <a:ext cx="837494" cy="1428044"/>
            <a:chOff x="246697" y="1949005"/>
            <a:chExt cx="753745" cy="1285240"/>
          </a:xfrm>
        </p:grpSpPr>
        <p:sp>
          <p:nvSpPr>
            <p:cNvPr id="93" name="object 36">
              <a:extLst>
                <a:ext uri="{FF2B5EF4-FFF2-40B4-BE49-F238E27FC236}">
                  <a16:creationId xmlns:a16="http://schemas.microsoft.com/office/drawing/2014/main" id="{701EF380-FEE7-4149-BBC1-11804E07759D}"/>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4" name="object 37">
              <a:extLst>
                <a:ext uri="{FF2B5EF4-FFF2-40B4-BE49-F238E27FC236}">
                  <a16:creationId xmlns:a16="http://schemas.microsoft.com/office/drawing/2014/main" id="{F5001088-A8B2-4BF2-A20D-5B511E551D0C}"/>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5" name="object 38">
              <a:extLst>
                <a:ext uri="{FF2B5EF4-FFF2-40B4-BE49-F238E27FC236}">
                  <a16:creationId xmlns:a16="http://schemas.microsoft.com/office/drawing/2014/main" id="{AA295886-68C3-4B5B-9EDF-434B14DCFD66}"/>
                </a:ext>
              </a:extLst>
            </p:cNvPr>
            <p:cNvSpPr/>
            <p:nvPr/>
          </p:nvSpPr>
          <p:spPr>
            <a:xfrm>
              <a:off x="533652" y="2106421"/>
              <a:ext cx="161037" cy="119888"/>
            </a:xfrm>
            <a:prstGeom prst="rect">
              <a:avLst/>
            </a:prstGeom>
            <a:blipFill>
              <a:blip r:embed="rId10" cstate="print"/>
              <a:stretch>
                <a:fillRect/>
              </a:stretch>
            </a:blipFill>
          </p:spPr>
          <p:txBody>
            <a:bodyPr wrap="square" lIns="0" tIns="0" rIns="0" bIns="0" rtlCol="0"/>
            <a:lstStyle/>
            <a:p>
              <a:endParaRPr sz="2000"/>
            </a:p>
          </p:txBody>
        </p:sp>
        <p:sp>
          <p:nvSpPr>
            <p:cNvPr id="96" name="object 39">
              <a:extLst>
                <a:ext uri="{FF2B5EF4-FFF2-40B4-BE49-F238E27FC236}">
                  <a16:creationId xmlns:a16="http://schemas.microsoft.com/office/drawing/2014/main" id="{73F2256C-0BC8-44B2-B0D9-F5E12BF62798}"/>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7" name="object 40">
              <a:extLst>
                <a:ext uri="{FF2B5EF4-FFF2-40B4-BE49-F238E27FC236}">
                  <a16:creationId xmlns:a16="http://schemas.microsoft.com/office/drawing/2014/main" id="{41210F4D-DEC7-4542-9A84-9AFCBFBED435}"/>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8" name="object 41">
              <a:extLst>
                <a:ext uri="{FF2B5EF4-FFF2-40B4-BE49-F238E27FC236}">
                  <a16:creationId xmlns:a16="http://schemas.microsoft.com/office/drawing/2014/main" id="{E2C75F1E-5063-4B07-817B-8B33A24176FE}"/>
                </a:ext>
              </a:extLst>
            </p:cNvPr>
            <p:cNvSpPr/>
            <p:nvPr/>
          </p:nvSpPr>
          <p:spPr>
            <a:xfrm>
              <a:off x="533652" y="2382265"/>
              <a:ext cx="161037" cy="119888"/>
            </a:xfrm>
            <a:prstGeom prst="rect">
              <a:avLst/>
            </a:prstGeom>
            <a:blipFill>
              <a:blip r:embed="rId10" cstate="print"/>
              <a:stretch>
                <a:fillRect/>
              </a:stretch>
            </a:blipFill>
          </p:spPr>
          <p:txBody>
            <a:bodyPr wrap="square" lIns="0" tIns="0" rIns="0" bIns="0" rtlCol="0"/>
            <a:lstStyle/>
            <a:p>
              <a:endParaRPr sz="2000"/>
            </a:p>
          </p:txBody>
        </p:sp>
        <p:sp>
          <p:nvSpPr>
            <p:cNvPr id="99" name="object 42">
              <a:extLst>
                <a:ext uri="{FF2B5EF4-FFF2-40B4-BE49-F238E27FC236}">
                  <a16:creationId xmlns:a16="http://schemas.microsoft.com/office/drawing/2014/main" id="{B5C33FFD-AFDB-4EDA-A90E-BDAA3EA09588}"/>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0" name="object 43">
              <a:extLst>
                <a:ext uri="{FF2B5EF4-FFF2-40B4-BE49-F238E27FC236}">
                  <a16:creationId xmlns:a16="http://schemas.microsoft.com/office/drawing/2014/main" id="{BC4129E1-DFD5-438D-8D81-4852365D2CB0}"/>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1" name="object 44">
              <a:extLst>
                <a:ext uri="{FF2B5EF4-FFF2-40B4-BE49-F238E27FC236}">
                  <a16:creationId xmlns:a16="http://schemas.microsoft.com/office/drawing/2014/main" id="{D74A1896-B3BC-4C48-9550-992DE66E2830}"/>
                </a:ext>
              </a:extLst>
            </p:cNvPr>
            <p:cNvSpPr/>
            <p:nvPr/>
          </p:nvSpPr>
          <p:spPr>
            <a:xfrm>
              <a:off x="533652" y="2664205"/>
              <a:ext cx="161037" cy="121412"/>
            </a:xfrm>
            <a:prstGeom prst="rect">
              <a:avLst/>
            </a:prstGeom>
            <a:blipFill>
              <a:blip r:embed="rId11" cstate="print"/>
              <a:stretch>
                <a:fillRect/>
              </a:stretch>
            </a:blipFill>
          </p:spPr>
          <p:txBody>
            <a:bodyPr wrap="square" lIns="0" tIns="0" rIns="0" bIns="0" rtlCol="0"/>
            <a:lstStyle/>
            <a:p>
              <a:endParaRPr sz="2000"/>
            </a:p>
          </p:txBody>
        </p:sp>
        <p:sp>
          <p:nvSpPr>
            <p:cNvPr id="102" name="object 45">
              <a:extLst>
                <a:ext uri="{FF2B5EF4-FFF2-40B4-BE49-F238E27FC236}">
                  <a16:creationId xmlns:a16="http://schemas.microsoft.com/office/drawing/2014/main" id="{64111361-1CC3-4BF6-B8CD-DF5F993D061A}"/>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3" name="object 46">
              <a:extLst>
                <a:ext uri="{FF2B5EF4-FFF2-40B4-BE49-F238E27FC236}">
                  <a16:creationId xmlns:a16="http://schemas.microsoft.com/office/drawing/2014/main" id="{C79B9692-6167-4B37-BA7F-6BDFFAFD5D96}"/>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4" name="object 47">
              <a:extLst>
                <a:ext uri="{FF2B5EF4-FFF2-40B4-BE49-F238E27FC236}">
                  <a16:creationId xmlns:a16="http://schemas.microsoft.com/office/drawing/2014/main" id="{7695E505-1D7C-4280-BEF1-339D65873C75}"/>
                </a:ext>
              </a:extLst>
            </p:cNvPr>
            <p:cNvSpPr/>
            <p:nvPr/>
          </p:nvSpPr>
          <p:spPr>
            <a:xfrm>
              <a:off x="533652" y="2940050"/>
              <a:ext cx="161037" cy="121412"/>
            </a:xfrm>
            <a:prstGeom prst="rect">
              <a:avLst/>
            </a:prstGeom>
            <a:blipFill>
              <a:blip r:embed="rId11" cstate="print"/>
              <a:stretch>
                <a:fillRect/>
              </a:stretch>
            </a:blipFill>
          </p:spPr>
          <p:txBody>
            <a:bodyPr wrap="square" lIns="0" tIns="0" rIns="0" bIns="0" rtlCol="0"/>
            <a:lstStyle/>
            <a:p>
              <a:endParaRPr sz="2000"/>
            </a:p>
          </p:txBody>
        </p:sp>
        <p:sp>
          <p:nvSpPr>
            <p:cNvPr id="105" name="object 48">
              <a:extLst>
                <a:ext uri="{FF2B5EF4-FFF2-40B4-BE49-F238E27FC236}">
                  <a16:creationId xmlns:a16="http://schemas.microsoft.com/office/drawing/2014/main" id="{5CE5B82F-23A5-4AB9-B5B2-0E335F3BDB1B}"/>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06" name="object 49">
              <a:extLst>
                <a:ext uri="{FF2B5EF4-FFF2-40B4-BE49-F238E27FC236}">
                  <a16:creationId xmlns:a16="http://schemas.microsoft.com/office/drawing/2014/main" id="{10D2072D-C7EE-4D96-9D3E-F4E5CA7BE970}"/>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107" name="object 50">
            <a:extLst>
              <a:ext uri="{FF2B5EF4-FFF2-40B4-BE49-F238E27FC236}">
                <a16:creationId xmlns:a16="http://schemas.microsoft.com/office/drawing/2014/main" id="{AC57C52E-67AD-4C54-AA61-343CA477DBC2}"/>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dirty="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108" name="object 51">
            <a:extLst>
              <a:ext uri="{FF2B5EF4-FFF2-40B4-BE49-F238E27FC236}">
                <a16:creationId xmlns:a16="http://schemas.microsoft.com/office/drawing/2014/main" id="{AE0DD730-F078-417F-A266-648BDCAAE029}"/>
              </a:ext>
            </a:extLst>
          </p:cNvPr>
          <p:cNvSpPr/>
          <p:nvPr/>
        </p:nvSpPr>
        <p:spPr>
          <a:xfrm>
            <a:off x="592947" y="3593536"/>
            <a:ext cx="178930" cy="133209"/>
          </a:xfrm>
          <a:prstGeom prst="rect">
            <a:avLst/>
          </a:prstGeom>
          <a:blipFill>
            <a:blip r:embed="rId10" cstate="print"/>
            <a:stretch>
              <a:fillRect/>
            </a:stretch>
          </a:blipFill>
        </p:spPr>
        <p:txBody>
          <a:bodyPr wrap="square" lIns="0" tIns="0" rIns="0" bIns="0" rtlCol="0"/>
          <a:lstStyle/>
          <a:p>
            <a:endParaRPr sz="2000"/>
          </a:p>
        </p:txBody>
      </p:sp>
      <p:sp>
        <p:nvSpPr>
          <p:cNvPr id="109" name="object 52">
            <a:extLst>
              <a:ext uri="{FF2B5EF4-FFF2-40B4-BE49-F238E27FC236}">
                <a16:creationId xmlns:a16="http://schemas.microsoft.com/office/drawing/2014/main" id="{F2EFAA6B-D16D-453B-A1DF-EED81D80ACCA}"/>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110" name="object 53">
            <a:extLst>
              <a:ext uri="{FF2B5EF4-FFF2-40B4-BE49-F238E27FC236}">
                <a16:creationId xmlns:a16="http://schemas.microsoft.com/office/drawing/2014/main" id="{E0461157-D979-4B7D-BBE5-6E6A84AC621E}"/>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p>
        </p:txBody>
      </p:sp>
      <p:sp>
        <p:nvSpPr>
          <p:cNvPr id="111" name="object 54">
            <a:extLst>
              <a:ext uri="{FF2B5EF4-FFF2-40B4-BE49-F238E27FC236}">
                <a16:creationId xmlns:a16="http://schemas.microsoft.com/office/drawing/2014/main" id="{78794AA5-8990-4660-AE36-25A5E36C8C81}"/>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dirty="0">
              <a:latin typeface="Arial"/>
              <a:cs typeface="Arial"/>
            </a:endParaRPr>
          </a:p>
        </p:txBody>
      </p:sp>
      <p:sp>
        <p:nvSpPr>
          <p:cNvPr id="112" name="object 55">
            <a:extLst>
              <a:ext uri="{FF2B5EF4-FFF2-40B4-BE49-F238E27FC236}">
                <a16:creationId xmlns:a16="http://schemas.microsoft.com/office/drawing/2014/main" id="{C69F5135-3182-45AF-9F7A-229330B78614}"/>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p>
        </p:txBody>
      </p:sp>
      <p:sp>
        <p:nvSpPr>
          <p:cNvPr id="113" name="object 56">
            <a:extLst>
              <a:ext uri="{FF2B5EF4-FFF2-40B4-BE49-F238E27FC236}">
                <a16:creationId xmlns:a16="http://schemas.microsoft.com/office/drawing/2014/main" id="{2EC54ADE-BC3F-464F-8A85-632E4D969DFE}"/>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114" name="object 57">
            <a:extLst>
              <a:ext uri="{FF2B5EF4-FFF2-40B4-BE49-F238E27FC236}">
                <a16:creationId xmlns:a16="http://schemas.microsoft.com/office/drawing/2014/main" id="{088EB455-92D1-46D2-9425-AF5B7D95D891}"/>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dirty="0">
              <a:latin typeface="Arial"/>
              <a:cs typeface="Arial"/>
            </a:endParaRPr>
          </a:p>
        </p:txBody>
      </p:sp>
      <p:sp>
        <p:nvSpPr>
          <p:cNvPr id="115" name="object 3">
            <a:extLst>
              <a:ext uri="{FF2B5EF4-FFF2-40B4-BE49-F238E27FC236}">
                <a16:creationId xmlns:a16="http://schemas.microsoft.com/office/drawing/2014/main" id="{4A2C3D97-B631-48C2-A8C8-92B9778D2D08}"/>
              </a:ext>
            </a:extLst>
          </p:cNvPr>
          <p:cNvSpPr txBox="1"/>
          <p:nvPr/>
        </p:nvSpPr>
        <p:spPr>
          <a:xfrm>
            <a:off x="507014" y="4688455"/>
            <a:ext cx="2882900" cy="1598057"/>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spc="-6" dirty="0">
                <a:latin typeface="Trebuchet MS"/>
                <a:cs typeface="Trebuchet MS"/>
              </a:rPr>
              <a:t>Idle</a:t>
            </a:r>
            <a:r>
              <a:rPr sz="2000" b="1" spc="-17" dirty="0">
                <a:latin typeface="Trebuchet MS"/>
                <a:cs typeface="Trebuchet MS"/>
              </a:rPr>
              <a:t> </a:t>
            </a:r>
            <a:r>
              <a:rPr sz="2000" b="1" spc="-6" dirty="0">
                <a:latin typeface="Trebuchet MS"/>
                <a:cs typeface="Trebuchet MS"/>
              </a:rPr>
              <a:t>bubbles:</a:t>
            </a:r>
            <a:endParaRPr sz="2000" dirty="0">
              <a:latin typeface="Trebuchet MS"/>
              <a:cs typeface="Trebuchet MS"/>
            </a:endParaRPr>
          </a:p>
          <a:p>
            <a:pPr marL="713310" lvl="1" indent="-318908">
              <a:spcBef>
                <a:spcPts val="783"/>
              </a:spcBef>
              <a:buClr>
                <a:srgbClr val="B2B2B2"/>
              </a:buClr>
              <a:buFont typeface="Arial"/>
              <a:buChar char="•"/>
              <a:tabLst>
                <a:tab pos="713310" algn="l"/>
                <a:tab pos="714015" algn="l"/>
              </a:tabLst>
            </a:pPr>
            <a:r>
              <a:rPr sz="1778" spc="-6" dirty="0">
                <a:latin typeface="Trebuchet MS"/>
                <a:cs typeface="Trebuchet MS"/>
              </a:rPr>
              <a:t>67%: 12/18</a:t>
            </a:r>
            <a:r>
              <a:rPr sz="1778" spc="-56" dirty="0">
                <a:latin typeface="Trebuchet MS"/>
                <a:cs typeface="Trebuchet MS"/>
              </a:rPr>
              <a:t> </a:t>
            </a:r>
            <a:r>
              <a:rPr sz="1778" spc="-6" dirty="0">
                <a:latin typeface="Trebuchet MS"/>
                <a:cs typeface="Trebuchet MS"/>
              </a:rPr>
              <a:t>step-slots</a:t>
            </a:r>
            <a:endParaRPr sz="1778" dirty="0">
              <a:latin typeface="Trebuchet MS"/>
              <a:cs typeface="Trebuchet MS"/>
            </a:endParaRPr>
          </a:p>
          <a:p>
            <a:pPr marL="332313" indent="-318908">
              <a:spcBef>
                <a:spcPts val="767"/>
              </a:spcBef>
              <a:buClr>
                <a:srgbClr val="B2B2B2"/>
              </a:buClr>
              <a:buFont typeface="Arial"/>
              <a:buChar char="•"/>
              <a:tabLst>
                <a:tab pos="332313" algn="l"/>
                <a:tab pos="333019" algn="l"/>
              </a:tabLst>
            </a:pPr>
            <a:r>
              <a:rPr sz="2000" b="1" dirty="0">
                <a:latin typeface="Trebuchet MS"/>
                <a:cs typeface="Trebuchet MS"/>
              </a:rPr>
              <a:t>For </a:t>
            </a:r>
            <a:r>
              <a:rPr sz="2000" b="1" i="1" dirty="0">
                <a:latin typeface="Trebuchet MS"/>
                <a:cs typeface="Trebuchet MS"/>
              </a:rPr>
              <a:t>N</a:t>
            </a:r>
            <a:r>
              <a:rPr sz="2000" b="1" i="1" spc="-44" dirty="0">
                <a:latin typeface="Trebuchet MS"/>
                <a:cs typeface="Trebuchet MS"/>
              </a:rPr>
              <a:t> </a:t>
            </a:r>
            <a:r>
              <a:rPr sz="2000" b="1" spc="-6" dirty="0">
                <a:latin typeface="Trebuchet MS"/>
                <a:cs typeface="Trebuchet MS"/>
              </a:rPr>
              <a:t>workers:</a:t>
            </a:r>
            <a:endParaRPr sz="2000" dirty="0">
              <a:latin typeface="Trebuchet MS"/>
              <a:cs typeface="Trebuchet MS"/>
            </a:endParaRPr>
          </a:p>
          <a:p>
            <a:pPr marL="713310" lvl="1" indent="-318908">
              <a:spcBef>
                <a:spcPts val="783"/>
              </a:spcBef>
              <a:buClr>
                <a:srgbClr val="B2B2B2"/>
              </a:buClr>
              <a:buFont typeface="Arial"/>
              <a:buChar char="•"/>
              <a:tabLst>
                <a:tab pos="713310" algn="l"/>
                <a:tab pos="714015" algn="l"/>
              </a:tabLst>
            </a:pP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 1)/</a:t>
            </a:r>
            <a:r>
              <a:rPr sz="1778" i="1" spc="-6" dirty="0">
                <a:latin typeface="Trebuchet MS"/>
                <a:cs typeface="Trebuchet MS"/>
              </a:rPr>
              <a:t>N </a:t>
            </a:r>
            <a:r>
              <a:rPr sz="1778" spc="-6" dirty="0">
                <a:latin typeface="Trebuchet MS"/>
                <a:cs typeface="Trebuchet MS"/>
              </a:rPr>
              <a:t>idle</a:t>
            </a:r>
            <a:r>
              <a:rPr sz="1778" spc="6" dirty="0">
                <a:latin typeface="Trebuchet MS"/>
                <a:cs typeface="Trebuchet MS"/>
              </a:rPr>
              <a:t> </a:t>
            </a:r>
            <a:r>
              <a:rPr sz="1778" spc="-6" dirty="0">
                <a:latin typeface="Trebuchet MS"/>
                <a:cs typeface="Trebuchet MS"/>
              </a:rPr>
              <a:t>slots</a:t>
            </a:r>
            <a:endParaRPr sz="1778" dirty="0">
              <a:latin typeface="Trebuchet MS"/>
              <a:cs typeface="Trebuchet MS"/>
            </a:endParaRPr>
          </a:p>
        </p:txBody>
      </p:sp>
    </p:spTree>
    <p:extLst>
      <p:ext uri="{BB962C8B-B14F-4D97-AF65-F5344CB8AC3E}">
        <p14:creationId xmlns:p14="http://schemas.microsoft.com/office/powerpoint/2010/main" val="411790041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 </a:t>
            </a:r>
            <a:r>
              <a:rPr lang="en-US" altLang="zh-CN" dirty="0" err="1"/>
              <a:t>GPipe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63</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3">
            <a:extLst>
              <a:ext uri="{FF2B5EF4-FFF2-40B4-BE49-F238E27FC236}">
                <a16:creationId xmlns:a16="http://schemas.microsoft.com/office/drawing/2014/main" id="{3E01C42A-F420-4BA8-A6B9-6DA9964504CD}"/>
              </a:ext>
            </a:extLst>
          </p:cNvPr>
          <p:cNvGrpSpPr/>
          <p:nvPr/>
        </p:nvGrpSpPr>
        <p:grpSpPr>
          <a:xfrm>
            <a:off x="2705735" y="1855683"/>
            <a:ext cx="440972" cy="352778"/>
            <a:chOff x="2435161" y="1670115"/>
            <a:chExt cx="396875" cy="317500"/>
          </a:xfrm>
        </p:grpSpPr>
        <p:sp>
          <p:nvSpPr>
            <p:cNvPr id="34" name="object 4">
              <a:extLst>
                <a:ext uri="{FF2B5EF4-FFF2-40B4-BE49-F238E27FC236}">
                  <a16:creationId xmlns:a16="http://schemas.microsoft.com/office/drawing/2014/main" id="{3C9188EC-9F0F-4387-8DF5-B6D3CE4A99EE}"/>
                </a:ext>
              </a:extLst>
            </p:cNvPr>
            <p:cNvSpPr/>
            <p:nvPr/>
          </p:nvSpPr>
          <p:spPr>
            <a:xfrm>
              <a:off x="2439924" y="1674878"/>
              <a:ext cx="193675" cy="307975"/>
            </a:xfrm>
            <a:custGeom>
              <a:avLst/>
              <a:gdLst/>
              <a:ahLst/>
              <a:cxnLst/>
              <a:rect l="l" t="t" r="r" b="b"/>
              <a:pathLst>
                <a:path w="193675" h="307975">
                  <a:moveTo>
                    <a:pt x="193550" y="0"/>
                  </a:moveTo>
                  <a:lnTo>
                    <a:pt x="0" y="0"/>
                  </a:lnTo>
                  <a:lnTo>
                    <a:pt x="0" y="307845"/>
                  </a:lnTo>
                  <a:lnTo>
                    <a:pt x="193550" y="307845"/>
                  </a:lnTo>
                  <a:lnTo>
                    <a:pt x="193550" y="0"/>
                  </a:lnTo>
                  <a:close/>
                </a:path>
              </a:pathLst>
            </a:custGeom>
            <a:solidFill>
              <a:srgbClr val="C0E4FF"/>
            </a:solidFill>
          </p:spPr>
          <p:txBody>
            <a:bodyPr wrap="square" lIns="0" tIns="0" rIns="0" bIns="0" rtlCol="0"/>
            <a:lstStyle/>
            <a:p>
              <a:endParaRPr sz="2000"/>
            </a:p>
          </p:txBody>
        </p:sp>
        <p:sp>
          <p:nvSpPr>
            <p:cNvPr id="35" name="object 5">
              <a:extLst>
                <a:ext uri="{FF2B5EF4-FFF2-40B4-BE49-F238E27FC236}">
                  <a16:creationId xmlns:a16="http://schemas.microsoft.com/office/drawing/2014/main" id="{5D922381-E321-4AF1-BFE2-D38FE04777FF}"/>
                </a:ext>
              </a:extLst>
            </p:cNvPr>
            <p:cNvSpPr/>
            <p:nvPr/>
          </p:nvSpPr>
          <p:spPr>
            <a:xfrm>
              <a:off x="2439924" y="1674878"/>
              <a:ext cx="387350" cy="307975"/>
            </a:xfrm>
            <a:custGeom>
              <a:avLst/>
              <a:gdLst/>
              <a:ahLst/>
              <a:cxnLst/>
              <a:rect l="l" t="t" r="r" b="b"/>
              <a:pathLst>
                <a:path w="387350" h="307975">
                  <a:moveTo>
                    <a:pt x="0" y="307845"/>
                  </a:moveTo>
                  <a:lnTo>
                    <a:pt x="193550" y="307845"/>
                  </a:lnTo>
                  <a:lnTo>
                    <a:pt x="193550" y="0"/>
                  </a:lnTo>
                  <a:lnTo>
                    <a:pt x="0" y="0"/>
                  </a:lnTo>
                  <a:lnTo>
                    <a:pt x="0" y="307845"/>
                  </a:lnTo>
                  <a:close/>
                </a:path>
                <a:path w="387350" h="307975">
                  <a:moveTo>
                    <a:pt x="193548" y="307845"/>
                  </a:moveTo>
                  <a:lnTo>
                    <a:pt x="387093" y="307845"/>
                  </a:lnTo>
                  <a:lnTo>
                    <a:pt x="387093"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36" name="object 6">
            <a:extLst>
              <a:ext uri="{FF2B5EF4-FFF2-40B4-BE49-F238E27FC236}">
                <a16:creationId xmlns:a16="http://schemas.microsoft.com/office/drawing/2014/main" id="{605664F0-A0EE-420E-AFAE-29A41BC35BED}"/>
              </a:ext>
            </a:extLst>
          </p:cNvPr>
          <p:cNvGrpSpPr/>
          <p:nvPr/>
        </p:nvGrpSpPr>
        <p:grpSpPr>
          <a:xfrm>
            <a:off x="3435562" y="2519464"/>
            <a:ext cx="439561" cy="352778"/>
            <a:chOff x="3092005" y="2267518"/>
            <a:chExt cx="395605" cy="317500"/>
          </a:xfrm>
        </p:grpSpPr>
        <p:sp>
          <p:nvSpPr>
            <p:cNvPr id="37" name="object 7">
              <a:extLst>
                <a:ext uri="{FF2B5EF4-FFF2-40B4-BE49-F238E27FC236}">
                  <a16:creationId xmlns:a16="http://schemas.microsoft.com/office/drawing/2014/main" id="{BE503AA6-2002-4862-A3A8-B54EBA154EEB}"/>
                </a:ext>
              </a:extLst>
            </p:cNvPr>
            <p:cNvSpPr/>
            <p:nvPr/>
          </p:nvSpPr>
          <p:spPr>
            <a:xfrm>
              <a:off x="3096767" y="2272281"/>
              <a:ext cx="192405" cy="307975"/>
            </a:xfrm>
            <a:custGeom>
              <a:avLst/>
              <a:gdLst/>
              <a:ahLst/>
              <a:cxnLst/>
              <a:rect l="l" t="t" r="r" b="b"/>
              <a:pathLst>
                <a:path w="192404" h="307975">
                  <a:moveTo>
                    <a:pt x="192027" y="0"/>
                  </a:moveTo>
                  <a:lnTo>
                    <a:pt x="0" y="0"/>
                  </a:lnTo>
                  <a:lnTo>
                    <a:pt x="0" y="307850"/>
                  </a:lnTo>
                  <a:lnTo>
                    <a:pt x="192027" y="307850"/>
                  </a:lnTo>
                  <a:lnTo>
                    <a:pt x="192027" y="0"/>
                  </a:lnTo>
                  <a:close/>
                </a:path>
              </a:pathLst>
            </a:custGeom>
            <a:solidFill>
              <a:srgbClr val="C0E4FF"/>
            </a:solidFill>
          </p:spPr>
          <p:txBody>
            <a:bodyPr wrap="square" lIns="0" tIns="0" rIns="0" bIns="0" rtlCol="0"/>
            <a:lstStyle/>
            <a:p>
              <a:endParaRPr sz="2000"/>
            </a:p>
          </p:txBody>
        </p:sp>
        <p:sp>
          <p:nvSpPr>
            <p:cNvPr id="38" name="object 8">
              <a:extLst>
                <a:ext uri="{FF2B5EF4-FFF2-40B4-BE49-F238E27FC236}">
                  <a16:creationId xmlns:a16="http://schemas.microsoft.com/office/drawing/2014/main" id="{574A7A5F-8AC4-4C29-A159-CA13AFAAAD38}"/>
                </a:ext>
              </a:extLst>
            </p:cNvPr>
            <p:cNvSpPr/>
            <p:nvPr/>
          </p:nvSpPr>
          <p:spPr>
            <a:xfrm>
              <a:off x="3096767" y="2272281"/>
              <a:ext cx="386080" cy="307975"/>
            </a:xfrm>
            <a:custGeom>
              <a:avLst/>
              <a:gdLst/>
              <a:ahLst/>
              <a:cxnLst/>
              <a:rect l="l" t="t" r="r" b="b"/>
              <a:pathLst>
                <a:path w="386079" h="307975">
                  <a:moveTo>
                    <a:pt x="0" y="307850"/>
                  </a:moveTo>
                  <a:lnTo>
                    <a:pt x="192027" y="307850"/>
                  </a:lnTo>
                  <a:lnTo>
                    <a:pt x="192027" y="0"/>
                  </a:lnTo>
                  <a:lnTo>
                    <a:pt x="0" y="0"/>
                  </a:lnTo>
                  <a:lnTo>
                    <a:pt x="0" y="307850"/>
                  </a:lnTo>
                  <a:close/>
                </a:path>
                <a:path w="386079" h="307975">
                  <a:moveTo>
                    <a:pt x="192024" y="307850"/>
                  </a:moveTo>
                  <a:lnTo>
                    <a:pt x="385569" y="307850"/>
                  </a:lnTo>
                  <a:lnTo>
                    <a:pt x="385569" y="0"/>
                  </a:lnTo>
                  <a:lnTo>
                    <a:pt x="192024" y="0"/>
                  </a:lnTo>
                  <a:lnTo>
                    <a:pt x="192024" y="307850"/>
                  </a:lnTo>
                  <a:close/>
                </a:path>
              </a:pathLst>
            </a:custGeom>
            <a:ln w="9525">
              <a:solidFill>
                <a:srgbClr val="000000"/>
              </a:solidFill>
            </a:ln>
          </p:spPr>
          <p:txBody>
            <a:bodyPr wrap="square" lIns="0" tIns="0" rIns="0" bIns="0" rtlCol="0"/>
            <a:lstStyle/>
            <a:p>
              <a:endParaRPr sz="2000"/>
            </a:p>
          </p:txBody>
        </p:sp>
      </p:grpSp>
      <p:grpSp>
        <p:nvGrpSpPr>
          <p:cNvPr id="39" name="object 9">
            <a:extLst>
              <a:ext uri="{FF2B5EF4-FFF2-40B4-BE49-F238E27FC236}">
                <a16:creationId xmlns:a16="http://schemas.microsoft.com/office/drawing/2014/main" id="{93CE979B-8A0D-432A-9953-61786A53872D}"/>
              </a:ext>
            </a:extLst>
          </p:cNvPr>
          <p:cNvGrpSpPr/>
          <p:nvPr/>
        </p:nvGrpSpPr>
        <p:grpSpPr>
          <a:xfrm>
            <a:off x="4234815" y="3147691"/>
            <a:ext cx="439561" cy="352778"/>
            <a:chOff x="3811333" y="2832922"/>
            <a:chExt cx="395605" cy="317500"/>
          </a:xfrm>
        </p:grpSpPr>
        <p:sp>
          <p:nvSpPr>
            <p:cNvPr id="40" name="object 10">
              <a:extLst>
                <a:ext uri="{FF2B5EF4-FFF2-40B4-BE49-F238E27FC236}">
                  <a16:creationId xmlns:a16="http://schemas.microsoft.com/office/drawing/2014/main" id="{CC76BE85-7186-45BE-9265-95EF0C5CF267}"/>
                </a:ext>
              </a:extLst>
            </p:cNvPr>
            <p:cNvSpPr/>
            <p:nvPr/>
          </p:nvSpPr>
          <p:spPr>
            <a:xfrm>
              <a:off x="3816096"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41" name="object 11">
              <a:extLst>
                <a:ext uri="{FF2B5EF4-FFF2-40B4-BE49-F238E27FC236}">
                  <a16:creationId xmlns:a16="http://schemas.microsoft.com/office/drawing/2014/main" id="{045B31FE-8BCC-47AC-A957-F7B6D9BF0162}"/>
                </a:ext>
              </a:extLst>
            </p:cNvPr>
            <p:cNvSpPr/>
            <p:nvPr/>
          </p:nvSpPr>
          <p:spPr>
            <a:xfrm>
              <a:off x="3816096" y="283768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42" name="object 12">
            <a:extLst>
              <a:ext uri="{FF2B5EF4-FFF2-40B4-BE49-F238E27FC236}">
                <a16:creationId xmlns:a16="http://schemas.microsoft.com/office/drawing/2014/main" id="{E7040AB1-8942-4696-B685-14FC32391C3B}"/>
              </a:ext>
            </a:extLst>
          </p:cNvPr>
          <p:cNvGrpSpPr/>
          <p:nvPr/>
        </p:nvGrpSpPr>
        <p:grpSpPr>
          <a:xfrm>
            <a:off x="5962015" y="3144310"/>
            <a:ext cx="440972" cy="352778"/>
            <a:chOff x="5365813" y="2829879"/>
            <a:chExt cx="396875" cy="317500"/>
          </a:xfrm>
        </p:grpSpPr>
        <p:sp>
          <p:nvSpPr>
            <p:cNvPr id="43" name="object 13">
              <a:extLst>
                <a:ext uri="{FF2B5EF4-FFF2-40B4-BE49-F238E27FC236}">
                  <a16:creationId xmlns:a16="http://schemas.microsoft.com/office/drawing/2014/main" id="{3093C60F-CCA0-4016-8E09-836764F41F1C}"/>
                </a:ext>
              </a:extLst>
            </p:cNvPr>
            <p:cNvSpPr/>
            <p:nvPr/>
          </p:nvSpPr>
          <p:spPr>
            <a:xfrm>
              <a:off x="5370576" y="2834642"/>
              <a:ext cx="193545" cy="307845"/>
            </a:xfrm>
            <a:prstGeom prst="rect">
              <a:avLst/>
            </a:prstGeom>
            <a:blipFill>
              <a:blip r:embed="rId2" cstate="print"/>
              <a:stretch>
                <a:fillRect/>
              </a:stretch>
            </a:blipFill>
          </p:spPr>
          <p:txBody>
            <a:bodyPr wrap="square" lIns="0" tIns="0" rIns="0" bIns="0" rtlCol="0"/>
            <a:lstStyle/>
            <a:p>
              <a:endParaRPr sz="2000"/>
            </a:p>
          </p:txBody>
        </p:sp>
        <p:sp>
          <p:nvSpPr>
            <p:cNvPr id="44" name="object 14">
              <a:extLst>
                <a:ext uri="{FF2B5EF4-FFF2-40B4-BE49-F238E27FC236}">
                  <a16:creationId xmlns:a16="http://schemas.microsoft.com/office/drawing/2014/main" id="{08C83AEA-6F49-454A-8A60-F04CCA109A32}"/>
                </a:ext>
              </a:extLst>
            </p:cNvPr>
            <p:cNvSpPr/>
            <p:nvPr/>
          </p:nvSpPr>
          <p:spPr>
            <a:xfrm>
              <a:off x="5370576" y="2834642"/>
              <a:ext cx="387350" cy="307975"/>
            </a:xfrm>
            <a:custGeom>
              <a:avLst/>
              <a:gdLst/>
              <a:ahLst/>
              <a:cxnLst/>
              <a:rect l="l" t="t" r="r" b="b"/>
              <a:pathLst>
                <a:path w="387350" h="307975">
                  <a:moveTo>
                    <a:pt x="0" y="307845"/>
                  </a:moveTo>
                  <a:lnTo>
                    <a:pt x="193545" y="307845"/>
                  </a:lnTo>
                  <a:lnTo>
                    <a:pt x="193545" y="0"/>
                  </a:lnTo>
                  <a:lnTo>
                    <a:pt x="0" y="0"/>
                  </a:lnTo>
                  <a:lnTo>
                    <a:pt x="0" y="307845"/>
                  </a:lnTo>
                  <a:close/>
                </a:path>
                <a:path w="387350" h="307975">
                  <a:moveTo>
                    <a:pt x="193548" y="307845"/>
                  </a:moveTo>
                  <a:lnTo>
                    <a:pt x="387098" y="307845"/>
                  </a:lnTo>
                  <a:lnTo>
                    <a:pt x="387098"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45" name="object 15">
            <a:extLst>
              <a:ext uri="{FF2B5EF4-FFF2-40B4-BE49-F238E27FC236}">
                <a16:creationId xmlns:a16="http://schemas.microsoft.com/office/drawing/2014/main" id="{0AED8B78-9236-41C8-B903-CC15A70A376A}"/>
              </a:ext>
            </a:extLst>
          </p:cNvPr>
          <p:cNvGrpSpPr/>
          <p:nvPr/>
        </p:nvGrpSpPr>
        <p:grpSpPr>
          <a:xfrm>
            <a:off x="6739255" y="2529624"/>
            <a:ext cx="439561" cy="352778"/>
            <a:chOff x="6065329" y="2276662"/>
            <a:chExt cx="395605" cy="317500"/>
          </a:xfrm>
        </p:grpSpPr>
        <p:sp>
          <p:nvSpPr>
            <p:cNvPr id="46" name="object 16">
              <a:extLst>
                <a:ext uri="{FF2B5EF4-FFF2-40B4-BE49-F238E27FC236}">
                  <a16:creationId xmlns:a16="http://schemas.microsoft.com/office/drawing/2014/main" id="{D4170F73-DCD4-4A35-9793-EE260F8A7DE5}"/>
                </a:ext>
              </a:extLst>
            </p:cNvPr>
            <p:cNvSpPr/>
            <p:nvPr/>
          </p:nvSpPr>
          <p:spPr>
            <a:xfrm>
              <a:off x="6070092" y="2281425"/>
              <a:ext cx="193545" cy="307850"/>
            </a:xfrm>
            <a:prstGeom prst="rect">
              <a:avLst/>
            </a:prstGeom>
            <a:blipFill>
              <a:blip r:embed="rId3" cstate="print"/>
              <a:stretch>
                <a:fillRect/>
              </a:stretch>
            </a:blipFill>
          </p:spPr>
          <p:txBody>
            <a:bodyPr wrap="square" lIns="0" tIns="0" rIns="0" bIns="0" rtlCol="0"/>
            <a:lstStyle/>
            <a:p>
              <a:endParaRPr sz="2000"/>
            </a:p>
          </p:txBody>
        </p:sp>
        <p:sp>
          <p:nvSpPr>
            <p:cNvPr id="47" name="object 17">
              <a:extLst>
                <a:ext uri="{FF2B5EF4-FFF2-40B4-BE49-F238E27FC236}">
                  <a16:creationId xmlns:a16="http://schemas.microsoft.com/office/drawing/2014/main" id="{047B731B-29F8-41E5-9C21-C053448355DE}"/>
                </a:ext>
              </a:extLst>
            </p:cNvPr>
            <p:cNvSpPr/>
            <p:nvPr/>
          </p:nvSpPr>
          <p:spPr>
            <a:xfrm>
              <a:off x="6070092" y="228142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48" name="object 18">
            <a:extLst>
              <a:ext uri="{FF2B5EF4-FFF2-40B4-BE49-F238E27FC236}">
                <a16:creationId xmlns:a16="http://schemas.microsoft.com/office/drawing/2014/main" id="{E311426C-86AA-4EC7-881D-7E6644C55A62}"/>
              </a:ext>
            </a:extLst>
          </p:cNvPr>
          <p:cNvGrpSpPr/>
          <p:nvPr/>
        </p:nvGrpSpPr>
        <p:grpSpPr>
          <a:xfrm>
            <a:off x="7460615" y="1855683"/>
            <a:ext cx="439561" cy="352778"/>
            <a:chOff x="6714553" y="1670115"/>
            <a:chExt cx="395605" cy="317500"/>
          </a:xfrm>
        </p:grpSpPr>
        <p:sp>
          <p:nvSpPr>
            <p:cNvPr id="49" name="object 19">
              <a:extLst>
                <a:ext uri="{FF2B5EF4-FFF2-40B4-BE49-F238E27FC236}">
                  <a16:creationId xmlns:a16="http://schemas.microsoft.com/office/drawing/2014/main" id="{2CEE2E97-9850-400B-B8A9-91C6CF7B563B}"/>
                </a:ext>
              </a:extLst>
            </p:cNvPr>
            <p:cNvSpPr/>
            <p:nvPr/>
          </p:nvSpPr>
          <p:spPr>
            <a:xfrm>
              <a:off x="6719316" y="1674878"/>
              <a:ext cx="193545" cy="307845"/>
            </a:xfrm>
            <a:prstGeom prst="rect">
              <a:avLst/>
            </a:prstGeom>
            <a:blipFill>
              <a:blip r:embed="rId4" cstate="print"/>
              <a:stretch>
                <a:fillRect/>
              </a:stretch>
            </a:blipFill>
          </p:spPr>
          <p:txBody>
            <a:bodyPr wrap="square" lIns="0" tIns="0" rIns="0" bIns="0" rtlCol="0"/>
            <a:lstStyle/>
            <a:p>
              <a:endParaRPr sz="2000"/>
            </a:p>
          </p:txBody>
        </p:sp>
        <p:sp>
          <p:nvSpPr>
            <p:cNvPr id="50" name="object 20">
              <a:extLst>
                <a:ext uri="{FF2B5EF4-FFF2-40B4-BE49-F238E27FC236}">
                  <a16:creationId xmlns:a16="http://schemas.microsoft.com/office/drawing/2014/main" id="{8229EC29-4C6B-499F-84EB-3B9B219CF06A}"/>
                </a:ext>
              </a:extLst>
            </p:cNvPr>
            <p:cNvSpPr/>
            <p:nvPr/>
          </p:nvSpPr>
          <p:spPr>
            <a:xfrm>
              <a:off x="6719316" y="1674878"/>
              <a:ext cx="386080" cy="307975"/>
            </a:xfrm>
            <a:custGeom>
              <a:avLst/>
              <a:gdLst/>
              <a:ahLst/>
              <a:cxnLst/>
              <a:rect l="l" t="t" r="r" b="b"/>
              <a:pathLst>
                <a:path w="386079" h="307975">
                  <a:moveTo>
                    <a:pt x="0" y="307845"/>
                  </a:moveTo>
                  <a:lnTo>
                    <a:pt x="193545" y="307845"/>
                  </a:lnTo>
                  <a:lnTo>
                    <a:pt x="193545" y="0"/>
                  </a:lnTo>
                  <a:lnTo>
                    <a:pt x="0" y="0"/>
                  </a:lnTo>
                  <a:lnTo>
                    <a:pt x="0" y="307845"/>
                  </a:lnTo>
                  <a:close/>
                </a:path>
                <a:path w="386079" h="307975">
                  <a:moveTo>
                    <a:pt x="193548" y="307845"/>
                  </a:moveTo>
                  <a:lnTo>
                    <a:pt x="385570" y="307845"/>
                  </a:lnTo>
                  <a:lnTo>
                    <a:pt x="385570" y="0"/>
                  </a:lnTo>
                  <a:lnTo>
                    <a:pt x="193548" y="0"/>
                  </a:lnTo>
                  <a:lnTo>
                    <a:pt x="193548" y="307845"/>
                  </a:lnTo>
                  <a:close/>
                </a:path>
              </a:pathLst>
            </a:custGeom>
            <a:ln w="9525">
              <a:solidFill>
                <a:srgbClr val="000000"/>
              </a:solidFill>
            </a:ln>
          </p:spPr>
          <p:txBody>
            <a:bodyPr wrap="square" lIns="0" tIns="0" rIns="0" bIns="0" rtlCol="0"/>
            <a:lstStyle/>
            <a:p>
              <a:endParaRPr sz="2000"/>
            </a:p>
          </p:txBody>
        </p:sp>
      </p:grpSp>
      <p:sp>
        <p:nvSpPr>
          <p:cNvPr id="51" name="object 21">
            <a:extLst>
              <a:ext uri="{FF2B5EF4-FFF2-40B4-BE49-F238E27FC236}">
                <a16:creationId xmlns:a16="http://schemas.microsoft.com/office/drawing/2014/main" id="{4FF6BC39-D046-4B91-8F69-393517579FA3}"/>
              </a:ext>
            </a:extLst>
          </p:cNvPr>
          <p:cNvSpPr/>
          <p:nvPr/>
        </p:nvSpPr>
        <p:spPr>
          <a:xfrm>
            <a:off x="5625535" y="3254869"/>
            <a:ext cx="167076" cy="177236"/>
          </a:xfrm>
          <a:prstGeom prst="rect">
            <a:avLst/>
          </a:prstGeom>
          <a:blipFill>
            <a:blip r:embed="rId5" cstate="print"/>
            <a:stretch>
              <a:fillRect/>
            </a:stretch>
          </a:blipFill>
        </p:spPr>
        <p:txBody>
          <a:bodyPr wrap="square" lIns="0" tIns="0" rIns="0" bIns="0" rtlCol="0"/>
          <a:lstStyle/>
          <a:p>
            <a:endParaRPr sz="2000"/>
          </a:p>
        </p:txBody>
      </p:sp>
      <p:grpSp>
        <p:nvGrpSpPr>
          <p:cNvPr id="52" name="object 22">
            <a:extLst>
              <a:ext uri="{FF2B5EF4-FFF2-40B4-BE49-F238E27FC236}">
                <a16:creationId xmlns:a16="http://schemas.microsoft.com/office/drawing/2014/main" id="{E913A01B-66C6-4498-8E4E-0E363CD652B7}"/>
              </a:ext>
            </a:extLst>
          </p:cNvPr>
          <p:cNvGrpSpPr/>
          <p:nvPr/>
        </p:nvGrpSpPr>
        <p:grpSpPr>
          <a:xfrm>
            <a:off x="375709" y="1855681"/>
            <a:ext cx="837494" cy="1428044"/>
            <a:chOff x="338137" y="1670113"/>
            <a:chExt cx="753745" cy="1285240"/>
          </a:xfrm>
        </p:grpSpPr>
        <p:sp>
          <p:nvSpPr>
            <p:cNvPr id="53" name="object 23">
              <a:extLst>
                <a:ext uri="{FF2B5EF4-FFF2-40B4-BE49-F238E27FC236}">
                  <a16:creationId xmlns:a16="http://schemas.microsoft.com/office/drawing/2014/main" id="{9E8E0641-B4E0-4C4D-8D78-E5069F8595C2}"/>
                </a:ext>
              </a:extLst>
            </p:cNvPr>
            <p:cNvSpPr/>
            <p:nvPr/>
          </p:nvSpPr>
          <p:spPr>
            <a:xfrm>
              <a:off x="342900" y="16748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54" name="object 24">
              <a:extLst>
                <a:ext uri="{FF2B5EF4-FFF2-40B4-BE49-F238E27FC236}">
                  <a16:creationId xmlns:a16="http://schemas.microsoft.com/office/drawing/2014/main" id="{EC179321-C70B-41C1-B07B-17D6DEB14FD2}"/>
                </a:ext>
              </a:extLst>
            </p:cNvPr>
            <p:cNvSpPr/>
            <p:nvPr/>
          </p:nvSpPr>
          <p:spPr>
            <a:xfrm>
              <a:off x="342900" y="16748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5" name="object 25">
              <a:extLst>
                <a:ext uri="{FF2B5EF4-FFF2-40B4-BE49-F238E27FC236}">
                  <a16:creationId xmlns:a16="http://schemas.microsoft.com/office/drawing/2014/main" id="{5262773B-3608-4B55-B986-54C91EBACC66}"/>
                </a:ext>
              </a:extLst>
            </p:cNvPr>
            <p:cNvSpPr/>
            <p:nvPr/>
          </p:nvSpPr>
          <p:spPr>
            <a:xfrm>
              <a:off x="625092" y="1826005"/>
              <a:ext cx="161037" cy="121412"/>
            </a:xfrm>
            <a:prstGeom prst="rect">
              <a:avLst/>
            </a:prstGeom>
            <a:blipFill>
              <a:blip r:embed="rId6" cstate="print"/>
              <a:stretch>
                <a:fillRect/>
              </a:stretch>
            </a:blipFill>
          </p:spPr>
          <p:txBody>
            <a:bodyPr wrap="square" lIns="0" tIns="0" rIns="0" bIns="0" rtlCol="0"/>
            <a:lstStyle/>
            <a:p>
              <a:endParaRPr sz="2000"/>
            </a:p>
          </p:txBody>
        </p:sp>
        <p:sp>
          <p:nvSpPr>
            <p:cNvPr id="56" name="object 26">
              <a:extLst>
                <a:ext uri="{FF2B5EF4-FFF2-40B4-BE49-F238E27FC236}">
                  <a16:creationId xmlns:a16="http://schemas.microsoft.com/office/drawing/2014/main" id="{0D1C40A5-E2EB-4D1A-BDB9-7C0F8F154FEA}"/>
                </a:ext>
              </a:extLst>
            </p:cNvPr>
            <p:cNvSpPr/>
            <p:nvPr/>
          </p:nvSpPr>
          <p:spPr>
            <a:xfrm>
              <a:off x="342900" y="19507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57" name="object 27">
              <a:extLst>
                <a:ext uri="{FF2B5EF4-FFF2-40B4-BE49-F238E27FC236}">
                  <a16:creationId xmlns:a16="http://schemas.microsoft.com/office/drawing/2014/main" id="{5142324B-F677-4A9B-B981-8ABC57E2943C}"/>
                </a:ext>
              </a:extLst>
            </p:cNvPr>
            <p:cNvSpPr/>
            <p:nvPr/>
          </p:nvSpPr>
          <p:spPr>
            <a:xfrm>
              <a:off x="342900" y="19507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8" name="object 28">
              <a:extLst>
                <a:ext uri="{FF2B5EF4-FFF2-40B4-BE49-F238E27FC236}">
                  <a16:creationId xmlns:a16="http://schemas.microsoft.com/office/drawing/2014/main" id="{10207F21-75F6-4972-8655-118965235964}"/>
                </a:ext>
              </a:extLst>
            </p:cNvPr>
            <p:cNvSpPr/>
            <p:nvPr/>
          </p:nvSpPr>
          <p:spPr>
            <a:xfrm>
              <a:off x="625092" y="2101849"/>
              <a:ext cx="161037" cy="121412"/>
            </a:xfrm>
            <a:prstGeom prst="rect">
              <a:avLst/>
            </a:prstGeom>
            <a:blipFill>
              <a:blip r:embed="rId6" cstate="print"/>
              <a:stretch>
                <a:fillRect/>
              </a:stretch>
            </a:blipFill>
          </p:spPr>
          <p:txBody>
            <a:bodyPr wrap="square" lIns="0" tIns="0" rIns="0" bIns="0" rtlCol="0"/>
            <a:lstStyle/>
            <a:p>
              <a:endParaRPr sz="2000"/>
            </a:p>
          </p:txBody>
        </p:sp>
        <p:sp>
          <p:nvSpPr>
            <p:cNvPr id="59" name="object 29">
              <a:extLst>
                <a:ext uri="{FF2B5EF4-FFF2-40B4-BE49-F238E27FC236}">
                  <a16:creationId xmlns:a16="http://schemas.microsoft.com/office/drawing/2014/main" id="{D4387C0F-2416-43DC-9560-F57E3120DCD1}"/>
                </a:ext>
              </a:extLst>
            </p:cNvPr>
            <p:cNvSpPr/>
            <p:nvPr/>
          </p:nvSpPr>
          <p:spPr>
            <a:xfrm>
              <a:off x="342900" y="2232659"/>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60" name="object 30">
              <a:extLst>
                <a:ext uri="{FF2B5EF4-FFF2-40B4-BE49-F238E27FC236}">
                  <a16:creationId xmlns:a16="http://schemas.microsoft.com/office/drawing/2014/main" id="{BFE87776-9B59-43F2-997F-4AA903A25F90}"/>
                </a:ext>
              </a:extLst>
            </p:cNvPr>
            <p:cNvSpPr/>
            <p:nvPr/>
          </p:nvSpPr>
          <p:spPr>
            <a:xfrm>
              <a:off x="342900" y="2232659"/>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89" name="object 31">
              <a:extLst>
                <a:ext uri="{FF2B5EF4-FFF2-40B4-BE49-F238E27FC236}">
                  <a16:creationId xmlns:a16="http://schemas.microsoft.com/office/drawing/2014/main" id="{5DB26FB9-00A9-4665-8302-4E617AF9816E}"/>
                </a:ext>
              </a:extLst>
            </p:cNvPr>
            <p:cNvSpPr/>
            <p:nvPr/>
          </p:nvSpPr>
          <p:spPr>
            <a:xfrm>
              <a:off x="625092" y="2385313"/>
              <a:ext cx="161037" cy="121412"/>
            </a:xfrm>
            <a:prstGeom prst="rect">
              <a:avLst/>
            </a:prstGeom>
            <a:blipFill>
              <a:blip r:embed="rId7" cstate="print"/>
              <a:stretch>
                <a:fillRect/>
              </a:stretch>
            </a:blipFill>
          </p:spPr>
          <p:txBody>
            <a:bodyPr wrap="square" lIns="0" tIns="0" rIns="0" bIns="0" rtlCol="0"/>
            <a:lstStyle/>
            <a:p>
              <a:endParaRPr sz="2000"/>
            </a:p>
          </p:txBody>
        </p:sp>
        <p:sp>
          <p:nvSpPr>
            <p:cNvPr id="90" name="object 32">
              <a:extLst>
                <a:ext uri="{FF2B5EF4-FFF2-40B4-BE49-F238E27FC236}">
                  <a16:creationId xmlns:a16="http://schemas.microsoft.com/office/drawing/2014/main" id="{027F8A3F-D26E-4EE2-9531-FAA1C569A956}"/>
                </a:ext>
              </a:extLst>
            </p:cNvPr>
            <p:cNvSpPr/>
            <p:nvPr/>
          </p:nvSpPr>
          <p:spPr>
            <a:xfrm>
              <a:off x="342900" y="2510027"/>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91" name="object 33">
              <a:extLst>
                <a:ext uri="{FF2B5EF4-FFF2-40B4-BE49-F238E27FC236}">
                  <a16:creationId xmlns:a16="http://schemas.microsoft.com/office/drawing/2014/main" id="{486DEE0E-9368-4997-AA5A-6552E03F474D}"/>
                </a:ext>
              </a:extLst>
            </p:cNvPr>
            <p:cNvSpPr/>
            <p:nvPr/>
          </p:nvSpPr>
          <p:spPr>
            <a:xfrm>
              <a:off x="342900" y="2510027"/>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92" name="object 34">
              <a:extLst>
                <a:ext uri="{FF2B5EF4-FFF2-40B4-BE49-F238E27FC236}">
                  <a16:creationId xmlns:a16="http://schemas.microsoft.com/office/drawing/2014/main" id="{B70F2872-DC95-4332-BDAC-0A94A81842B0}"/>
                </a:ext>
              </a:extLst>
            </p:cNvPr>
            <p:cNvSpPr/>
            <p:nvPr/>
          </p:nvSpPr>
          <p:spPr>
            <a:xfrm>
              <a:off x="625092" y="2661157"/>
              <a:ext cx="161037" cy="121412"/>
            </a:xfrm>
            <a:prstGeom prst="rect">
              <a:avLst/>
            </a:prstGeom>
            <a:blipFill>
              <a:blip r:embed="rId7" cstate="print"/>
              <a:stretch>
                <a:fillRect/>
              </a:stretch>
            </a:blipFill>
          </p:spPr>
          <p:txBody>
            <a:bodyPr wrap="square" lIns="0" tIns="0" rIns="0" bIns="0" rtlCol="0"/>
            <a:lstStyle/>
            <a:p>
              <a:endParaRPr sz="2000"/>
            </a:p>
          </p:txBody>
        </p:sp>
        <p:sp>
          <p:nvSpPr>
            <p:cNvPr id="93" name="object 35">
              <a:extLst>
                <a:ext uri="{FF2B5EF4-FFF2-40B4-BE49-F238E27FC236}">
                  <a16:creationId xmlns:a16="http://schemas.microsoft.com/office/drawing/2014/main" id="{0852A83C-068B-4DE9-876A-A8BAC93D88E7}"/>
                </a:ext>
              </a:extLst>
            </p:cNvPr>
            <p:cNvSpPr/>
            <p:nvPr/>
          </p:nvSpPr>
          <p:spPr>
            <a:xfrm>
              <a:off x="342900" y="2802635"/>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4" name="object 36">
              <a:extLst>
                <a:ext uri="{FF2B5EF4-FFF2-40B4-BE49-F238E27FC236}">
                  <a16:creationId xmlns:a16="http://schemas.microsoft.com/office/drawing/2014/main" id="{5C85B41D-7A90-435B-B65E-320EFCFB003B}"/>
                </a:ext>
              </a:extLst>
            </p:cNvPr>
            <p:cNvSpPr/>
            <p:nvPr/>
          </p:nvSpPr>
          <p:spPr>
            <a:xfrm>
              <a:off x="342900" y="2802635"/>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sp>
        <p:nvSpPr>
          <p:cNvPr id="95" name="object 37">
            <a:extLst>
              <a:ext uri="{FF2B5EF4-FFF2-40B4-BE49-F238E27FC236}">
                <a16:creationId xmlns:a16="http://schemas.microsoft.com/office/drawing/2014/main" id="{D1BFBDE1-10EF-406A-B4BF-FC08CF7CCA75}"/>
              </a:ext>
            </a:extLst>
          </p:cNvPr>
          <p:cNvSpPr/>
          <p:nvPr/>
        </p:nvSpPr>
        <p:spPr>
          <a:xfrm>
            <a:off x="694547" y="3283654"/>
            <a:ext cx="178930" cy="133209"/>
          </a:xfrm>
          <a:prstGeom prst="rect">
            <a:avLst/>
          </a:prstGeom>
          <a:blipFill>
            <a:blip r:embed="rId8" cstate="print"/>
            <a:stretch>
              <a:fillRect/>
            </a:stretch>
          </a:blipFill>
        </p:spPr>
        <p:txBody>
          <a:bodyPr wrap="square" lIns="0" tIns="0" rIns="0" bIns="0" rtlCol="0"/>
          <a:lstStyle/>
          <a:p>
            <a:endParaRPr sz="2000"/>
          </a:p>
        </p:txBody>
      </p:sp>
      <p:sp>
        <p:nvSpPr>
          <p:cNvPr id="96" name="object 38">
            <a:extLst>
              <a:ext uri="{FF2B5EF4-FFF2-40B4-BE49-F238E27FC236}">
                <a16:creationId xmlns:a16="http://schemas.microsoft.com/office/drawing/2014/main" id="{EA1AEE89-7F67-4D94-82D2-0072AE70CAE2}"/>
              </a:ext>
            </a:extLst>
          </p:cNvPr>
          <p:cNvSpPr/>
          <p:nvPr/>
        </p:nvSpPr>
        <p:spPr>
          <a:xfrm>
            <a:off x="2578100" y="3741419"/>
            <a:ext cx="6243461" cy="362656"/>
          </a:xfrm>
          <a:custGeom>
            <a:avLst/>
            <a:gdLst/>
            <a:ahLst/>
            <a:cxnLst/>
            <a:rect l="l" t="t" r="r" b="b"/>
            <a:pathLst>
              <a:path w="5619115" h="326389">
                <a:moveTo>
                  <a:pt x="2673096" y="10668"/>
                </a:moveTo>
                <a:lnTo>
                  <a:pt x="2665792" y="60527"/>
                </a:lnTo>
                <a:lnTo>
                  <a:pt x="2645448" y="103827"/>
                </a:lnTo>
                <a:lnTo>
                  <a:pt x="2614418" y="137970"/>
                </a:lnTo>
                <a:lnTo>
                  <a:pt x="2575056" y="160361"/>
                </a:lnTo>
                <a:lnTo>
                  <a:pt x="2529713" y="168402"/>
                </a:lnTo>
                <a:lnTo>
                  <a:pt x="1479931" y="168402"/>
                </a:lnTo>
                <a:lnTo>
                  <a:pt x="1434587" y="176442"/>
                </a:lnTo>
                <a:lnTo>
                  <a:pt x="1395225" y="198833"/>
                </a:lnTo>
                <a:lnTo>
                  <a:pt x="1364195" y="232976"/>
                </a:lnTo>
                <a:lnTo>
                  <a:pt x="1343852" y="276276"/>
                </a:lnTo>
                <a:lnTo>
                  <a:pt x="1336548" y="326136"/>
                </a:lnTo>
                <a:lnTo>
                  <a:pt x="1329243" y="276276"/>
                </a:lnTo>
                <a:lnTo>
                  <a:pt x="1308900" y="232976"/>
                </a:lnTo>
                <a:lnTo>
                  <a:pt x="1277870" y="198833"/>
                </a:lnTo>
                <a:lnTo>
                  <a:pt x="1238508" y="176442"/>
                </a:lnTo>
                <a:lnTo>
                  <a:pt x="1193165" y="168402"/>
                </a:lnTo>
                <a:lnTo>
                  <a:pt x="143383" y="168402"/>
                </a:lnTo>
                <a:lnTo>
                  <a:pt x="98039" y="160361"/>
                </a:lnTo>
                <a:lnTo>
                  <a:pt x="58677" y="137970"/>
                </a:lnTo>
                <a:lnTo>
                  <a:pt x="27647" y="103827"/>
                </a:lnTo>
                <a:lnTo>
                  <a:pt x="7304" y="60527"/>
                </a:lnTo>
                <a:lnTo>
                  <a:pt x="0" y="10668"/>
                </a:lnTo>
              </a:path>
              <a:path w="5619115" h="326389">
                <a:moveTo>
                  <a:pt x="5618988" y="0"/>
                </a:moveTo>
                <a:lnTo>
                  <a:pt x="5611684" y="49859"/>
                </a:lnTo>
                <a:lnTo>
                  <a:pt x="5591340" y="93159"/>
                </a:lnTo>
                <a:lnTo>
                  <a:pt x="5560311" y="127302"/>
                </a:lnTo>
                <a:lnTo>
                  <a:pt x="5520948" y="149693"/>
                </a:lnTo>
                <a:lnTo>
                  <a:pt x="5475605" y="157734"/>
                </a:lnTo>
                <a:lnTo>
                  <a:pt x="4438777" y="157734"/>
                </a:lnTo>
                <a:lnTo>
                  <a:pt x="4393434" y="165774"/>
                </a:lnTo>
                <a:lnTo>
                  <a:pt x="4354071" y="188165"/>
                </a:lnTo>
                <a:lnTo>
                  <a:pt x="4323041" y="222308"/>
                </a:lnTo>
                <a:lnTo>
                  <a:pt x="4302698" y="265608"/>
                </a:lnTo>
                <a:lnTo>
                  <a:pt x="4295394" y="315468"/>
                </a:lnTo>
                <a:lnTo>
                  <a:pt x="4288090" y="265608"/>
                </a:lnTo>
                <a:lnTo>
                  <a:pt x="4267746" y="222308"/>
                </a:lnTo>
                <a:lnTo>
                  <a:pt x="4236717" y="188165"/>
                </a:lnTo>
                <a:lnTo>
                  <a:pt x="4197354" y="165774"/>
                </a:lnTo>
                <a:lnTo>
                  <a:pt x="4152011" y="157734"/>
                </a:lnTo>
                <a:lnTo>
                  <a:pt x="3115183" y="157734"/>
                </a:lnTo>
                <a:lnTo>
                  <a:pt x="3069839" y="149693"/>
                </a:lnTo>
                <a:lnTo>
                  <a:pt x="3030477" y="127302"/>
                </a:lnTo>
                <a:lnTo>
                  <a:pt x="2999447" y="93159"/>
                </a:lnTo>
                <a:lnTo>
                  <a:pt x="2979104" y="49859"/>
                </a:lnTo>
                <a:lnTo>
                  <a:pt x="2971800" y="0"/>
                </a:lnTo>
              </a:path>
              <a:path w="5619115" h="326389">
                <a:moveTo>
                  <a:pt x="2930652" y="4572"/>
                </a:moveTo>
                <a:lnTo>
                  <a:pt x="2926371" y="65692"/>
                </a:lnTo>
                <a:lnTo>
                  <a:pt x="2914697" y="115585"/>
                </a:lnTo>
                <a:lnTo>
                  <a:pt x="2897380" y="149215"/>
                </a:lnTo>
                <a:lnTo>
                  <a:pt x="2876169" y="161544"/>
                </a:lnTo>
                <a:lnTo>
                  <a:pt x="2854958" y="173872"/>
                </a:lnTo>
                <a:lnTo>
                  <a:pt x="2837640" y="207502"/>
                </a:lnTo>
                <a:lnTo>
                  <a:pt x="2825966" y="257395"/>
                </a:lnTo>
                <a:lnTo>
                  <a:pt x="2821686" y="318516"/>
                </a:lnTo>
                <a:lnTo>
                  <a:pt x="2817405" y="257395"/>
                </a:lnTo>
                <a:lnTo>
                  <a:pt x="2805731" y="207502"/>
                </a:lnTo>
                <a:lnTo>
                  <a:pt x="2788414" y="173872"/>
                </a:lnTo>
                <a:lnTo>
                  <a:pt x="2767203" y="161544"/>
                </a:lnTo>
                <a:lnTo>
                  <a:pt x="2745992" y="149215"/>
                </a:lnTo>
                <a:lnTo>
                  <a:pt x="2728674" y="115585"/>
                </a:lnTo>
                <a:lnTo>
                  <a:pt x="2717000" y="65692"/>
                </a:lnTo>
                <a:lnTo>
                  <a:pt x="2712720" y="4572"/>
                </a:lnTo>
              </a:path>
            </a:pathLst>
          </a:custGeom>
          <a:ln w="28575">
            <a:solidFill>
              <a:srgbClr val="000000"/>
            </a:solidFill>
          </a:ln>
        </p:spPr>
        <p:txBody>
          <a:bodyPr wrap="square" lIns="0" tIns="0" rIns="0" bIns="0" rtlCol="0"/>
          <a:lstStyle/>
          <a:p>
            <a:endParaRPr sz="2000"/>
          </a:p>
        </p:txBody>
      </p:sp>
      <p:sp>
        <p:nvSpPr>
          <p:cNvPr id="97" name="object 39">
            <a:extLst>
              <a:ext uri="{FF2B5EF4-FFF2-40B4-BE49-F238E27FC236}">
                <a16:creationId xmlns:a16="http://schemas.microsoft.com/office/drawing/2014/main" id="{CD275DF7-BD38-4CA7-9151-469799C589C6}"/>
              </a:ext>
            </a:extLst>
          </p:cNvPr>
          <p:cNvSpPr txBox="1"/>
          <p:nvPr/>
        </p:nvSpPr>
        <p:spPr>
          <a:xfrm>
            <a:off x="3712915" y="4157981"/>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98" name="object 40">
            <a:extLst>
              <a:ext uri="{FF2B5EF4-FFF2-40B4-BE49-F238E27FC236}">
                <a16:creationId xmlns:a16="http://schemas.microsoft.com/office/drawing/2014/main" id="{8F0900E7-C64D-4F5D-9DB6-D5D1429CCF45}"/>
              </a:ext>
            </a:extLst>
          </p:cNvPr>
          <p:cNvSpPr txBox="1"/>
          <p:nvPr/>
        </p:nvSpPr>
        <p:spPr>
          <a:xfrm>
            <a:off x="6926863" y="4135261"/>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99" name="object 41">
            <a:extLst>
              <a:ext uri="{FF2B5EF4-FFF2-40B4-BE49-F238E27FC236}">
                <a16:creationId xmlns:a16="http://schemas.microsoft.com/office/drawing/2014/main" id="{5997FA50-E868-49ED-908B-FCAD9F4A5C7A}"/>
              </a:ext>
            </a:extLst>
          </p:cNvPr>
          <p:cNvSpPr txBox="1"/>
          <p:nvPr/>
        </p:nvSpPr>
        <p:spPr>
          <a:xfrm>
            <a:off x="5484425" y="4157981"/>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grpSp>
        <p:nvGrpSpPr>
          <p:cNvPr id="100" name="object 42">
            <a:extLst>
              <a:ext uri="{FF2B5EF4-FFF2-40B4-BE49-F238E27FC236}">
                <a16:creationId xmlns:a16="http://schemas.microsoft.com/office/drawing/2014/main" id="{6E2A69BC-787B-4535-8D5A-121B4B4EF5FA}"/>
              </a:ext>
            </a:extLst>
          </p:cNvPr>
          <p:cNvGrpSpPr/>
          <p:nvPr/>
        </p:nvGrpSpPr>
        <p:grpSpPr>
          <a:xfrm>
            <a:off x="3440642" y="1855683"/>
            <a:ext cx="439561" cy="352778"/>
            <a:chOff x="3096577" y="1670115"/>
            <a:chExt cx="395605" cy="317500"/>
          </a:xfrm>
        </p:grpSpPr>
        <p:sp>
          <p:nvSpPr>
            <p:cNvPr id="101" name="object 43">
              <a:extLst>
                <a:ext uri="{FF2B5EF4-FFF2-40B4-BE49-F238E27FC236}">
                  <a16:creationId xmlns:a16="http://schemas.microsoft.com/office/drawing/2014/main" id="{2BDD0E0F-284F-4D0E-A6F3-1C32AE29C7D1}"/>
                </a:ext>
              </a:extLst>
            </p:cNvPr>
            <p:cNvSpPr/>
            <p:nvPr/>
          </p:nvSpPr>
          <p:spPr>
            <a:xfrm>
              <a:off x="3101339" y="1674878"/>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02" name="object 44">
              <a:extLst>
                <a:ext uri="{FF2B5EF4-FFF2-40B4-BE49-F238E27FC236}">
                  <a16:creationId xmlns:a16="http://schemas.microsoft.com/office/drawing/2014/main" id="{A2619BDB-3B7B-46DB-BB71-4514EE15DEC0}"/>
                </a:ext>
              </a:extLst>
            </p:cNvPr>
            <p:cNvSpPr/>
            <p:nvPr/>
          </p:nvSpPr>
          <p:spPr>
            <a:xfrm>
              <a:off x="3294887" y="1674878"/>
              <a:ext cx="192405" cy="307975"/>
            </a:xfrm>
            <a:custGeom>
              <a:avLst/>
              <a:gdLst/>
              <a:ahLst/>
              <a:cxnLst/>
              <a:rect l="l" t="t" r="r" b="b"/>
              <a:pathLst>
                <a:path w="192404"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103" name="object 45">
              <a:extLst>
                <a:ext uri="{FF2B5EF4-FFF2-40B4-BE49-F238E27FC236}">
                  <a16:creationId xmlns:a16="http://schemas.microsoft.com/office/drawing/2014/main" id="{6B18B049-1E66-485C-B7AD-AC24013F0986}"/>
                </a:ext>
              </a:extLst>
            </p:cNvPr>
            <p:cNvSpPr/>
            <p:nvPr/>
          </p:nvSpPr>
          <p:spPr>
            <a:xfrm>
              <a:off x="3294887" y="1674878"/>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04" name="object 46">
            <a:extLst>
              <a:ext uri="{FF2B5EF4-FFF2-40B4-BE49-F238E27FC236}">
                <a16:creationId xmlns:a16="http://schemas.microsoft.com/office/drawing/2014/main" id="{EB6E2B6E-947F-452E-B7F7-94AF5CD8A9F1}"/>
              </a:ext>
            </a:extLst>
          </p:cNvPr>
          <p:cNvGrpSpPr/>
          <p:nvPr/>
        </p:nvGrpSpPr>
        <p:grpSpPr>
          <a:xfrm>
            <a:off x="4224655" y="2519464"/>
            <a:ext cx="440972" cy="352778"/>
            <a:chOff x="3802189" y="2267518"/>
            <a:chExt cx="396875" cy="317500"/>
          </a:xfrm>
        </p:grpSpPr>
        <p:sp>
          <p:nvSpPr>
            <p:cNvPr id="105" name="object 47">
              <a:extLst>
                <a:ext uri="{FF2B5EF4-FFF2-40B4-BE49-F238E27FC236}">
                  <a16:creationId xmlns:a16="http://schemas.microsoft.com/office/drawing/2014/main" id="{32B8FE8A-B2A8-424E-B402-BAEF8F905DEF}"/>
                </a:ext>
              </a:extLst>
            </p:cNvPr>
            <p:cNvSpPr/>
            <p:nvPr/>
          </p:nvSpPr>
          <p:spPr>
            <a:xfrm>
              <a:off x="3806952"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06" name="object 48">
              <a:extLst>
                <a:ext uri="{FF2B5EF4-FFF2-40B4-BE49-F238E27FC236}">
                  <a16:creationId xmlns:a16="http://schemas.microsoft.com/office/drawing/2014/main" id="{D0B08405-3339-4F87-8410-2DE6FCA06378}"/>
                </a:ext>
              </a:extLst>
            </p:cNvPr>
            <p:cNvSpPr/>
            <p:nvPr/>
          </p:nvSpPr>
          <p:spPr>
            <a:xfrm>
              <a:off x="4000500" y="2272281"/>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07" name="object 49">
              <a:extLst>
                <a:ext uri="{FF2B5EF4-FFF2-40B4-BE49-F238E27FC236}">
                  <a16:creationId xmlns:a16="http://schemas.microsoft.com/office/drawing/2014/main" id="{CC96CD24-ABA2-431D-B1E5-D9DAF47DEEE4}"/>
                </a:ext>
              </a:extLst>
            </p:cNvPr>
            <p:cNvSpPr/>
            <p:nvPr/>
          </p:nvSpPr>
          <p:spPr>
            <a:xfrm>
              <a:off x="4000500"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08" name="object 50">
            <a:extLst>
              <a:ext uri="{FF2B5EF4-FFF2-40B4-BE49-F238E27FC236}">
                <a16:creationId xmlns:a16="http://schemas.microsoft.com/office/drawing/2014/main" id="{EB51879B-51F9-4CCA-A7AC-B706359CDEBE}"/>
              </a:ext>
            </a:extLst>
          </p:cNvPr>
          <p:cNvGrpSpPr/>
          <p:nvPr/>
        </p:nvGrpSpPr>
        <p:grpSpPr>
          <a:xfrm>
            <a:off x="5003588" y="3147691"/>
            <a:ext cx="439561" cy="352778"/>
            <a:chOff x="4503229" y="2832922"/>
            <a:chExt cx="395605" cy="317500"/>
          </a:xfrm>
        </p:grpSpPr>
        <p:sp>
          <p:nvSpPr>
            <p:cNvPr id="109" name="object 51">
              <a:extLst>
                <a:ext uri="{FF2B5EF4-FFF2-40B4-BE49-F238E27FC236}">
                  <a16:creationId xmlns:a16="http://schemas.microsoft.com/office/drawing/2014/main" id="{99000FD4-7EFE-4BE3-8E31-22693EA9A7F8}"/>
                </a:ext>
              </a:extLst>
            </p:cNvPr>
            <p:cNvSpPr/>
            <p:nvPr/>
          </p:nvSpPr>
          <p:spPr>
            <a:xfrm>
              <a:off x="4507991" y="2837685"/>
              <a:ext cx="192405" cy="307975"/>
            </a:xfrm>
            <a:custGeom>
              <a:avLst/>
              <a:gdLst/>
              <a:ahLst/>
              <a:cxnLst/>
              <a:rect l="l" t="t" r="r" b="b"/>
              <a:pathLst>
                <a:path w="192404" h="307975">
                  <a:moveTo>
                    <a:pt x="0" y="307850"/>
                  </a:moveTo>
                  <a:lnTo>
                    <a:pt x="192022" y="307850"/>
                  </a:lnTo>
                  <a:lnTo>
                    <a:pt x="192022"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10" name="object 52">
              <a:extLst>
                <a:ext uri="{FF2B5EF4-FFF2-40B4-BE49-F238E27FC236}">
                  <a16:creationId xmlns:a16="http://schemas.microsoft.com/office/drawing/2014/main" id="{C2E43995-3DE9-445D-A3D8-5F4F0BA6290C}"/>
                </a:ext>
              </a:extLst>
            </p:cNvPr>
            <p:cNvSpPr/>
            <p:nvPr/>
          </p:nvSpPr>
          <p:spPr>
            <a:xfrm>
              <a:off x="4700015"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11" name="object 53">
              <a:extLst>
                <a:ext uri="{FF2B5EF4-FFF2-40B4-BE49-F238E27FC236}">
                  <a16:creationId xmlns:a16="http://schemas.microsoft.com/office/drawing/2014/main" id="{CA9EDEE1-78A2-491F-A1C3-6BCBD4017C69}"/>
                </a:ext>
              </a:extLst>
            </p:cNvPr>
            <p:cNvSpPr/>
            <p:nvPr/>
          </p:nvSpPr>
          <p:spPr>
            <a:xfrm>
              <a:off x="4700015" y="283768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12" name="object 54">
            <a:extLst>
              <a:ext uri="{FF2B5EF4-FFF2-40B4-BE49-F238E27FC236}">
                <a16:creationId xmlns:a16="http://schemas.microsoft.com/office/drawing/2014/main" id="{85304A28-0A31-4383-BFC4-2923D9711CD5}"/>
              </a:ext>
            </a:extLst>
          </p:cNvPr>
          <p:cNvGrpSpPr/>
          <p:nvPr/>
        </p:nvGrpSpPr>
        <p:grpSpPr>
          <a:xfrm>
            <a:off x="7462308" y="2505923"/>
            <a:ext cx="439561" cy="352778"/>
            <a:chOff x="6716077" y="2255331"/>
            <a:chExt cx="395605" cy="317500"/>
          </a:xfrm>
        </p:grpSpPr>
        <p:sp>
          <p:nvSpPr>
            <p:cNvPr id="113" name="object 55">
              <a:extLst>
                <a:ext uri="{FF2B5EF4-FFF2-40B4-BE49-F238E27FC236}">
                  <a16:creationId xmlns:a16="http://schemas.microsoft.com/office/drawing/2014/main" id="{A68E8FD6-C257-4515-85BC-DDD831C413A4}"/>
                </a:ext>
              </a:extLst>
            </p:cNvPr>
            <p:cNvSpPr/>
            <p:nvPr/>
          </p:nvSpPr>
          <p:spPr>
            <a:xfrm>
              <a:off x="6720840" y="2260094"/>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14" name="object 56">
              <a:extLst>
                <a:ext uri="{FF2B5EF4-FFF2-40B4-BE49-F238E27FC236}">
                  <a16:creationId xmlns:a16="http://schemas.microsoft.com/office/drawing/2014/main" id="{08EE401E-51C2-49C8-9DF8-EBE366D2B2E6}"/>
                </a:ext>
              </a:extLst>
            </p:cNvPr>
            <p:cNvSpPr/>
            <p:nvPr/>
          </p:nvSpPr>
          <p:spPr>
            <a:xfrm>
              <a:off x="6914388" y="2260094"/>
              <a:ext cx="192027" cy="307845"/>
            </a:xfrm>
            <a:prstGeom prst="rect">
              <a:avLst/>
            </a:prstGeom>
            <a:blipFill>
              <a:blip r:embed="rId9" cstate="print"/>
              <a:stretch>
                <a:fillRect/>
              </a:stretch>
            </a:blipFill>
          </p:spPr>
          <p:txBody>
            <a:bodyPr wrap="square" lIns="0" tIns="0" rIns="0" bIns="0" rtlCol="0"/>
            <a:lstStyle/>
            <a:p>
              <a:endParaRPr sz="2000"/>
            </a:p>
          </p:txBody>
        </p:sp>
        <p:sp>
          <p:nvSpPr>
            <p:cNvPr id="115" name="object 57">
              <a:extLst>
                <a:ext uri="{FF2B5EF4-FFF2-40B4-BE49-F238E27FC236}">
                  <a16:creationId xmlns:a16="http://schemas.microsoft.com/office/drawing/2014/main" id="{85E85297-A887-43E3-918C-C4771FA3E590}"/>
                </a:ext>
              </a:extLst>
            </p:cNvPr>
            <p:cNvSpPr/>
            <p:nvPr/>
          </p:nvSpPr>
          <p:spPr>
            <a:xfrm>
              <a:off x="6914388" y="2260094"/>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16" name="object 58">
            <a:extLst>
              <a:ext uri="{FF2B5EF4-FFF2-40B4-BE49-F238E27FC236}">
                <a16:creationId xmlns:a16="http://schemas.microsoft.com/office/drawing/2014/main" id="{8CE057DF-CC59-4798-8661-791E80359C32}"/>
              </a:ext>
            </a:extLst>
          </p:cNvPr>
          <p:cNvGrpSpPr/>
          <p:nvPr/>
        </p:nvGrpSpPr>
        <p:grpSpPr>
          <a:xfrm>
            <a:off x="6725708" y="3144310"/>
            <a:ext cx="439561" cy="352778"/>
            <a:chOff x="6053137" y="2829879"/>
            <a:chExt cx="395605" cy="317500"/>
          </a:xfrm>
        </p:grpSpPr>
        <p:sp>
          <p:nvSpPr>
            <p:cNvPr id="117" name="object 59">
              <a:extLst>
                <a:ext uri="{FF2B5EF4-FFF2-40B4-BE49-F238E27FC236}">
                  <a16:creationId xmlns:a16="http://schemas.microsoft.com/office/drawing/2014/main" id="{67A4F0E8-E4CB-4C90-905E-49F27542BAB7}"/>
                </a:ext>
              </a:extLst>
            </p:cNvPr>
            <p:cNvSpPr/>
            <p:nvPr/>
          </p:nvSpPr>
          <p:spPr>
            <a:xfrm>
              <a:off x="6057900" y="283464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18" name="object 60">
              <a:extLst>
                <a:ext uri="{FF2B5EF4-FFF2-40B4-BE49-F238E27FC236}">
                  <a16:creationId xmlns:a16="http://schemas.microsoft.com/office/drawing/2014/main" id="{6CCEF615-DB65-42FB-A3A8-C47BD30619BC}"/>
                </a:ext>
              </a:extLst>
            </p:cNvPr>
            <p:cNvSpPr/>
            <p:nvPr/>
          </p:nvSpPr>
          <p:spPr>
            <a:xfrm>
              <a:off x="6251447" y="2834642"/>
              <a:ext cx="192027" cy="307845"/>
            </a:xfrm>
            <a:prstGeom prst="rect">
              <a:avLst/>
            </a:prstGeom>
            <a:blipFill>
              <a:blip r:embed="rId10" cstate="print"/>
              <a:stretch>
                <a:fillRect/>
              </a:stretch>
            </a:blipFill>
          </p:spPr>
          <p:txBody>
            <a:bodyPr wrap="square" lIns="0" tIns="0" rIns="0" bIns="0" rtlCol="0"/>
            <a:lstStyle/>
            <a:p>
              <a:endParaRPr sz="2000"/>
            </a:p>
          </p:txBody>
        </p:sp>
        <p:sp>
          <p:nvSpPr>
            <p:cNvPr id="119" name="object 61">
              <a:extLst>
                <a:ext uri="{FF2B5EF4-FFF2-40B4-BE49-F238E27FC236}">
                  <a16:creationId xmlns:a16="http://schemas.microsoft.com/office/drawing/2014/main" id="{C1C98F1E-414D-4735-82FF-29EA37F691BA}"/>
                </a:ext>
              </a:extLst>
            </p:cNvPr>
            <p:cNvSpPr/>
            <p:nvPr/>
          </p:nvSpPr>
          <p:spPr>
            <a:xfrm>
              <a:off x="6251447" y="2834642"/>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20" name="object 62">
            <a:extLst>
              <a:ext uri="{FF2B5EF4-FFF2-40B4-BE49-F238E27FC236}">
                <a16:creationId xmlns:a16="http://schemas.microsoft.com/office/drawing/2014/main" id="{636937BA-3A50-4DE6-BC9D-EC557A26DAA7}"/>
              </a:ext>
            </a:extLst>
          </p:cNvPr>
          <p:cNvGrpSpPr/>
          <p:nvPr/>
        </p:nvGrpSpPr>
        <p:grpSpPr>
          <a:xfrm>
            <a:off x="8192135" y="1859064"/>
            <a:ext cx="440972" cy="352778"/>
            <a:chOff x="7372921" y="1673158"/>
            <a:chExt cx="396875" cy="317500"/>
          </a:xfrm>
        </p:grpSpPr>
        <p:sp>
          <p:nvSpPr>
            <p:cNvPr id="121" name="object 63">
              <a:extLst>
                <a:ext uri="{FF2B5EF4-FFF2-40B4-BE49-F238E27FC236}">
                  <a16:creationId xmlns:a16="http://schemas.microsoft.com/office/drawing/2014/main" id="{BAF65FA8-4AE7-4AAD-8A51-FE9014503AF6}"/>
                </a:ext>
              </a:extLst>
            </p:cNvPr>
            <p:cNvSpPr/>
            <p:nvPr/>
          </p:nvSpPr>
          <p:spPr>
            <a:xfrm>
              <a:off x="7377683" y="1677921"/>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22" name="object 64">
              <a:extLst>
                <a:ext uri="{FF2B5EF4-FFF2-40B4-BE49-F238E27FC236}">
                  <a16:creationId xmlns:a16="http://schemas.microsoft.com/office/drawing/2014/main" id="{CAD50C34-EA59-4095-8038-2E1FC72788AF}"/>
                </a:ext>
              </a:extLst>
            </p:cNvPr>
            <p:cNvSpPr/>
            <p:nvPr/>
          </p:nvSpPr>
          <p:spPr>
            <a:xfrm>
              <a:off x="7571231" y="1677921"/>
              <a:ext cx="193545" cy="307850"/>
            </a:xfrm>
            <a:prstGeom prst="rect">
              <a:avLst/>
            </a:prstGeom>
            <a:blipFill>
              <a:blip r:embed="rId11" cstate="print"/>
              <a:stretch>
                <a:fillRect/>
              </a:stretch>
            </a:blipFill>
          </p:spPr>
          <p:txBody>
            <a:bodyPr wrap="square" lIns="0" tIns="0" rIns="0" bIns="0" rtlCol="0"/>
            <a:lstStyle/>
            <a:p>
              <a:endParaRPr sz="2000"/>
            </a:p>
          </p:txBody>
        </p:sp>
        <p:sp>
          <p:nvSpPr>
            <p:cNvPr id="123" name="object 65">
              <a:extLst>
                <a:ext uri="{FF2B5EF4-FFF2-40B4-BE49-F238E27FC236}">
                  <a16:creationId xmlns:a16="http://schemas.microsoft.com/office/drawing/2014/main" id="{5D7F1E8C-5D26-4DCB-BFF9-31954A45A421}"/>
                </a:ext>
              </a:extLst>
            </p:cNvPr>
            <p:cNvSpPr/>
            <p:nvPr/>
          </p:nvSpPr>
          <p:spPr>
            <a:xfrm>
              <a:off x="7571231" y="167792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aphicFrame>
        <p:nvGraphicFramePr>
          <p:cNvPr id="124" name="object 66">
            <a:extLst>
              <a:ext uri="{FF2B5EF4-FFF2-40B4-BE49-F238E27FC236}">
                <a16:creationId xmlns:a16="http://schemas.microsoft.com/office/drawing/2014/main" id="{E835E142-58EA-45D5-93F4-A9E998370F70}"/>
              </a:ext>
            </a:extLst>
          </p:cNvPr>
          <p:cNvGraphicFramePr>
            <a:graphicFrameLocks noGrp="1"/>
          </p:cNvGraphicFramePr>
          <p:nvPr/>
        </p:nvGraphicFramePr>
        <p:xfrm>
          <a:off x="360682" y="1731433"/>
          <a:ext cx="8633879" cy="1923625"/>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47889">
                  <a:extLst>
                    <a:ext uri="{9D8B030D-6E8A-4147-A177-3AD203B41FA5}">
                      <a16:colId xmlns:a16="http://schemas.microsoft.com/office/drawing/2014/main" val="20005"/>
                    </a:ext>
                  </a:extLst>
                </a:gridCol>
                <a:gridCol w="746477">
                  <a:extLst>
                    <a:ext uri="{9D8B030D-6E8A-4147-A177-3AD203B41FA5}">
                      <a16:colId xmlns:a16="http://schemas.microsoft.com/office/drawing/2014/main" val="20006"/>
                    </a:ext>
                  </a:extLst>
                </a:gridCol>
                <a:gridCol w="258939">
                  <a:extLst>
                    <a:ext uri="{9D8B030D-6E8A-4147-A177-3AD203B41FA5}">
                      <a16:colId xmlns:a16="http://schemas.microsoft.com/office/drawing/2014/main" val="20007"/>
                    </a:ext>
                  </a:extLst>
                </a:gridCol>
                <a:gridCol w="746477">
                  <a:extLst>
                    <a:ext uri="{9D8B030D-6E8A-4147-A177-3AD203B41FA5}">
                      <a16:colId xmlns:a16="http://schemas.microsoft.com/office/drawing/2014/main" val="20008"/>
                    </a:ext>
                  </a:extLst>
                </a:gridCol>
                <a:gridCol w="745067">
                  <a:extLst>
                    <a:ext uri="{9D8B030D-6E8A-4147-A177-3AD203B41FA5}">
                      <a16:colId xmlns:a16="http://schemas.microsoft.com/office/drawing/2014/main" val="20009"/>
                    </a:ext>
                  </a:extLst>
                </a:gridCol>
                <a:gridCol w="728133">
                  <a:extLst>
                    <a:ext uri="{9D8B030D-6E8A-4147-A177-3AD203B41FA5}">
                      <a16:colId xmlns:a16="http://schemas.microsoft.com/office/drawing/2014/main" val="20010"/>
                    </a:ext>
                  </a:extLst>
                </a:gridCol>
                <a:gridCol w="766939">
                  <a:extLst>
                    <a:ext uri="{9D8B030D-6E8A-4147-A177-3AD203B41FA5}">
                      <a16:colId xmlns:a16="http://schemas.microsoft.com/office/drawing/2014/main" val="20011"/>
                    </a:ext>
                  </a:extLst>
                </a:gridCol>
                <a:gridCol w="174977">
                  <a:extLst>
                    <a:ext uri="{9D8B030D-6E8A-4147-A177-3AD203B41FA5}">
                      <a16:colId xmlns:a16="http://schemas.microsoft.com/office/drawing/2014/main" val="20012"/>
                    </a:ext>
                  </a:extLst>
                </a:gridCol>
              </a:tblGrid>
              <a:tr h="675640">
                <a:tc>
                  <a:txBody>
                    <a:bodyPr/>
                    <a:lstStyle/>
                    <a:p>
                      <a:pPr>
                        <a:lnSpc>
                          <a:spcPct val="100000"/>
                        </a:lnSpc>
                        <a:spcBef>
                          <a:spcPts val="15"/>
                        </a:spcBef>
                      </a:pPr>
                      <a:endParaRPr sz="9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2117"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3528"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3528" marB="0">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87374">
                <a:tc>
                  <a:txBody>
                    <a:bodyPr/>
                    <a:lstStyle/>
                    <a:p>
                      <a:pPr marL="189865">
                        <a:lnSpc>
                          <a:spcPct val="100000"/>
                        </a:lnSpc>
                        <a:spcBef>
                          <a:spcPts val="545"/>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6906" marB="0">
                    <a:lnT w="53975">
                      <a:solidFill>
                        <a:srgbClr val="008462"/>
                      </a:solidFill>
                      <a:prstDash val="solid"/>
                    </a:lnT>
                    <a:lnB w="53975">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53975">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T w="53975">
                      <a:solidFill>
                        <a:srgbClr val="008462"/>
                      </a:solidFill>
                      <a:prstDash val="solid"/>
                    </a:lnT>
                    <a:lnB w="53975">
                      <a:solidFill>
                        <a:srgbClr val="008462"/>
                      </a:solidFill>
                      <a:prstDash val="solid"/>
                    </a:lnB>
                  </a:tcPr>
                </a:tc>
                <a:extLst>
                  <a:ext uri="{0D108BD9-81ED-4DB2-BD59-A6C34878D82A}">
                    <a16:rowId xmlns:a16="http://schemas.microsoft.com/office/drawing/2014/main" val="10001"/>
                  </a:ext>
                </a:extLst>
              </a:tr>
              <a:tr h="660611">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53975">
                      <a:solidFill>
                        <a:srgbClr val="008462"/>
                      </a:solidFill>
                      <a:prstDash val="solid"/>
                    </a:lnT>
                  </a:tcPr>
                </a:tc>
                <a:tc>
                  <a:txBody>
                    <a:bodyPr/>
                    <a:lstStyle/>
                    <a:p>
                      <a:pPr marR="41275" algn="r">
                        <a:lnSpc>
                          <a:spcPct val="100000"/>
                        </a:lnSpc>
                        <a:spcBef>
                          <a:spcPts val="785"/>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10772" marB="0">
                    <a:lnT w="53975">
                      <a:solidFill>
                        <a:srgbClr val="008462"/>
                      </a:solidFill>
                      <a:prstDash val="solid"/>
                    </a:lnT>
                  </a:tcPr>
                </a:tc>
                <a:tc>
                  <a:txBody>
                    <a:bodyPr/>
                    <a:lstStyle/>
                    <a:p>
                      <a:pPr marL="48260">
                        <a:lnSpc>
                          <a:spcPct val="100000"/>
                        </a:lnSpc>
                        <a:spcBef>
                          <a:spcPts val="785"/>
                        </a:spcBef>
                      </a:pPr>
                      <a:r>
                        <a:rPr sz="1600" b="1" dirty="0">
                          <a:latin typeface="Arial"/>
                          <a:cs typeface="Arial"/>
                        </a:rPr>
                        <a:t>2</a:t>
                      </a:r>
                      <a:endParaRPr sz="1600">
                        <a:latin typeface="Arial"/>
                        <a:cs typeface="Arial"/>
                      </a:endParaRPr>
                    </a:p>
                  </a:txBody>
                  <a:tcPr marL="0" marR="0" marT="110772" marB="0">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T w="53975">
                      <a:solidFill>
                        <a:srgbClr val="008462"/>
                      </a:solidFill>
                      <a:prstDash val="solid"/>
                    </a:lnT>
                  </a:tcPr>
                </a:tc>
                <a:extLst>
                  <a:ext uri="{0D108BD9-81ED-4DB2-BD59-A6C34878D82A}">
                    <a16:rowId xmlns:a16="http://schemas.microsoft.com/office/drawing/2014/main" val="10002"/>
                  </a:ext>
                </a:extLst>
              </a:tr>
            </a:tbl>
          </a:graphicData>
        </a:graphic>
      </p:graphicFrame>
      <p:sp>
        <p:nvSpPr>
          <p:cNvPr id="125" name="object 67">
            <a:extLst>
              <a:ext uri="{FF2B5EF4-FFF2-40B4-BE49-F238E27FC236}">
                <a16:creationId xmlns:a16="http://schemas.microsoft.com/office/drawing/2014/main" id="{22C55BE2-13A2-4767-9043-C0153FB1005F}"/>
              </a:ext>
            </a:extLst>
          </p:cNvPr>
          <p:cNvSpPr txBox="1"/>
          <p:nvPr/>
        </p:nvSpPr>
        <p:spPr>
          <a:xfrm>
            <a:off x="913694" y="4881822"/>
            <a:ext cx="3908763" cy="1183393"/>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dirty="0">
                <a:latin typeface="Trebuchet MS"/>
                <a:cs typeface="Trebuchet MS"/>
              </a:rPr>
              <a:t>2</a:t>
            </a:r>
            <a:r>
              <a:rPr sz="2000" b="1" spc="-61" dirty="0">
                <a:latin typeface="Trebuchet MS"/>
                <a:cs typeface="Trebuchet MS"/>
              </a:rPr>
              <a:t> </a:t>
            </a:r>
            <a:r>
              <a:rPr sz="2000" b="1" spc="-6" dirty="0">
                <a:latin typeface="Trebuchet MS"/>
                <a:cs typeface="Trebuchet MS"/>
              </a:rPr>
              <a:t>subminibatches</a:t>
            </a:r>
            <a:endParaRPr sz="2000" dirty="0">
              <a:latin typeface="Trebuchet MS"/>
              <a:cs typeface="Trebuchet MS"/>
            </a:endParaRPr>
          </a:p>
          <a:p>
            <a:pPr marL="713310" lvl="1" indent="-318908">
              <a:spcBef>
                <a:spcPts val="783"/>
              </a:spcBef>
              <a:buClr>
                <a:srgbClr val="B2B2B2"/>
              </a:buClr>
              <a:buFont typeface="Arial"/>
              <a:buChar char="•"/>
              <a:tabLst>
                <a:tab pos="713310" algn="l"/>
                <a:tab pos="714015" algn="l"/>
              </a:tabLst>
            </a:pPr>
            <a:r>
              <a:rPr sz="1778" spc="-6" dirty="0">
                <a:latin typeface="Trebuchet MS"/>
                <a:cs typeface="Trebuchet MS"/>
              </a:rPr>
              <a:t>2x more</a:t>
            </a:r>
            <a:r>
              <a:rPr sz="1778" spc="6" dirty="0">
                <a:latin typeface="Trebuchet MS"/>
                <a:cs typeface="Trebuchet MS"/>
              </a:rPr>
              <a:t> </a:t>
            </a:r>
            <a:r>
              <a:rPr sz="1778" spc="-6" dirty="0">
                <a:latin typeface="Trebuchet MS"/>
                <a:cs typeface="Trebuchet MS"/>
              </a:rPr>
              <a:t>steps</a:t>
            </a:r>
            <a:endParaRPr sz="1778" dirty="0">
              <a:latin typeface="Trebuchet MS"/>
              <a:cs typeface="Trebuchet MS"/>
            </a:endParaRPr>
          </a:p>
          <a:p>
            <a:pPr marL="713310" marR="277279" lvl="1" indent="-318908">
              <a:lnSpc>
                <a:spcPts val="1922"/>
              </a:lnSpc>
              <a:spcBef>
                <a:spcPts val="1028"/>
              </a:spcBef>
              <a:buClr>
                <a:srgbClr val="B2B2B2"/>
              </a:buClr>
              <a:buFont typeface="Arial"/>
              <a:buChar char="•"/>
              <a:tabLst>
                <a:tab pos="713310" algn="l"/>
                <a:tab pos="714015" algn="l"/>
              </a:tabLst>
            </a:pPr>
            <a:r>
              <a:rPr sz="1778" spc="-6" dirty="0">
                <a:latin typeface="Trebuchet MS"/>
                <a:cs typeface="Trebuchet MS"/>
              </a:rPr>
              <a:t>Each step is</a:t>
            </a:r>
            <a:r>
              <a:rPr sz="1778" spc="-44" dirty="0">
                <a:latin typeface="Trebuchet MS"/>
                <a:cs typeface="Trebuchet MS"/>
              </a:rPr>
              <a:t> </a:t>
            </a:r>
            <a:r>
              <a:rPr sz="1778" spc="-6" dirty="0">
                <a:latin typeface="Trebuchet MS"/>
                <a:cs typeface="Trebuchet MS"/>
              </a:rPr>
              <a:t>½  </a:t>
            </a:r>
            <a:r>
              <a:rPr sz="1778" spc="-11" dirty="0">
                <a:latin typeface="Trebuchet MS"/>
                <a:cs typeface="Trebuchet MS"/>
              </a:rPr>
              <a:t>compute</a:t>
            </a:r>
            <a:endParaRPr sz="1778" dirty="0">
              <a:latin typeface="Trebuchet MS"/>
              <a:cs typeface="Trebuchet MS"/>
            </a:endParaRPr>
          </a:p>
        </p:txBody>
      </p:sp>
      <p:sp>
        <p:nvSpPr>
          <p:cNvPr id="127" name="Rectangle 70">
            <a:extLst>
              <a:ext uri="{FF2B5EF4-FFF2-40B4-BE49-F238E27FC236}">
                <a16:creationId xmlns:a16="http://schemas.microsoft.com/office/drawing/2014/main" id="{0BD574B0-7EBF-4A77-87AF-A707CBF69736}"/>
              </a:ext>
            </a:extLst>
          </p:cNvPr>
          <p:cNvSpPr/>
          <p:nvPr/>
        </p:nvSpPr>
        <p:spPr>
          <a:xfrm>
            <a:off x="2578100" y="988367"/>
            <a:ext cx="4472939" cy="461665"/>
          </a:xfrm>
          <a:prstGeom prst="rect">
            <a:avLst/>
          </a:prstGeom>
        </p:spPr>
        <p:txBody>
          <a:bodyPr wrap="square">
            <a:spAutoFit/>
          </a:bodyPr>
          <a:lstStyle/>
          <a:p>
            <a:pPr marR="29633">
              <a:spcBef>
                <a:spcPts val="733"/>
              </a:spcBef>
              <a:buClr>
                <a:srgbClr val="B2B2B2"/>
              </a:buClr>
              <a:tabLst>
                <a:tab pos="318202" algn="l"/>
                <a:tab pos="333019" algn="l"/>
              </a:tabLst>
            </a:pPr>
            <a:r>
              <a:rPr lang="en-US" sz="2400" b="1" dirty="0">
                <a:latin typeface="Trebuchet MS"/>
                <a:cs typeface="Trebuchet MS"/>
              </a:rPr>
              <a:t>Key Idea</a:t>
            </a:r>
            <a:r>
              <a:rPr lang="en-US" sz="2000" dirty="0">
                <a:latin typeface="Trebuchet MS"/>
                <a:cs typeface="Trebuchet MS"/>
              </a:rPr>
              <a:t>: 	</a:t>
            </a:r>
            <a:r>
              <a:rPr lang="en-US" sz="2400" spc="-11" dirty="0" err="1"/>
              <a:t>Subminibatches</a:t>
            </a:r>
            <a:endParaRPr lang="en-US" sz="2000" dirty="0">
              <a:latin typeface="Trebuchet MS"/>
              <a:cs typeface="Trebuchet MS"/>
            </a:endParaRPr>
          </a:p>
        </p:txBody>
      </p:sp>
      <p:sp>
        <p:nvSpPr>
          <p:cNvPr id="2" name="矩形 1">
            <a:extLst>
              <a:ext uri="{FF2B5EF4-FFF2-40B4-BE49-F238E27FC236}">
                <a16:creationId xmlns:a16="http://schemas.microsoft.com/office/drawing/2014/main" id="{FD064C56-C747-44C5-8A6C-C6FE8536C0D1}"/>
              </a:ext>
            </a:extLst>
          </p:cNvPr>
          <p:cNvSpPr/>
          <p:nvPr/>
        </p:nvSpPr>
        <p:spPr>
          <a:xfrm>
            <a:off x="4952999" y="4965440"/>
            <a:ext cx="3352023" cy="776303"/>
          </a:xfrm>
          <a:prstGeom prst="rect">
            <a:avLst/>
          </a:prstGeom>
        </p:spPr>
        <p:txBody>
          <a:bodyPr wrap="square">
            <a:spAutoFit/>
          </a:bodyPr>
          <a:lstStyle/>
          <a:p>
            <a:pPr marL="318202" marR="29633" indent="-318202" algn="r">
              <a:spcBef>
                <a:spcPts val="733"/>
              </a:spcBef>
              <a:buClr>
                <a:srgbClr val="B2B2B2"/>
              </a:buClr>
              <a:buFont typeface="Arial"/>
              <a:buChar char="•"/>
              <a:tabLst>
                <a:tab pos="318202" algn="l"/>
                <a:tab pos="333019" algn="l"/>
              </a:tabLst>
            </a:pPr>
            <a:r>
              <a:rPr lang="en-US" altLang="zh-CN" sz="2000" b="1" spc="-6" dirty="0">
                <a:solidFill>
                  <a:srgbClr val="0432FF"/>
                </a:solidFill>
                <a:latin typeface="Trebuchet MS"/>
                <a:cs typeface="Trebuchet MS"/>
              </a:rPr>
              <a:t>Idle bubbles:</a:t>
            </a:r>
            <a:r>
              <a:rPr lang="en-US" altLang="zh-CN" sz="2000" b="1" spc="-72" dirty="0">
                <a:solidFill>
                  <a:srgbClr val="0432FF"/>
                </a:solidFill>
                <a:latin typeface="Trebuchet MS"/>
                <a:cs typeface="Trebuchet MS"/>
              </a:rPr>
              <a:t> </a:t>
            </a:r>
            <a:r>
              <a:rPr lang="en-US" altLang="zh-CN" sz="2000" b="1" dirty="0">
                <a:solidFill>
                  <a:srgbClr val="0432FF"/>
                </a:solidFill>
                <a:latin typeface="Trebuchet MS"/>
                <a:cs typeface="Trebuchet MS"/>
              </a:rPr>
              <a:t>50%</a:t>
            </a:r>
          </a:p>
          <a:p>
            <a:pPr marL="318202" marR="5644" lvl="1" indent="-318202" algn="r">
              <a:spcBef>
                <a:spcPts val="783"/>
              </a:spcBef>
              <a:buClr>
                <a:srgbClr val="B2B2B2"/>
              </a:buClr>
              <a:buFont typeface="Arial"/>
              <a:buChar char="•"/>
              <a:tabLst>
                <a:tab pos="318202" algn="l"/>
                <a:tab pos="318908" algn="l"/>
              </a:tabLst>
            </a:pPr>
            <a:r>
              <a:rPr lang="en-US" altLang="zh-CN" sz="1778" b="1" spc="-6" dirty="0">
                <a:solidFill>
                  <a:srgbClr val="0432FF"/>
                </a:solidFill>
                <a:latin typeface="Trebuchet MS"/>
                <a:cs typeface="Trebuchet MS"/>
              </a:rPr>
              <a:t>12/24</a:t>
            </a:r>
            <a:r>
              <a:rPr lang="en-US" altLang="zh-CN" sz="1778" b="1" spc="-89" dirty="0">
                <a:solidFill>
                  <a:srgbClr val="0432FF"/>
                </a:solidFill>
                <a:latin typeface="Trebuchet MS"/>
                <a:cs typeface="Trebuchet MS"/>
              </a:rPr>
              <a:t> </a:t>
            </a:r>
            <a:r>
              <a:rPr lang="en-US" altLang="zh-CN" sz="1778" b="1" spc="-6" dirty="0">
                <a:solidFill>
                  <a:srgbClr val="0432FF"/>
                </a:solidFill>
                <a:latin typeface="Trebuchet MS"/>
                <a:cs typeface="Trebuchet MS"/>
              </a:rPr>
              <a:t>steps-slots</a:t>
            </a:r>
            <a:endParaRPr lang="en-US" altLang="zh-CN" sz="1778" b="1" dirty="0">
              <a:solidFill>
                <a:srgbClr val="0432FF"/>
              </a:solidFill>
              <a:latin typeface="Trebuchet MS"/>
              <a:cs typeface="Trebuchet MS"/>
            </a:endParaRPr>
          </a:p>
        </p:txBody>
      </p:sp>
    </p:spTree>
    <p:extLst>
      <p:ext uri="{BB962C8B-B14F-4D97-AF65-F5344CB8AC3E}">
        <p14:creationId xmlns:p14="http://schemas.microsoft.com/office/powerpoint/2010/main" val="29157295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 </a:t>
            </a:r>
            <a:r>
              <a:rPr lang="en-US" altLang="zh-CN" dirty="0" err="1"/>
              <a:t>GPipe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64</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2" name="object 3">
            <a:extLst>
              <a:ext uri="{FF2B5EF4-FFF2-40B4-BE49-F238E27FC236}">
                <a16:creationId xmlns:a16="http://schemas.microsoft.com/office/drawing/2014/main" id="{D4BABB96-06D7-4B73-B69D-2C99EEE6BEE2}"/>
              </a:ext>
            </a:extLst>
          </p:cNvPr>
          <p:cNvSpPr txBox="1"/>
          <p:nvPr/>
        </p:nvSpPr>
        <p:spPr>
          <a:xfrm>
            <a:off x="340501" y="4547579"/>
            <a:ext cx="3899606"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i="1" dirty="0">
                <a:latin typeface="Trebuchet MS"/>
                <a:cs typeface="Trebuchet MS"/>
              </a:rPr>
              <a:t>N </a:t>
            </a:r>
            <a:r>
              <a:rPr sz="2000" b="1" spc="-6" dirty="0">
                <a:latin typeface="Trebuchet MS"/>
                <a:cs typeface="Trebuchet MS"/>
              </a:rPr>
              <a:t>workers, </a:t>
            </a:r>
            <a:r>
              <a:rPr sz="2000" b="1" i="1" dirty="0">
                <a:latin typeface="Trebuchet MS"/>
                <a:cs typeface="Trebuchet MS"/>
              </a:rPr>
              <a:t>K</a:t>
            </a:r>
            <a:r>
              <a:rPr sz="2000" b="1" i="1" spc="-39" dirty="0">
                <a:latin typeface="Trebuchet MS"/>
                <a:cs typeface="Trebuchet MS"/>
              </a:rPr>
              <a:t> </a:t>
            </a:r>
            <a:r>
              <a:rPr sz="2000" b="1" spc="-6" dirty="0">
                <a:latin typeface="Trebuchet MS"/>
                <a:cs typeface="Trebuchet MS"/>
              </a:rPr>
              <a:t>subminibatches:</a:t>
            </a:r>
            <a:endParaRPr sz="2000" dirty="0">
              <a:latin typeface="Trebuchet MS"/>
              <a:cs typeface="Trebuchet MS"/>
            </a:endParaRPr>
          </a:p>
        </p:txBody>
      </p:sp>
      <p:sp>
        <p:nvSpPr>
          <p:cNvPr id="73" name="object 4">
            <a:extLst>
              <a:ext uri="{FF2B5EF4-FFF2-40B4-BE49-F238E27FC236}">
                <a16:creationId xmlns:a16="http://schemas.microsoft.com/office/drawing/2014/main" id="{67093D89-918A-4FBD-A791-22E7F6F72A38}"/>
              </a:ext>
            </a:extLst>
          </p:cNvPr>
          <p:cNvSpPr txBox="1"/>
          <p:nvPr/>
        </p:nvSpPr>
        <p:spPr>
          <a:xfrm>
            <a:off x="721501" y="4851755"/>
            <a:ext cx="4392789" cy="1516882"/>
          </a:xfrm>
          <a:prstGeom prst="rect">
            <a:avLst/>
          </a:prstGeom>
        </p:spPr>
        <p:txBody>
          <a:bodyPr vert="horz" wrap="square" lIns="0" tIns="113594" rIns="0" bIns="0" rtlCol="0">
            <a:spAutoFit/>
          </a:bodyPr>
          <a:lstStyle/>
          <a:p>
            <a:pPr marL="332313" indent="-318908">
              <a:spcBef>
                <a:spcPts val="894"/>
              </a:spcBef>
              <a:buClr>
                <a:srgbClr val="B2B2B2"/>
              </a:buClr>
              <a:buFont typeface="Arial"/>
              <a:buChar char="•"/>
              <a:tabLst>
                <a:tab pos="332313" algn="l"/>
                <a:tab pos="333019" algn="l"/>
              </a:tabLst>
            </a:pPr>
            <a:r>
              <a:rPr sz="1778" spc="-6" dirty="0">
                <a:latin typeface="Trebuchet MS"/>
                <a:cs typeface="Trebuchet MS"/>
              </a:rPr>
              <a:t>2(</a:t>
            </a:r>
            <a:r>
              <a:rPr sz="1778" i="1" spc="-6" dirty="0">
                <a:latin typeface="Trebuchet MS"/>
                <a:cs typeface="Trebuchet MS"/>
              </a:rPr>
              <a:t>N </a:t>
            </a:r>
            <a:r>
              <a:rPr sz="1778" spc="-6" dirty="0">
                <a:latin typeface="Trebuchet MS"/>
                <a:cs typeface="Trebuchet MS"/>
              </a:rPr>
              <a:t>+ </a:t>
            </a:r>
            <a:r>
              <a:rPr sz="1778" i="1" spc="-6" dirty="0">
                <a:latin typeface="Trebuchet MS"/>
                <a:cs typeface="Trebuchet MS"/>
              </a:rPr>
              <a:t>K </a:t>
            </a:r>
            <a:r>
              <a:rPr sz="1778" spc="-6" dirty="0">
                <a:latin typeface="Trebuchet MS"/>
                <a:cs typeface="Trebuchet MS"/>
              </a:rPr>
              <a:t>– 1) steps </a:t>
            </a:r>
            <a:r>
              <a:rPr sz="1778" spc="-11" dirty="0">
                <a:latin typeface="Trebuchet MS"/>
                <a:cs typeface="Trebuchet MS"/>
              </a:rPr>
              <a:t>for</a:t>
            </a:r>
            <a:r>
              <a:rPr sz="1778" spc="83" dirty="0">
                <a:latin typeface="Trebuchet MS"/>
                <a:cs typeface="Trebuchet MS"/>
              </a:rPr>
              <a:t> </a:t>
            </a:r>
            <a:r>
              <a:rPr sz="1778" spc="-11" dirty="0">
                <a:latin typeface="Trebuchet MS"/>
                <a:cs typeface="Trebuchet MS"/>
              </a:rPr>
              <a:t>fwd/bwd</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spc="-6" dirty="0">
                <a:latin typeface="Trebuchet MS"/>
                <a:cs typeface="Trebuchet MS"/>
              </a:rPr>
              <a:t>Total step-slots: 2</a:t>
            </a:r>
            <a:r>
              <a:rPr sz="1778" i="1" spc="-6" dirty="0">
                <a:latin typeface="Trebuchet MS"/>
                <a:cs typeface="Trebuchet MS"/>
              </a:rPr>
              <a:t>N</a:t>
            </a: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 </a:t>
            </a:r>
            <a:r>
              <a:rPr sz="1778" i="1" spc="-6" dirty="0">
                <a:latin typeface="Trebuchet MS"/>
                <a:cs typeface="Trebuchet MS"/>
              </a:rPr>
              <a:t>K </a:t>
            </a:r>
            <a:r>
              <a:rPr sz="1778" spc="-6" dirty="0">
                <a:latin typeface="Trebuchet MS"/>
                <a:cs typeface="Trebuchet MS"/>
              </a:rPr>
              <a:t>–</a:t>
            </a:r>
            <a:r>
              <a:rPr sz="1778" spc="94" dirty="0">
                <a:latin typeface="Trebuchet MS"/>
                <a:cs typeface="Trebuchet MS"/>
              </a:rPr>
              <a:t> </a:t>
            </a:r>
            <a:r>
              <a:rPr sz="1778" spc="-6" dirty="0">
                <a:latin typeface="Trebuchet MS"/>
                <a:cs typeface="Trebuchet MS"/>
              </a:rPr>
              <a:t>1)</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spc="-11" dirty="0">
                <a:latin typeface="Trebuchet MS"/>
                <a:cs typeface="Trebuchet MS"/>
              </a:rPr>
              <a:t>Idle </a:t>
            </a:r>
            <a:r>
              <a:rPr sz="1778" spc="-6" dirty="0">
                <a:latin typeface="Trebuchet MS"/>
                <a:cs typeface="Trebuchet MS"/>
              </a:rPr>
              <a:t>step-slots: 2</a:t>
            </a:r>
            <a:r>
              <a:rPr sz="1778" i="1" spc="-6" dirty="0">
                <a:latin typeface="Trebuchet MS"/>
                <a:cs typeface="Trebuchet MS"/>
              </a:rPr>
              <a:t>N</a:t>
            </a: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a:t>
            </a:r>
            <a:r>
              <a:rPr sz="1778" spc="78" dirty="0">
                <a:latin typeface="Trebuchet MS"/>
                <a:cs typeface="Trebuchet MS"/>
              </a:rPr>
              <a:t> </a:t>
            </a:r>
            <a:r>
              <a:rPr sz="1778" spc="-6" dirty="0">
                <a:latin typeface="Trebuchet MS"/>
                <a:cs typeface="Trebuchet MS"/>
              </a:rPr>
              <a:t>1)</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spc="-6" dirty="0">
                <a:latin typeface="Trebuchet MS"/>
                <a:cs typeface="Trebuchet MS"/>
              </a:rPr>
              <a:t>Fraction of </a:t>
            </a:r>
            <a:r>
              <a:rPr sz="1778" spc="-11" dirty="0">
                <a:latin typeface="Trebuchet MS"/>
                <a:cs typeface="Trebuchet MS"/>
              </a:rPr>
              <a:t>idle </a:t>
            </a:r>
            <a:r>
              <a:rPr sz="1778" spc="-6" dirty="0">
                <a:latin typeface="Trebuchet MS"/>
                <a:cs typeface="Trebuchet MS"/>
              </a:rPr>
              <a:t>slots: </a:t>
            </a: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 1)/(</a:t>
            </a:r>
            <a:r>
              <a:rPr sz="1778" i="1" spc="-6" dirty="0">
                <a:latin typeface="Trebuchet MS"/>
                <a:cs typeface="Trebuchet MS"/>
              </a:rPr>
              <a:t>N </a:t>
            </a:r>
            <a:r>
              <a:rPr sz="1778" spc="-6" dirty="0">
                <a:latin typeface="Trebuchet MS"/>
                <a:cs typeface="Trebuchet MS"/>
              </a:rPr>
              <a:t>+ </a:t>
            </a:r>
            <a:r>
              <a:rPr sz="1778" i="1" spc="-6" dirty="0">
                <a:latin typeface="Trebuchet MS"/>
                <a:cs typeface="Trebuchet MS"/>
              </a:rPr>
              <a:t>K </a:t>
            </a:r>
            <a:r>
              <a:rPr sz="1778" spc="-6" dirty="0">
                <a:latin typeface="Trebuchet MS"/>
                <a:cs typeface="Trebuchet MS"/>
              </a:rPr>
              <a:t>–</a:t>
            </a:r>
            <a:r>
              <a:rPr sz="1778" spc="127" dirty="0">
                <a:latin typeface="Trebuchet MS"/>
                <a:cs typeface="Trebuchet MS"/>
              </a:rPr>
              <a:t> </a:t>
            </a:r>
            <a:r>
              <a:rPr sz="1778" spc="-6" dirty="0">
                <a:latin typeface="Trebuchet MS"/>
                <a:cs typeface="Trebuchet MS"/>
              </a:rPr>
              <a:t>1)</a:t>
            </a:r>
            <a:endParaRPr sz="1778" dirty="0">
              <a:latin typeface="Trebuchet MS"/>
              <a:cs typeface="Trebuchet MS"/>
            </a:endParaRPr>
          </a:p>
        </p:txBody>
      </p:sp>
      <p:grpSp>
        <p:nvGrpSpPr>
          <p:cNvPr id="74" name="object 5">
            <a:extLst>
              <a:ext uri="{FF2B5EF4-FFF2-40B4-BE49-F238E27FC236}">
                <a16:creationId xmlns:a16="http://schemas.microsoft.com/office/drawing/2014/main" id="{36EFF4BD-4957-4393-A18F-5340CC2E4937}"/>
              </a:ext>
            </a:extLst>
          </p:cNvPr>
          <p:cNvGrpSpPr/>
          <p:nvPr/>
        </p:nvGrpSpPr>
        <p:grpSpPr>
          <a:xfrm>
            <a:off x="2705735" y="1855683"/>
            <a:ext cx="440972" cy="352778"/>
            <a:chOff x="2435161" y="1670115"/>
            <a:chExt cx="396875" cy="317500"/>
          </a:xfrm>
        </p:grpSpPr>
        <p:sp>
          <p:nvSpPr>
            <p:cNvPr id="75" name="object 6">
              <a:extLst>
                <a:ext uri="{FF2B5EF4-FFF2-40B4-BE49-F238E27FC236}">
                  <a16:creationId xmlns:a16="http://schemas.microsoft.com/office/drawing/2014/main" id="{C7EEF2B9-A7B8-4AF7-9656-4287CE47CEE2}"/>
                </a:ext>
              </a:extLst>
            </p:cNvPr>
            <p:cNvSpPr/>
            <p:nvPr/>
          </p:nvSpPr>
          <p:spPr>
            <a:xfrm>
              <a:off x="2439924" y="1674878"/>
              <a:ext cx="193675" cy="307975"/>
            </a:xfrm>
            <a:custGeom>
              <a:avLst/>
              <a:gdLst/>
              <a:ahLst/>
              <a:cxnLst/>
              <a:rect l="l" t="t" r="r" b="b"/>
              <a:pathLst>
                <a:path w="193675" h="307975">
                  <a:moveTo>
                    <a:pt x="193550" y="0"/>
                  </a:moveTo>
                  <a:lnTo>
                    <a:pt x="0" y="0"/>
                  </a:lnTo>
                  <a:lnTo>
                    <a:pt x="0" y="307845"/>
                  </a:lnTo>
                  <a:lnTo>
                    <a:pt x="193550" y="307845"/>
                  </a:lnTo>
                  <a:lnTo>
                    <a:pt x="193550" y="0"/>
                  </a:lnTo>
                  <a:close/>
                </a:path>
              </a:pathLst>
            </a:custGeom>
            <a:solidFill>
              <a:srgbClr val="C0E4FF"/>
            </a:solidFill>
          </p:spPr>
          <p:txBody>
            <a:bodyPr wrap="square" lIns="0" tIns="0" rIns="0" bIns="0" rtlCol="0"/>
            <a:lstStyle/>
            <a:p>
              <a:endParaRPr sz="2000"/>
            </a:p>
          </p:txBody>
        </p:sp>
        <p:sp>
          <p:nvSpPr>
            <p:cNvPr id="76" name="object 7">
              <a:extLst>
                <a:ext uri="{FF2B5EF4-FFF2-40B4-BE49-F238E27FC236}">
                  <a16:creationId xmlns:a16="http://schemas.microsoft.com/office/drawing/2014/main" id="{48F4C1E5-B6E3-4937-9FD0-3000ABE62F95}"/>
                </a:ext>
              </a:extLst>
            </p:cNvPr>
            <p:cNvSpPr/>
            <p:nvPr/>
          </p:nvSpPr>
          <p:spPr>
            <a:xfrm>
              <a:off x="2439924" y="1674878"/>
              <a:ext cx="387350" cy="307975"/>
            </a:xfrm>
            <a:custGeom>
              <a:avLst/>
              <a:gdLst/>
              <a:ahLst/>
              <a:cxnLst/>
              <a:rect l="l" t="t" r="r" b="b"/>
              <a:pathLst>
                <a:path w="387350" h="307975">
                  <a:moveTo>
                    <a:pt x="0" y="307845"/>
                  </a:moveTo>
                  <a:lnTo>
                    <a:pt x="193550" y="307845"/>
                  </a:lnTo>
                  <a:lnTo>
                    <a:pt x="193550" y="0"/>
                  </a:lnTo>
                  <a:lnTo>
                    <a:pt x="0" y="0"/>
                  </a:lnTo>
                  <a:lnTo>
                    <a:pt x="0" y="307845"/>
                  </a:lnTo>
                  <a:close/>
                </a:path>
                <a:path w="387350" h="307975">
                  <a:moveTo>
                    <a:pt x="193548" y="307845"/>
                  </a:moveTo>
                  <a:lnTo>
                    <a:pt x="387093" y="307845"/>
                  </a:lnTo>
                  <a:lnTo>
                    <a:pt x="387093"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77" name="object 8">
            <a:extLst>
              <a:ext uri="{FF2B5EF4-FFF2-40B4-BE49-F238E27FC236}">
                <a16:creationId xmlns:a16="http://schemas.microsoft.com/office/drawing/2014/main" id="{7E1C80DC-9577-42B9-ACD3-E70100E7814F}"/>
              </a:ext>
            </a:extLst>
          </p:cNvPr>
          <p:cNvGrpSpPr/>
          <p:nvPr/>
        </p:nvGrpSpPr>
        <p:grpSpPr>
          <a:xfrm>
            <a:off x="3435562" y="2519464"/>
            <a:ext cx="439561" cy="352778"/>
            <a:chOff x="3092005" y="2267518"/>
            <a:chExt cx="395605" cy="317500"/>
          </a:xfrm>
        </p:grpSpPr>
        <p:sp>
          <p:nvSpPr>
            <p:cNvPr id="78" name="object 9">
              <a:extLst>
                <a:ext uri="{FF2B5EF4-FFF2-40B4-BE49-F238E27FC236}">
                  <a16:creationId xmlns:a16="http://schemas.microsoft.com/office/drawing/2014/main" id="{5738B1D0-2C1F-4737-85EE-1AF61A138E3F}"/>
                </a:ext>
              </a:extLst>
            </p:cNvPr>
            <p:cNvSpPr/>
            <p:nvPr/>
          </p:nvSpPr>
          <p:spPr>
            <a:xfrm>
              <a:off x="3096767" y="2272281"/>
              <a:ext cx="192405" cy="307975"/>
            </a:xfrm>
            <a:custGeom>
              <a:avLst/>
              <a:gdLst/>
              <a:ahLst/>
              <a:cxnLst/>
              <a:rect l="l" t="t" r="r" b="b"/>
              <a:pathLst>
                <a:path w="192404" h="307975">
                  <a:moveTo>
                    <a:pt x="192027" y="0"/>
                  </a:moveTo>
                  <a:lnTo>
                    <a:pt x="0" y="0"/>
                  </a:lnTo>
                  <a:lnTo>
                    <a:pt x="0" y="307850"/>
                  </a:lnTo>
                  <a:lnTo>
                    <a:pt x="192027" y="307850"/>
                  </a:lnTo>
                  <a:lnTo>
                    <a:pt x="192027" y="0"/>
                  </a:lnTo>
                  <a:close/>
                </a:path>
              </a:pathLst>
            </a:custGeom>
            <a:solidFill>
              <a:srgbClr val="C0E4FF"/>
            </a:solidFill>
          </p:spPr>
          <p:txBody>
            <a:bodyPr wrap="square" lIns="0" tIns="0" rIns="0" bIns="0" rtlCol="0"/>
            <a:lstStyle/>
            <a:p>
              <a:endParaRPr sz="2000"/>
            </a:p>
          </p:txBody>
        </p:sp>
        <p:sp>
          <p:nvSpPr>
            <p:cNvPr id="79" name="object 10">
              <a:extLst>
                <a:ext uri="{FF2B5EF4-FFF2-40B4-BE49-F238E27FC236}">
                  <a16:creationId xmlns:a16="http://schemas.microsoft.com/office/drawing/2014/main" id="{EB4D3C37-793B-4BD1-A83A-A811A38FC036}"/>
                </a:ext>
              </a:extLst>
            </p:cNvPr>
            <p:cNvSpPr/>
            <p:nvPr/>
          </p:nvSpPr>
          <p:spPr>
            <a:xfrm>
              <a:off x="3096767" y="2272281"/>
              <a:ext cx="386080" cy="307975"/>
            </a:xfrm>
            <a:custGeom>
              <a:avLst/>
              <a:gdLst/>
              <a:ahLst/>
              <a:cxnLst/>
              <a:rect l="l" t="t" r="r" b="b"/>
              <a:pathLst>
                <a:path w="386079" h="307975">
                  <a:moveTo>
                    <a:pt x="0" y="307850"/>
                  </a:moveTo>
                  <a:lnTo>
                    <a:pt x="192027" y="307850"/>
                  </a:lnTo>
                  <a:lnTo>
                    <a:pt x="192027" y="0"/>
                  </a:lnTo>
                  <a:lnTo>
                    <a:pt x="0" y="0"/>
                  </a:lnTo>
                  <a:lnTo>
                    <a:pt x="0" y="307850"/>
                  </a:lnTo>
                  <a:close/>
                </a:path>
                <a:path w="386079" h="307975">
                  <a:moveTo>
                    <a:pt x="192024" y="307850"/>
                  </a:moveTo>
                  <a:lnTo>
                    <a:pt x="385569" y="307850"/>
                  </a:lnTo>
                  <a:lnTo>
                    <a:pt x="385569" y="0"/>
                  </a:lnTo>
                  <a:lnTo>
                    <a:pt x="192024" y="0"/>
                  </a:lnTo>
                  <a:lnTo>
                    <a:pt x="192024" y="307850"/>
                  </a:lnTo>
                  <a:close/>
                </a:path>
              </a:pathLst>
            </a:custGeom>
            <a:ln w="9525">
              <a:solidFill>
                <a:srgbClr val="000000"/>
              </a:solidFill>
            </a:ln>
          </p:spPr>
          <p:txBody>
            <a:bodyPr wrap="square" lIns="0" tIns="0" rIns="0" bIns="0" rtlCol="0"/>
            <a:lstStyle/>
            <a:p>
              <a:endParaRPr sz="2000"/>
            </a:p>
          </p:txBody>
        </p:sp>
      </p:grpSp>
      <p:grpSp>
        <p:nvGrpSpPr>
          <p:cNvPr id="80" name="object 11">
            <a:extLst>
              <a:ext uri="{FF2B5EF4-FFF2-40B4-BE49-F238E27FC236}">
                <a16:creationId xmlns:a16="http://schemas.microsoft.com/office/drawing/2014/main" id="{5C7B025C-02F3-4674-AE92-F16D60B14A41}"/>
              </a:ext>
            </a:extLst>
          </p:cNvPr>
          <p:cNvGrpSpPr/>
          <p:nvPr/>
        </p:nvGrpSpPr>
        <p:grpSpPr>
          <a:xfrm>
            <a:off x="4234815" y="3147691"/>
            <a:ext cx="439561" cy="352778"/>
            <a:chOff x="3811333" y="2832922"/>
            <a:chExt cx="395605" cy="317500"/>
          </a:xfrm>
        </p:grpSpPr>
        <p:sp>
          <p:nvSpPr>
            <p:cNvPr id="81" name="object 12">
              <a:extLst>
                <a:ext uri="{FF2B5EF4-FFF2-40B4-BE49-F238E27FC236}">
                  <a16:creationId xmlns:a16="http://schemas.microsoft.com/office/drawing/2014/main" id="{FF82D33D-3FFA-4758-8305-C3772F688C5F}"/>
                </a:ext>
              </a:extLst>
            </p:cNvPr>
            <p:cNvSpPr/>
            <p:nvPr/>
          </p:nvSpPr>
          <p:spPr>
            <a:xfrm>
              <a:off x="3816096"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82" name="object 13">
              <a:extLst>
                <a:ext uri="{FF2B5EF4-FFF2-40B4-BE49-F238E27FC236}">
                  <a16:creationId xmlns:a16="http://schemas.microsoft.com/office/drawing/2014/main" id="{F1483873-B212-4FD6-A2DE-23D1FE656D26}"/>
                </a:ext>
              </a:extLst>
            </p:cNvPr>
            <p:cNvSpPr/>
            <p:nvPr/>
          </p:nvSpPr>
          <p:spPr>
            <a:xfrm>
              <a:off x="3816096" y="283768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83" name="object 14">
            <a:extLst>
              <a:ext uri="{FF2B5EF4-FFF2-40B4-BE49-F238E27FC236}">
                <a16:creationId xmlns:a16="http://schemas.microsoft.com/office/drawing/2014/main" id="{8EF86CA2-6D30-4037-A3EB-6ED333EE1EF1}"/>
              </a:ext>
            </a:extLst>
          </p:cNvPr>
          <p:cNvGrpSpPr/>
          <p:nvPr/>
        </p:nvGrpSpPr>
        <p:grpSpPr>
          <a:xfrm>
            <a:off x="5962015" y="3144310"/>
            <a:ext cx="440972" cy="352778"/>
            <a:chOff x="5365813" y="2829879"/>
            <a:chExt cx="396875" cy="317500"/>
          </a:xfrm>
        </p:grpSpPr>
        <p:sp>
          <p:nvSpPr>
            <p:cNvPr id="84" name="object 15">
              <a:extLst>
                <a:ext uri="{FF2B5EF4-FFF2-40B4-BE49-F238E27FC236}">
                  <a16:creationId xmlns:a16="http://schemas.microsoft.com/office/drawing/2014/main" id="{92C11C46-5656-4268-B842-A53D319FC185}"/>
                </a:ext>
              </a:extLst>
            </p:cNvPr>
            <p:cNvSpPr/>
            <p:nvPr/>
          </p:nvSpPr>
          <p:spPr>
            <a:xfrm>
              <a:off x="5370576" y="2834642"/>
              <a:ext cx="193545" cy="307845"/>
            </a:xfrm>
            <a:prstGeom prst="rect">
              <a:avLst/>
            </a:prstGeom>
            <a:blipFill>
              <a:blip r:embed="rId2" cstate="print"/>
              <a:stretch>
                <a:fillRect/>
              </a:stretch>
            </a:blipFill>
          </p:spPr>
          <p:txBody>
            <a:bodyPr wrap="square" lIns="0" tIns="0" rIns="0" bIns="0" rtlCol="0"/>
            <a:lstStyle/>
            <a:p>
              <a:endParaRPr sz="2000"/>
            </a:p>
          </p:txBody>
        </p:sp>
        <p:sp>
          <p:nvSpPr>
            <p:cNvPr id="85" name="object 16">
              <a:extLst>
                <a:ext uri="{FF2B5EF4-FFF2-40B4-BE49-F238E27FC236}">
                  <a16:creationId xmlns:a16="http://schemas.microsoft.com/office/drawing/2014/main" id="{4FE99846-FFB3-4FFB-8D9A-114F34CB5020}"/>
                </a:ext>
              </a:extLst>
            </p:cNvPr>
            <p:cNvSpPr/>
            <p:nvPr/>
          </p:nvSpPr>
          <p:spPr>
            <a:xfrm>
              <a:off x="5370576" y="2834642"/>
              <a:ext cx="387350" cy="307975"/>
            </a:xfrm>
            <a:custGeom>
              <a:avLst/>
              <a:gdLst/>
              <a:ahLst/>
              <a:cxnLst/>
              <a:rect l="l" t="t" r="r" b="b"/>
              <a:pathLst>
                <a:path w="387350" h="307975">
                  <a:moveTo>
                    <a:pt x="0" y="307845"/>
                  </a:moveTo>
                  <a:lnTo>
                    <a:pt x="193545" y="307845"/>
                  </a:lnTo>
                  <a:lnTo>
                    <a:pt x="193545" y="0"/>
                  </a:lnTo>
                  <a:lnTo>
                    <a:pt x="0" y="0"/>
                  </a:lnTo>
                  <a:lnTo>
                    <a:pt x="0" y="307845"/>
                  </a:lnTo>
                  <a:close/>
                </a:path>
                <a:path w="387350" h="307975">
                  <a:moveTo>
                    <a:pt x="193548" y="307845"/>
                  </a:moveTo>
                  <a:lnTo>
                    <a:pt x="387098" y="307845"/>
                  </a:lnTo>
                  <a:lnTo>
                    <a:pt x="387098"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86" name="object 17">
            <a:extLst>
              <a:ext uri="{FF2B5EF4-FFF2-40B4-BE49-F238E27FC236}">
                <a16:creationId xmlns:a16="http://schemas.microsoft.com/office/drawing/2014/main" id="{8F2385B2-319C-43AD-A146-48135668A06C}"/>
              </a:ext>
            </a:extLst>
          </p:cNvPr>
          <p:cNvGrpSpPr/>
          <p:nvPr/>
        </p:nvGrpSpPr>
        <p:grpSpPr>
          <a:xfrm>
            <a:off x="6739255" y="2529624"/>
            <a:ext cx="439561" cy="352778"/>
            <a:chOff x="6065329" y="2276662"/>
            <a:chExt cx="395605" cy="317500"/>
          </a:xfrm>
        </p:grpSpPr>
        <p:sp>
          <p:nvSpPr>
            <p:cNvPr id="87" name="object 18">
              <a:extLst>
                <a:ext uri="{FF2B5EF4-FFF2-40B4-BE49-F238E27FC236}">
                  <a16:creationId xmlns:a16="http://schemas.microsoft.com/office/drawing/2014/main" id="{0FB706C2-23A7-4BE8-BF78-85D127FB4A04}"/>
                </a:ext>
              </a:extLst>
            </p:cNvPr>
            <p:cNvSpPr/>
            <p:nvPr/>
          </p:nvSpPr>
          <p:spPr>
            <a:xfrm>
              <a:off x="6070092" y="2281425"/>
              <a:ext cx="193545" cy="307850"/>
            </a:xfrm>
            <a:prstGeom prst="rect">
              <a:avLst/>
            </a:prstGeom>
            <a:blipFill>
              <a:blip r:embed="rId3" cstate="print"/>
              <a:stretch>
                <a:fillRect/>
              </a:stretch>
            </a:blipFill>
          </p:spPr>
          <p:txBody>
            <a:bodyPr wrap="square" lIns="0" tIns="0" rIns="0" bIns="0" rtlCol="0"/>
            <a:lstStyle/>
            <a:p>
              <a:endParaRPr sz="2000"/>
            </a:p>
          </p:txBody>
        </p:sp>
        <p:sp>
          <p:nvSpPr>
            <p:cNvPr id="88" name="object 19">
              <a:extLst>
                <a:ext uri="{FF2B5EF4-FFF2-40B4-BE49-F238E27FC236}">
                  <a16:creationId xmlns:a16="http://schemas.microsoft.com/office/drawing/2014/main" id="{86C86C60-7D07-44ED-BB2D-CBB51CB6BF64}"/>
                </a:ext>
              </a:extLst>
            </p:cNvPr>
            <p:cNvSpPr/>
            <p:nvPr/>
          </p:nvSpPr>
          <p:spPr>
            <a:xfrm>
              <a:off x="6070092" y="228142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128" name="object 20">
            <a:extLst>
              <a:ext uri="{FF2B5EF4-FFF2-40B4-BE49-F238E27FC236}">
                <a16:creationId xmlns:a16="http://schemas.microsoft.com/office/drawing/2014/main" id="{BC330E6C-0A7D-4EC4-B9C0-B8CADE6E318E}"/>
              </a:ext>
            </a:extLst>
          </p:cNvPr>
          <p:cNvGrpSpPr/>
          <p:nvPr/>
        </p:nvGrpSpPr>
        <p:grpSpPr>
          <a:xfrm>
            <a:off x="7460615" y="1855683"/>
            <a:ext cx="439561" cy="352778"/>
            <a:chOff x="6714553" y="1670115"/>
            <a:chExt cx="395605" cy="317500"/>
          </a:xfrm>
        </p:grpSpPr>
        <p:sp>
          <p:nvSpPr>
            <p:cNvPr id="129" name="object 21">
              <a:extLst>
                <a:ext uri="{FF2B5EF4-FFF2-40B4-BE49-F238E27FC236}">
                  <a16:creationId xmlns:a16="http://schemas.microsoft.com/office/drawing/2014/main" id="{6248DDCF-D19D-424F-8CCA-D79EFDD6054B}"/>
                </a:ext>
              </a:extLst>
            </p:cNvPr>
            <p:cNvSpPr/>
            <p:nvPr/>
          </p:nvSpPr>
          <p:spPr>
            <a:xfrm>
              <a:off x="6719316" y="1674878"/>
              <a:ext cx="193545" cy="307845"/>
            </a:xfrm>
            <a:prstGeom prst="rect">
              <a:avLst/>
            </a:prstGeom>
            <a:blipFill>
              <a:blip r:embed="rId4" cstate="print"/>
              <a:stretch>
                <a:fillRect/>
              </a:stretch>
            </a:blipFill>
          </p:spPr>
          <p:txBody>
            <a:bodyPr wrap="square" lIns="0" tIns="0" rIns="0" bIns="0" rtlCol="0"/>
            <a:lstStyle/>
            <a:p>
              <a:endParaRPr sz="2000"/>
            </a:p>
          </p:txBody>
        </p:sp>
        <p:sp>
          <p:nvSpPr>
            <p:cNvPr id="130" name="object 22">
              <a:extLst>
                <a:ext uri="{FF2B5EF4-FFF2-40B4-BE49-F238E27FC236}">
                  <a16:creationId xmlns:a16="http://schemas.microsoft.com/office/drawing/2014/main" id="{9FC81D36-57E3-472D-9FE6-415DED154BBD}"/>
                </a:ext>
              </a:extLst>
            </p:cNvPr>
            <p:cNvSpPr/>
            <p:nvPr/>
          </p:nvSpPr>
          <p:spPr>
            <a:xfrm>
              <a:off x="6719316" y="1674878"/>
              <a:ext cx="386080" cy="307975"/>
            </a:xfrm>
            <a:custGeom>
              <a:avLst/>
              <a:gdLst/>
              <a:ahLst/>
              <a:cxnLst/>
              <a:rect l="l" t="t" r="r" b="b"/>
              <a:pathLst>
                <a:path w="386079" h="307975">
                  <a:moveTo>
                    <a:pt x="0" y="307845"/>
                  </a:moveTo>
                  <a:lnTo>
                    <a:pt x="193545" y="307845"/>
                  </a:lnTo>
                  <a:lnTo>
                    <a:pt x="193545" y="0"/>
                  </a:lnTo>
                  <a:lnTo>
                    <a:pt x="0" y="0"/>
                  </a:lnTo>
                  <a:lnTo>
                    <a:pt x="0" y="307845"/>
                  </a:lnTo>
                  <a:close/>
                </a:path>
                <a:path w="386079" h="307975">
                  <a:moveTo>
                    <a:pt x="193548" y="307845"/>
                  </a:moveTo>
                  <a:lnTo>
                    <a:pt x="385570" y="307845"/>
                  </a:lnTo>
                  <a:lnTo>
                    <a:pt x="385570" y="0"/>
                  </a:lnTo>
                  <a:lnTo>
                    <a:pt x="193548" y="0"/>
                  </a:lnTo>
                  <a:lnTo>
                    <a:pt x="193548" y="307845"/>
                  </a:lnTo>
                  <a:close/>
                </a:path>
              </a:pathLst>
            </a:custGeom>
            <a:ln w="9525">
              <a:solidFill>
                <a:srgbClr val="000000"/>
              </a:solidFill>
            </a:ln>
          </p:spPr>
          <p:txBody>
            <a:bodyPr wrap="square" lIns="0" tIns="0" rIns="0" bIns="0" rtlCol="0"/>
            <a:lstStyle/>
            <a:p>
              <a:endParaRPr sz="2000"/>
            </a:p>
          </p:txBody>
        </p:sp>
      </p:grpSp>
      <p:sp>
        <p:nvSpPr>
          <p:cNvPr id="131" name="object 23">
            <a:extLst>
              <a:ext uri="{FF2B5EF4-FFF2-40B4-BE49-F238E27FC236}">
                <a16:creationId xmlns:a16="http://schemas.microsoft.com/office/drawing/2014/main" id="{D1A1F308-AF18-4C50-825B-04689D4DCE78}"/>
              </a:ext>
            </a:extLst>
          </p:cNvPr>
          <p:cNvSpPr/>
          <p:nvPr/>
        </p:nvSpPr>
        <p:spPr>
          <a:xfrm>
            <a:off x="5625535" y="3254869"/>
            <a:ext cx="167076" cy="177236"/>
          </a:xfrm>
          <a:prstGeom prst="rect">
            <a:avLst/>
          </a:prstGeom>
          <a:blipFill>
            <a:blip r:embed="rId5" cstate="print"/>
            <a:stretch>
              <a:fillRect/>
            </a:stretch>
          </a:blipFill>
        </p:spPr>
        <p:txBody>
          <a:bodyPr wrap="square" lIns="0" tIns="0" rIns="0" bIns="0" rtlCol="0"/>
          <a:lstStyle/>
          <a:p>
            <a:endParaRPr sz="2000"/>
          </a:p>
        </p:txBody>
      </p:sp>
      <p:grpSp>
        <p:nvGrpSpPr>
          <p:cNvPr id="132" name="object 24">
            <a:extLst>
              <a:ext uri="{FF2B5EF4-FFF2-40B4-BE49-F238E27FC236}">
                <a16:creationId xmlns:a16="http://schemas.microsoft.com/office/drawing/2014/main" id="{1557AE81-D355-4C59-B415-4D77CD61895E}"/>
              </a:ext>
            </a:extLst>
          </p:cNvPr>
          <p:cNvGrpSpPr/>
          <p:nvPr/>
        </p:nvGrpSpPr>
        <p:grpSpPr>
          <a:xfrm>
            <a:off x="375709" y="1855681"/>
            <a:ext cx="837494" cy="1428044"/>
            <a:chOff x="338137" y="1670113"/>
            <a:chExt cx="753745" cy="1285240"/>
          </a:xfrm>
        </p:grpSpPr>
        <p:sp>
          <p:nvSpPr>
            <p:cNvPr id="133" name="object 25">
              <a:extLst>
                <a:ext uri="{FF2B5EF4-FFF2-40B4-BE49-F238E27FC236}">
                  <a16:creationId xmlns:a16="http://schemas.microsoft.com/office/drawing/2014/main" id="{F3B5BA0F-DA36-4623-89FA-279188EECD23}"/>
                </a:ext>
              </a:extLst>
            </p:cNvPr>
            <p:cNvSpPr/>
            <p:nvPr/>
          </p:nvSpPr>
          <p:spPr>
            <a:xfrm>
              <a:off x="342900" y="16748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34" name="object 26">
              <a:extLst>
                <a:ext uri="{FF2B5EF4-FFF2-40B4-BE49-F238E27FC236}">
                  <a16:creationId xmlns:a16="http://schemas.microsoft.com/office/drawing/2014/main" id="{6C76718B-DB79-465D-8427-DF056BB36C9B}"/>
                </a:ext>
              </a:extLst>
            </p:cNvPr>
            <p:cNvSpPr/>
            <p:nvPr/>
          </p:nvSpPr>
          <p:spPr>
            <a:xfrm>
              <a:off x="342900" y="16748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35" name="object 27">
              <a:extLst>
                <a:ext uri="{FF2B5EF4-FFF2-40B4-BE49-F238E27FC236}">
                  <a16:creationId xmlns:a16="http://schemas.microsoft.com/office/drawing/2014/main" id="{8037A4D4-AEA7-4C3D-B653-880E9CB34E39}"/>
                </a:ext>
              </a:extLst>
            </p:cNvPr>
            <p:cNvSpPr/>
            <p:nvPr/>
          </p:nvSpPr>
          <p:spPr>
            <a:xfrm>
              <a:off x="625092" y="1826005"/>
              <a:ext cx="161037" cy="121412"/>
            </a:xfrm>
            <a:prstGeom prst="rect">
              <a:avLst/>
            </a:prstGeom>
            <a:blipFill>
              <a:blip r:embed="rId6" cstate="print"/>
              <a:stretch>
                <a:fillRect/>
              </a:stretch>
            </a:blipFill>
          </p:spPr>
          <p:txBody>
            <a:bodyPr wrap="square" lIns="0" tIns="0" rIns="0" bIns="0" rtlCol="0"/>
            <a:lstStyle/>
            <a:p>
              <a:endParaRPr sz="2000"/>
            </a:p>
          </p:txBody>
        </p:sp>
        <p:sp>
          <p:nvSpPr>
            <p:cNvPr id="136" name="object 28">
              <a:extLst>
                <a:ext uri="{FF2B5EF4-FFF2-40B4-BE49-F238E27FC236}">
                  <a16:creationId xmlns:a16="http://schemas.microsoft.com/office/drawing/2014/main" id="{7AB83E2C-2024-46FF-B990-EAA3CE81AA7E}"/>
                </a:ext>
              </a:extLst>
            </p:cNvPr>
            <p:cNvSpPr/>
            <p:nvPr/>
          </p:nvSpPr>
          <p:spPr>
            <a:xfrm>
              <a:off x="342900" y="19507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37" name="object 29">
              <a:extLst>
                <a:ext uri="{FF2B5EF4-FFF2-40B4-BE49-F238E27FC236}">
                  <a16:creationId xmlns:a16="http://schemas.microsoft.com/office/drawing/2014/main" id="{26F3C926-5ECD-4A57-B46A-A66330A94EF0}"/>
                </a:ext>
              </a:extLst>
            </p:cNvPr>
            <p:cNvSpPr/>
            <p:nvPr/>
          </p:nvSpPr>
          <p:spPr>
            <a:xfrm>
              <a:off x="342900" y="19507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38" name="object 30">
              <a:extLst>
                <a:ext uri="{FF2B5EF4-FFF2-40B4-BE49-F238E27FC236}">
                  <a16:creationId xmlns:a16="http://schemas.microsoft.com/office/drawing/2014/main" id="{EA686C01-4149-448A-844C-343507DBF2F6}"/>
                </a:ext>
              </a:extLst>
            </p:cNvPr>
            <p:cNvSpPr/>
            <p:nvPr/>
          </p:nvSpPr>
          <p:spPr>
            <a:xfrm>
              <a:off x="625092" y="2101849"/>
              <a:ext cx="161037" cy="121412"/>
            </a:xfrm>
            <a:prstGeom prst="rect">
              <a:avLst/>
            </a:prstGeom>
            <a:blipFill>
              <a:blip r:embed="rId6" cstate="print"/>
              <a:stretch>
                <a:fillRect/>
              </a:stretch>
            </a:blipFill>
          </p:spPr>
          <p:txBody>
            <a:bodyPr wrap="square" lIns="0" tIns="0" rIns="0" bIns="0" rtlCol="0"/>
            <a:lstStyle/>
            <a:p>
              <a:endParaRPr sz="2000"/>
            </a:p>
          </p:txBody>
        </p:sp>
        <p:sp>
          <p:nvSpPr>
            <p:cNvPr id="139" name="object 31">
              <a:extLst>
                <a:ext uri="{FF2B5EF4-FFF2-40B4-BE49-F238E27FC236}">
                  <a16:creationId xmlns:a16="http://schemas.microsoft.com/office/drawing/2014/main" id="{A562E968-F704-4D28-B6A1-F9EF56C14739}"/>
                </a:ext>
              </a:extLst>
            </p:cNvPr>
            <p:cNvSpPr/>
            <p:nvPr/>
          </p:nvSpPr>
          <p:spPr>
            <a:xfrm>
              <a:off x="342900" y="2232659"/>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40" name="object 32">
              <a:extLst>
                <a:ext uri="{FF2B5EF4-FFF2-40B4-BE49-F238E27FC236}">
                  <a16:creationId xmlns:a16="http://schemas.microsoft.com/office/drawing/2014/main" id="{B9E44231-75C6-4267-885A-42DFECF701D2}"/>
                </a:ext>
              </a:extLst>
            </p:cNvPr>
            <p:cNvSpPr/>
            <p:nvPr/>
          </p:nvSpPr>
          <p:spPr>
            <a:xfrm>
              <a:off x="342900" y="2232659"/>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141" name="object 33">
              <a:extLst>
                <a:ext uri="{FF2B5EF4-FFF2-40B4-BE49-F238E27FC236}">
                  <a16:creationId xmlns:a16="http://schemas.microsoft.com/office/drawing/2014/main" id="{50C9D465-9EA8-4F52-BDCB-7F0628FEEE6D}"/>
                </a:ext>
              </a:extLst>
            </p:cNvPr>
            <p:cNvSpPr/>
            <p:nvPr/>
          </p:nvSpPr>
          <p:spPr>
            <a:xfrm>
              <a:off x="625092" y="2385313"/>
              <a:ext cx="161037" cy="121412"/>
            </a:xfrm>
            <a:prstGeom prst="rect">
              <a:avLst/>
            </a:prstGeom>
            <a:blipFill>
              <a:blip r:embed="rId7" cstate="print"/>
              <a:stretch>
                <a:fillRect/>
              </a:stretch>
            </a:blipFill>
          </p:spPr>
          <p:txBody>
            <a:bodyPr wrap="square" lIns="0" tIns="0" rIns="0" bIns="0" rtlCol="0"/>
            <a:lstStyle/>
            <a:p>
              <a:endParaRPr sz="2000"/>
            </a:p>
          </p:txBody>
        </p:sp>
        <p:sp>
          <p:nvSpPr>
            <p:cNvPr id="142" name="object 34">
              <a:extLst>
                <a:ext uri="{FF2B5EF4-FFF2-40B4-BE49-F238E27FC236}">
                  <a16:creationId xmlns:a16="http://schemas.microsoft.com/office/drawing/2014/main" id="{8662435E-F7F1-4231-8625-83F97CA4B51C}"/>
                </a:ext>
              </a:extLst>
            </p:cNvPr>
            <p:cNvSpPr/>
            <p:nvPr/>
          </p:nvSpPr>
          <p:spPr>
            <a:xfrm>
              <a:off x="342900" y="2510027"/>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43" name="object 35">
              <a:extLst>
                <a:ext uri="{FF2B5EF4-FFF2-40B4-BE49-F238E27FC236}">
                  <a16:creationId xmlns:a16="http://schemas.microsoft.com/office/drawing/2014/main" id="{C5DED569-0710-48B0-9311-3340204391B3}"/>
                </a:ext>
              </a:extLst>
            </p:cNvPr>
            <p:cNvSpPr/>
            <p:nvPr/>
          </p:nvSpPr>
          <p:spPr>
            <a:xfrm>
              <a:off x="342900" y="2510027"/>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44" name="object 36">
              <a:extLst>
                <a:ext uri="{FF2B5EF4-FFF2-40B4-BE49-F238E27FC236}">
                  <a16:creationId xmlns:a16="http://schemas.microsoft.com/office/drawing/2014/main" id="{8951BE1F-8870-4CCC-B8B3-7F2B492D36A5}"/>
                </a:ext>
              </a:extLst>
            </p:cNvPr>
            <p:cNvSpPr/>
            <p:nvPr/>
          </p:nvSpPr>
          <p:spPr>
            <a:xfrm>
              <a:off x="625092" y="2661157"/>
              <a:ext cx="161037" cy="121412"/>
            </a:xfrm>
            <a:prstGeom prst="rect">
              <a:avLst/>
            </a:prstGeom>
            <a:blipFill>
              <a:blip r:embed="rId7" cstate="print"/>
              <a:stretch>
                <a:fillRect/>
              </a:stretch>
            </a:blipFill>
          </p:spPr>
          <p:txBody>
            <a:bodyPr wrap="square" lIns="0" tIns="0" rIns="0" bIns="0" rtlCol="0"/>
            <a:lstStyle/>
            <a:p>
              <a:endParaRPr sz="2000"/>
            </a:p>
          </p:txBody>
        </p:sp>
        <p:sp>
          <p:nvSpPr>
            <p:cNvPr id="145" name="object 37">
              <a:extLst>
                <a:ext uri="{FF2B5EF4-FFF2-40B4-BE49-F238E27FC236}">
                  <a16:creationId xmlns:a16="http://schemas.microsoft.com/office/drawing/2014/main" id="{07FDBEDE-72DE-4058-B453-6B2F53E460FA}"/>
                </a:ext>
              </a:extLst>
            </p:cNvPr>
            <p:cNvSpPr/>
            <p:nvPr/>
          </p:nvSpPr>
          <p:spPr>
            <a:xfrm>
              <a:off x="342900" y="2802635"/>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46" name="object 38">
              <a:extLst>
                <a:ext uri="{FF2B5EF4-FFF2-40B4-BE49-F238E27FC236}">
                  <a16:creationId xmlns:a16="http://schemas.microsoft.com/office/drawing/2014/main" id="{F74AE27A-2BC0-4E02-AB10-A9D38470E72F}"/>
                </a:ext>
              </a:extLst>
            </p:cNvPr>
            <p:cNvSpPr/>
            <p:nvPr/>
          </p:nvSpPr>
          <p:spPr>
            <a:xfrm>
              <a:off x="342900" y="2802635"/>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sp>
        <p:nvSpPr>
          <p:cNvPr id="147" name="object 39">
            <a:extLst>
              <a:ext uri="{FF2B5EF4-FFF2-40B4-BE49-F238E27FC236}">
                <a16:creationId xmlns:a16="http://schemas.microsoft.com/office/drawing/2014/main" id="{0AB2D629-84A3-4242-8EA3-108D6D391769}"/>
              </a:ext>
            </a:extLst>
          </p:cNvPr>
          <p:cNvSpPr/>
          <p:nvPr/>
        </p:nvSpPr>
        <p:spPr>
          <a:xfrm>
            <a:off x="694547" y="3283654"/>
            <a:ext cx="178930" cy="133209"/>
          </a:xfrm>
          <a:prstGeom prst="rect">
            <a:avLst/>
          </a:prstGeom>
          <a:blipFill>
            <a:blip r:embed="rId8" cstate="print"/>
            <a:stretch>
              <a:fillRect/>
            </a:stretch>
          </a:blipFill>
        </p:spPr>
        <p:txBody>
          <a:bodyPr wrap="square" lIns="0" tIns="0" rIns="0" bIns="0" rtlCol="0"/>
          <a:lstStyle/>
          <a:p>
            <a:endParaRPr sz="2000"/>
          </a:p>
        </p:txBody>
      </p:sp>
      <p:sp>
        <p:nvSpPr>
          <p:cNvPr id="148" name="object 40">
            <a:extLst>
              <a:ext uri="{FF2B5EF4-FFF2-40B4-BE49-F238E27FC236}">
                <a16:creationId xmlns:a16="http://schemas.microsoft.com/office/drawing/2014/main" id="{67394D93-FEE6-4556-98A5-FF2A9F3C27AA}"/>
              </a:ext>
            </a:extLst>
          </p:cNvPr>
          <p:cNvSpPr/>
          <p:nvPr/>
        </p:nvSpPr>
        <p:spPr>
          <a:xfrm>
            <a:off x="2578100" y="3741419"/>
            <a:ext cx="6243461" cy="362656"/>
          </a:xfrm>
          <a:custGeom>
            <a:avLst/>
            <a:gdLst/>
            <a:ahLst/>
            <a:cxnLst/>
            <a:rect l="l" t="t" r="r" b="b"/>
            <a:pathLst>
              <a:path w="5619115" h="326389">
                <a:moveTo>
                  <a:pt x="2673096" y="10668"/>
                </a:moveTo>
                <a:lnTo>
                  <a:pt x="2665792" y="60527"/>
                </a:lnTo>
                <a:lnTo>
                  <a:pt x="2645448" y="103827"/>
                </a:lnTo>
                <a:lnTo>
                  <a:pt x="2614418" y="137970"/>
                </a:lnTo>
                <a:lnTo>
                  <a:pt x="2575056" y="160361"/>
                </a:lnTo>
                <a:lnTo>
                  <a:pt x="2529713" y="168402"/>
                </a:lnTo>
                <a:lnTo>
                  <a:pt x="1479931" y="168402"/>
                </a:lnTo>
                <a:lnTo>
                  <a:pt x="1434587" y="176442"/>
                </a:lnTo>
                <a:lnTo>
                  <a:pt x="1395225" y="198833"/>
                </a:lnTo>
                <a:lnTo>
                  <a:pt x="1364195" y="232976"/>
                </a:lnTo>
                <a:lnTo>
                  <a:pt x="1343852" y="276276"/>
                </a:lnTo>
                <a:lnTo>
                  <a:pt x="1336548" y="326136"/>
                </a:lnTo>
                <a:lnTo>
                  <a:pt x="1329243" y="276276"/>
                </a:lnTo>
                <a:lnTo>
                  <a:pt x="1308900" y="232976"/>
                </a:lnTo>
                <a:lnTo>
                  <a:pt x="1277870" y="198833"/>
                </a:lnTo>
                <a:lnTo>
                  <a:pt x="1238508" y="176442"/>
                </a:lnTo>
                <a:lnTo>
                  <a:pt x="1193165" y="168402"/>
                </a:lnTo>
                <a:lnTo>
                  <a:pt x="143383" y="168402"/>
                </a:lnTo>
                <a:lnTo>
                  <a:pt x="98039" y="160361"/>
                </a:lnTo>
                <a:lnTo>
                  <a:pt x="58677" y="137970"/>
                </a:lnTo>
                <a:lnTo>
                  <a:pt x="27647" y="103827"/>
                </a:lnTo>
                <a:lnTo>
                  <a:pt x="7304" y="60527"/>
                </a:lnTo>
                <a:lnTo>
                  <a:pt x="0" y="10668"/>
                </a:lnTo>
              </a:path>
              <a:path w="5619115" h="326389">
                <a:moveTo>
                  <a:pt x="5618988" y="0"/>
                </a:moveTo>
                <a:lnTo>
                  <a:pt x="5611684" y="49859"/>
                </a:lnTo>
                <a:lnTo>
                  <a:pt x="5591340" y="93159"/>
                </a:lnTo>
                <a:lnTo>
                  <a:pt x="5560311" y="127302"/>
                </a:lnTo>
                <a:lnTo>
                  <a:pt x="5520948" y="149693"/>
                </a:lnTo>
                <a:lnTo>
                  <a:pt x="5475605" y="157734"/>
                </a:lnTo>
                <a:lnTo>
                  <a:pt x="4438777" y="157734"/>
                </a:lnTo>
                <a:lnTo>
                  <a:pt x="4393434" y="165774"/>
                </a:lnTo>
                <a:lnTo>
                  <a:pt x="4354071" y="188165"/>
                </a:lnTo>
                <a:lnTo>
                  <a:pt x="4323041" y="222308"/>
                </a:lnTo>
                <a:lnTo>
                  <a:pt x="4302698" y="265608"/>
                </a:lnTo>
                <a:lnTo>
                  <a:pt x="4295394" y="315468"/>
                </a:lnTo>
                <a:lnTo>
                  <a:pt x="4288090" y="265608"/>
                </a:lnTo>
                <a:lnTo>
                  <a:pt x="4267746" y="222308"/>
                </a:lnTo>
                <a:lnTo>
                  <a:pt x="4236717" y="188165"/>
                </a:lnTo>
                <a:lnTo>
                  <a:pt x="4197354" y="165774"/>
                </a:lnTo>
                <a:lnTo>
                  <a:pt x="4152011" y="157734"/>
                </a:lnTo>
                <a:lnTo>
                  <a:pt x="3115183" y="157734"/>
                </a:lnTo>
                <a:lnTo>
                  <a:pt x="3069839" y="149693"/>
                </a:lnTo>
                <a:lnTo>
                  <a:pt x="3030477" y="127302"/>
                </a:lnTo>
                <a:lnTo>
                  <a:pt x="2999447" y="93159"/>
                </a:lnTo>
                <a:lnTo>
                  <a:pt x="2979104" y="49859"/>
                </a:lnTo>
                <a:lnTo>
                  <a:pt x="2971800" y="0"/>
                </a:lnTo>
              </a:path>
              <a:path w="5619115" h="326389">
                <a:moveTo>
                  <a:pt x="2930652" y="4572"/>
                </a:moveTo>
                <a:lnTo>
                  <a:pt x="2926371" y="65692"/>
                </a:lnTo>
                <a:lnTo>
                  <a:pt x="2914697" y="115585"/>
                </a:lnTo>
                <a:lnTo>
                  <a:pt x="2897380" y="149215"/>
                </a:lnTo>
                <a:lnTo>
                  <a:pt x="2876169" y="161544"/>
                </a:lnTo>
                <a:lnTo>
                  <a:pt x="2854958" y="173872"/>
                </a:lnTo>
                <a:lnTo>
                  <a:pt x="2837640" y="207502"/>
                </a:lnTo>
                <a:lnTo>
                  <a:pt x="2825966" y="257395"/>
                </a:lnTo>
                <a:lnTo>
                  <a:pt x="2821686" y="318516"/>
                </a:lnTo>
                <a:lnTo>
                  <a:pt x="2817405" y="257395"/>
                </a:lnTo>
                <a:lnTo>
                  <a:pt x="2805731" y="207502"/>
                </a:lnTo>
                <a:lnTo>
                  <a:pt x="2788414" y="173872"/>
                </a:lnTo>
                <a:lnTo>
                  <a:pt x="2767203" y="161544"/>
                </a:lnTo>
                <a:lnTo>
                  <a:pt x="2745992" y="149215"/>
                </a:lnTo>
                <a:lnTo>
                  <a:pt x="2728674" y="115585"/>
                </a:lnTo>
                <a:lnTo>
                  <a:pt x="2717000" y="65692"/>
                </a:lnTo>
                <a:lnTo>
                  <a:pt x="2712720" y="4572"/>
                </a:lnTo>
              </a:path>
            </a:pathLst>
          </a:custGeom>
          <a:ln w="28575">
            <a:solidFill>
              <a:srgbClr val="000000"/>
            </a:solidFill>
          </a:ln>
        </p:spPr>
        <p:txBody>
          <a:bodyPr wrap="square" lIns="0" tIns="0" rIns="0" bIns="0" rtlCol="0"/>
          <a:lstStyle/>
          <a:p>
            <a:endParaRPr sz="2000"/>
          </a:p>
        </p:txBody>
      </p:sp>
      <p:sp>
        <p:nvSpPr>
          <p:cNvPr id="149" name="object 41">
            <a:extLst>
              <a:ext uri="{FF2B5EF4-FFF2-40B4-BE49-F238E27FC236}">
                <a16:creationId xmlns:a16="http://schemas.microsoft.com/office/drawing/2014/main" id="{4239C868-C0B4-4721-AE1B-B83EEAABA2A0}"/>
              </a:ext>
            </a:extLst>
          </p:cNvPr>
          <p:cNvSpPr txBox="1"/>
          <p:nvPr/>
        </p:nvSpPr>
        <p:spPr>
          <a:xfrm>
            <a:off x="3712915" y="4157981"/>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150" name="object 42">
            <a:extLst>
              <a:ext uri="{FF2B5EF4-FFF2-40B4-BE49-F238E27FC236}">
                <a16:creationId xmlns:a16="http://schemas.microsoft.com/office/drawing/2014/main" id="{5A763378-BBE5-476F-B0AD-8F6B20393C82}"/>
              </a:ext>
            </a:extLst>
          </p:cNvPr>
          <p:cNvSpPr txBox="1"/>
          <p:nvPr/>
        </p:nvSpPr>
        <p:spPr>
          <a:xfrm>
            <a:off x="6926863" y="4135261"/>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151" name="object 43">
            <a:extLst>
              <a:ext uri="{FF2B5EF4-FFF2-40B4-BE49-F238E27FC236}">
                <a16:creationId xmlns:a16="http://schemas.microsoft.com/office/drawing/2014/main" id="{13A002FC-B857-41CF-8665-22E2C7F703C2}"/>
              </a:ext>
            </a:extLst>
          </p:cNvPr>
          <p:cNvSpPr txBox="1"/>
          <p:nvPr/>
        </p:nvSpPr>
        <p:spPr>
          <a:xfrm>
            <a:off x="5484425" y="4157981"/>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grpSp>
        <p:nvGrpSpPr>
          <p:cNvPr id="152" name="object 44">
            <a:extLst>
              <a:ext uri="{FF2B5EF4-FFF2-40B4-BE49-F238E27FC236}">
                <a16:creationId xmlns:a16="http://schemas.microsoft.com/office/drawing/2014/main" id="{EBA69238-86F2-417C-B8BD-4726387893D6}"/>
              </a:ext>
            </a:extLst>
          </p:cNvPr>
          <p:cNvGrpSpPr/>
          <p:nvPr/>
        </p:nvGrpSpPr>
        <p:grpSpPr>
          <a:xfrm>
            <a:off x="3440642" y="1855683"/>
            <a:ext cx="439561" cy="352778"/>
            <a:chOff x="3096577" y="1670115"/>
            <a:chExt cx="395605" cy="317500"/>
          </a:xfrm>
        </p:grpSpPr>
        <p:sp>
          <p:nvSpPr>
            <p:cNvPr id="153" name="object 45">
              <a:extLst>
                <a:ext uri="{FF2B5EF4-FFF2-40B4-BE49-F238E27FC236}">
                  <a16:creationId xmlns:a16="http://schemas.microsoft.com/office/drawing/2014/main" id="{0F42CD0C-935E-4CF4-82F3-BB1EE5D16527}"/>
                </a:ext>
              </a:extLst>
            </p:cNvPr>
            <p:cNvSpPr/>
            <p:nvPr/>
          </p:nvSpPr>
          <p:spPr>
            <a:xfrm>
              <a:off x="3101339" y="1674878"/>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54" name="object 46">
              <a:extLst>
                <a:ext uri="{FF2B5EF4-FFF2-40B4-BE49-F238E27FC236}">
                  <a16:creationId xmlns:a16="http://schemas.microsoft.com/office/drawing/2014/main" id="{F8F167D5-2A8D-4F37-9474-4C226B68218E}"/>
                </a:ext>
              </a:extLst>
            </p:cNvPr>
            <p:cNvSpPr/>
            <p:nvPr/>
          </p:nvSpPr>
          <p:spPr>
            <a:xfrm>
              <a:off x="3294887" y="1674878"/>
              <a:ext cx="192405" cy="307975"/>
            </a:xfrm>
            <a:custGeom>
              <a:avLst/>
              <a:gdLst/>
              <a:ahLst/>
              <a:cxnLst/>
              <a:rect l="l" t="t" r="r" b="b"/>
              <a:pathLst>
                <a:path w="192404"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155" name="object 47">
              <a:extLst>
                <a:ext uri="{FF2B5EF4-FFF2-40B4-BE49-F238E27FC236}">
                  <a16:creationId xmlns:a16="http://schemas.microsoft.com/office/drawing/2014/main" id="{CB5C46C5-1FEA-452F-BE60-8D3BEEE65582}"/>
                </a:ext>
              </a:extLst>
            </p:cNvPr>
            <p:cNvSpPr/>
            <p:nvPr/>
          </p:nvSpPr>
          <p:spPr>
            <a:xfrm>
              <a:off x="3294887" y="1674878"/>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56" name="object 48">
            <a:extLst>
              <a:ext uri="{FF2B5EF4-FFF2-40B4-BE49-F238E27FC236}">
                <a16:creationId xmlns:a16="http://schemas.microsoft.com/office/drawing/2014/main" id="{4C5EFE79-3E63-4504-B964-E221ABEDA09F}"/>
              </a:ext>
            </a:extLst>
          </p:cNvPr>
          <p:cNvGrpSpPr/>
          <p:nvPr/>
        </p:nvGrpSpPr>
        <p:grpSpPr>
          <a:xfrm>
            <a:off x="4224655" y="2519464"/>
            <a:ext cx="440972" cy="352778"/>
            <a:chOff x="3802189" y="2267518"/>
            <a:chExt cx="396875" cy="317500"/>
          </a:xfrm>
        </p:grpSpPr>
        <p:sp>
          <p:nvSpPr>
            <p:cNvPr id="157" name="object 49">
              <a:extLst>
                <a:ext uri="{FF2B5EF4-FFF2-40B4-BE49-F238E27FC236}">
                  <a16:creationId xmlns:a16="http://schemas.microsoft.com/office/drawing/2014/main" id="{74E5FB8F-9862-4955-A664-C341B58CC880}"/>
                </a:ext>
              </a:extLst>
            </p:cNvPr>
            <p:cNvSpPr/>
            <p:nvPr/>
          </p:nvSpPr>
          <p:spPr>
            <a:xfrm>
              <a:off x="3806952"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58" name="object 50">
              <a:extLst>
                <a:ext uri="{FF2B5EF4-FFF2-40B4-BE49-F238E27FC236}">
                  <a16:creationId xmlns:a16="http://schemas.microsoft.com/office/drawing/2014/main" id="{8EF2B896-8EF1-4C2B-8665-485F013FD716}"/>
                </a:ext>
              </a:extLst>
            </p:cNvPr>
            <p:cNvSpPr/>
            <p:nvPr/>
          </p:nvSpPr>
          <p:spPr>
            <a:xfrm>
              <a:off x="4000500" y="2272281"/>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59" name="object 51">
              <a:extLst>
                <a:ext uri="{FF2B5EF4-FFF2-40B4-BE49-F238E27FC236}">
                  <a16:creationId xmlns:a16="http://schemas.microsoft.com/office/drawing/2014/main" id="{D81FA559-DC16-4EF2-8851-341DBC1A152D}"/>
                </a:ext>
              </a:extLst>
            </p:cNvPr>
            <p:cNvSpPr/>
            <p:nvPr/>
          </p:nvSpPr>
          <p:spPr>
            <a:xfrm>
              <a:off x="4000500"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60" name="object 52">
            <a:extLst>
              <a:ext uri="{FF2B5EF4-FFF2-40B4-BE49-F238E27FC236}">
                <a16:creationId xmlns:a16="http://schemas.microsoft.com/office/drawing/2014/main" id="{8CDBA6F1-2D7B-450C-86D5-C1498DD82D2B}"/>
              </a:ext>
            </a:extLst>
          </p:cNvPr>
          <p:cNvGrpSpPr/>
          <p:nvPr/>
        </p:nvGrpSpPr>
        <p:grpSpPr>
          <a:xfrm>
            <a:off x="5003588" y="3147691"/>
            <a:ext cx="439561" cy="352778"/>
            <a:chOff x="4503229" y="2832922"/>
            <a:chExt cx="395605" cy="317500"/>
          </a:xfrm>
        </p:grpSpPr>
        <p:sp>
          <p:nvSpPr>
            <p:cNvPr id="161" name="object 53">
              <a:extLst>
                <a:ext uri="{FF2B5EF4-FFF2-40B4-BE49-F238E27FC236}">
                  <a16:creationId xmlns:a16="http://schemas.microsoft.com/office/drawing/2014/main" id="{ADFE8762-35D8-477E-A6E9-03238AB6149C}"/>
                </a:ext>
              </a:extLst>
            </p:cNvPr>
            <p:cNvSpPr/>
            <p:nvPr/>
          </p:nvSpPr>
          <p:spPr>
            <a:xfrm>
              <a:off x="4507991" y="2837685"/>
              <a:ext cx="192405" cy="307975"/>
            </a:xfrm>
            <a:custGeom>
              <a:avLst/>
              <a:gdLst/>
              <a:ahLst/>
              <a:cxnLst/>
              <a:rect l="l" t="t" r="r" b="b"/>
              <a:pathLst>
                <a:path w="192404" h="307975">
                  <a:moveTo>
                    <a:pt x="0" y="307850"/>
                  </a:moveTo>
                  <a:lnTo>
                    <a:pt x="192022" y="307850"/>
                  </a:lnTo>
                  <a:lnTo>
                    <a:pt x="192022"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62" name="object 54">
              <a:extLst>
                <a:ext uri="{FF2B5EF4-FFF2-40B4-BE49-F238E27FC236}">
                  <a16:creationId xmlns:a16="http://schemas.microsoft.com/office/drawing/2014/main" id="{CCACF0C9-18E3-41BD-91B1-667E7A310E74}"/>
                </a:ext>
              </a:extLst>
            </p:cNvPr>
            <p:cNvSpPr/>
            <p:nvPr/>
          </p:nvSpPr>
          <p:spPr>
            <a:xfrm>
              <a:off x="4700015"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63" name="object 55">
              <a:extLst>
                <a:ext uri="{FF2B5EF4-FFF2-40B4-BE49-F238E27FC236}">
                  <a16:creationId xmlns:a16="http://schemas.microsoft.com/office/drawing/2014/main" id="{45C27FC4-B21C-47B1-ADEC-08D40ED83465}"/>
                </a:ext>
              </a:extLst>
            </p:cNvPr>
            <p:cNvSpPr/>
            <p:nvPr/>
          </p:nvSpPr>
          <p:spPr>
            <a:xfrm>
              <a:off x="4700015" y="283768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64" name="object 56">
            <a:extLst>
              <a:ext uri="{FF2B5EF4-FFF2-40B4-BE49-F238E27FC236}">
                <a16:creationId xmlns:a16="http://schemas.microsoft.com/office/drawing/2014/main" id="{C5E7A22C-20B4-4A37-B3CF-4D7CD93ED85F}"/>
              </a:ext>
            </a:extLst>
          </p:cNvPr>
          <p:cNvGrpSpPr/>
          <p:nvPr/>
        </p:nvGrpSpPr>
        <p:grpSpPr>
          <a:xfrm>
            <a:off x="7462308" y="2505923"/>
            <a:ext cx="439561" cy="352778"/>
            <a:chOff x="6716077" y="2255331"/>
            <a:chExt cx="395605" cy="317500"/>
          </a:xfrm>
        </p:grpSpPr>
        <p:sp>
          <p:nvSpPr>
            <p:cNvPr id="165" name="object 57">
              <a:extLst>
                <a:ext uri="{FF2B5EF4-FFF2-40B4-BE49-F238E27FC236}">
                  <a16:creationId xmlns:a16="http://schemas.microsoft.com/office/drawing/2014/main" id="{A89D3B96-9AC3-41A4-A467-474949AD8C17}"/>
                </a:ext>
              </a:extLst>
            </p:cNvPr>
            <p:cNvSpPr/>
            <p:nvPr/>
          </p:nvSpPr>
          <p:spPr>
            <a:xfrm>
              <a:off x="6720840" y="2260094"/>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66" name="object 58">
              <a:extLst>
                <a:ext uri="{FF2B5EF4-FFF2-40B4-BE49-F238E27FC236}">
                  <a16:creationId xmlns:a16="http://schemas.microsoft.com/office/drawing/2014/main" id="{FE26EC93-7BC6-48C5-8FA4-E3585342E930}"/>
                </a:ext>
              </a:extLst>
            </p:cNvPr>
            <p:cNvSpPr/>
            <p:nvPr/>
          </p:nvSpPr>
          <p:spPr>
            <a:xfrm>
              <a:off x="6914388" y="2260094"/>
              <a:ext cx="192027" cy="307845"/>
            </a:xfrm>
            <a:prstGeom prst="rect">
              <a:avLst/>
            </a:prstGeom>
            <a:blipFill>
              <a:blip r:embed="rId9" cstate="print"/>
              <a:stretch>
                <a:fillRect/>
              </a:stretch>
            </a:blipFill>
          </p:spPr>
          <p:txBody>
            <a:bodyPr wrap="square" lIns="0" tIns="0" rIns="0" bIns="0" rtlCol="0"/>
            <a:lstStyle/>
            <a:p>
              <a:endParaRPr sz="2000"/>
            </a:p>
          </p:txBody>
        </p:sp>
        <p:sp>
          <p:nvSpPr>
            <p:cNvPr id="167" name="object 59">
              <a:extLst>
                <a:ext uri="{FF2B5EF4-FFF2-40B4-BE49-F238E27FC236}">
                  <a16:creationId xmlns:a16="http://schemas.microsoft.com/office/drawing/2014/main" id="{4F8E6D2D-2E11-44C3-BE90-494B6777C15C}"/>
                </a:ext>
              </a:extLst>
            </p:cNvPr>
            <p:cNvSpPr/>
            <p:nvPr/>
          </p:nvSpPr>
          <p:spPr>
            <a:xfrm>
              <a:off x="6914388" y="2260094"/>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68" name="object 60">
            <a:extLst>
              <a:ext uri="{FF2B5EF4-FFF2-40B4-BE49-F238E27FC236}">
                <a16:creationId xmlns:a16="http://schemas.microsoft.com/office/drawing/2014/main" id="{5C08E172-54BE-4B12-8615-EA6AAEE9C66F}"/>
              </a:ext>
            </a:extLst>
          </p:cNvPr>
          <p:cNvGrpSpPr/>
          <p:nvPr/>
        </p:nvGrpSpPr>
        <p:grpSpPr>
          <a:xfrm>
            <a:off x="6725708" y="3144310"/>
            <a:ext cx="439561" cy="352778"/>
            <a:chOff x="6053137" y="2829879"/>
            <a:chExt cx="395605" cy="317500"/>
          </a:xfrm>
        </p:grpSpPr>
        <p:sp>
          <p:nvSpPr>
            <p:cNvPr id="169" name="object 61">
              <a:extLst>
                <a:ext uri="{FF2B5EF4-FFF2-40B4-BE49-F238E27FC236}">
                  <a16:creationId xmlns:a16="http://schemas.microsoft.com/office/drawing/2014/main" id="{F07E39DA-C061-4454-B942-A52CFB6D9D73}"/>
                </a:ext>
              </a:extLst>
            </p:cNvPr>
            <p:cNvSpPr/>
            <p:nvPr/>
          </p:nvSpPr>
          <p:spPr>
            <a:xfrm>
              <a:off x="6057900" y="283464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70" name="object 62">
              <a:extLst>
                <a:ext uri="{FF2B5EF4-FFF2-40B4-BE49-F238E27FC236}">
                  <a16:creationId xmlns:a16="http://schemas.microsoft.com/office/drawing/2014/main" id="{93BE86C5-268A-4BBF-B8D0-F600031114E3}"/>
                </a:ext>
              </a:extLst>
            </p:cNvPr>
            <p:cNvSpPr/>
            <p:nvPr/>
          </p:nvSpPr>
          <p:spPr>
            <a:xfrm>
              <a:off x="6251447" y="2834642"/>
              <a:ext cx="192027" cy="307845"/>
            </a:xfrm>
            <a:prstGeom prst="rect">
              <a:avLst/>
            </a:prstGeom>
            <a:blipFill>
              <a:blip r:embed="rId10" cstate="print"/>
              <a:stretch>
                <a:fillRect/>
              </a:stretch>
            </a:blipFill>
          </p:spPr>
          <p:txBody>
            <a:bodyPr wrap="square" lIns="0" tIns="0" rIns="0" bIns="0" rtlCol="0"/>
            <a:lstStyle/>
            <a:p>
              <a:endParaRPr sz="2000"/>
            </a:p>
          </p:txBody>
        </p:sp>
        <p:sp>
          <p:nvSpPr>
            <p:cNvPr id="171" name="object 63">
              <a:extLst>
                <a:ext uri="{FF2B5EF4-FFF2-40B4-BE49-F238E27FC236}">
                  <a16:creationId xmlns:a16="http://schemas.microsoft.com/office/drawing/2014/main" id="{2C60FB36-6874-4896-87E6-012B03F729B4}"/>
                </a:ext>
              </a:extLst>
            </p:cNvPr>
            <p:cNvSpPr/>
            <p:nvPr/>
          </p:nvSpPr>
          <p:spPr>
            <a:xfrm>
              <a:off x="6251447" y="2834642"/>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72" name="object 64">
            <a:extLst>
              <a:ext uri="{FF2B5EF4-FFF2-40B4-BE49-F238E27FC236}">
                <a16:creationId xmlns:a16="http://schemas.microsoft.com/office/drawing/2014/main" id="{347FFCBB-019B-447B-9F4E-6F82C109F21B}"/>
              </a:ext>
            </a:extLst>
          </p:cNvPr>
          <p:cNvGrpSpPr/>
          <p:nvPr/>
        </p:nvGrpSpPr>
        <p:grpSpPr>
          <a:xfrm>
            <a:off x="8192135" y="1859064"/>
            <a:ext cx="440972" cy="352778"/>
            <a:chOff x="7372921" y="1673158"/>
            <a:chExt cx="396875" cy="317500"/>
          </a:xfrm>
        </p:grpSpPr>
        <p:sp>
          <p:nvSpPr>
            <p:cNvPr id="173" name="object 65">
              <a:extLst>
                <a:ext uri="{FF2B5EF4-FFF2-40B4-BE49-F238E27FC236}">
                  <a16:creationId xmlns:a16="http://schemas.microsoft.com/office/drawing/2014/main" id="{A54E0116-66C3-4798-97E9-106FBA6C8EFD}"/>
                </a:ext>
              </a:extLst>
            </p:cNvPr>
            <p:cNvSpPr/>
            <p:nvPr/>
          </p:nvSpPr>
          <p:spPr>
            <a:xfrm>
              <a:off x="7377683" y="1677921"/>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74" name="object 66">
              <a:extLst>
                <a:ext uri="{FF2B5EF4-FFF2-40B4-BE49-F238E27FC236}">
                  <a16:creationId xmlns:a16="http://schemas.microsoft.com/office/drawing/2014/main" id="{83F25A3E-9613-41E5-8258-CD44C70D2FE7}"/>
                </a:ext>
              </a:extLst>
            </p:cNvPr>
            <p:cNvSpPr/>
            <p:nvPr/>
          </p:nvSpPr>
          <p:spPr>
            <a:xfrm>
              <a:off x="7571231" y="1677921"/>
              <a:ext cx="193545" cy="307850"/>
            </a:xfrm>
            <a:prstGeom prst="rect">
              <a:avLst/>
            </a:prstGeom>
            <a:blipFill>
              <a:blip r:embed="rId11" cstate="print"/>
              <a:stretch>
                <a:fillRect/>
              </a:stretch>
            </a:blipFill>
          </p:spPr>
          <p:txBody>
            <a:bodyPr wrap="square" lIns="0" tIns="0" rIns="0" bIns="0" rtlCol="0"/>
            <a:lstStyle/>
            <a:p>
              <a:endParaRPr sz="2000"/>
            </a:p>
          </p:txBody>
        </p:sp>
        <p:sp>
          <p:nvSpPr>
            <p:cNvPr id="175" name="object 67">
              <a:extLst>
                <a:ext uri="{FF2B5EF4-FFF2-40B4-BE49-F238E27FC236}">
                  <a16:creationId xmlns:a16="http://schemas.microsoft.com/office/drawing/2014/main" id="{0BE4C898-1F29-45A8-8A5C-A18259BCA85C}"/>
                </a:ext>
              </a:extLst>
            </p:cNvPr>
            <p:cNvSpPr/>
            <p:nvPr/>
          </p:nvSpPr>
          <p:spPr>
            <a:xfrm>
              <a:off x="7571231" y="167792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aphicFrame>
        <p:nvGraphicFramePr>
          <p:cNvPr id="176" name="object 68">
            <a:extLst>
              <a:ext uri="{FF2B5EF4-FFF2-40B4-BE49-F238E27FC236}">
                <a16:creationId xmlns:a16="http://schemas.microsoft.com/office/drawing/2014/main" id="{A783B7CE-5359-4A7B-872E-6D85BAF0BB94}"/>
              </a:ext>
            </a:extLst>
          </p:cNvPr>
          <p:cNvGraphicFramePr>
            <a:graphicFrameLocks noGrp="1"/>
          </p:cNvGraphicFramePr>
          <p:nvPr/>
        </p:nvGraphicFramePr>
        <p:xfrm>
          <a:off x="360682" y="1731433"/>
          <a:ext cx="8633879" cy="1923625"/>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47889">
                  <a:extLst>
                    <a:ext uri="{9D8B030D-6E8A-4147-A177-3AD203B41FA5}">
                      <a16:colId xmlns:a16="http://schemas.microsoft.com/office/drawing/2014/main" val="20005"/>
                    </a:ext>
                  </a:extLst>
                </a:gridCol>
                <a:gridCol w="746477">
                  <a:extLst>
                    <a:ext uri="{9D8B030D-6E8A-4147-A177-3AD203B41FA5}">
                      <a16:colId xmlns:a16="http://schemas.microsoft.com/office/drawing/2014/main" val="20006"/>
                    </a:ext>
                  </a:extLst>
                </a:gridCol>
                <a:gridCol w="258939">
                  <a:extLst>
                    <a:ext uri="{9D8B030D-6E8A-4147-A177-3AD203B41FA5}">
                      <a16:colId xmlns:a16="http://schemas.microsoft.com/office/drawing/2014/main" val="20007"/>
                    </a:ext>
                  </a:extLst>
                </a:gridCol>
                <a:gridCol w="746477">
                  <a:extLst>
                    <a:ext uri="{9D8B030D-6E8A-4147-A177-3AD203B41FA5}">
                      <a16:colId xmlns:a16="http://schemas.microsoft.com/office/drawing/2014/main" val="20008"/>
                    </a:ext>
                  </a:extLst>
                </a:gridCol>
                <a:gridCol w="745067">
                  <a:extLst>
                    <a:ext uri="{9D8B030D-6E8A-4147-A177-3AD203B41FA5}">
                      <a16:colId xmlns:a16="http://schemas.microsoft.com/office/drawing/2014/main" val="20009"/>
                    </a:ext>
                  </a:extLst>
                </a:gridCol>
                <a:gridCol w="728133">
                  <a:extLst>
                    <a:ext uri="{9D8B030D-6E8A-4147-A177-3AD203B41FA5}">
                      <a16:colId xmlns:a16="http://schemas.microsoft.com/office/drawing/2014/main" val="20010"/>
                    </a:ext>
                  </a:extLst>
                </a:gridCol>
                <a:gridCol w="766939">
                  <a:extLst>
                    <a:ext uri="{9D8B030D-6E8A-4147-A177-3AD203B41FA5}">
                      <a16:colId xmlns:a16="http://schemas.microsoft.com/office/drawing/2014/main" val="20011"/>
                    </a:ext>
                  </a:extLst>
                </a:gridCol>
                <a:gridCol w="174977">
                  <a:extLst>
                    <a:ext uri="{9D8B030D-6E8A-4147-A177-3AD203B41FA5}">
                      <a16:colId xmlns:a16="http://schemas.microsoft.com/office/drawing/2014/main" val="20012"/>
                    </a:ext>
                  </a:extLst>
                </a:gridCol>
              </a:tblGrid>
              <a:tr h="675640">
                <a:tc>
                  <a:txBody>
                    <a:bodyPr/>
                    <a:lstStyle/>
                    <a:p>
                      <a:pPr>
                        <a:lnSpc>
                          <a:spcPct val="100000"/>
                        </a:lnSpc>
                        <a:spcBef>
                          <a:spcPts val="15"/>
                        </a:spcBef>
                      </a:pPr>
                      <a:endParaRPr sz="9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2117"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3528"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3528" marB="0">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87374">
                <a:tc>
                  <a:txBody>
                    <a:bodyPr/>
                    <a:lstStyle/>
                    <a:p>
                      <a:pPr marL="189865">
                        <a:lnSpc>
                          <a:spcPct val="100000"/>
                        </a:lnSpc>
                        <a:spcBef>
                          <a:spcPts val="545"/>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6906" marB="0">
                    <a:lnT w="53975">
                      <a:solidFill>
                        <a:srgbClr val="008462"/>
                      </a:solidFill>
                      <a:prstDash val="solid"/>
                    </a:lnT>
                    <a:lnB w="53975">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53975">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T w="53975">
                      <a:solidFill>
                        <a:srgbClr val="008462"/>
                      </a:solidFill>
                      <a:prstDash val="solid"/>
                    </a:lnT>
                    <a:lnB w="53975">
                      <a:solidFill>
                        <a:srgbClr val="008462"/>
                      </a:solidFill>
                      <a:prstDash val="solid"/>
                    </a:lnB>
                  </a:tcPr>
                </a:tc>
                <a:extLst>
                  <a:ext uri="{0D108BD9-81ED-4DB2-BD59-A6C34878D82A}">
                    <a16:rowId xmlns:a16="http://schemas.microsoft.com/office/drawing/2014/main" val="10001"/>
                  </a:ext>
                </a:extLst>
              </a:tr>
              <a:tr h="660611">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53975">
                      <a:solidFill>
                        <a:srgbClr val="008462"/>
                      </a:solidFill>
                      <a:prstDash val="solid"/>
                    </a:lnT>
                  </a:tcPr>
                </a:tc>
                <a:tc>
                  <a:txBody>
                    <a:bodyPr/>
                    <a:lstStyle/>
                    <a:p>
                      <a:pPr marR="41275" algn="r">
                        <a:lnSpc>
                          <a:spcPct val="100000"/>
                        </a:lnSpc>
                        <a:spcBef>
                          <a:spcPts val="785"/>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10772" marB="0">
                    <a:lnT w="53975">
                      <a:solidFill>
                        <a:srgbClr val="008462"/>
                      </a:solidFill>
                      <a:prstDash val="solid"/>
                    </a:lnT>
                  </a:tcPr>
                </a:tc>
                <a:tc>
                  <a:txBody>
                    <a:bodyPr/>
                    <a:lstStyle/>
                    <a:p>
                      <a:pPr marL="48260">
                        <a:lnSpc>
                          <a:spcPct val="100000"/>
                        </a:lnSpc>
                        <a:spcBef>
                          <a:spcPts val="785"/>
                        </a:spcBef>
                      </a:pPr>
                      <a:r>
                        <a:rPr sz="1600" b="1" dirty="0">
                          <a:latin typeface="Arial"/>
                          <a:cs typeface="Arial"/>
                        </a:rPr>
                        <a:t>2</a:t>
                      </a:r>
                      <a:endParaRPr sz="1600">
                        <a:latin typeface="Arial"/>
                        <a:cs typeface="Arial"/>
                      </a:endParaRPr>
                    </a:p>
                  </a:txBody>
                  <a:tcPr marL="0" marR="0" marT="110772" marB="0">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T w="53975">
                      <a:solidFill>
                        <a:srgbClr val="008462"/>
                      </a:solidFill>
                      <a:prstDash val="solid"/>
                    </a:lnT>
                  </a:tcPr>
                </a:tc>
                <a:extLst>
                  <a:ext uri="{0D108BD9-81ED-4DB2-BD59-A6C34878D82A}">
                    <a16:rowId xmlns:a16="http://schemas.microsoft.com/office/drawing/2014/main" val="10002"/>
                  </a:ext>
                </a:extLst>
              </a:tr>
            </a:tbl>
          </a:graphicData>
        </a:graphic>
      </p:graphicFrame>
      <p:sp>
        <p:nvSpPr>
          <p:cNvPr id="177" name="object 69">
            <a:extLst>
              <a:ext uri="{FF2B5EF4-FFF2-40B4-BE49-F238E27FC236}">
                <a16:creationId xmlns:a16="http://schemas.microsoft.com/office/drawing/2014/main" id="{C49A031E-4A6D-4619-885E-F4EE0402D542}"/>
              </a:ext>
            </a:extLst>
          </p:cNvPr>
          <p:cNvSpPr txBox="1"/>
          <p:nvPr/>
        </p:nvSpPr>
        <p:spPr>
          <a:xfrm>
            <a:off x="5659402" y="4598304"/>
            <a:ext cx="2101708"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spc="-6" dirty="0">
                <a:latin typeface="Trebuchet MS"/>
                <a:cs typeface="Trebuchet MS"/>
              </a:rPr>
              <a:t>As </a:t>
            </a:r>
            <a:r>
              <a:rPr sz="2000" b="1" i="1" dirty="0">
                <a:latin typeface="Trebuchet MS"/>
                <a:cs typeface="Trebuchet MS"/>
              </a:rPr>
              <a:t>N</a:t>
            </a:r>
            <a:r>
              <a:rPr sz="2000" b="1" i="1" spc="-117" dirty="0">
                <a:latin typeface="Trebuchet MS"/>
                <a:cs typeface="Trebuchet MS"/>
              </a:rPr>
              <a:t> </a:t>
            </a:r>
            <a:r>
              <a:rPr lang="en-US" sz="2000" b="1" i="1" spc="-117" dirty="0">
                <a:latin typeface="Trebuchet MS"/>
                <a:cs typeface="Trebuchet MS"/>
              </a:rPr>
              <a:t> </a:t>
            </a:r>
            <a:r>
              <a:rPr sz="2000" b="1" dirty="0">
                <a:latin typeface="Trebuchet MS"/>
                <a:cs typeface="Trebuchet MS"/>
              </a:rPr>
              <a:t>grows:</a:t>
            </a:r>
            <a:endParaRPr sz="2000" dirty="0">
              <a:latin typeface="Trebuchet MS"/>
              <a:cs typeface="Trebuchet MS"/>
            </a:endParaRPr>
          </a:p>
        </p:txBody>
      </p:sp>
      <p:sp>
        <p:nvSpPr>
          <p:cNvPr id="178" name="object 70">
            <a:extLst>
              <a:ext uri="{FF2B5EF4-FFF2-40B4-BE49-F238E27FC236}">
                <a16:creationId xmlns:a16="http://schemas.microsoft.com/office/drawing/2014/main" id="{B1309E61-F7C4-4FDB-B6A6-C3B211316452}"/>
              </a:ext>
            </a:extLst>
          </p:cNvPr>
          <p:cNvSpPr txBox="1"/>
          <p:nvPr/>
        </p:nvSpPr>
        <p:spPr>
          <a:xfrm>
            <a:off x="6213017" y="4907917"/>
            <a:ext cx="2686050" cy="764497"/>
          </a:xfrm>
          <a:prstGeom prst="rect">
            <a:avLst/>
          </a:prstGeom>
        </p:spPr>
        <p:txBody>
          <a:bodyPr vert="horz" wrap="square" lIns="0" tIns="113594" rIns="0" bIns="0" rtlCol="0">
            <a:spAutoFit/>
          </a:bodyPr>
          <a:lstStyle/>
          <a:p>
            <a:pPr marL="332313" indent="-318908">
              <a:spcBef>
                <a:spcPts val="894"/>
              </a:spcBef>
              <a:buClr>
                <a:srgbClr val="B2B2B2"/>
              </a:buClr>
              <a:buFont typeface="Arial"/>
              <a:buChar char="•"/>
              <a:tabLst>
                <a:tab pos="332313" algn="l"/>
                <a:tab pos="333019" algn="l"/>
              </a:tabLst>
            </a:pPr>
            <a:r>
              <a:rPr sz="1778" i="1" spc="-6" dirty="0">
                <a:latin typeface="Trebuchet MS"/>
                <a:cs typeface="Trebuchet MS"/>
              </a:rPr>
              <a:t>K </a:t>
            </a:r>
            <a:r>
              <a:rPr sz="1778" spc="-6" dirty="0">
                <a:latin typeface="Trebuchet MS"/>
                <a:cs typeface="Trebuchet MS"/>
              </a:rPr>
              <a:t>= </a:t>
            </a:r>
            <a:r>
              <a:rPr sz="1778" i="1" spc="-6" dirty="0">
                <a:latin typeface="Trebuchet MS"/>
                <a:cs typeface="Trebuchet MS"/>
              </a:rPr>
              <a:t>N </a:t>
            </a:r>
            <a:r>
              <a:rPr sz="1778" spc="-178" dirty="0">
                <a:latin typeface="Arial"/>
                <a:cs typeface="Arial"/>
              </a:rPr>
              <a:t>→  </a:t>
            </a:r>
            <a:r>
              <a:rPr sz="1778" spc="-6" dirty="0">
                <a:latin typeface="Trebuchet MS"/>
                <a:cs typeface="Trebuchet MS"/>
              </a:rPr>
              <a:t>50% </a:t>
            </a:r>
            <a:r>
              <a:rPr sz="1778" spc="-11" dirty="0">
                <a:latin typeface="Trebuchet MS"/>
                <a:cs typeface="Trebuchet MS"/>
              </a:rPr>
              <a:t>idle</a:t>
            </a:r>
            <a:r>
              <a:rPr sz="1778" spc="-56" dirty="0">
                <a:latin typeface="Trebuchet MS"/>
                <a:cs typeface="Trebuchet MS"/>
              </a:rPr>
              <a:t> </a:t>
            </a:r>
            <a:r>
              <a:rPr sz="1778" spc="-11" dirty="0">
                <a:latin typeface="Trebuchet MS"/>
                <a:cs typeface="Trebuchet MS"/>
              </a:rPr>
              <a:t>slots</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i="1" spc="-6" dirty="0">
                <a:latin typeface="Trebuchet MS"/>
                <a:cs typeface="Trebuchet MS"/>
              </a:rPr>
              <a:t>K = </a:t>
            </a:r>
            <a:r>
              <a:rPr sz="1778" spc="-6" dirty="0">
                <a:latin typeface="Trebuchet MS"/>
                <a:cs typeface="Trebuchet MS"/>
              </a:rPr>
              <a:t>4</a:t>
            </a:r>
            <a:r>
              <a:rPr sz="1778" i="1" spc="-6" dirty="0">
                <a:latin typeface="Trebuchet MS"/>
                <a:cs typeface="Trebuchet MS"/>
              </a:rPr>
              <a:t>N </a:t>
            </a:r>
            <a:r>
              <a:rPr sz="1778" spc="-178" dirty="0">
                <a:latin typeface="Arial"/>
                <a:cs typeface="Arial"/>
              </a:rPr>
              <a:t>→  </a:t>
            </a:r>
            <a:r>
              <a:rPr sz="1778" spc="-6" dirty="0">
                <a:latin typeface="Trebuchet MS"/>
                <a:cs typeface="Trebuchet MS"/>
              </a:rPr>
              <a:t>20% </a:t>
            </a:r>
            <a:r>
              <a:rPr sz="1778" spc="-11" dirty="0">
                <a:latin typeface="Trebuchet MS"/>
                <a:cs typeface="Trebuchet MS"/>
              </a:rPr>
              <a:t>idle</a:t>
            </a:r>
            <a:r>
              <a:rPr sz="1778" spc="-72" dirty="0">
                <a:latin typeface="Trebuchet MS"/>
                <a:cs typeface="Trebuchet MS"/>
              </a:rPr>
              <a:t> </a:t>
            </a:r>
            <a:r>
              <a:rPr sz="1778" spc="-11" dirty="0">
                <a:latin typeface="Trebuchet MS"/>
                <a:cs typeface="Trebuchet MS"/>
              </a:rPr>
              <a:t>slots</a:t>
            </a:r>
            <a:endParaRPr sz="1778" dirty="0">
              <a:latin typeface="Trebuchet MS"/>
              <a:cs typeface="Trebuchet MS"/>
            </a:endParaRPr>
          </a:p>
        </p:txBody>
      </p:sp>
    </p:spTree>
    <p:extLst>
      <p:ext uri="{BB962C8B-B14F-4D97-AF65-F5344CB8AC3E}">
        <p14:creationId xmlns:p14="http://schemas.microsoft.com/office/powerpoint/2010/main" val="330357308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a:t>
            </a:r>
            <a:r>
              <a:rPr lang="en-US" altLang="zh-CN" spc="-6" dirty="0"/>
              <a:t>Parallel:</a:t>
            </a:r>
            <a:r>
              <a:rPr lang="en-US" altLang="zh-CN" spc="17" dirty="0"/>
              <a:t> </a:t>
            </a:r>
            <a:r>
              <a:rPr lang="en-US" altLang="zh-CN" spc="-6" dirty="0"/>
              <a:t>Communication</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65</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2" name="object 3">
            <a:extLst>
              <a:ext uri="{FF2B5EF4-FFF2-40B4-BE49-F238E27FC236}">
                <a16:creationId xmlns:a16="http://schemas.microsoft.com/office/drawing/2014/main" id="{20966654-4224-40BB-9953-4B18D36F70E6}"/>
              </a:ext>
            </a:extLst>
          </p:cNvPr>
          <p:cNvSpPr txBox="1"/>
          <p:nvPr/>
        </p:nvSpPr>
        <p:spPr>
          <a:xfrm>
            <a:off x="556413" y="1477540"/>
            <a:ext cx="8354225" cy="3902919"/>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400" b="1" dirty="0">
                <a:latin typeface="Trebuchet MS"/>
                <a:cs typeface="Trebuchet MS"/>
              </a:rPr>
              <a:t>A worker </a:t>
            </a:r>
            <a:r>
              <a:rPr sz="2400" b="1" spc="-6" dirty="0">
                <a:latin typeface="Trebuchet MS"/>
                <a:cs typeface="Trebuchet MS"/>
              </a:rPr>
              <a:t>communicates with its </a:t>
            </a:r>
            <a:r>
              <a:rPr sz="2400" b="1" dirty="0">
                <a:latin typeface="Trebuchet MS"/>
                <a:cs typeface="Trebuchet MS"/>
              </a:rPr>
              <a:t>2</a:t>
            </a:r>
            <a:r>
              <a:rPr sz="2400" b="1" spc="-33" dirty="0">
                <a:latin typeface="Trebuchet MS"/>
                <a:cs typeface="Trebuchet MS"/>
              </a:rPr>
              <a:t> </a:t>
            </a:r>
            <a:r>
              <a:rPr sz="2400" b="1" spc="-6" dirty="0">
                <a:latin typeface="Trebuchet MS"/>
                <a:cs typeface="Trebuchet MS"/>
              </a:rPr>
              <a:t>neighbors</a:t>
            </a:r>
            <a:endParaRPr sz="24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2000" spc="-6" dirty="0">
                <a:latin typeface="Trebuchet MS"/>
                <a:cs typeface="Trebuchet MS"/>
              </a:rPr>
              <a:t>1D </a:t>
            </a:r>
            <a:r>
              <a:rPr sz="2000" spc="-11" dirty="0">
                <a:latin typeface="Trebuchet MS"/>
                <a:cs typeface="Trebuchet MS"/>
              </a:rPr>
              <a:t>mesh</a:t>
            </a:r>
            <a:r>
              <a:rPr sz="2000" spc="28" dirty="0">
                <a:latin typeface="Trebuchet MS"/>
                <a:cs typeface="Trebuchet MS"/>
              </a:rPr>
              <a:t> </a:t>
            </a:r>
            <a:r>
              <a:rPr sz="2000" spc="-11" dirty="0">
                <a:latin typeface="Trebuchet MS"/>
                <a:cs typeface="Trebuchet MS"/>
              </a:rPr>
              <a:t>topology</a:t>
            </a:r>
            <a:endParaRPr sz="2000"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sz="2000" spc="-6" dirty="0">
                <a:latin typeface="Trebuchet MS"/>
                <a:cs typeface="Trebuchet MS"/>
              </a:rPr>
              <a:t>1D torus when interleaving</a:t>
            </a:r>
            <a:r>
              <a:rPr sz="2000" spc="67" dirty="0">
                <a:latin typeface="Trebuchet MS"/>
                <a:cs typeface="Trebuchet MS"/>
              </a:rPr>
              <a:t> </a:t>
            </a:r>
            <a:r>
              <a:rPr sz="2000" spc="-6" dirty="0">
                <a:latin typeface="Trebuchet MS"/>
                <a:cs typeface="Trebuchet MS"/>
              </a:rPr>
              <a:t>layers</a:t>
            </a:r>
            <a:endParaRPr lang="en-US" sz="2000" spc="-6" dirty="0">
              <a:latin typeface="Trebuchet MS"/>
              <a:cs typeface="Trebuchet MS"/>
            </a:endParaRPr>
          </a:p>
          <a:p>
            <a:pPr marL="713310" lvl="1" indent="-319613">
              <a:spcBef>
                <a:spcPts val="789"/>
              </a:spcBef>
              <a:buClr>
                <a:srgbClr val="B2B2B2"/>
              </a:buClr>
              <a:buFont typeface="Arial"/>
              <a:buChar char="•"/>
              <a:tabLst>
                <a:tab pos="713310" algn="l"/>
                <a:tab pos="714015" algn="l"/>
              </a:tabLst>
            </a:pPr>
            <a:endParaRPr sz="2000" dirty="0">
              <a:latin typeface="Trebuchet MS"/>
              <a:cs typeface="Trebuchet MS"/>
            </a:endParaRPr>
          </a:p>
          <a:p>
            <a:pPr marL="332313" indent="-318908">
              <a:spcBef>
                <a:spcPts val="761"/>
              </a:spcBef>
              <a:buClr>
                <a:srgbClr val="B2B2B2"/>
              </a:buClr>
              <a:buFont typeface="Arial"/>
              <a:buChar char="•"/>
              <a:tabLst>
                <a:tab pos="332313" algn="l"/>
                <a:tab pos="333019" algn="l"/>
              </a:tabLst>
            </a:pPr>
            <a:r>
              <a:rPr sz="2400" b="1" spc="-6" dirty="0">
                <a:latin typeface="Trebuchet MS"/>
                <a:cs typeface="Trebuchet MS"/>
              </a:rPr>
              <a:t>Communication in each step </a:t>
            </a:r>
            <a:r>
              <a:rPr sz="2400" b="1" dirty="0">
                <a:latin typeface="Trebuchet MS"/>
                <a:cs typeface="Trebuchet MS"/>
              </a:rPr>
              <a:t>of </a:t>
            </a:r>
            <a:r>
              <a:rPr sz="2400" b="1" spc="-6" dirty="0">
                <a:latin typeface="Trebuchet MS"/>
                <a:cs typeface="Trebuchet MS"/>
              </a:rPr>
              <a:t>the fwd </a:t>
            </a:r>
            <a:r>
              <a:rPr sz="2400" b="1" dirty="0">
                <a:latin typeface="Trebuchet MS"/>
                <a:cs typeface="Trebuchet MS"/>
              </a:rPr>
              <a:t>and bwd </a:t>
            </a:r>
            <a:r>
              <a:rPr sz="2400" b="1" spc="-6" dirty="0">
                <a:latin typeface="Trebuchet MS"/>
                <a:cs typeface="Trebuchet MS"/>
              </a:rPr>
              <a:t>pass</a:t>
            </a:r>
            <a:endParaRPr sz="2400"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sz="2000" spc="-11" dirty="0">
                <a:latin typeface="Trebuchet MS"/>
                <a:cs typeface="Trebuchet MS"/>
              </a:rPr>
              <a:t>Activations </a:t>
            </a:r>
            <a:r>
              <a:rPr sz="2000" spc="-6" dirty="0">
                <a:latin typeface="Trebuchet MS"/>
                <a:cs typeface="Trebuchet MS"/>
              </a:rPr>
              <a:t>in fwd, activation gradients in</a:t>
            </a:r>
            <a:r>
              <a:rPr sz="2000" spc="167" dirty="0">
                <a:latin typeface="Trebuchet MS"/>
                <a:cs typeface="Trebuchet MS"/>
              </a:rPr>
              <a:t> </a:t>
            </a:r>
            <a:r>
              <a:rPr sz="2000" spc="-11" dirty="0" err="1">
                <a:latin typeface="Trebuchet MS"/>
                <a:cs typeface="Trebuchet MS"/>
              </a:rPr>
              <a:t>bwd</a:t>
            </a:r>
            <a:endParaRPr lang="en-US" sz="2000" spc="-11" dirty="0">
              <a:latin typeface="Trebuchet MS"/>
              <a:cs typeface="Trebuchet MS"/>
            </a:endParaRPr>
          </a:p>
          <a:p>
            <a:pPr marL="713310" lvl="1" indent="-319613">
              <a:spcBef>
                <a:spcPts val="789"/>
              </a:spcBef>
              <a:buClr>
                <a:srgbClr val="B2B2B2"/>
              </a:buClr>
              <a:buFont typeface="Arial"/>
              <a:buChar char="•"/>
              <a:tabLst>
                <a:tab pos="713310" algn="l"/>
                <a:tab pos="714015" algn="l"/>
              </a:tabLst>
            </a:pPr>
            <a:endParaRPr sz="2000" dirty="0">
              <a:latin typeface="Trebuchet MS"/>
              <a:cs typeface="Trebuchet MS"/>
            </a:endParaRPr>
          </a:p>
          <a:p>
            <a:pPr marL="332313" indent="-318908">
              <a:spcBef>
                <a:spcPts val="761"/>
              </a:spcBef>
              <a:buClr>
                <a:srgbClr val="B2B2B2"/>
              </a:buClr>
              <a:buFont typeface="Arial"/>
              <a:buChar char="•"/>
              <a:tabLst>
                <a:tab pos="332313" algn="l"/>
                <a:tab pos="333019" algn="l"/>
              </a:tabLst>
            </a:pPr>
            <a:r>
              <a:rPr lang="en-US" sz="2400" b="1" spc="-6" dirty="0">
                <a:solidFill>
                  <a:srgbClr val="C00000"/>
                </a:solidFill>
                <a:latin typeface="Trebuchet MS"/>
                <a:cs typeface="Trebuchet MS"/>
              </a:rPr>
              <a:t>O</a:t>
            </a:r>
            <a:r>
              <a:rPr sz="2400" b="1" spc="-6" dirty="0">
                <a:solidFill>
                  <a:srgbClr val="C00000"/>
                </a:solidFill>
                <a:latin typeface="Trebuchet MS"/>
                <a:cs typeface="Trebuchet MS"/>
              </a:rPr>
              <a:t>verlap</a:t>
            </a:r>
            <a:r>
              <a:rPr lang="en-US" sz="2400" b="1" spc="-6" dirty="0">
                <a:solidFill>
                  <a:srgbClr val="C00000"/>
                </a:solidFill>
                <a:latin typeface="Trebuchet MS"/>
                <a:cs typeface="Trebuchet MS"/>
              </a:rPr>
              <a:t> communication</a:t>
            </a:r>
            <a:r>
              <a:rPr sz="2400" b="1" spc="-6" dirty="0">
                <a:solidFill>
                  <a:srgbClr val="C00000"/>
                </a:solidFill>
                <a:latin typeface="Trebuchet MS"/>
                <a:cs typeface="Trebuchet MS"/>
              </a:rPr>
              <a:t> </a:t>
            </a:r>
            <a:r>
              <a:rPr sz="2400" b="1" dirty="0">
                <a:solidFill>
                  <a:srgbClr val="C00000"/>
                </a:solidFill>
                <a:latin typeface="Trebuchet MS"/>
                <a:cs typeface="Trebuchet MS"/>
              </a:rPr>
              <a:t>with</a:t>
            </a:r>
            <a:r>
              <a:rPr sz="2400" b="1" spc="-50" dirty="0">
                <a:solidFill>
                  <a:srgbClr val="C00000"/>
                </a:solidFill>
                <a:latin typeface="Trebuchet MS"/>
                <a:cs typeface="Trebuchet MS"/>
              </a:rPr>
              <a:t> </a:t>
            </a:r>
            <a:r>
              <a:rPr sz="2400" b="1" dirty="0">
                <a:solidFill>
                  <a:srgbClr val="C00000"/>
                </a:solidFill>
                <a:latin typeface="Trebuchet MS"/>
                <a:cs typeface="Trebuchet MS"/>
              </a:rPr>
              <a:t>computation</a:t>
            </a:r>
            <a:endParaRPr lang="en-US" sz="2400" b="1" dirty="0">
              <a:solidFill>
                <a:srgbClr val="C00000"/>
              </a:solidFill>
              <a:latin typeface="Trebuchet MS"/>
              <a:cs typeface="Trebuchet MS"/>
            </a:endParaRPr>
          </a:p>
          <a:p>
            <a:pPr marL="789513" lvl="1" indent="-318908">
              <a:spcBef>
                <a:spcPts val="761"/>
              </a:spcBef>
              <a:buClr>
                <a:srgbClr val="B2B2B2"/>
              </a:buClr>
              <a:buFont typeface="Arial"/>
              <a:buChar char="•"/>
              <a:tabLst>
                <a:tab pos="332313" algn="l"/>
                <a:tab pos="333019" algn="l"/>
              </a:tabLst>
            </a:pPr>
            <a:r>
              <a:rPr lang="en-US" sz="2000" spc="-6" dirty="0">
                <a:solidFill>
                  <a:srgbClr val="C00000"/>
                </a:solidFill>
                <a:latin typeface="Trebuchet MS"/>
                <a:cs typeface="Trebuchet MS"/>
              </a:rPr>
              <a:t>Very </a:t>
            </a:r>
            <a:r>
              <a:rPr lang="en-US" sz="2000" dirty="0">
                <a:solidFill>
                  <a:srgbClr val="C00000"/>
                </a:solidFill>
                <a:latin typeface="Trebuchet MS"/>
                <a:cs typeface="Trebuchet MS"/>
              </a:rPr>
              <a:t>hard</a:t>
            </a:r>
            <a:endParaRPr sz="2000" dirty="0">
              <a:solidFill>
                <a:srgbClr val="C00000"/>
              </a:solidFill>
              <a:latin typeface="Trebuchet MS"/>
              <a:cs typeface="Trebuchet MS"/>
            </a:endParaRPr>
          </a:p>
        </p:txBody>
      </p:sp>
    </p:spTree>
    <p:extLst>
      <p:ext uri="{BB962C8B-B14F-4D97-AF65-F5344CB8AC3E}">
        <p14:creationId xmlns:p14="http://schemas.microsoft.com/office/powerpoint/2010/main" val="1536963881"/>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a:t>
            </a:r>
            <a:r>
              <a:rPr lang="en-US" altLang="zh-CN" spc="-6" dirty="0"/>
              <a:t>Parallel:</a:t>
            </a:r>
            <a:r>
              <a:rPr lang="en-US" altLang="zh-CN" spc="17" dirty="0"/>
              <a:t> </a:t>
            </a:r>
            <a:r>
              <a:rPr lang="en-US" altLang="zh-CN" spc="-6" dirty="0"/>
              <a:t>Challenges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66</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object 3">
            <a:extLst>
              <a:ext uri="{FF2B5EF4-FFF2-40B4-BE49-F238E27FC236}">
                <a16:creationId xmlns:a16="http://schemas.microsoft.com/office/drawing/2014/main" id="{CE89EE56-2D72-4658-AFD7-E8B96158417B}"/>
              </a:ext>
            </a:extLst>
          </p:cNvPr>
          <p:cNvSpPr txBox="1"/>
          <p:nvPr/>
        </p:nvSpPr>
        <p:spPr>
          <a:xfrm>
            <a:off x="304800" y="1066800"/>
            <a:ext cx="8605838" cy="4179634"/>
          </a:xfrm>
          <a:prstGeom prst="rect">
            <a:avLst/>
          </a:prstGeom>
        </p:spPr>
        <p:txBody>
          <a:bodyPr vert="horz" wrap="square" lIns="0" tIns="110772" rIns="0" bIns="0" rtlCol="0">
            <a:spAutoFit/>
          </a:bodyPr>
          <a:lstStyle/>
          <a:p>
            <a:pPr marL="332313" indent="-318908">
              <a:spcBef>
                <a:spcPts val="739"/>
              </a:spcBef>
              <a:buClr>
                <a:srgbClr val="B2B2B2"/>
              </a:buClr>
              <a:buFont typeface="Arial"/>
              <a:buChar char="•"/>
              <a:tabLst>
                <a:tab pos="332313" algn="l"/>
                <a:tab pos="333019" algn="l"/>
              </a:tabLst>
            </a:pPr>
            <a:r>
              <a:rPr sz="2400" b="1" dirty="0">
                <a:solidFill>
                  <a:srgbClr val="FF0000"/>
                </a:solidFill>
                <a:latin typeface="Trebuchet MS"/>
                <a:cs typeface="Trebuchet MS"/>
              </a:rPr>
              <a:t>Load </a:t>
            </a:r>
            <a:r>
              <a:rPr sz="2400" b="1" spc="-6" dirty="0">
                <a:solidFill>
                  <a:srgbClr val="FF0000"/>
                </a:solidFill>
                <a:latin typeface="Trebuchet MS"/>
                <a:cs typeface="Trebuchet MS"/>
              </a:rPr>
              <a:t>balancing </a:t>
            </a:r>
            <a:r>
              <a:rPr sz="2400" b="1" dirty="0">
                <a:solidFill>
                  <a:srgbClr val="FF0000"/>
                </a:solidFill>
                <a:latin typeface="Trebuchet MS"/>
                <a:cs typeface="Trebuchet MS"/>
              </a:rPr>
              <a:t>workload across </a:t>
            </a:r>
            <a:r>
              <a:rPr sz="2400" b="1" spc="-6" dirty="0">
                <a:solidFill>
                  <a:srgbClr val="FF0000"/>
                </a:solidFill>
                <a:latin typeface="Trebuchet MS"/>
                <a:cs typeface="Trebuchet MS"/>
              </a:rPr>
              <a:t>workers is</a:t>
            </a:r>
            <a:r>
              <a:rPr sz="2400" b="1" spc="-39" dirty="0">
                <a:solidFill>
                  <a:srgbClr val="FF0000"/>
                </a:solidFill>
                <a:latin typeface="Trebuchet MS"/>
                <a:cs typeface="Trebuchet MS"/>
              </a:rPr>
              <a:t> </a:t>
            </a:r>
            <a:r>
              <a:rPr sz="2400" b="1" spc="-6" dirty="0">
                <a:solidFill>
                  <a:srgbClr val="FF0000"/>
                </a:solidFill>
                <a:latin typeface="Trebuchet MS"/>
                <a:cs typeface="Trebuchet MS"/>
              </a:rPr>
              <a:t>difficult</a:t>
            </a:r>
            <a:endParaRPr sz="2400" dirty="0">
              <a:solidFill>
                <a:srgbClr val="FF0000"/>
              </a:solidFill>
              <a:latin typeface="Trebuchet MS"/>
              <a:cs typeface="Trebuchet MS"/>
            </a:endParaRPr>
          </a:p>
          <a:p>
            <a:pPr marL="713310" lvl="1" indent="-319613">
              <a:spcBef>
                <a:spcPts val="778"/>
              </a:spcBef>
              <a:buClr>
                <a:srgbClr val="B2B2B2"/>
              </a:buClr>
              <a:buFont typeface="Arial"/>
              <a:buChar char="•"/>
              <a:tabLst>
                <a:tab pos="713310" algn="l"/>
                <a:tab pos="714015" algn="l"/>
              </a:tabLst>
            </a:pPr>
            <a:r>
              <a:rPr sz="2000" spc="-6" dirty="0">
                <a:latin typeface="Trebuchet MS"/>
                <a:cs typeface="Trebuchet MS"/>
              </a:rPr>
              <a:t>Different layers of a network </a:t>
            </a:r>
            <a:r>
              <a:rPr sz="2000" spc="-11" dirty="0">
                <a:latin typeface="Trebuchet MS"/>
                <a:cs typeface="Trebuchet MS"/>
              </a:rPr>
              <a:t>can </a:t>
            </a:r>
            <a:r>
              <a:rPr sz="2000" spc="-6" dirty="0">
                <a:latin typeface="Trebuchet MS"/>
                <a:cs typeface="Trebuchet MS"/>
              </a:rPr>
              <a:t>take different </a:t>
            </a:r>
            <a:r>
              <a:rPr sz="2000" spc="-11" dirty="0">
                <a:latin typeface="Trebuchet MS"/>
                <a:cs typeface="Trebuchet MS"/>
              </a:rPr>
              <a:t>amounts </a:t>
            </a:r>
            <a:r>
              <a:rPr sz="2000" spc="-6" dirty="0">
                <a:latin typeface="Trebuchet MS"/>
                <a:cs typeface="Trebuchet MS"/>
              </a:rPr>
              <a:t>of</a:t>
            </a:r>
            <a:r>
              <a:rPr sz="2000" spc="194" dirty="0">
                <a:latin typeface="Trebuchet MS"/>
                <a:cs typeface="Trebuchet MS"/>
              </a:rPr>
              <a:t> </a:t>
            </a:r>
            <a:r>
              <a:rPr sz="2000" spc="-11" dirty="0">
                <a:latin typeface="Trebuchet MS"/>
                <a:cs typeface="Trebuchet MS"/>
              </a:rPr>
              <a:t>time</a:t>
            </a:r>
            <a:endParaRPr sz="2000"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sz="2000" spc="-11" dirty="0">
                <a:latin typeface="Trebuchet MS"/>
                <a:cs typeface="Trebuchet MS"/>
              </a:rPr>
              <a:t>Leads </a:t>
            </a:r>
            <a:r>
              <a:rPr sz="2000" spc="-6" dirty="0">
                <a:latin typeface="Trebuchet MS"/>
                <a:cs typeface="Trebuchet MS"/>
              </a:rPr>
              <a:t>to even busy slots </a:t>
            </a:r>
            <a:r>
              <a:rPr sz="2000" spc="-11" dirty="0">
                <a:latin typeface="Trebuchet MS"/>
                <a:cs typeface="Trebuchet MS"/>
              </a:rPr>
              <a:t>for </a:t>
            </a:r>
            <a:r>
              <a:rPr sz="2000" spc="-6" dirty="0">
                <a:latin typeface="Trebuchet MS"/>
                <a:cs typeface="Trebuchet MS"/>
              </a:rPr>
              <a:t>other workers </a:t>
            </a:r>
            <a:r>
              <a:rPr sz="2000" spc="-11" dirty="0">
                <a:latin typeface="Trebuchet MS"/>
                <a:cs typeface="Trebuchet MS"/>
              </a:rPr>
              <a:t>idling for </a:t>
            </a:r>
            <a:r>
              <a:rPr sz="2000" spc="-6" dirty="0">
                <a:latin typeface="Trebuchet MS"/>
                <a:cs typeface="Trebuchet MS"/>
              </a:rPr>
              <a:t>portions of</a:t>
            </a:r>
            <a:r>
              <a:rPr sz="2000" spc="311" dirty="0">
                <a:latin typeface="Trebuchet MS"/>
                <a:cs typeface="Trebuchet MS"/>
              </a:rPr>
              <a:t> </a:t>
            </a:r>
            <a:r>
              <a:rPr sz="2000" spc="-11" dirty="0">
                <a:latin typeface="Trebuchet MS"/>
                <a:cs typeface="Trebuchet MS"/>
              </a:rPr>
              <a:t>time</a:t>
            </a:r>
            <a:endParaRPr lang="en-US" sz="2000" spc="-11" dirty="0">
              <a:latin typeface="Trebuchet MS"/>
              <a:cs typeface="Trebuchet MS"/>
            </a:endParaRPr>
          </a:p>
          <a:p>
            <a:pPr marL="713310" lvl="1" indent="-319613">
              <a:spcBef>
                <a:spcPts val="789"/>
              </a:spcBef>
              <a:buClr>
                <a:srgbClr val="B2B2B2"/>
              </a:buClr>
              <a:buFont typeface="Arial"/>
              <a:buChar char="•"/>
              <a:tabLst>
                <a:tab pos="713310" algn="l"/>
                <a:tab pos="714015" algn="l"/>
              </a:tabLst>
            </a:pPr>
            <a:endParaRPr lang="en-CN" sz="2000" spc="-11" dirty="0">
              <a:latin typeface="Trebuchet MS"/>
              <a:cs typeface="Trebuchet MS"/>
            </a:endParaRPr>
          </a:p>
          <a:p>
            <a:pPr marL="332313" indent="-318908">
              <a:spcBef>
                <a:spcPts val="872"/>
              </a:spcBef>
              <a:buClr>
                <a:srgbClr val="B2B2B2"/>
              </a:buClr>
              <a:buFont typeface="Arial"/>
              <a:buChar char="•"/>
              <a:tabLst>
                <a:tab pos="332313" algn="l"/>
                <a:tab pos="333019" algn="l"/>
              </a:tabLst>
            </a:pPr>
            <a:r>
              <a:rPr lang="en-US" sz="2400" b="1" dirty="0">
                <a:solidFill>
                  <a:srgbClr val="FF0000"/>
                </a:solidFill>
                <a:latin typeface="Trebuchet MS"/>
                <a:cs typeface="Trebuchet MS"/>
              </a:rPr>
              <a:t>Lots of computation </a:t>
            </a:r>
            <a:r>
              <a:rPr lang="en-US" sz="2400" b="1" spc="-6" dirty="0">
                <a:solidFill>
                  <a:srgbClr val="FF0000"/>
                </a:solidFill>
                <a:latin typeface="Trebuchet MS"/>
                <a:cs typeface="Trebuchet MS"/>
              </a:rPr>
              <a:t>to </a:t>
            </a:r>
            <a:r>
              <a:rPr lang="en-US" sz="2400" b="1" dirty="0">
                <a:solidFill>
                  <a:srgbClr val="FF0000"/>
                </a:solidFill>
                <a:latin typeface="Trebuchet MS"/>
                <a:cs typeface="Trebuchet MS"/>
              </a:rPr>
              <a:t>hide</a:t>
            </a:r>
            <a:r>
              <a:rPr lang="en-US" sz="2400" b="1" spc="-50" dirty="0">
                <a:solidFill>
                  <a:srgbClr val="FF0000"/>
                </a:solidFill>
                <a:latin typeface="Trebuchet MS"/>
                <a:cs typeface="Trebuchet MS"/>
              </a:rPr>
              <a:t> </a:t>
            </a:r>
            <a:r>
              <a:rPr lang="en-US" sz="2400" b="1" dirty="0">
                <a:solidFill>
                  <a:srgbClr val="FF0000"/>
                </a:solidFill>
                <a:latin typeface="Trebuchet MS"/>
                <a:cs typeface="Trebuchet MS"/>
              </a:rPr>
              <a:t>communication</a:t>
            </a:r>
          </a:p>
          <a:p>
            <a:pPr marL="332313" indent="-318908">
              <a:spcBef>
                <a:spcPts val="872"/>
              </a:spcBef>
              <a:buClr>
                <a:srgbClr val="B2B2B2"/>
              </a:buClr>
              <a:buFont typeface="Arial"/>
              <a:buChar char="•"/>
              <a:tabLst>
                <a:tab pos="332313" algn="l"/>
                <a:tab pos="333019" algn="l"/>
              </a:tabLst>
            </a:pPr>
            <a:endParaRPr lang="en-US" sz="2400" dirty="0">
              <a:latin typeface="Trebuchet MS"/>
              <a:cs typeface="Trebuchet MS"/>
            </a:endParaRPr>
          </a:p>
          <a:p>
            <a:pPr marL="332313" indent="-318908">
              <a:spcBef>
                <a:spcPts val="756"/>
              </a:spcBef>
              <a:buClr>
                <a:srgbClr val="B2B2B2"/>
              </a:buClr>
              <a:buFont typeface="Arial"/>
              <a:buChar char="•"/>
              <a:tabLst>
                <a:tab pos="332313" algn="l"/>
                <a:tab pos="333019" algn="l"/>
              </a:tabLst>
            </a:pPr>
            <a:r>
              <a:rPr lang="en-US" sz="2400" b="1" spc="-6" dirty="0">
                <a:solidFill>
                  <a:srgbClr val="FF0000"/>
                </a:solidFill>
                <a:latin typeface="Trebuchet MS"/>
                <a:cs typeface="Trebuchet MS"/>
              </a:rPr>
              <a:t>Idle </a:t>
            </a:r>
            <a:r>
              <a:rPr lang="en-US" sz="2400" b="1" dirty="0">
                <a:solidFill>
                  <a:srgbClr val="FF0000"/>
                </a:solidFill>
                <a:latin typeface="Trebuchet MS"/>
                <a:cs typeface="Trebuchet MS"/>
              </a:rPr>
              <a:t>slots </a:t>
            </a:r>
            <a:r>
              <a:rPr lang="en-US" sz="2400" b="1" spc="-6" dirty="0">
                <a:solidFill>
                  <a:srgbClr val="FF0000"/>
                </a:solidFill>
                <a:latin typeface="Trebuchet MS"/>
                <a:cs typeface="Trebuchet MS"/>
              </a:rPr>
              <a:t>reduce </a:t>
            </a:r>
            <a:r>
              <a:rPr lang="en-US" sz="2400" b="1" dirty="0">
                <a:solidFill>
                  <a:srgbClr val="FF0000"/>
                </a:solidFill>
                <a:latin typeface="Trebuchet MS"/>
                <a:cs typeface="Trebuchet MS"/>
              </a:rPr>
              <a:t>scaling</a:t>
            </a:r>
            <a:r>
              <a:rPr lang="en-US" sz="2400" b="1" spc="-39" dirty="0">
                <a:solidFill>
                  <a:srgbClr val="FF0000"/>
                </a:solidFill>
                <a:latin typeface="Trebuchet MS"/>
                <a:cs typeface="Trebuchet MS"/>
              </a:rPr>
              <a:t> </a:t>
            </a:r>
            <a:r>
              <a:rPr lang="en-US" sz="2400" b="1" spc="-6" dirty="0">
                <a:solidFill>
                  <a:srgbClr val="FF0000"/>
                </a:solidFill>
                <a:latin typeface="Trebuchet MS"/>
                <a:cs typeface="Trebuchet MS"/>
              </a:rPr>
              <a:t>efficiency</a:t>
            </a:r>
            <a:endParaRPr lang="en-US" sz="2400" dirty="0">
              <a:solidFill>
                <a:srgbClr val="FF0000"/>
              </a:solidFill>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sz="2000" spc="-11" dirty="0">
                <a:latin typeface="Trebuchet MS"/>
                <a:cs typeface="Trebuchet MS"/>
              </a:rPr>
              <a:t>Many </a:t>
            </a:r>
            <a:r>
              <a:rPr lang="en-US" sz="2000" spc="-6" dirty="0" err="1">
                <a:latin typeface="Trebuchet MS"/>
                <a:cs typeface="Trebuchet MS"/>
              </a:rPr>
              <a:t>subminibatches</a:t>
            </a:r>
            <a:r>
              <a:rPr lang="en-US" sz="2000" spc="-6" dirty="0">
                <a:latin typeface="Trebuchet MS"/>
                <a:cs typeface="Trebuchet MS"/>
              </a:rPr>
              <a:t> help with this, </a:t>
            </a:r>
            <a:r>
              <a:rPr lang="en-US" sz="2000" spc="-11" dirty="0">
                <a:latin typeface="Trebuchet MS"/>
                <a:cs typeface="Trebuchet MS"/>
              </a:rPr>
              <a:t>but </a:t>
            </a:r>
            <a:r>
              <a:rPr lang="en-US" sz="2000" spc="-6" dirty="0">
                <a:latin typeface="Trebuchet MS"/>
                <a:cs typeface="Trebuchet MS"/>
              </a:rPr>
              <a:t>run into the same </a:t>
            </a:r>
            <a:r>
              <a:rPr lang="en-US" sz="2000" spc="-11" dirty="0">
                <a:latin typeface="Trebuchet MS"/>
                <a:cs typeface="Trebuchet MS"/>
              </a:rPr>
              <a:t>problems </a:t>
            </a:r>
            <a:r>
              <a:rPr lang="en-US" sz="2000" spc="-6" dirty="0">
                <a:latin typeface="Trebuchet MS"/>
                <a:cs typeface="Trebuchet MS"/>
              </a:rPr>
              <a:t>as </a:t>
            </a:r>
            <a:r>
              <a:rPr lang="en-US" sz="2000" dirty="0">
                <a:latin typeface="Trebuchet MS"/>
                <a:cs typeface="Trebuchet MS"/>
              </a:rPr>
              <a:t>strong-scaling </a:t>
            </a:r>
            <a:r>
              <a:rPr lang="en-US" sz="2000" spc="-6" dirty="0">
                <a:latin typeface="Trebuchet MS"/>
                <a:cs typeface="Trebuchet MS"/>
              </a:rPr>
              <a:t>of data-parallel.</a:t>
            </a:r>
          </a:p>
          <a:p>
            <a:pPr marL="713310" lvl="1" indent="-319613">
              <a:spcBef>
                <a:spcPts val="789"/>
              </a:spcBef>
              <a:buClr>
                <a:srgbClr val="B2B2B2"/>
              </a:buClr>
              <a:buFont typeface="Arial"/>
              <a:buChar char="•"/>
              <a:tabLst>
                <a:tab pos="713310" algn="l"/>
                <a:tab pos="714015" algn="l"/>
              </a:tabLst>
            </a:pPr>
            <a:endParaRPr sz="2000" dirty="0">
              <a:latin typeface="Trebuchet MS"/>
              <a:cs typeface="Trebuchet MS"/>
            </a:endParaRPr>
          </a:p>
        </p:txBody>
      </p:sp>
    </p:spTree>
    <p:extLst>
      <p:ext uri="{BB962C8B-B14F-4D97-AF65-F5344CB8AC3E}">
        <p14:creationId xmlns:p14="http://schemas.microsoft.com/office/powerpoint/2010/main" val="3541886213"/>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Outline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67</a:t>
            </a:fld>
            <a:endParaRPr lang="en-US" altLang="en-US" sz="1600">
              <a:solidFill>
                <a:srgbClr val="000000"/>
              </a:solidFill>
              <a:latin typeface="Garamond" panose="02020404030301010803" pitchFamily="18" charset="0"/>
            </a:endParaRPr>
          </a:p>
        </p:txBody>
      </p:sp>
      <p:sp>
        <p:nvSpPr>
          <p:cNvPr id="1043" name="Rectangle 4">
            <a:extLst>
              <a:ext uri="{FF2B5EF4-FFF2-40B4-BE49-F238E27FC236}">
                <a16:creationId xmlns:a16="http://schemas.microsoft.com/office/drawing/2014/main" id="{56556AFD-81E5-4C91-ACD1-3EDE2EE2191D}"/>
              </a:ext>
            </a:extLst>
          </p:cNvPr>
          <p:cNvSpPr/>
          <p:nvPr/>
        </p:nvSpPr>
        <p:spPr>
          <a:xfrm>
            <a:off x="521428" y="1410212"/>
            <a:ext cx="7772116" cy="4681025"/>
          </a:xfrm>
          <a:prstGeom prst="rect">
            <a:avLst/>
          </a:prstGeom>
        </p:spPr>
        <p:txBody>
          <a:bodyPr wrap="square">
            <a:spAutoFit/>
          </a:bodyPr>
          <a:lstStyle/>
          <a:p>
            <a:pPr marL="457200" indent="-457200">
              <a:lnSpc>
                <a:spcPct val="150000"/>
              </a:lnSpc>
              <a:spcBef>
                <a:spcPts val="600"/>
              </a:spcBef>
              <a:buClr>
                <a:schemeClr val="tx1"/>
              </a:buClr>
              <a:buFont typeface="Arial" panose="020B0604020202020204" pitchFamily="34" charset="0"/>
              <a:buChar char="•"/>
            </a:pPr>
            <a:r>
              <a:rPr lang="en-US" altLang="zh-CN" sz="2600" b="1" dirty="0">
                <a:solidFill>
                  <a:schemeClr val="bg1">
                    <a:lumMod val="50000"/>
                  </a:schemeClr>
                </a:solidFill>
              </a:rPr>
              <a:t>Why Distributed Training</a:t>
            </a:r>
            <a:r>
              <a:rPr lang="zh-CN" altLang="en-US" sz="2600" b="1" dirty="0">
                <a:solidFill>
                  <a:schemeClr val="bg1">
                    <a:lumMod val="50000"/>
                  </a:schemeClr>
                </a:solidFill>
              </a:rPr>
              <a:t>？</a:t>
            </a:r>
            <a:endParaRPr lang="en-US" altLang="zh-CN" sz="2600" b="1" dirty="0">
              <a:solidFill>
                <a:schemeClr val="bg1">
                  <a:lumMod val="50000"/>
                </a:schemeClr>
              </a:solidFill>
            </a:endParaRP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chemeClr val="bg1">
                    <a:lumMod val="50000"/>
                  </a:schemeClr>
                </a:solidFill>
              </a:rPr>
              <a:t>Data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t>Model Parallelism</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Pipeline</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t>Tensor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Communication Pattern Review</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Summary</a:t>
            </a:r>
          </a:p>
        </p:txBody>
      </p:sp>
    </p:spTree>
    <p:extLst>
      <p:ext uri="{BB962C8B-B14F-4D97-AF65-F5344CB8AC3E}">
        <p14:creationId xmlns:p14="http://schemas.microsoft.com/office/powerpoint/2010/main" val="211252264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Tensor Parallel</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68</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8" name="object 3">
            <a:extLst>
              <a:ext uri="{FF2B5EF4-FFF2-40B4-BE49-F238E27FC236}">
                <a16:creationId xmlns:a16="http://schemas.microsoft.com/office/drawing/2014/main" id="{F1AA9E13-69FA-45EC-8CF2-DC07CFC76075}"/>
              </a:ext>
            </a:extLst>
          </p:cNvPr>
          <p:cNvSpPr txBox="1"/>
          <p:nvPr/>
        </p:nvSpPr>
        <p:spPr>
          <a:xfrm>
            <a:off x="381000" y="2883329"/>
            <a:ext cx="7908966" cy="1773847"/>
          </a:xfrm>
          <a:prstGeom prst="rect">
            <a:avLst/>
          </a:prstGeom>
        </p:spPr>
        <p:txBody>
          <a:bodyPr vert="horz" wrap="square" lIns="0" tIns="110772" rIns="0" bIns="0" rtlCol="0">
            <a:spAutoFit/>
          </a:bodyPr>
          <a:lstStyle/>
          <a:p>
            <a:pPr marL="332313" indent="-318908">
              <a:spcBef>
                <a:spcPts val="872"/>
              </a:spcBef>
              <a:buClr>
                <a:srgbClr val="B2B2B2"/>
              </a:buClr>
              <a:buFont typeface="Arial"/>
              <a:buChar char="•"/>
              <a:tabLst>
                <a:tab pos="332313" algn="l"/>
                <a:tab pos="333019" algn="l"/>
              </a:tabLst>
            </a:pPr>
            <a:r>
              <a:rPr sz="2400" b="1" spc="-6" dirty="0">
                <a:latin typeface="Trebuchet MS"/>
                <a:cs typeface="Trebuchet MS"/>
              </a:rPr>
              <a:t>Partition </a:t>
            </a:r>
            <a:r>
              <a:rPr sz="2400" b="1" dirty="0">
                <a:latin typeface="Trebuchet MS"/>
                <a:cs typeface="Trebuchet MS"/>
              </a:rPr>
              <a:t>a </a:t>
            </a:r>
            <a:r>
              <a:rPr sz="2400" b="1" spc="-6" dirty="0">
                <a:latin typeface="Trebuchet MS"/>
                <a:cs typeface="Trebuchet MS"/>
              </a:rPr>
              <a:t>given layer’s weights </a:t>
            </a:r>
            <a:r>
              <a:rPr sz="2400" b="1" dirty="0">
                <a:latin typeface="Trebuchet MS"/>
                <a:cs typeface="Trebuchet MS"/>
              </a:rPr>
              <a:t>among </a:t>
            </a:r>
            <a:r>
              <a:rPr sz="2400" b="1" spc="-6" dirty="0">
                <a:latin typeface="Trebuchet MS"/>
                <a:cs typeface="Trebuchet MS"/>
              </a:rPr>
              <a:t>the</a:t>
            </a:r>
            <a:r>
              <a:rPr sz="2400" b="1" spc="-50" dirty="0">
                <a:latin typeface="Trebuchet MS"/>
                <a:cs typeface="Trebuchet MS"/>
              </a:rPr>
              <a:t> </a:t>
            </a:r>
            <a:r>
              <a:rPr sz="2400" b="1" dirty="0">
                <a:latin typeface="Trebuchet MS"/>
                <a:cs typeface="Trebuchet MS"/>
              </a:rPr>
              <a:t>workers</a:t>
            </a:r>
            <a:endParaRPr sz="2400" dirty="0">
              <a:latin typeface="Trebuchet MS"/>
              <a:cs typeface="Trebuchet MS"/>
            </a:endParaRPr>
          </a:p>
          <a:p>
            <a:pPr marL="332313" indent="-318908">
              <a:spcBef>
                <a:spcPts val="756"/>
              </a:spcBef>
              <a:buClr>
                <a:srgbClr val="B2B2B2"/>
              </a:buClr>
              <a:buFont typeface="Arial"/>
              <a:buChar char="•"/>
              <a:tabLst>
                <a:tab pos="332313" algn="l"/>
                <a:tab pos="333019" algn="l"/>
              </a:tabLst>
            </a:pPr>
            <a:r>
              <a:rPr sz="2400" b="1" spc="-6" dirty="0">
                <a:latin typeface="Trebuchet MS"/>
                <a:cs typeface="Trebuchet MS"/>
              </a:rPr>
              <a:t>Addresses some </a:t>
            </a:r>
            <a:r>
              <a:rPr sz="2400" b="1" dirty="0">
                <a:latin typeface="Trebuchet MS"/>
                <a:cs typeface="Trebuchet MS"/>
              </a:rPr>
              <a:t>of </a:t>
            </a:r>
            <a:r>
              <a:rPr sz="2400" b="1" spc="-6" dirty="0">
                <a:latin typeface="Trebuchet MS"/>
                <a:cs typeface="Trebuchet MS"/>
              </a:rPr>
              <a:t>the Pipeline Parallel</a:t>
            </a:r>
            <a:r>
              <a:rPr sz="2400" b="1" spc="11" dirty="0">
                <a:latin typeface="Trebuchet MS"/>
                <a:cs typeface="Trebuchet MS"/>
              </a:rPr>
              <a:t> </a:t>
            </a:r>
            <a:r>
              <a:rPr sz="2400" b="1" spc="-6" dirty="0">
                <a:latin typeface="Trebuchet MS"/>
                <a:cs typeface="Trebuchet MS"/>
              </a:rPr>
              <a:t>challenges</a:t>
            </a:r>
            <a:endParaRPr sz="24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2000" spc="-11" dirty="0">
                <a:latin typeface="Trebuchet MS"/>
                <a:cs typeface="Trebuchet MS"/>
              </a:rPr>
              <a:t>Idle </a:t>
            </a:r>
            <a:r>
              <a:rPr sz="2000" spc="-6" dirty="0">
                <a:latin typeface="Trebuchet MS"/>
                <a:cs typeface="Trebuchet MS"/>
              </a:rPr>
              <a:t>slots, </a:t>
            </a:r>
            <a:r>
              <a:rPr sz="2000" spc="-11" dirty="0">
                <a:latin typeface="Trebuchet MS"/>
                <a:cs typeface="Trebuchet MS"/>
              </a:rPr>
              <a:t>load</a:t>
            </a:r>
            <a:r>
              <a:rPr sz="2000" spc="72" dirty="0">
                <a:latin typeface="Trebuchet MS"/>
                <a:cs typeface="Trebuchet MS"/>
              </a:rPr>
              <a:t> </a:t>
            </a:r>
            <a:r>
              <a:rPr sz="2000" spc="-11" dirty="0">
                <a:latin typeface="Trebuchet MS"/>
                <a:cs typeface="Trebuchet MS"/>
              </a:rPr>
              <a:t>imbalance</a:t>
            </a:r>
            <a:endParaRPr lang="en-US" sz="2000" spc="-11" dirty="0">
              <a:latin typeface="Trebuchet MS"/>
              <a:cs typeface="Trebuchet MS"/>
            </a:endParaRPr>
          </a:p>
          <a:p>
            <a:pPr marL="713310" lvl="1" indent="-319613">
              <a:spcBef>
                <a:spcPts val="783"/>
              </a:spcBef>
              <a:buClr>
                <a:srgbClr val="B2B2B2"/>
              </a:buClr>
              <a:buFont typeface="Arial"/>
              <a:buChar char="•"/>
              <a:tabLst>
                <a:tab pos="713310" algn="l"/>
                <a:tab pos="714015" algn="l"/>
              </a:tabLst>
            </a:pPr>
            <a:endParaRPr sz="2000" dirty="0">
              <a:latin typeface="Trebuchet MS"/>
              <a:cs typeface="Trebuchet MS"/>
            </a:endParaRPr>
          </a:p>
        </p:txBody>
      </p:sp>
      <p:grpSp>
        <p:nvGrpSpPr>
          <p:cNvPr id="9" name="object 5">
            <a:extLst>
              <a:ext uri="{FF2B5EF4-FFF2-40B4-BE49-F238E27FC236}">
                <a16:creationId xmlns:a16="http://schemas.microsoft.com/office/drawing/2014/main" id="{9F87F1BF-1225-4102-8AF6-0B7F57344577}"/>
              </a:ext>
            </a:extLst>
          </p:cNvPr>
          <p:cNvGrpSpPr/>
          <p:nvPr/>
        </p:nvGrpSpPr>
        <p:grpSpPr>
          <a:xfrm>
            <a:off x="2586777" y="1265107"/>
            <a:ext cx="520700" cy="1432983"/>
            <a:chOff x="3736657" y="1379029"/>
            <a:chExt cx="468630" cy="1289685"/>
          </a:xfrm>
        </p:grpSpPr>
        <p:sp>
          <p:nvSpPr>
            <p:cNvPr id="10" name="object 6">
              <a:extLst>
                <a:ext uri="{FF2B5EF4-FFF2-40B4-BE49-F238E27FC236}">
                  <a16:creationId xmlns:a16="http://schemas.microsoft.com/office/drawing/2014/main" id="{BE3C568A-1A19-44DD-903B-FB7E1EFC2CA0}"/>
                </a:ext>
              </a:extLst>
            </p:cNvPr>
            <p:cNvSpPr/>
            <p:nvPr/>
          </p:nvSpPr>
          <p:spPr>
            <a:xfrm>
              <a:off x="3741420" y="1383791"/>
              <a:ext cx="459105" cy="1280160"/>
            </a:xfrm>
            <a:custGeom>
              <a:avLst/>
              <a:gdLst/>
              <a:ahLst/>
              <a:cxnLst/>
              <a:rect l="l" t="t" r="r" b="b"/>
              <a:pathLst>
                <a:path w="459104"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11" name="object 7">
              <a:extLst>
                <a:ext uri="{FF2B5EF4-FFF2-40B4-BE49-F238E27FC236}">
                  <a16:creationId xmlns:a16="http://schemas.microsoft.com/office/drawing/2014/main" id="{98D9E84A-DBE6-490F-A36C-7F617CBAD26C}"/>
                </a:ext>
              </a:extLst>
            </p:cNvPr>
            <p:cNvSpPr/>
            <p:nvPr/>
          </p:nvSpPr>
          <p:spPr>
            <a:xfrm>
              <a:off x="3741420" y="1383791"/>
              <a:ext cx="459105" cy="1280160"/>
            </a:xfrm>
            <a:custGeom>
              <a:avLst/>
              <a:gdLst/>
              <a:ahLst/>
              <a:cxnLst/>
              <a:rect l="l" t="t" r="r" b="b"/>
              <a:pathLst>
                <a:path w="459104"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12" name="object 8">
            <a:extLst>
              <a:ext uri="{FF2B5EF4-FFF2-40B4-BE49-F238E27FC236}">
                <a16:creationId xmlns:a16="http://schemas.microsoft.com/office/drawing/2014/main" id="{5E6D95E9-272F-4ABD-9820-675C4C58D391}"/>
              </a:ext>
            </a:extLst>
          </p:cNvPr>
          <p:cNvSpPr txBox="1"/>
          <p:nvPr/>
        </p:nvSpPr>
        <p:spPr>
          <a:xfrm>
            <a:off x="2666718"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1</a:t>
            </a:r>
            <a:endParaRPr sz="1000">
              <a:latin typeface="Arial"/>
              <a:cs typeface="Arial"/>
            </a:endParaRPr>
          </a:p>
        </p:txBody>
      </p:sp>
      <p:grpSp>
        <p:nvGrpSpPr>
          <p:cNvPr id="13" name="object 9">
            <a:extLst>
              <a:ext uri="{FF2B5EF4-FFF2-40B4-BE49-F238E27FC236}">
                <a16:creationId xmlns:a16="http://schemas.microsoft.com/office/drawing/2014/main" id="{83AEA7C9-9746-4FA3-847F-72A499CED663}"/>
              </a:ext>
            </a:extLst>
          </p:cNvPr>
          <p:cNvGrpSpPr/>
          <p:nvPr/>
        </p:nvGrpSpPr>
        <p:grpSpPr>
          <a:xfrm>
            <a:off x="3146072" y="1265107"/>
            <a:ext cx="914400" cy="1432983"/>
            <a:chOff x="4240022" y="1379029"/>
            <a:chExt cx="822960" cy="1289685"/>
          </a:xfrm>
        </p:grpSpPr>
        <p:sp>
          <p:nvSpPr>
            <p:cNvPr id="14" name="object 10">
              <a:extLst>
                <a:ext uri="{FF2B5EF4-FFF2-40B4-BE49-F238E27FC236}">
                  <a16:creationId xmlns:a16="http://schemas.microsoft.com/office/drawing/2014/main" id="{639892F7-026D-476D-9F36-1EC70D99D8D9}"/>
                </a:ext>
              </a:extLst>
            </p:cNvPr>
            <p:cNvSpPr/>
            <p:nvPr/>
          </p:nvSpPr>
          <p:spPr>
            <a:xfrm>
              <a:off x="4252722"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15" name="object 11">
              <a:extLst>
                <a:ext uri="{FF2B5EF4-FFF2-40B4-BE49-F238E27FC236}">
                  <a16:creationId xmlns:a16="http://schemas.microsoft.com/office/drawing/2014/main" id="{87B3F856-0DE7-4A98-9872-B84D1BF939FB}"/>
                </a:ext>
              </a:extLst>
            </p:cNvPr>
            <p:cNvSpPr/>
            <p:nvPr/>
          </p:nvSpPr>
          <p:spPr>
            <a:xfrm>
              <a:off x="4252722"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16" name="object 12">
              <a:extLst>
                <a:ext uri="{FF2B5EF4-FFF2-40B4-BE49-F238E27FC236}">
                  <a16:creationId xmlns:a16="http://schemas.microsoft.com/office/drawing/2014/main" id="{59E132D7-0D0D-414E-A483-94EE02E03AAF}"/>
                </a:ext>
              </a:extLst>
            </p:cNvPr>
            <p:cNvSpPr/>
            <p:nvPr/>
          </p:nvSpPr>
          <p:spPr>
            <a:xfrm>
              <a:off x="4600956" y="1383791"/>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17" name="object 13">
              <a:extLst>
                <a:ext uri="{FF2B5EF4-FFF2-40B4-BE49-F238E27FC236}">
                  <a16:creationId xmlns:a16="http://schemas.microsoft.com/office/drawing/2014/main" id="{89E2F2E0-95A4-4350-9CDB-A320A4A1320A}"/>
                </a:ext>
              </a:extLst>
            </p:cNvPr>
            <p:cNvSpPr/>
            <p:nvPr/>
          </p:nvSpPr>
          <p:spPr>
            <a:xfrm>
              <a:off x="4600956" y="1383791"/>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18" name="object 14">
            <a:extLst>
              <a:ext uri="{FF2B5EF4-FFF2-40B4-BE49-F238E27FC236}">
                <a16:creationId xmlns:a16="http://schemas.microsoft.com/office/drawing/2014/main" id="{15BC25DB-4D58-4908-9A22-72E4C48200DD}"/>
              </a:ext>
            </a:extLst>
          </p:cNvPr>
          <p:cNvSpPr txBox="1"/>
          <p:nvPr/>
        </p:nvSpPr>
        <p:spPr>
          <a:xfrm>
            <a:off x="3621051"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2</a:t>
            </a:r>
            <a:endParaRPr sz="1000">
              <a:latin typeface="Arial"/>
              <a:cs typeface="Arial"/>
            </a:endParaRPr>
          </a:p>
        </p:txBody>
      </p:sp>
      <p:grpSp>
        <p:nvGrpSpPr>
          <p:cNvPr id="19" name="object 15">
            <a:extLst>
              <a:ext uri="{FF2B5EF4-FFF2-40B4-BE49-F238E27FC236}">
                <a16:creationId xmlns:a16="http://schemas.microsoft.com/office/drawing/2014/main" id="{07C94369-2543-41C7-BD4C-AF23C1861EDB}"/>
              </a:ext>
            </a:extLst>
          </p:cNvPr>
          <p:cNvGrpSpPr/>
          <p:nvPr/>
        </p:nvGrpSpPr>
        <p:grpSpPr>
          <a:xfrm>
            <a:off x="4101112" y="1265107"/>
            <a:ext cx="938389" cy="1432983"/>
            <a:chOff x="5099558" y="1379029"/>
            <a:chExt cx="844550" cy="1289685"/>
          </a:xfrm>
        </p:grpSpPr>
        <p:sp>
          <p:nvSpPr>
            <p:cNvPr id="20" name="object 16">
              <a:extLst>
                <a:ext uri="{FF2B5EF4-FFF2-40B4-BE49-F238E27FC236}">
                  <a16:creationId xmlns:a16="http://schemas.microsoft.com/office/drawing/2014/main" id="{98927DE3-79BC-46A7-A92C-551C1DA5F2C7}"/>
                </a:ext>
              </a:extLst>
            </p:cNvPr>
            <p:cNvSpPr/>
            <p:nvPr/>
          </p:nvSpPr>
          <p:spPr>
            <a:xfrm>
              <a:off x="5112258" y="1925573"/>
              <a:ext cx="295910" cy="234950"/>
            </a:xfrm>
            <a:custGeom>
              <a:avLst/>
              <a:gdLst/>
              <a:ahLst/>
              <a:cxnLst/>
              <a:rect l="l" t="t" r="r" b="b"/>
              <a:pathLst>
                <a:path w="295910" h="234950">
                  <a:moveTo>
                    <a:pt x="178308" y="0"/>
                  </a:moveTo>
                  <a:lnTo>
                    <a:pt x="178308" y="58674"/>
                  </a:lnTo>
                  <a:lnTo>
                    <a:pt x="0" y="58674"/>
                  </a:lnTo>
                  <a:lnTo>
                    <a:pt x="0" y="176022"/>
                  </a:lnTo>
                  <a:lnTo>
                    <a:pt x="178308" y="176022"/>
                  </a:lnTo>
                  <a:lnTo>
                    <a:pt x="178308" y="234696"/>
                  </a:lnTo>
                  <a:lnTo>
                    <a:pt x="295656" y="117348"/>
                  </a:lnTo>
                  <a:lnTo>
                    <a:pt x="178308" y="0"/>
                  </a:lnTo>
                  <a:close/>
                </a:path>
              </a:pathLst>
            </a:custGeom>
            <a:solidFill>
              <a:srgbClr val="B2B2B2"/>
            </a:solidFill>
          </p:spPr>
          <p:txBody>
            <a:bodyPr wrap="square" lIns="0" tIns="0" rIns="0" bIns="0" rtlCol="0"/>
            <a:lstStyle/>
            <a:p>
              <a:endParaRPr sz="2000"/>
            </a:p>
          </p:txBody>
        </p:sp>
        <p:sp>
          <p:nvSpPr>
            <p:cNvPr id="21" name="object 17">
              <a:extLst>
                <a:ext uri="{FF2B5EF4-FFF2-40B4-BE49-F238E27FC236}">
                  <a16:creationId xmlns:a16="http://schemas.microsoft.com/office/drawing/2014/main" id="{029499DD-A725-440A-B28A-1F069E800E77}"/>
                </a:ext>
              </a:extLst>
            </p:cNvPr>
            <p:cNvSpPr/>
            <p:nvPr/>
          </p:nvSpPr>
          <p:spPr>
            <a:xfrm>
              <a:off x="5112258" y="1925573"/>
              <a:ext cx="295910" cy="234950"/>
            </a:xfrm>
            <a:custGeom>
              <a:avLst/>
              <a:gdLst/>
              <a:ahLst/>
              <a:cxnLst/>
              <a:rect l="l" t="t" r="r" b="b"/>
              <a:pathLst>
                <a:path w="295910" h="234950">
                  <a:moveTo>
                    <a:pt x="0" y="58674"/>
                  </a:moveTo>
                  <a:lnTo>
                    <a:pt x="178308" y="58674"/>
                  </a:lnTo>
                  <a:lnTo>
                    <a:pt x="178308" y="0"/>
                  </a:lnTo>
                  <a:lnTo>
                    <a:pt x="295656" y="117348"/>
                  </a:lnTo>
                  <a:lnTo>
                    <a:pt x="178308" y="234696"/>
                  </a:lnTo>
                  <a:lnTo>
                    <a:pt x="178308"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22" name="object 18">
              <a:extLst>
                <a:ext uri="{FF2B5EF4-FFF2-40B4-BE49-F238E27FC236}">
                  <a16:creationId xmlns:a16="http://schemas.microsoft.com/office/drawing/2014/main" id="{D0051F60-8E06-4AB2-8430-4538C80D137C}"/>
                </a:ext>
              </a:extLst>
            </p:cNvPr>
            <p:cNvSpPr/>
            <p:nvPr/>
          </p:nvSpPr>
          <p:spPr>
            <a:xfrm>
              <a:off x="5480304" y="1383791"/>
              <a:ext cx="459105" cy="1280160"/>
            </a:xfrm>
            <a:custGeom>
              <a:avLst/>
              <a:gdLst/>
              <a:ahLst/>
              <a:cxnLst/>
              <a:rect l="l" t="t" r="r" b="b"/>
              <a:pathLst>
                <a:path w="459104"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23" name="object 19">
              <a:extLst>
                <a:ext uri="{FF2B5EF4-FFF2-40B4-BE49-F238E27FC236}">
                  <a16:creationId xmlns:a16="http://schemas.microsoft.com/office/drawing/2014/main" id="{6CEEA5BD-B563-48B0-8368-D3D44EAF1261}"/>
                </a:ext>
              </a:extLst>
            </p:cNvPr>
            <p:cNvSpPr/>
            <p:nvPr/>
          </p:nvSpPr>
          <p:spPr>
            <a:xfrm>
              <a:off x="5480304" y="1383791"/>
              <a:ext cx="459105" cy="1280160"/>
            </a:xfrm>
            <a:custGeom>
              <a:avLst/>
              <a:gdLst/>
              <a:ahLst/>
              <a:cxnLst/>
              <a:rect l="l" t="t" r="r" b="b"/>
              <a:pathLst>
                <a:path w="459104"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24" name="object 20">
            <a:extLst>
              <a:ext uri="{FF2B5EF4-FFF2-40B4-BE49-F238E27FC236}">
                <a16:creationId xmlns:a16="http://schemas.microsoft.com/office/drawing/2014/main" id="{F34809C3-7B49-40A0-B2EF-8ABB12F945EA}"/>
              </a:ext>
            </a:extLst>
          </p:cNvPr>
          <p:cNvSpPr txBox="1"/>
          <p:nvPr/>
        </p:nvSpPr>
        <p:spPr>
          <a:xfrm>
            <a:off x="4598387"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3</a:t>
            </a:r>
            <a:endParaRPr sz="1000">
              <a:latin typeface="Arial"/>
              <a:cs typeface="Arial"/>
            </a:endParaRPr>
          </a:p>
        </p:txBody>
      </p:sp>
      <p:grpSp>
        <p:nvGrpSpPr>
          <p:cNvPr id="25" name="object 21">
            <a:extLst>
              <a:ext uri="{FF2B5EF4-FFF2-40B4-BE49-F238E27FC236}">
                <a16:creationId xmlns:a16="http://schemas.microsoft.com/office/drawing/2014/main" id="{E9A74725-6535-4D68-9F30-624564FC192C}"/>
              </a:ext>
            </a:extLst>
          </p:cNvPr>
          <p:cNvGrpSpPr/>
          <p:nvPr/>
        </p:nvGrpSpPr>
        <p:grpSpPr>
          <a:xfrm>
            <a:off x="5078164" y="1265107"/>
            <a:ext cx="914400" cy="1432983"/>
            <a:chOff x="5978905" y="1379029"/>
            <a:chExt cx="822960" cy="1289685"/>
          </a:xfrm>
        </p:grpSpPr>
        <p:sp>
          <p:nvSpPr>
            <p:cNvPr id="26" name="object 22">
              <a:extLst>
                <a:ext uri="{FF2B5EF4-FFF2-40B4-BE49-F238E27FC236}">
                  <a16:creationId xmlns:a16="http://schemas.microsoft.com/office/drawing/2014/main" id="{7B80B2FF-EEDE-40FE-9861-796219FDF896}"/>
                </a:ext>
              </a:extLst>
            </p:cNvPr>
            <p:cNvSpPr/>
            <p:nvPr/>
          </p:nvSpPr>
          <p:spPr>
            <a:xfrm>
              <a:off x="5991605"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27" name="object 23">
              <a:extLst>
                <a:ext uri="{FF2B5EF4-FFF2-40B4-BE49-F238E27FC236}">
                  <a16:creationId xmlns:a16="http://schemas.microsoft.com/office/drawing/2014/main" id="{5D726A92-5DB3-4EEE-A5FE-FD9D117004C5}"/>
                </a:ext>
              </a:extLst>
            </p:cNvPr>
            <p:cNvSpPr/>
            <p:nvPr/>
          </p:nvSpPr>
          <p:spPr>
            <a:xfrm>
              <a:off x="5991605"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28" name="object 24">
              <a:extLst>
                <a:ext uri="{FF2B5EF4-FFF2-40B4-BE49-F238E27FC236}">
                  <a16:creationId xmlns:a16="http://schemas.microsoft.com/office/drawing/2014/main" id="{ACA7D1FC-C4F7-46F1-ADB5-10799FDC5456}"/>
                </a:ext>
              </a:extLst>
            </p:cNvPr>
            <p:cNvSpPr/>
            <p:nvPr/>
          </p:nvSpPr>
          <p:spPr>
            <a:xfrm>
              <a:off x="6339839" y="1383791"/>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29" name="object 25">
              <a:extLst>
                <a:ext uri="{FF2B5EF4-FFF2-40B4-BE49-F238E27FC236}">
                  <a16:creationId xmlns:a16="http://schemas.microsoft.com/office/drawing/2014/main" id="{97BA462C-8E59-4830-A928-E8700792FD81}"/>
                </a:ext>
              </a:extLst>
            </p:cNvPr>
            <p:cNvSpPr/>
            <p:nvPr/>
          </p:nvSpPr>
          <p:spPr>
            <a:xfrm>
              <a:off x="6339839" y="1383791"/>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30" name="object 26">
            <a:extLst>
              <a:ext uri="{FF2B5EF4-FFF2-40B4-BE49-F238E27FC236}">
                <a16:creationId xmlns:a16="http://schemas.microsoft.com/office/drawing/2014/main" id="{12A0E6CD-EE6B-49DF-B08C-F50BD0036B24}"/>
              </a:ext>
            </a:extLst>
          </p:cNvPr>
          <p:cNvSpPr txBox="1"/>
          <p:nvPr/>
        </p:nvSpPr>
        <p:spPr>
          <a:xfrm>
            <a:off x="5552863"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4</a:t>
            </a:r>
            <a:endParaRPr sz="1000">
              <a:latin typeface="Arial"/>
              <a:cs typeface="Arial"/>
            </a:endParaRPr>
          </a:p>
        </p:txBody>
      </p:sp>
      <p:grpSp>
        <p:nvGrpSpPr>
          <p:cNvPr id="31" name="object 27">
            <a:extLst>
              <a:ext uri="{FF2B5EF4-FFF2-40B4-BE49-F238E27FC236}">
                <a16:creationId xmlns:a16="http://schemas.microsoft.com/office/drawing/2014/main" id="{0878CADB-7E21-4D04-AEC5-0FBB6EADCC9A}"/>
              </a:ext>
            </a:extLst>
          </p:cNvPr>
          <p:cNvGrpSpPr/>
          <p:nvPr/>
        </p:nvGrpSpPr>
        <p:grpSpPr>
          <a:xfrm>
            <a:off x="6031512" y="1265107"/>
            <a:ext cx="975783" cy="1432983"/>
            <a:chOff x="6836918" y="1379029"/>
            <a:chExt cx="878205" cy="1289685"/>
          </a:xfrm>
        </p:grpSpPr>
        <p:sp>
          <p:nvSpPr>
            <p:cNvPr id="32" name="object 28">
              <a:extLst>
                <a:ext uri="{FF2B5EF4-FFF2-40B4-BE49-F238E27FC236}">
                  <a16:creationId xmlns:a16="http://schemas.microsoft.com/office/drawing/2014/main" id="{783F0135-64EE-4204-829B-7F469D8E681D}"/>
                </a:ext>
              </a:extLst>
            </p:cNvPr>
            <p:cNvSpPr/>
            <p:nvPr/>
          </p:nvSpPr>
          <p:spPr>
            <a:xfrm>
              <a:off x="6849618"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33" name="object 29">
              <a:extLst>
                <a:ext uri="{FF2B5EF4-FFF2-40B4-BE49-F238E27FC236}">
                  <a16:creationId xmlns:a16="http://schemas.microsoft.com/office/drawing/2014/main" id="{69413669-87B4-44BC-AF8F-E9489B7DD222}"/>
                </a:ext>
              </a:extLst>
            </p:cNvPr>
            <p:cNvSpPr/>
            <p:nvPr/>
          </p:nvSpPr>
          <p:spPr>
            <a:xfrm>
              <a:off x="6849618"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34" name="object 30">
              <a:extLst>
                <a:ext uri="{FF2B5EF4-FFF2-40B4-BE49-F238E27FC236}">
                  <a16:creationId xmlns:a16="http://schemas.microsoft.com/office/drawing/2014/main" id="{358EAB6F-6C4B-4274-A4D7-5674770FDE45}"/>
                </a:ext>
              </a:extLst>
            </p:cNvPr>
            <p:cNvSpPr/>
            <p:nvPr/>
          </p:nvSpPr>
          <p:spPr>
            <a:xfrm>
              <a:off x="7252716" y="1383791"/>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5" name="object 31">
              <a:extLst>
                <a:ext uri="{FF2B5EF4-FFF2-40B4-BE49-F238E27FC236}">
                  <a16:creationId xmlns:a16="http://schemas.microsoft.com/office/drawing/2014/main" id="{E8AFBCF0-DF21-4F40-BE9C-CF3924E7D13A}"/>
                </a:ext>
              </a:extLst>
            </p:cNvPr>
            <p:cNvSpPr/>
            <p:nvPr/>
          </p:nvSpPr>
          <p:spPr>
            <a:xfrm>
              <a:off x="7252716" y="1383791"/>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36" name="object 32">
            <a:extLst>
              <a:ext uri="{FF2B5EF4-FFF2-40B4-BE49-F238E27FC236}">
                <a16:creationId xmlns:a16="http://schemas.microsoft.com/office/drawing/2014/main" id="{1AC376E6-ACA5-4787-BFB2-25E478222A0A}"/>
              </a:ext>
            </a:extLst>
          </p:cNvPr>
          <p:cNvSpPr txBox="1"/>
          <p:nvPr/>
        </p:nvSpPr>
        <p:spPr>
          <a:xfrm>
            <a:off x="6567452"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5</a:t>
            </a:r>
            <a:endParaRPr sz="1000">
              <a:latin typeface="Arial"/>
              <a:cs typeface="Arial"/>
            </a:endParaRPr>
          </a:p>
        </p:txBody>
      </p:sp>
      <p:grpSp>
        <p:nvGrpSpPr>
          <p:cNvPr id="37" name="object 33">
            <a:extLst>
              <a:ext uri="{FF2B5EF4-FFF2-40B4-BE49-F238E27FC236}">
                <a16:creationId xmlns:a16="http://schemas.microsoft.com/office/drawing/2014/main" id="{3EE90ACA-879C-4999-8179-9C3BBDC1B5D3}"/>
              </a:ext>
            </a:extLst>
          </p:cNvPr>
          <p:cNvGrpSpPr/>
          <p:nvPr/>
        </p:nvGrpSpPr>
        <p:grpSpPr>
          <a:xfrm>
            <a:off x="1256028" y="1676798"/>
            <a:ext cx="6155267" cy="652639"/>
            <a:chOff x="2538983" y="1749551"/>
            <a:chExt cx="5539740" cy="587375"/>
          </a:xfrm>
        </p:grpSpPr>
        <p:sp>
          <p:nvSpPr>
            <p:cNvPr id="38" name="object 34">
              <a:extLst>
                <a:ext uri="{FF2B5EF4-FFF2-40B4-BE49-F238E27FC236}">
                  <a16:creationId xmlns:a16="http://schemas.microsoft.com/office/drawing/2014/main" id="{55040B88-45CC-4D5D-A167-A42FD9BCB8AB}"/>
                </a:ext>
              </a:extLst>
            </p:cNvPr>
            <p:cNvSpPr/>
            <p:nvPr/>
          </p:nvSpPr>
          <p:spPr>
            <a:xfrm>
              <a:off x="7762494"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39" name="object 35">
              <a:extLst>
                <a:ext uri="{FF2B5EF4-FFF2-40B4-BE49-F238E27FC236}">
                  <a16:creationId xmlns:a16="http://schemas.microsoft.com/office/drawing/2014/main" id="{C19AE7B5-EB58-4C90-8AC1-303333BFAA33}"/>
                </a:ext>
              </a:extLst>
            </p:cNvPr>
            <p:cNvSpPr/>
            <p:nvPr/>
          </p:nvSpPr>
          <p:spPr>
            <a:xfrm>
              <a:off x="7762494"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40" name="object 36">
              <a:extLst>
                <a:ext uri="{FF2B5EF4-FFF2-40B4-BE49-F238E27FC236}">
                  <a16:creationId xmlns:a16="http://schemas.microsoft.com/office/drawing/2014/main" id="{A3D988B7-06F2-46B2-ABB0-7A0697D2708E}"/>
                </a:ext>
              </a:extLst>
            </p:cNvPr>
            <p:cNvSpPr/>
            <p:nvPr/>
          </p:nvSpPr>
          <p:spPr>
            <a:xfrm>
              <a:off x="2558033" y="1768601"/>
              <a:ext cx="5501640" cy="549275"/>
            </a:xfrm>
            <a:custGeom>
              <a:avLst/>
              <a:gdLst/>
              <a:ahLst/>
              <a:cxnLst/>
              <a:rect l="l" t="t" r="r" b="b"/>
              <a:pathLst>
                <a:path w="5501640" h="549275">
                  <a:moveTo>
                    <a:pt x="0" y="0"/>
                  </a:moveTo>
                  <a:lnTo>
                    <a:pt x="5501640" y="0"/>
                  </a:lnTo>
                </a:path>
                <a:path w="5501640" h="549275">
                  <a:moveTo>
                    <a:pt x="0" y="544068"/>
                  </a:moveTo>
                  <a:lnTo>
                    <a:pt x="5501640" y="549148"/>
                  </a:lnTo>
                </a:path>
              </a:pathLst>
            </a:custGeom>
            <a:ln w="38100">
              <a:solidFill>
                <a:srgbClr val="008462"/>
              </a:solidFill>
              <a:prstDash val="lgDash"/>
            </a:ln>
          </p:spPr>
          <p:txBody>
            <a:bodyPr wrap="square" lIns="0" tIns="0" rIns="0" bIns="0" rtlCol="0"/>
            <a:lstStyle/>
            <a:p>
              <a:endParaRPr sz="2000"/>
            </a:p>
          </p:txBody>
        </p:sp>
      </p:grpSp>
      <p:sp>
        <p:nvSpPr>
          <p:cNvPr id="41" name="object 37">
            <a:extLst>
              <a:ext uri="{FF2B5EF4-FFF2-40B4-BE49-F238E27FC236}">
                <a16:creationId xmlns:a16="http://schemas.microsoft.com/office/drawing/2014/main" id="{07AF65D1-DD91-4F42-9FDE-950F7800DE7E}"/>
              </a:ext>
            </a:extLst>
          </p:cNvPr>
          <p:cNvSpPr txBox="1"/>
          <p:nvPr/>
        </p:nvSpPr>
        <p:spPr>
          <a:xfrm>
            <a:off x="1235145" y="1294951"/>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42" name="object 38">
            <a:extLst>
              <a:ext uri="{FF2B5EF4-FFF2-40B4-BE49-F238E27FC236}">
                <a16:creationId xmlns:a16="http://schemas.microsoft.com/office/drawing/2014/main" id="{486E0369-C762-4155-AAA9-07D24CE36DEE}"/>
              </a:ext>
            </a:extLst>
          </p:cNvPr>
          <p:cNvSpPr txBox="1"/>
          <p:nvPr/>
        </p:nvSpPr>
        <p:spPr>
          <a:xfrm>
            <a:off x="1235145" y="1838091"/>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43" name="object 39">
            <a:extLst>
              <a:ext uri="{FF2B5EF4-FFF2-40B4-BE49-F238E27FC236}">
                <a16:creationId xmlns:a16="http://schemas.microsoft.com/office/drawing/2014/main" id="{4BA145E9-7E08-439C-A75F-9BE7D1A6D169}"/>
              </a:ext>
            </a:extLst>
          </p:cNvPr>
          <p:cNvSpPr txBox="1"/>
          <p:nvPr/>
        </p:nvSpPr>
        <p:spPr>
          <a:xfrm>
            <a:off x="1235145" y="2380944"/>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pSp>
        <p:nvGrpSpPr>
          <p:cNvPr id="44" name="object 40">
            <a:extLst>
              <a:ext uri="{FF2B5EF4-FFF2-40B4-BE49-F238E27FC236}">
                <a16:creationId xmlns:a16="http://schemas.microsoft.com/office/drawing/2014/main" id="{BF6FEB14-20E2-47E3-A37B-A538037194BA}"/>
              </a:ext>
            </a:extLst>
          </p:cNvPr>
          <p:cNvGrpSpPr/>
          <p:nvPr/>
        </p:nvGrpSpPr>
        <p:grpSpPr>
          <a:xfrm>
            <a:off x="4065759" y="5045602"/>
            <a:ext cx="826911" cy="393700"/>
            <a:chOff x="7863585" y="3471414"/>
            <a:chExt cx="744220" cy="354330"/>
          </a:xfrm>
        </p:grpSpPr>
        <p:sp>
          <p:nvSpPr>
            <p:cNvPr id="45" name="object 41">
              <a:extLst>
                <a:ext uri="{FF2B5EF4-FFF2-40B4-BE49-F238E27FC236}">
                  <a16:creationId xmlns:a16="http://schemas.microsoft.com/office/drawing/2014/main" id="{4DAB371E-98E9-4111-9717-44911D02F8CC}"/>
                </a:ext>
              </a:extLst>
            </p:cNvPr>
            <p:cNvSpPr/>
            <p:nvPr/>
          </p:nvSpPr>
          <p:spPr>
            <a:xfrm>
              <a:off x="8235695" y="34777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46" name="object 42">
              <a:extLst>
                <a:ext uri="{FF2B5EF4-FFF2-40B4-BE49-F238E27FC236}">
                  <a16:creationId xmlns:a16="http://schemas.microsoft.com/office/drawing/2014/main" id="{9C628BA3-3029-4B94-9051-12912818B00D}"/>
                </a:ext>
              </a:extLst>
            </p:cNvPr>
            <p:cNvSpPr/>
            <p:nvPr/>
          </p:nvSpPr>
          <p:spPr>
            <a:xfrm>
              <a:off x="8235695" y="34777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7" name="object 43">
              <a:extLst>
                <a:ext uri="{FF2B5EF4-FFF2-40B4-BE49-F238E27FC236}">
                  <a16:creationId xmlns:a16="http://schemas.microsoft.com/office/drawing/2014/main" id="{AD2AF758-DB78-4E95-AC21-12D504E40853}"/>
                </a:ext>
              </a:extLst>
            </p:cNvPr>
            <p:cNvSpPr/>
            <p:nvPr/>
          </p:nvSpPr>
          <p:spPr>
            <a:xfrm>
              <a:off x="8235695" y="356311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48" name="object 44">
              <a:extLst>
                <a:ext uri="{FF2B5EF4-FFF2-40B4-BE49-F238E27FC236}">
                  <a16:creationId xmlns:a16="http://schemas.microsoft.com/office/drawing/2014/main" id="{66DFE7FC-B539-4DAA-BAF7-CA8666FBEBE2}"/>
                </a:ext>
              </a:extLst>
            </p:cNvPr>
            <p:cNvSpPr/>
            <p:nvPr/>
          </p:nvSpPr>
          <p:spPr>
            <a:xfrm>
              <a:off x="8235695" y="3563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 name="object 45">
              <a:extLst>
                <a:ext uri="{FF2B5EF4-FFF2-40B4-BE49-F238E27FC236}">
                  <a16:creationId xmlns:a16="http://schemas.microsoft.com/office/drawing/2014/main" id="{1770F08F-792D-40BC-A03F-97CF146E10BC}"/>
                </a:ext>
              </a:extLst>
            </p:cNvPr>
            <p:cNvSpPr/>
            <p:nvPr/>
          </p:nvSpPr>
          <p:spPr>
            <a:xfrm>
              <a:off x="8235695" y="36484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50" name="object 46">
              <a:extLst>
                <a:ext uri="{FF2B5EF4-FFF2-40B4-BE49-F238E27FC236}">
                  <a16:creationId xmlns:a16="http://schemas.microsoft.com/office/drawing/2014/main" id="{6EE6F4E0-6B4A-4E54-B866-534594980E9C}"/>
                </a:ext>
              </a:extLst>
            </p:cNvPr>
            <p:cNvSpPr/>
            <p:nvPr/>
          </p:nvSpPr>
          <p:spPr>
            <a:xfrm>
              <a:off x="8235695" y="36484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 name="object 47">
              <a:extLst>
                <a:ext uri="{FF2B5EF4-FFF2-40B4-BE49-F238E27FC236}">
                  <a16:creationId xmlns:a16="http://schemas.microsoft.com/office/drawing/2014/main" id="{1B879CA2-5B62-4B32-B903-FC4681A85C14}"/>
                </a:ext>
              </a:extLst>
            </p:cNvPr>
            <p:cNvSpPr/>
            <p:nvPr/>
          </p:nvSpPr>
          <p:spPr>
            <a:xfrm>
              <a:off x="8235695" y="373380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52" name="object 48">
              <a:extLst>
                <a:ext uri="{FF2B5EF4-FFF2-40B4-BE49-F238E27FC236}">
                  <a16:creationId xmlns:a16="http://schemas.microsoft.com/office/drawing/2014/main" id="{E1D01658-3095-468B-B648-23F5EE59514E}"/>
                </a:ext>
              </a:extLst>
            </p:cNvPr>
            <p:cNvSpPr/>
            <p:nvPr/>
          </p:nvSpPr>
          <p:spPr>
            <a:xfrm>
              <a:off x="8235695" y="37338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 name="object 49">
              <a:extLst>
                <a:ext uri="{FF2B5EF4-FFF2-40B4-BE49-F238E27FC236}">
                  <a16:creationId xmlns:a16="http://schemas.microsoft.com/office/drawing/2014/main" id="{13C921B5-C0D8-4F7C-B261-A4971793999B}"/>
                </a:ext>
              </a:extLst>
            </p:cNvPr>
            <p:cNvSpPr/>
            <p:nvPr/>
          </p:nvSpPr>
          <p:spPr>
            <a:xfrm>
              <a:off x="7869935" y="34777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54" name="object 50">
              <a:extLst>
                <a:ext uri="{FF2B5EF4-FFF2-40B4-BE49-F238E27FC236}">
                  <a16:creationId xmlns:a16="http://schemas.microsoft.com/office/drawing/2014/main" id="{2D0FCB36-71EF-48FB-906A-C6054747F748}"/>
                </a:ext>
              </a:extLst>
            </p:cNvPr>
            <p:cNvSpPr/>
            <p:nvPr/>
          </p:nvSpPr>
          <p:spPr>
            <a:xfrm>
              <a:off x="7869935" y="34777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5" name="object 51">
              <a:extLst>
                <a:ext uri="{FF2B5EF4-FFF2-40B4-BE49-F238E27FC236}">
                  <a16:creationId xmlns:a16="http://schemas.microsoft.com/office/drawing/2014/main" id="{E9A85A39-1959-4EEC-AE91-6A8287C7B058}"/>
                </a:ext>
              </a:extLst>
            </p:cNvPr>
            <p:cNvSpPr/>
            <p:nvPr/>
          </p:nvSpPr>
          <p:spPr>
            <a:xfrm>
              <a:off x="796289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6" name="object 52">
              <a:extLst>
                <a:ext uri="{FF2B5EF4-FFF2-40B4-BE49-F238E27FC236}">
                  <a16:creationId xmlns:a16="http://schemas.microsoft.com/office/drawing/2014/main" id="{89231FC9-9A82-4E12-B14D-DCAC3FD07F16}"/>
                </a:ext>
              </a:extLst>
            </p:cNvPr>
            <p:cNvSpPr/>
            <p:nvPr/>
          </p:nvSpPr>
          <p:spPr>
            <a:xfrm>
              <a:off x="796289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7" name="object 53">
              <a:extLst>
                <a:ext uri="{FF2B5EF4-FFF2-40B4-BE49-F238E27FC236}">
                  <a16:creationId xmlns:a16="http://schemas.microsoft.com/office/drawing/2014/main" id="{E6620ED2-B8DF-4475-93CD-6FABFF470FCF}"/>
                </a:ext>
              </a:extLst>
            </p:cNvPr>
            <p:cNvSpPr/>
            <p:nvPr/>
          </p:nvSpPr>
          <p:spPr>
            <a:xfrm>
              <a:off x="805433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8" name="object 54">
              <a:extLst>
                <a:ext uri="{FF2B5EF4-FFF2-40B4-BE49-F238E27FC236}">
                  <a16:creationId xmlns:a16="http://schemas.microsoft.com/office/drawing/2014/main" id="{82120530-CD13-44CF-804B-CB6F6C330F17}"/>
                </a:ext>
              </a:extLst>
            </p:cNvPr>
            <p:cNvSpPr/>
            <p:nvPr/>
          </p:nvSpPr>
          <p:spPr>
            <a:xfrm>
              <a:off x="805433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9" name="object 55">
              <a:extLst>
                <a:ext uri="{FF2B5EF4-FFF2-40B4-BE49-F238E27FC236}">
                  <a16:creationId xmlns:a16="http://schemas.microsoft.com/office/drawing/2014/main" id="{52EFCD56-0972-4F03-88F3-7BC24CDA1457}"/>
                </a:ext>
              </a:extLst>
            </p:cNvPr>
            <p:cNvSpPr/>
            <p:nvPr/>
          </p:nvSpPr>
          <p:spPr>
            <a:xfrm>
              <a:off x="7869935" y="356311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60" name="object 56">
              <a:extLst>
                <a:ext uri="{FF2B5EF4-FFF2-40B4-BE49-F238E27FC236}">
                  <a16:creationId xmlns:a16="http://schemas.microsoft.com/office/drawing/2014/main" id="{9FBCB669-5B17-445D-92AD-DADE91BDFE9C}"/>
                </a:ext>
              </a:extLst>
            </p:cNvPr>
            <p:cNvSpPr/>
            <p:nvPr/>
          </p:nvSpPr>
          <p:spPr>
            <a:xfrm>
              <a:off x="7869935" y="3563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 name="object 57">
              <a:extLst>
                <a:ext uri="{FF2B5EF4-FFF2-40B4-BE49-F238E27FC236}">
                  <a16:creationId xmlns:a16="http://schemas.microsoft.com/office/drawing/2014/main" id="{1817BAF3-9143-4621-AB98-D22D824ED171}"/>
                </a:ext>
              </a:extLst>
            </p:cNvPr>
            <p:cNvSpPr/>
            <p:nvPr/>
          </p:nvSpPr>
          <p:spPr>
            <a:xfrm>
              <a:off x="796289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2" name="object 58">
              <a:extLst>
                <a:ext uri="{FF2B5EF4-FFF2-40B4-BE49-F238E27FC236}">
                  <a16:creationId xmlns:a16="http://schemas.microsoft.com/office/drawing/2014/main" id="{0A381573-74F0-41E8-B237-A1046C20877B}"/>
                </a:ext>
              </a:extLst>
            </p:cNvPr>
            <p:cNvSpPr/>
            <p:nvPr/>
          </p:nvSpPr>
          <p:spPr>
            <a:xfrm>
              <a:off x="796289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 name="object 59">
              <a:extLst>
                <a:ext uri="{FF2B5EF4-FFF2-40B4-BE49-F238E27FC236}">
                  <a16:creationId xmlns:a16="http://schemas.microsoft.com/office/drawing/2014/main" id="{D81E0A56-FA41-41C7-9125-C83DBD57D14D}"/>
                </a:ext>
              </a:extLst>
            </p:cNvPr>
            <p:cNvSpPr/>
            <p:nvPr/>
          </p:nvSpPr>
          <p:spPr>
            <a:xfrm>
              <a:off x="805433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4" name="object 60">
              <a:extLst>
                <a:ext uri="{FF2B5EF4-FFF2-40B4-BE49-F238E27FC236}">
                  <a16:creationId xmlns:a16="http://schemas.microsoft.com/office/drawing/2014/main" id="{5AAD2993-05CD-4D46-A690-F38F5C6BB3BF}"/>
                </a:ext>
              </a:extLst>
            </p:cNvPr>
            <p:cNvSpPr/>
            <p:nvPr/>
          </p:nvSpPr>
          <p:spPr>
            <a:xfrm>
              <a:off x="805433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 name="object 61">
              <a:extLst>
                <a:ext uri="{FF2B5EF4-FFF2-40B4-BE49-F238E27FC236}">
                  <a16:creationId xmlns:a16="http://schemas.microsoft.com/office/drawing/2014/main" id="{46C26584-0A91-4E8D-8AF6-F53C37BF4A4A}"/>
                </a:ext>
              </a:extLst>
            </p:cNvPr>
            <p:cNvSpPr/>
            <p:nvPr/>
          </p:nvSpPr>
          <p:spPr>
            <a:xfrm>
              <a:off x="7869935" y="36484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66" name="object 62">
              <a:extLst>
                <a:ext uri="{FF2B5EF4-FFF2-40B4-BE49-F238E27FC236}">
                  <a16:creationId xmlns:a16="http://schemas.microsoft.com/office/drawing/2014/main" id="{B4262E06-4FAA-426E-A6F4-DAEA0A8B69C4}"/>
                </a:ext>
              </a:extLst>
            </p:cNvPr>
            <p:cNvSpPr/>
            <p:nvPr/>
          </p:nvSpPr>
          <p:spPr>
            <a:xfrm>
              <a:off x="7869935" y="36484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 name="object 63">
              <a:extLst>
                <a:ext uri="{FF2B5EF4-FFF2-40B4-BE49-F238E27FC236}">
                  <a16:creationId xmlns:a16="http://schemas.microsoft.com/office/drawing/2014/main" id="{D9B90727-51D8-4AB1-BAB6-CBC692E29B3A}"/>
                </a:ext>
              </a:extLst>
            </p:cNvPr>
            <p:cNvSpPr/>
            <p:nvPr/>
          </p:nvSpPr>
          <p:spPr>
            <a:xfrm>
              <a:off x="796289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8" name="object 64">
              <a:extLst>
                <a:ext uri="{FF2B5EF4-FFF2-40B4-BE49-F238E27FC236}">
                  <a16:creationId xmlns:a16="http://schemas.microsoft.com/office/drawing/2014/main" id="{FA5CC9E1-0DE8-466B-B30B-840BAB3FC0DE}"/>
                </a:ext>
              </a:extLst>
            </p:cNvPr>
            <p:cNvSpPr/>
            <p:nvPr/>
          </p:nvSpPr>
          <p:spPr>
            <a:xfrm>
              <a:off x="796289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9" name="object 65">
              <a:extLst>
                <a:ext uri="{FF2B5EF4-FFF2-40B4-BE49-F238E27FC236}">
                  <a16:creationId xmlns:a16="http://schemas.microsoft.com/office/drawing/2014/main" id="{8A969574-4D49-4550-85CA-EC8E4D77C245}"/>
                </a:ext>
              </a:extLst>
            </p:cNvPr>
            <p:cNvSpPr/>
            <p:nvPr/>
          </p:nvSpPr>
          <p:spPr>
            <a:xfrm>
              <a:off x="805433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70" name="object 66">
              <a:extLst>
                <a:ext uri="{FF2B5EF4-FFF2-40B4-BE49-F238E27FC236}">
                  <a16:creationId xmlns:a16="http://schemas.microsoft.com/office/drawing/2014/main" id="{01E0C1D3-3EEF-42ED-A19D-80C9C7CDA9ED}"/>
                </a:ext>
              </a:extLst>
            </p:cNvPr>
            <p:cNvSpPr/>
            <p:nvPr/>
          </p:nvSpPr>
          <p:spPr>
            <a:xfrm>
              <a:off x="805433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1" name="object 67">
              <a:extLst>
                <a:ext uri="{FF2B5EF4-FFF2-40B4-BE49-F238E27FC236}">
                  <a16:creationId xmlns:a16="http://schemas.microsoft.com/office/drawing/2014/main" id="{ACD449BF-2D5D-42B6-91D0-70CCF5DC7626}"/>
                </a:ext>
              </a:extLst>
            </p:cNvPr>
            <p:cNvSpPr/>
            <p:nvPr/>
          </p:nvSpPr>
          <p:spPr>
            <a:xfrm>
              <a:off x="7869935" y="373380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72" name="object 68">
              <a:extLst>
                <a:ext uri="{FF2B5EF4-FFF2-40B4-BE49-F238E27FC236}">
                  <a16:creationId xmlns:a16="http://schemas.microsoft.com/office/drawing/2014/main" id="{E644479C-2770-4B9F-9EF6-19E6D9668256}"/>
                </a:ext>
              </a:extLst>
            </p:cNvPr>
            <p:cNvSpPr/>
            <p:nvPr/>
          </p:nvSpPr>
          <p:spPr>
            <a:xfrm>
              <a:off x="7869935" y="37338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3" name="object 69">
              <a:extLst>
                <a:ext uri="{FF2B5EF4-FFF2-40B4-BE49-F238E27FC236}">
                  <a16:creationId xmlns:a16="http://schemas.microsoft.com/office/drawing/2014/main" id="{C95D3E4A-A482-44F1-9ECF-1B1164897D3D}"/>
                </a:ext>
              </a:extLst>
            </p:cNvPr>
            <p:cNvSpPr/>
            <p:nvPr/>
          </p:nvSpPr>
          <p:spPr>
            <a:xfrm>
              <a:off x="796289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74" name="object 70">
              <a:extLst>
                <a:ext uri="{FF2B5EF4-FFF2-40B4-BE49-F238E27FC236}">
                  <a16:creationId xmlns:a16="http://schemas.microsoft.com/office/drawing/2014/main" id="{A1E82057-7BC0-4393-A547-5FF870A9E090}"/>
                </a:ext>
              </a:extLst>
            </p:cNvPr>
            <p:cNvSpPr/>
            <p:nvPr/>
          </p:nvSpPr>
          <p:spPr>
            <a:xfrm>
              <a:off x="796289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5" name="object 71">
              <a:extLst>
                <a:ext uri="{FF2B5EF4-FFF2-40B4-BE49-F238E27FC236}">
                  <a16:creationId xmlns:a16="http://schemas.microsoft.com/office/drawing/2014/main" id="{7600D9A6-CBA5-4A04-A17B-B5C62256661A}"/>
                </a:ext>
              </a:extLst>
            </p:cNvPr>
            <p:cNvSpPr/>
            <p:nvPr/>
          </p:nvSpPr>
          <p:spPr>
            <a:xfrm>
              <a:off x="805433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76" name="object 72">
              <a:extLst>
                <a:ext uri="{FF2B5EF4-FFF2-40B4-BE49-F238E27FC236}">
                  <a16:creationId xmlns:a16="http://schemas.microsoft.com/office/drawing/2014/main" id="{4D1327E6-43EB-4589-92FF-C1B3B5CD9243}"/>
                </a:ext>
              </a:extLst>
            </p:cNvPr>
            <p:cNvSpPr/>
            <p:nvPr/>
          </p:nvSpPr>
          <p:spPr>
            <a:xfrm>
              <a:off x="805433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7" name="object 73">
              <a:extLst>
                <a:ext uri="{FF2B5EF4-FFF2-40B4-BE49-F238E27FC236}">
                  <a16:creationId xmlns:a16="http://schemas.microsoft.com/office/drawing/2014/main" id="{E07145BA-6155-48A2-A50A-B06F42463225}"/>
                </a:ext>
              </a:extLst>
            </p:cNvPr>
            <p:cNvSpPr/>
            <p:nvPr/>
          </p:nvSpPr>
          <p:spPr>
            <a:xfrm>
              <a:off x="8145779" y="34777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78" name="object 74">
              <a:extLst>
                <a:ext uri="{FF2B5EF4-FFF2-40B4-BE49-F238E27FC236}">
                  <a16:creationId xmlns:a16="http://schemas.microsoft.com/office/drawing/2014/main" id="{319AB683-7AB6-402F-A9BC-9FBECE692019}"/>
                </a:ext>
              </a:extLst>
            </p:cNvPr>
            <p:cNvSpPr/>
            <p:nvPr/>
          </p:nvSpPr>
          <p:spPr>
            <a:xfrm>
              <a:off x="8145779" y="34777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79" name="object 75">
              <a:extLst>
                <a:ext uri="{FF2B5EF4-FFF2-40B4-BE49-F238E27FC236}">
                  <a16:creationId xmlns:a16="http://schemas.microsoft.com/office/drawing/2014/main" id="{1D62B8F1-44D8-4DAB-B1D7-B6AD99E00E0B}"/>
                </a:ext>
              </a:extLst>
            </p:cNvPr>
            <p:cNvSpPr/>
            <p:nvPr/>
          </p:nvSpPr>
          <p:spPr>
            <a:xfrm>
              <a:off x="8145779" y="356311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80" name="object 76">
              <a:extLst>
                <a:ext uri="{FF2B5EF4-FFF2-40B4-BE49-F238E27FC236}">
                  <a16:creationId xmlns:a16="http://schemas.microsoft.com/office/drawing/2014/main" id="{3741C933-51B4-47EB-8024-B10ECE87C041}"/>
                </a:ext>
              </a:extLst>
            </p:cNvPr>
            <p:cNvSpPr/>
            <p:nvPr/>
          </p:nvSpPr>
          <p:spPr>
            <a:xfrm>
              <a:off x="8145779" y="3563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 name="object 77">
              <a:extLst>
                <a:ext uri="{FF2B5EF4-FFF2-40B4-BE49-F238E27FC236}">
                  <a16:creationId xmlns:a16="http://schemas.microsoft.com/office/drawing/2014/main" id="{7ABBAE82-5FB9-4F99-9B33-FC71CCDC94FF}"/>
                </a:ext>
              </a:extLst>
            </p:cNvPr>
            <p:cNvSpPr/>
            <p:nvPr/>
          </p:nvSpPr>
          <p:spPr>
            <a:xfrm>
              <a:off x="8145779" y="36484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82" name="object 78">
              <a:extLst>
                <a:ext uri="{FF2B5EF4-FFF2-40B4-BE49-F238E27FC236}">
                  <a16:creationId xmlns:a16="http://schemas.microsoft.com/office/drawing/2014/main" id="{2507D3C7-67A0-459E-B400-2E02E1C1D5C1}"/>
                </a:ext>
              </a:extLst>
            </p:cNvPr>
            <p:cNvSpPr/>
            <p:nvPr/>
          </p:nvSpPr>
          <p:spPr>
            <a:xfrm>
              <a:off x="8145779" y="36484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3" name="object 79">
              <a:extLst>
                <a:ext uri="{FF2B5EF4-FFF2-40B4-BE49-F238E27FC236}">
                  <a16:creationId xmlns:a16="http://schemas.microsoft.com/office/drawing/2014/main" id="{24F2AE5D-11AB-4628-9CD1-54354CC2BFC1}"/>
                </a:ext>
              </a:extLst>
            </p:cNvPr>
            <p:cNvSpPr/>
            <p:nvPr/>
          </p:nvSpPr>
          <p:spPr>
            <a:xfrm>
              <a:off x="8145779" y="373380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84" name="object 80">
              <a:extLst>
                <a:ext uri="{FF2B5EF4-FFF2-40B4-BE49-F238E27FC236}">
                  <a16:creationId xmlns:a16="http://schemas.microsoft.com/office/drawing/2014/main" id="{ADD67B40-8781-4874-8E4D-112B1E1A9ED6}"/>
                </a:ext>
              </a:extLst>
            </p:cNvPr>
            <p:cNvSpPr/>
            <p:nvPr/>
          </p:nvSpPr>
          <p:spPr>
            <a:xfrm>
              <a:off x="8145779" y="37338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 name="object 81">
              <a:extLst>
                <a:ext uri="{FF2B5EF4-FFF2-40B4-BE49-F238E27FC236}">
                  <a16:creationId xmlns:a16="http://schemas.microsoft.com/office/drawing/2014/main" id="{77E7A264-A876-4832-87A2-35F3459B57DE}"/>
                </a:ext>
              </a:extLst>
            </p:cNvPr>
            <p:cNvSpPr/>
            <p:nvPr/>
          </p:nvSpPr>
          <p:spPr>
            <a:xfrm>
              <a:off x="832865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86" name="object 82">
              <a:extLst>
                <a:ext uri="{FF2B5EF4-FFF2-40B4-BE49-F238E27FC236}">
                  <a16:creationId xmlns:a16="http://schemas.microsoft.com/office/drawing/2014/main" id="{FF645FFB-733C-42F0-B6D2-9B6D9AB9FD7D}"/>
                </a:ext>
              </a:extLst>
            </p:cNvPr>
            <p:cNvSpPr/>
            <p:nvPr/>
          </p:nvSpPr>
          <p:spPr>
            <a:xfrm>
              <a:off x="832865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7" name="object 83">
              <a:extLst>
                <a:ext uri="{FF2B5EF4-FFF2-40B4-BE49-F238E27FC236}">
                  <a16:creationId xmlns:a16="http://schemas.microsoft.com/office/drawing/2014/main" id="{874810A9-6851-4886-B867-28B7D264D250}"/>
                </a:ext>
              </a:extLst>
            </p:cNvPr>
            <p:cNvSpPr/>
            <p:nvPr/>
          </p:nvSpPr>
          <p:spPr>
            <a:xfrm>
              <a:off x="832865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88" name="object 84">
              <a:extLst>
                <a:ext uri="{FF2B5EF4-FFF2-40B4-BE49-F238E27FC236}">
                  <a16:creationId xmlns:a16="http://schemas.microsoft.com/office/drawing/2014/main" id="{265188F9-8BCC-4449-B29E-69D1F81D579F}"/>
                </a:ext>
              </a:extLst>
            </p:cNvPr>
            <p:cNvSpPr/>
            <p:nvPr/>
          </p:nvSpPr>
          <p:spPr>
            <a:xfrm>
              <a:off x="832865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 name="object 85">
              <a:extLst>
                <a:ext uri="{FF2B5EF4-FFF2-40B4-BE49-F238E27FC236}">
                  <a16:creationId xmlns:a16="http://schemas.microsoft.com/office/drawing/2014/main" id="{6FC5DC77-93A7-4412-A756-F9BC61627F0B}"/>
                </a:ext>
              </a:extLst>
            </p:cNvPr>
            <p:cNvSpPr/>
            <p:nvPr/>
          </p:nvSpPr>
          <p:spPr>
            <a:xfrm>
              <a:off x="832865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0" name="object 86">
              <a:extLst>
                <a:ext uri="{FF2B5EF4-FFF2-40B4-BE49-F238E27FC236}">
                  <a16:creationId xmlns:a16="http://schemas.microsoft.com/office/drawing/2014/main" id="{E183607B-933F-489F-B7A3-A0F589A57B6C}"/>
                </a:ext>
              </a:extLst>
            </p:cNvPr>
            <p:cNvSpPr/>
            <p:nvPr/>
          </p:nvSpPr>
          <p:spPr>
            <a:xfrm>
              <a:off x="832865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 name="object 87">
              <a:extLst>
                <a:ext uri="{FF2B5EF4-FFF2-40B4-BE49-F238E27FC236}">
                  <a16:creationId xmlns:a16="http://schemas.microsoft.com/office/drawing/2014/main" id="{57E71461-4E51-4B3A-880B-BF9FFEE650CB}"/>
                </a:ext>
              </a:extLst>
            </p:cNvPr>
            <p:cNvSpPr/>
            <p:nvPr/>
          </p:nvSpPr>
          <p:spPr>
            <a:xfrm>
              <a:off x="832865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2" name="object 88">
              <a:extLst>
                <a:ext uri="{FF2B5EF4-FFF2-40B4-BE49-F238E27FC236}">
                  <a16:creationId xmlns:a16="http://schemas.microsoft.com/office/drawing/2014/main" id="{591DF210-70D2-44BF-86BB-87F3DBD2AF5C}"/>
                </a:ext>
              </a:extLst>
            </p:cNvPr>
            <p:cNvSpPr/>
            <p:nvPr/>
          </p:nvSpPr>
          <p:spPr>
            <a:xfrm>
              <a:off x="832865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 name="object 89">
              <a:extLst>
                <a:ext uri="{FF2B5EF4-FFF2-40B4-BE49-F238E27FC236}">
                  <a16:creationId xmlns:a16="http://schemas.microsoft.com/office/drawing/2014/main" id="{2B57C19B-A1C0-4695-A891-2C67AE934AB5}"/>
                </a:ext>
              </a:extLst>
            </p:cNvPr>
            <p:cNvSpPr/>
            <p:nvPr/>
          </p:nvSpPr>
          <p:spPr>
            <a:xfrm>
              <a:off x="8510015"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94" name="object 90">
              <a:extLst>
                <a:ext uri="{FF2B5EF4-FFF2-40B4-BE49-F238E27FC236}">
                  <a16:creationId xmlns:a16="http://schemas.microsoft.com/office/drawing/2014/main" id="{3D99794C-7D91-45CF-91B9-CA6567877168}"/>
                </a:ext>
              </a:extLst>
            </p:cNvPr>
            <p:cNvSpPr/>
            <p:nvPr/>
          </p:nvSpPr>
          <p:spPr>
            <a:xfrm>
              <a:off x="8510015"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5" name="object 91">
              <a:extLst>
                <a:ext uri="{FF2B5EF4-FFF2-40B4-BE49-F238E27FC236}">
                  <a16:creationId xmlns:a16="http://schemas.microsoft.com/office/drawing/2014/main" id="{32655899-241E-480C-904B-B371CCC041BF}"/>
                </a:ext>
              </a:extLst>
            </p:cNvPr>
            <p:cNvSpPr/>
            <p:nvPr/>
          </p:nvSpPr>
          <p:spPr>
            <a:xfrm>
              <a:off x="8510015"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6" name="object 92">
              <a:extLst>
                <a:ext uri="{FF2B5EF4-FFF2-40B4-BE49-F238E27FC236}">
                  <a16:creationId xmlns:a16="http://schemas.microsoft.com/office/drawing/2014/main" id="{5EF20AC6-EA18-43B0-B753-FA74D1157911}"/>
                </a:ext>
              </a:extLst>
            </p:cNvPr>
            <p:cNvSpPr/>
            <p:nvPr/>
          </p:nvSpPr>
          <p:spPr>
            <a:xfrm>
              <a:off x="8510015"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 name="object 93">
              <a:extLst>
                <a:ext uri="{FF2B5EF4-FFF2-40B4-BE49-F238E27FC236}">
                  <a16:creationId xmlns:a16="http://schemas.microsoft.com/office/drawing/2014/main" id="{098ED1A8-8EE0-40BE-9C43-71C27F0B872A}"/>
                </a:ext>
              </a:extLst>
            </p:cNvPr>
            <p:cNvSpPr/>
            <p:nvPr/>
          </p:nvSpPr>
          <p:spPr>
            <a:xfrm>
              <a:off x="8510015"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8" name="object 94">
              <a:extLst>
                <a:ext uri="{FF2B5EF4-FFF2-40B4-BE49-F238E27FC236}">
                  <a16:creationId xmlns:a16="http://schemas.microsoft.com/office/drawing/2014/main" id="{3FFEA1F5-30B5-4086-BCAA-DA6BB145A5E7}"/>
                </a:ext>
              </a:extLst>
            </p:cNvPr>
            <p:cNvSpPr/>
            <p:nvPr/>
          </p:nvSpPr>
          <p:spPr>
            <a:xfrm>
              <a:off x="8510015"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 name="object 95">
              <a:extLst>
                <a:ext uri="{FF2B5EF4-FFF2-40B4-BE49-F238E27FC236}">
                  <a16:creationId xmlns:a16="http://schemas.microsoft.com/office/drawing/2014/main" id="{A5E6382F-A22D-4E38-98D2-80D50CB3171D}"/>
                </a:ext>
              </a:extLst>
            </p:cNvPr>
            <p:cNvSpPr/>
            <p:nvPr/>
          </p:nvSpPr>
          <p:spPr>
            <a:xfrm>
              <a:off x="8510015"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0" name="object 96">
              <a:extLst>
                <a:ext uri="{FF2B5EF4-FFF2-40B4-BE49-F238E27FC236}">
                  <a16:creationId xmlns:a16="http://schemas.microsoft.com/office/drawing/2014/main" id="{7F59E661-0052-4A37-B150-25F11C10AA81}"/>
                </a:ext>
              </a:extLst>
            </p:cNvPr>
            <p:cNvSpPr/>
            <p:nvPr/>
          </p:nvSpPr>
          <p:spPr>
            <a:xfrm>
              <a:off x="8510015"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1" name="object 97">
              <a:extLst>
                <a:ext uri="{FF2B5EF4-FFF2-40B4-BE49-F238E27FC236}">
                  <a16:creationId xmlns:a16="http://schemas.microsoft.com/office/drawing/2014/main" id="{1F285CBB-D6D0-4EAB-87C7-FA117FF58AF6}"/>
                </a:ext>
              </a:extLst>
            </p:cNvPr>
            <p:cNvSpPr/>
            <p:nvPr/>
          </p:nvSpPr>
          <p:spPr>
            <a:xfrm>
              <a:off x="842009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02" name="object 98">
              <a:extLst>
                <a:ext uri="{FF2B5EF4-FFF2-40B4-BE49-F238E27FC236}">
                  <a16:creationId xmlns:a16="http://schemas.microsoft.com/office/drawing/2014/main" id="{6B710F16-0D7D-4D73-949A-493B49F9128C}"/>
                </a:ext>
              </a:extLst>
            </p:cNvPr>
            <p:cNvSpPr/>
            <p:nvPr/>
          </p:nvSpPr>
          <p:spPr>
            <a:xfrm>
              <a:off x="842009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3" name="object 99">
              <a:extLst>
                <a:ext uri="{FF2B5EF4-FFF2-40B4-BE49-F238E27FC236}">
                  <a16:creationId xmlns:a16="http://schemas.microsoft.com/office/drawing/2014/main" id="{35603B67-3E71-4208-8518-9C867DA6E679}"/>
                </a:ext>
              </a:extLst>
            </p:cNvPr>
            <p:cNvSpPr/>
            <p:nvPr/>
          </p:nvSpPr>
          <p:spPr>
            <a:xfrm>
              <a:off x="842009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4" name="object 100">
              <a:extLst>
                <a:ext uri="{FF2B5EF4-FFF2-40B4-BE49-F238E27FC236}">
                  <a16:creationId xmlns:a16="http://schemas.microsoft.com/office/drawing/2014/main" id="{BBC19E9E-B6DC-4E59-8EB7-35E5B77703FB}"/>
                </a:ext>
              </a:extLst>
            </p:cNvPr>
            <p:cNvSpPr/>
            <p:nvPr/>
          </p:nvSpPr>
          <p:spPr>
            <a:xfrm>
              <a:off x="842009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5" name="object 101">
              <a:extLst>
                <a:ext uri="{FF2B5EF4-FFF2-40B4-BE49-F238E27FC236}">
                  <a16:creationId xmlns:a16="http://schemas.microsoft.com/office/drawing/2014/main" id="{42D17C53-BD39-4B0C-9F2F-38742C0E6BA3}"/>
                </a:ext>
              </a:extLst>
            </p:cNvPr>
            <p:cNvSpPr/>
            <p:nvPr/>
          </p:nvSpPr>
          <p:spPr>
            <a:xfrm>
              <a:off x="842009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6" name="object 102">
              <a:extLst>
                <a:ext uri="{FF2B5EF4-FFF2-40B4-BE49-F238E27FC236}">
                  <a16:creationId xmlns:a16="http://schemas.microsoft.com/office/drawing/2014/main" id="{E15A6552-194F-48EA-96D1-6DD281AED0F3}"/>
                </a:ext>
              </a:extLst>
            </p:cNvPr>
            <p:cNvSpPr/>
            <p:nvPr/>
          </p:nvSpPr>
          <p:spPr>
            <a:xfrm>
              <a:off x="842009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7" name="object 103">
              <a:extLst>
                <a:ext uri="{FF2B5EF4-FFF2-40B4-BE49-F238E27FC236}">
                  <a16:creationId xmlns:a16="http://schemas.microsoft.com/office/drawing/2014/main" id="{F024585B-422B-4AE7-944D-460A3C144B6C}"/>
                </a:ext>
              </a:extLst>
            </p:cNvPr>
            <p:cNvSpPr/>
            <p:nvPr/>
          </p:nvSpPr>
          <p:spPr>
            <a:xfrm>
              <a:off x="842009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8" name="object 104">
              <a:extLst>
                <a:ext uri="{FF2B5EF4-FFF2-40B4-BE49-F238E27FC236}">
                  <a16:creationId xmlns:a16="http://schemas.microsoft.com/office/drawing/2014/main" id="{E676A06E-728B-4C52-B6C8-963DDDEF0A92}"/>
                </a:ext>
              </a:extLst>
            </p:cNvPr>
            <p:cNvSpPr/>
            <p:nvPr/>
          </p:nvSpPr>
          <p:spPr>
            <a:xfrm>
              <a:off x="842009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09" name="object 105">
            <a:extLst>
              <a:ext uri="{FF2B5EF4-FFF2-40B4-BE49-F238E27FC236}">
                <a16:creationId xmlns:a16="http://schemas.microsoft.com/office/drawing/2014/main" id="{8F9CBFD8-E549-41C7-8744-586D166F55C9}"/>
              </a:ext>
            </a:extLst>
          </p:cNvPr>
          <p:cNvGrpSpPr/>
          <p:nvPr/>
        </p:nvGrpSpPr>
        <p:grpSpPr>
          <a:xfrm>
            <a:off x="5295119" y="5050686"/>
            <a:ext cx="219428" cy="774700"/>
            <a:chOff x="8970009" y="3475990"/>
            <a:chExt cx="197485" cy="697230"/>
          </a:xfrm>
        </p:grpSpPr>
        <p:sp>
          <p:nvSpPr>
            <p:cNvPr id="110" name="object 106">
              <a:extLst>
                <a:ext uri="{FF2B5EF4-FFF2-40B4-BE49-F238E27FC236}">
                  <a16:creationId xmlns:a16="http://schemas.microsoft.com/office/drawing/2014/main" id="{4B790127-EB8F-4CAD-8301-1465DFBB2EAF}"/>
                </a:ext>
              </a:extLst>
            </p:cNvPr>
            <p:cNvSpPr/>
            <p:nvPr/>
          </p:nvSpPr>
          <p:spPr>
            <a:xfrm>
              <a:off x="8976359" y="3482340"/>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1" name="object 107">
              <a:extLst>
                <a:ext uri="{FF2B5EF4-FFF2-40B4-BE49-F238E27FC236}">
                  <a16:creationId xmlns:a16="http://schemas.microsoft.com/office/drawing/2014/main" id="{568FFEFD-0ACD-47C3-B893-7D0C7008054A}"/>
                </a:ext>
              </a:extLst>
            </p:cNvPr>
            <p:cNvSpPr/>
            <p:nvPr/>
          </p:nvSpPr>
          <p:spPr>
            <a:xfrm>
              <a:off x="8976359" y="348234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2" name="object 108">
              <a:extLst>
                <a:ext uri="{FF2B5EF4-FFF2-40B4-BE49-F238E27FC236}">
                  <a16:creationId xmlns:a16="http://schemas.microsoft.com/office/drawing/2014/main" id="{0FD0C9CD-5484-4428-B273-CE0373AE9B30}"/>
                </a:ext>
              </a:extLst>
            </p:cNvPr>
            <p:cNvSpPr/>
            <p:nvPr/>
          </p:nvSpPr>
          <p:spPr>
            <a:xfrm>
              <a:off x="8976359" y="356768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3" name="object 109">
              <a:extLst>
                <a:ext uri="{FF2B5EF4-FFF2-40B4-BE49-F238E27FC236}">
                  <a16:creationId xmlns:a16="http://schemas.microsoft.com/office/drawing/2014/main" id="{B11D159F-4A75-4119-BF1D-E3DAE4B9F1E6}"/>
                </a:ext>
              </a:extLst>
            </p:cNvPr>
            <p:cNvSpPr/>
            <p:nvPr/>
          </p:nvSpPr>
          <p:spPr>
            <a:xfrm>
              <a:off x="8976359" y="356768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4" name="object 110">
              <a:extLst>
                <a:ext uri="{FF2B5EF4-FFF2-40B4-BE49-F238E27FC236}">
                  <a16:creationId xmlns:a16="http://schemas.microsoft.com/office/drawing/2014/main" id="{0367A9A6-4D6D-4407-8A5E-D5F77929519C}"/>
                </a:ext>
              </a:extLst>
            </p:cNvPr>
            <p:cNvSpPr/>
            <p:nvPr/>
          </p:nvSpPr>
          <p:spPr>
            <a:xfrm>
              <a:off x="8976359" y="3653025"/>
              <a:ext cx="91440" cy="86995"/>
            </a:xfrm>
            <a:custGeom>
              <a:avLst/>
              <a:gdLst/>
              <a:ahLst/>
              <a:cxnLst/>
              <a:rect l="l" t="t" r="r" b="b"/>
              <a:pathLst>
                <a:path w="91440" h="86995">
                  <a:moveTo>
                    <a:pt x="91440" y="0"/>
                  </a:moveTo>
                  <a:lnTo>
                    <a:pt x="0" y="0"/>
                  </a:lnTo>
                  <a:lnTo>
                    <a:pt x="0" y="86870"/>
                  </a:lnTo>
                  <a:lnTo>
                    <a:pt x="91440" y="86870"/>
                  </a:lnTo>
                  <a:lnTo>
                    <a:pt x="91440" y="0"/>
                  </a:lnTo>
                  <a:close/>
                </a:path>
              </a:pathLst>
            </a:custGeom>
            <a:solidFill>
              <a:srgbClr val="E7FFBD"/>
            </a:solidFill>
          </p:spPr>
          <p:txBody>
            <a:bodyPr wrap="square" lIns="0" tIns="0" rIns="0" bIns="0" rtlCol="0"/>
            <a:lstStyle/>
            <a:p>
              <a:endParaRPr sz="2000"/>
            </a:p>
          </p:txBody>
        </p:sp>
        <p:sp>
          <p:nvSpPr>
            <p:cNvPr id="115" name="object 111">
              <a:extLst>
                <a:ext uri="{FF2B5EF4-FFF2-40B4-BE49-F238E27FC236}">
                  <a16:creationId xmlns:a16="http://schemas.microsoft.com/office/drawing/2014/main" id="{CFDC53CB-E454-4471-94A5-1F8C56A1094D}"/>
                </a:ext>
              </a:extLst>
            </p:cNvPr>
            <p:cNvSpPr/>
            <p:nvPr/>
          </p:nvSpPr>
          <p:spPr>
            <a:xfrm>
              <a:off x="8976359" y="3653025"/>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16" name="object 112">
              <a:extLst>
                <a:ext uri="{FF2B5EF4-FFF2-40B4-BE49-F238E27FC236}">
                  <a16:creationId xmlns:a16="http://schemas.microsoft.com/office/drawing/2014/main" id="{E72A58EC-F8B5-4CEE-A1AD-D195FE54AEBB}"/>
                </a:ext>
              </a:extLst>
            </p:cNvPr>
            <p:cNvSpPr/>
            <p:nvPr/>
          </p:nvSpPr>
          <p:spPr>
            <a:xfrm>
              <a:off x="8976359" y="3739896"/>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7" name="object 113">
              <a:extLst>
                <a:ext uri="{FF2B5EF4-FFF2-40B4-BE49-F238E27FC236}">
                  <a16:creationId xmlns:a16="http://schemas.microsoft.com/office/drawing/2014/main" id="{B3BB6902-7BBB-4D28-B896-E1B14E605295}"/>
                </a:ext>
              </a:extLst>
            </p:cNvPr>
            <p:cNvSpPr/>
            <p:nvPr/>
          </p:nvSpPr>
          <p:spPr>
            <a:xfrm>
              <a:off x="8976359" y="37398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8" name="object 114">
              <a:extLst>
                <a:ext uri="{FF2B5EF4-FFF2-40B4-BE49-F238E27FC236}">
                  <a16:creationId xmlns:a16="http://schemas.microsoft.com/office/drawing/2014/main" id="{661B07FE-9A47-4AB2-AAA7-8A50A200F27E}"/>
                </a:ext>
              </a:extLst>
            </p:cNvPr>
            <p:cNvSpPr/>
            <p:nvPr/>
          </p:nvSpPr>
          <p:spPr>
            <a:xfrm>
              <a:off x="8976359" y="3825240"/>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9" name="object 115">
              <a:extLst>
                <a:ext uri="{FF2B5EF4-FFF2-40B4-BE49-F238E27FC236}">
                  <a16:creationId xmlns:a16="http://schemas.microsoft.com/office/drawing/2014/main" id="{292ADD99-296D-4D67-A39D-44610ACD546E}"/>
                </a:ext>
              </a:extLst>
            </p:cNvPr>
            <p:cNvSpPr/>
            <p:nvPr/>
          </p:nvSpPr>
          <p:spPr>
            <a:xfrm>
              <a:off x="8976359" y="382524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0" name="object 116">
              <a:extLst>
                <a:ext uri="{FF2B5EF4-FFF2-40B4-BE49-F238E27FC236}">
                  <a16:creationId xmlns:a16="http://schemas.microsoft.com/office/drawing/2014/main" id="{138C5DF7-D608-4472-854C-BAC4DB7E4309}"/>
                </a:ext>
              </a:extLst>
            </p:cNvPr>
            <p:cNvSpPr/>
            <p:nvPr/>
          </p:nvSpPr>
          <p:spPr>
            <a:xfrm>
              <a:off x="8976359" y="391058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21" name="object 117">
              <a:extLst>
                <a:ext uri="{FF2B5EF4-FFF2-40B4-BE49-F238E27FC236}">
                  <a16:creationId xmlns:a16="http://schemas.microsoft.com/office/drawing/2014/main" id="{A4D36D68-FCC5-4DA8-ADB2-0A9B40CD9944}"/>
                </a:ext>
              </a:extLst>
            </p:cNvPr>
            <p:cNvSpPr/>
            <p:nvPr/>
          </p:nvSpPr>
          <p:spPr>
            <a:xfrm>
              <a:off x="8976359" y="391058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2" name="object 118">
              <a:extLst>
                <a:ext uri="{FF2B5EF4-FFF2-40B4-BE49-F238E27FC236}">
                  <a16:creationId xmlns:a16="http://schemas.microsoft.com/office/drawing/2014/main" id="{BCB91CD5-5507-4C2D-9B30-8A5F73CF28E1}"/>
                </a:ext>
              </a:extLst>
            </p:cNvPr>
            <p:cNvSpPr/>
            <p:nvPr/>
          </p:nvSpPr>
          <p:spPr>
            <a:xfrm>
              <a:off x="8976359" y="3995923"/>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E7FFBD"/>
            </a:solidFill>
          </p:spPr>
          <p:txBody>
            <a:bodyPr wrap="square" lIns="0" tIns="0" rIns="0" bIns="0" rtlCol="0"/>
            <a:lstStyle/>
            <a:p>
              <a:endParaRPr sz="2000"/>
            </a:p>
          </p:txBody>
        </p:sp>
        <p:sp>
          <p:nvSpPr>
            <p:cNvPr id="123" name="object 119">
              <a:extLst>
                <a:ext uri="{FF2B5EF4-FFF2-40B4-BE49-F238E27FC236}">
                  <a16:creationId xmlns:a16="http://schemas.microsoft.com/office/drawing/2014/main" id="{4128F79A-A64B-4D94-8D42-D2014B0A36C4}"/>
                </a:ext>
              </a:extLst>
            </p:cNvPr>
            <p:cNvSpPr/>
            <p:nvPr/>
          </p:nvSpPr>
          <p:spPr>
            <a:xfrm>
              <a:off x="8976359" y="399592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24" name="object 120">
              <a:extLst>
                <a:ext uri="{FF2B5EF4-FFF2-40B4-BE49-F238E27FC236}">
                  <a16:creationId xmlns:a16="http://schemas.microsoft.com/office/drawing/2014/main" id="{CF4CEE2D-76C8-4F41-BCEA-070E5E463208}"/>
                </a:ext>
              </a:extLst>
            </p:cNvPr>
            <p:cNvSpPr/>
            <p:nvPr/>
          </p:nvSpPr>
          <p:spPr>
            <a:xfrm>
              <a:off x="8976359" y="408127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25" name="object 121">
              <a:extLst>
                <a:ext uri="{FF2B5EF4-FFF2-40B4-BE49-F238E27FC236}">
                  <a16:creationId xmlns:a16="http://schemas.microsoft.com/office/drawing/2014/main" id="{7D982088-29B4-40BF-97C0-551906822A17}"/>
                </a:ext>
              </a:extLst>
            </p:cNvPr>
            <p:cNvSpPr/>
            <p:nvPr/>
          </p:nvSpPr>
          <p:spPr>
            <a:xfrm>
              <a:off x="8976359" y="408127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6" name="object 122">
              <a:extLst>
                <a:ext uri="{FF2B5EF4-FFF2-40B4-BE49-F238E27FC236}">
                  <a16:creationId xmlns:a16="http://schemas.microsoft.com/office/drawing/2014/main" id="{F4C2613A-D968-4B45-9625-4837BBA552BA}"/>
                </a:ext>
              </a:extLst>
            </p:cNvPr>
            <p:cNvSpPr/>
            <p:nvPr/>
          </p:nvSpPr>
          <p:spPr>
            <a:xfrm>
              <a:off x="9067799" y="348234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27" name="object 123">
              <a:extLst>
                <a:ext uri="{FF2B5EF4-FFF2-40B4-BE49-F238E27FC236}">
                  <a16:creationId xmlns:a16="http://schemas.microsoft.com/office/drawing/2014/main" id="{82671636-9462-4DA3-B946-2C83F07274F8}"/>
                </a:ext>
              </a:extLst>
            </p:cNvPr>
            <p:cNvSpPr/>
            <p:nvPr/>
          </p:nvSpPr>
          <p:spPr>
            <a:xfrm>
              <a:off x="9067799" y="348234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8" name="object 124">
              <a:extLst>
                <a:ext uri="{FF2B5EF4-FFF2-40B4-BE49-F238E27FC236}">
                  <a16:creationId xmlns:a16="http://schemas.microsoft.com/office/drawing/2014/main" id="{38DEE8F4-A330-439E-8AC7-7E4A0063A443}"/>
                </a:ext>
              </a:extLst>
            </p:cNvPr>
            <p:cNvSpPr/>
            <p:nvPr/>
          </p:nvSpPr>
          <p:spPr>
            <a:xfrm>
              <a:off x="9067799" y="356768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29" name="object 125">
              <a:extLst>
                <a:ext uri="{FF2B5EF4-FFF2-40B4-BE49-F238E27FC236}">
                  <a16:creationId xmlns:a16="http://schemas.microsoft.com/office/drawing/2014/main" id="{7EA8AC06-1794-4B8A-BF05-C123CFC2E4B7}"/>
                </a:ext>
              </a:extLst>
            </p:cNvPr>
            <p:cNvSpPr/>
            <p:nvPr/>
          </p:nvSpPr>
          <p:spPr>
            <a:xfrm>
              <a:off x="9067799" y="356768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0" name="object 126">
              <a:extLst>
                <a:ext uri="{FF2B5EF4-FFF2-40B4-BE49-F238E27FC236}">
                  <a16:creationId xmlns:a16="http://schemas.microsoft.com/office/drawing/2014/main" id="{C22224E9-5468-44A1-911E-3B6CF03BE42B}"/>
                </a:ext>
              </a:extLst>
            </p:cNvPr>
            <p:cNvSpPr/>
            <p:nvPr/>
          </p:nvSpPr>
          <p:spPr>
            <a:xfrm>
              <a:off x="9067799" y="3653025"/>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B8FF3B"/>
            </a:solidFill>
          </p:spPr>
          <p:txBody>
            <a:bodyPr wrap="square" lIns="0" tIns="0" rIns="0" bIns="0" rtlCol="0"/>
            <a:lstStyle/>
            <a:p>
              <a:endParaRPr sz="2000"/>
            </a:p>
          </p:txBody>
        </p:sp>
        <p:sp>
          <p:nvSpPr>
            <p:cNvPr id="131" name="object 127">
              <a:extLst>
                <a:ext uri="{FF2B5EF4-FFF2-40B4-BE49-F238E27FC236}">
                  <a16:creationId xmlns:a16="http://schemas.microsoft.com/office/drawing/2014/main" id="{5F26D117-EBBF-454F-ABAE-6C364147F7C1}"/>
                </a:ext>
              </a:extLst>
            </p:cNvPr>
            <p:cNvSpPr/>
            <p:nvPr/>
          </p:nvSpPr>
          <p:spPr>
            <a:xfrm>
              <a:off x="9067799" y="3653025"/>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32" name="object 128">
              <a:extLst>
                <a:ext uri="{FF2B5EF4-FFF2-40B4-BE49-F238E27FC236}">
                  <a16:creationId xmlns:a16="http://schemas.microsoft.com/office/drawing/2014/main" id="{0120F8BE-B4EA-480D-83D3-9B970DAF1F86}"/>
                </a:ext>
              </a:extLst>
            </p:cNvPr>
            <p:cNvSpPr/>
            <p:nvPr/>
          </p:nvSpPr>
          <p:spPr>
            <a:xfrm>
              <a:off x="9067799" y="3739896"/>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33" name="object 129">
              <a:extLst>
                <a:ext uri="{FF2B5EF4-FFF2-40B4-BE49-F238E27FC236}">
                  <a16:creationId xmlns:a16="http://schemas.microsoft.com/office/drawing/2014/main" id="{143480E9-2090-4D6C-9D84-DC555D5A9E96}"/>
                </a:ext>
              </a:extLst>
            </p:cNvPr>
            <p:cNvSpPr/>
            <p:nvPr/>
          </p:nvSpPr>
          <p:spPr>
            <a:xfrm>
              <a:off x="9067799" y="37398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4" name="object 130">
              <a:extLst>
                <a:ext uri="{FF2B5EF4-FFF2-40B4-BE49-F238E27FC236}">
                  <a16:creationId xmlns:a16="http://schemas.microsoft.com/office/drawing/2014/main" id="{5474B9E2-91CD-4D2F-BED3-44744EB439D8}"/>
                </a:ext>
              </a:extLst>
            </p:cNvPr>
            <p:cNvSpPr/>
            <p:nvPr/>
          </p:nvSpPr>
          <p:spPr>
            <a:xfrm>
              <a:off x="9067799" y="382524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35" name="object 131">
              <a:extLst>
                <a:ext uri="{FF2B5EF4-FFF2-40B4-BE49-F238E27FC236}">
                  <a16:creationId xmlns:a16="http://schemas.microsoft.com/office/drawing/2014/main" id="{2078AB28-2CBC-45B2-A129-FD6931E0608D}"/>
                </a:ext>
              </a:extLst>
            </p:cNvPr>
            <p:cNvSpPr/>
            <p:nvPr/>
          </p:nvSpPr>
          <p:spPr>
            <a:xfrm>
              <a:off x="9067799" y="382524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6" name="object 132">
              <a:extLst>
                <a:ext uri="{FF2B5EF4-FFF2-40B4-BE49-F238E27FC236}">
                  <a16:creationId xmlns:a16="http://schemas.microsoft.com/office/drawing/2014/main" id="{32886275-07E5-4ABE-872A-2CC9CCDD6624}"/>
                </a:ext>
              </a:extLst>
            </p:cNvPr>
            <p:cNvSpPr/>
            <p:nvPr/>
          </p:nvSpPr>
          <p:spPr>
            <a:xfrm>
              <a:off x="9067799" y="391058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37" name="object 133">
              <a:extLst>
                <a:ext uri="{FF2B5EF4-FFF2-40B4-BE49-F238E27FC236}">
                  <a16:creationId xmlns:a16="http://schemas.microsoft.com/office/drawing/2014/main" id="{6DEB69F9-77B0-4849-841D-7C36CC541364}"/>
                </a:ext>
              </a:extLst>
            </p:cNvPr>
            <p:cNvSpPr/>
            <p:nvPr/>
          </p:nvSpPr>
          <p:spPr>
            <a:xfrm>
              <a:off x="9067799" y="391058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8" name="object 134">
              <a:extLst>
                <a:ext uri="{FF2B5EF4-FFF2-40B4-BE49-F238E27FC236}">
                  <a16:creationId xmlns:a16="http://schemas.microsoft.com/office/drawing/2014/main" id="{2CCFCBBA-15D4-42C7-9722-568A534E0585}"/>
                </a:ext>
              </a:extLst>
            </p:cNvPr>
            <p:cNvSpPr/>
            <p:nvPr/>
          </p:nvSpPr>
          <p:spPr>
            <a:xfrm>
              <a:off x="9067799" y="3995923"/>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B8FF3B"/>
            </a:solidFill>
          </p:spPr>
          <p:txBody>
            <a:bodyPr wrap="square" lIns="0" tIns="0" rIns="0" bIns="0" rtlCol="0"/>
            <a:lstStyle/>
            <a:p>
              <a:endParaRPr sz="2000"/>
            </a:p>
          </p:txBody>
        </p:sp>
        <p:sp>
          <p:nvSpPr>
            <p:cNvPr id="139" name="object 135">
              <a:extLst>
                <a:ext uri="{FF2B5EF4-FFF2-40B4-BE49-F238E27FC236}">
                  <a16:creationId xmlns:a16="http://schemas.microsoft.com/office/drawing/2014/main" id="{ABEB19FD-7C08-485B-AC32-3B08A7668E66}"/>
                </a:ext>
              </a:extLst>
            </p:cNvPr>
            <p:cNvSpPr/>
            <p:nvPr/>
          </p:nvSpPr>
          <p:spPr>
            <a:xfrm>
              <a:off x="9067799" y="399592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40" name="object 136">
              <a:extLst>
                <a:ext uri="{FF2B5EF4-FFF2-40B4-BE49-F238E27FC236}">
                  <a16:creationId xmlns:a16="http://schemas.microsoft.com/office/drawing/2014/main" id="{C070C721-F6B8-42F0-9FC0-500008376B46}"/>
                </a:ext>
              </a:extLst>
            </p:cNvPr>
            <p:cNvSpPr/>
            <p:nvPr/>
          </p:nvSpPr>
          <p:spPr>
            <a:xfrm>
              <a:off x="9067799" y="408127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41" name="object 137">
              <a:extLst>
                <a:ext uri="{FF2B5EF4-FFF2-40B4-BE49-F238E27FC236}">
                  <a16:creationId xmlns:a16="http://schemas.microsoft.com/office/drawing/2014/main" id="{BF0B9418-0B4F-4904-BC76-D4E34D21198F}"/>
                </a:ext>
              </a:extLst>
            </p:cNvPr>
            <p:cNvSpPr/>
            <p:nvPr/>
          </p:nvSpPr>
          <p:spPr>
            <a:xfrm>
              <a:off x="9067799" y="408127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42" name="object 138">
            <a:extLst>
              <a:ext uri="{FF2B5EF4-FFF2-40B4-BE49-F238E27FC236}">
                <a16:creationId xmlns:a16="http://schemas.microsoft.com/office/drawing/2014/main" id="{15FBE66D-46B8-41CB-B5A2-819A469EA767}"/>
              </a:ext>
            </a:extLst>
          </p:cNvPr>
          <p:cNvSpPr txBox="1"/>
          <p:nvPr/>
        </p:nvSpPr>
        <p:spPr>
          <a:xfrm>
            <a:off x="5004995" y="5144242"/>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nvGrpSpPr>
          <p:cNvPr id="143" name="object 139">
            <a:extLst>
              <a:ext uri="{FF2B5EF4-FFF2-40B4-BE49-F238E27FC236}">
                <a16:creationId xmlns:a16="http://schemas.microsoft.com/office/drawing/2014/main" id="{81ECAA40-B18C-492E-8C1D-ABB472B98622}"/>
              </a:ext>
            </a:extLst>
          </p:cNvPr>
          <p:cNvGrpSpPr/>
          <p:nvPr/>
        </p:nvGrpSpPr>
        <p:grpSpPr>
          <a:xfrm>
            <a:off x="3625776" y="5221994"/>
            <a:ext cx="1437217" cy="598311"/>
            <a:chOff x="7467600" y="3630167"/>
            <a:chExt cx="1293495" cy="538480"/>
          </a:xfrm>
        </p:grpSpPr>
        <p:sp>
          <p:nvSpPr>
            <p:cNvPr id="144" name="object 140">
              <a:extLst>
                <a:ext uri="{FF2B5EF4-FFF2-40B4-BE49-F238E27FC236}">
                  <a16:creationId xmlns:a16="http://schemas.microsoft.com/office/drawing/2014/main" id="{01380747-39B6-4B6D-B983-D392F21FB226}"/>
                </a:ext>
              </a:extLst>
            </p:cNvPr>
            <p:cNvSpPr/>
            <p:nvPr/>
          </p:nvSpPr>
          <p:spPr>
            <a:xfrm>
              <a:off x="8235695" y="381914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45" name="object 141">
              <a:extLst>
                <a:ext uri="{FF2B5EF4-FFF2-40B4-BE49-F238E27FC236}">
                  <a16:creationId xmlns:a16="http://schemas.microsoft.com/office/drawing/2014/main" id="{3404D426-46CD-4D9A-8462-E14D184CB43A}"/>
                </a:ext>
              </a:extLst>
            </p:cNvPr>
            <p:cNvSpPr/>
            <p:nvPr/>
          </p:nvSpPr>
          <p:spPr>
            <a:xfrm>
              <a:off x="8235695" y="381914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6" name="object 142">
              <a:extLst>
                <a:ext uri="{FF2B5EF4-FFF2-40B4-BE49-F238E27FC236}">
                  <a16:creationId xmlns:a16="http://schemas.microsoft.com/office/drawing/2014/main" id="{A803468A-A7BC-40EC-9570-15A5806846FD}"/>
                </a:ext>
              </a:extLst>
            </p:cNvPr>
            <p:cNvSpPr/>
            <p:nvPr/>
          </p:nvSpPr>
          <p:spPr>
            <a:xfrm>
              <a:off x="8235695" y="390448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147" name="object 143">
              <a:extLst>
                <a:ext uri="{FF2B5EF4-FFF2-40B4-BE49-F238E27FC236}">
                  <a16:creationId xmlns:a16="http://schemas.microsoft.com/office/drawing/2014/main" id="{48920A60-EABB-4E8D-83C4-16E772E98E3D}"/>
                </a:ext>
              </a:extLst>
            </p:cNvPr>
            <p:cNvSpPr/>
            <p:nvPr/>
          </p:nvSpPr>
          <p:spPr>
            <a:xfrm>
              <a:off x="8235695" y="39044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48" name="object 144">
              <a:extLst>
                <a:ext uri="{FF2B5EF4-FFF2-40B4-BE49-F238E27FC236}">
                  <a16:creationId xmlns:a16="http://schemas.microsoft.com/office/drawing/2014/main" id="{5C4C9806-79B1-4F32-9F9D-32E3A1CD34A8}"/>
                </a:ext>
              </a:extLst>
            </p:cNvPr>
            <p:cNvSpPr/>
            <p:nvPr/>
          </p:nvSpPr>
          <p:spPr>
            <a:xfrm>
              <a:off x="8235695" y="398983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49" name="object 145">
              <a:extLst>
                <a:ext uri="{FF2B5EF4-FFF2-40B4-BE49-F238E27FC236}">
                  <a16:creationId xmlns:a16="http://schemas.microsoft.com/office/drawing/2014/main" id="{2FEFAD2C-5D2E-46D4-809E-AA65E0BB54F0}"/>
                </a:ext>
              </a:extLst>
            </p:cNvPr>
            <p:cNvSpPr/>
            <p:nvPr/>
          </p:nvSpPr>
          <p:spPr>
            <a:xfrm>
              <a:off x="8235695" y="398983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0" name="object 146">
              <a:extLst>
                <a:ext uri="{FF2B5EF4-FFF2-40B4-BE49-F238E27FC236}">
                  <a16:creationId xmlns:a16="http://schemas.microsoft.com/office/drawing/2014/main" id="{0435AE08-B4DE-4A46-BB61-DEF24175FF22}"/>
                </a:ext>
              </a:extLst>
            </p:cNvPr>
            <p:cNvSpPr/>
            <p:nvPr/>
          </p:nvSpPr>
          <p:spPr>
            <a:xfrm>
              <a:off x="8235695" y="4075177"/>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151" name="object 147">
              <a:extLst>
                <a:ext uri="{FF2B5EF4-FFF2-40B4-BE49-F238E27FC236}">
                  <a16:creationId xmlns:a16="http://schemas.microsoft.com/office/drawing/2014/main" id="{EF4E82D9-C2F9-4198-9D85-ED8EAFFBDD09}"/>
                </a:ext>
              </a:extLst>
            </p:cNvPr>
            <p:cNvSpPr/>
            <p:nvPr/>
          </p:nvSpPr>
          <p:spPr>
            <a:xfrm>
              <a:off x="8235695" y="4075177"/>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52" name="object 148">
              <a:extLst>
                <a:ext uri="{FF2B5EF4-FFF2-40B4-BE49-F238E27FC236}">
                  <a16:creationId xmlns:a16="http://schemas.microsoft.com/office/drawing/2014/main" id="{08690A1E-9EA9-4E96-AAC1-5DD62050B18A}"/>
                </a:ext>
              </a:extLst>
            </p:cNvPr>
            <p:cNvSpPr/>
            <p:nvPr/>
          </p:nvSpPr>
          <p:spPr>
            <a:xfrm>
              <a:off x="7869936" y="381914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53" name="object 149">
              <a:extLst>
                <a:ext uri="{FF2B5EF4-FFF2-40B4-BE49-F238E27FC236}">
                  <a16:creationId xmlns:a16="http://schemas.microsoft.com/office/drawing/2014/main" id="{3EADFFD4-F230-4ED5-934F-7E909ED0B4DE}"/>
                </a:ext>
              </a:extLst>
            </p:cNvPr>
            <p:cNvSpPr/>
            <p:nvPr/>
          </p:nvSpPr>
          <p:spPr>
            <a:xfrm>
              <a:off x="7869936" y="381914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4" name="object 150">
              <a:extLst>
                <a:ext uri="{FF2B5EF4-FFF2-40B4-BE49-F238E27FC236}">
                  <a16:creationId xmlns:a16="http://schemas.microsoft.com/office/drawing/2014/main" id="{6FBEAEFD-1C83-4D45-B924-5447344810D7}"/>
                </a:ext>
              </a:extLst>
            </p:cNvPr>
            <p:cNvSpPr/>
            <p:nvPr/>
          </p:nvSpPr>
          <p:spPr>
            <a:xfrm>
              <a:off x="796290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55" name="object 151">
              <a:extLst>
                <a:ext uri="{FF2B5EF4-FFF2-40B4-BE49-F238E27FC236}">
                  <a16:creationId xmlns:a16="http://schemas.microsoft.com/office/drawing/2014/main" id="{A59C7206-2745-4EE1-AB3A-4549EBE9C54F}"/>
                </a:ext>
              </a:extLst>
            </p:cNvPr>
            <p:cNvSpPr/>
            <p:nvPr/>
          </p:nvSpPr>
          <p:spPr>
            <a:xfrm>
              <a:off x="796290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6" name="object 152">
              <a:extLst>
                <a:ext uri="{FF2B5EF4-FFF2-40B4-BE49-F238E27FC236}">
                  <a16:creationId xmlns:a16="http://schemas.microsoft.com/office/drawing/2014/main" id="{B6862F27-43D3-48FE-925B-C89A53833DFC}"/>
                </a:ext>
              </a:extLst>
            </p:cNvPr>
            <p:cNvSpPr/>
            <p:nvPr/>
          </p:nvSpPr>
          <p:spPr>
            <a:xfrm>
              <a:off x="805434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57" name="object 153">
              <a:extLst>
                <a:ext uri="{FF2B5EF4-FFF2-40B4-BE49-F238E27FC236}">
                  <a16:creationId xmlns:a16="http://schemas.microsoft.com/office/drawing/2014/main" id="{93E8D315-1A3B-4631-8A32-821F53A4D5F3}"/>
                </a:ext>
              </a:extLst>
            </p:cNvPr>
            <p:cNvSpPr/>
            <p:nvPr/>
          </p:nvSpPr>
          <p:spPr>
            <a:xfrm>
              <a:off x="805434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8" name="object 154">
              <a:extLst>
                <a:ext uri="{FF2B5EF4-FFF2-40B4-BE49-F238E27FC236}">
                  <a16:creationId xmlns:a16="http://schemas.microsoft.com/office/drawing/2014/main" id="{5955C0A4-5D1B-4D7A-8D86-DE17E7DE3C99}"/>
                </a:ext>
              </a:extLst>
            </p:cNvPr>
            <p:cNvSpPr/>
            <p:nvPr/>
          </p:nvSpPr>
          <p:spPr>
            <a:xfrm>
              <a:off x="7869936" y="390448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159" name="object 155">
              <a:extLst>
                <a:ext uri="{FF2B5EF4-FFF2-40B4-BE49-F238E27FC236}">
                  <a16:creationId xmlns:a16="http://schemas.microsoft.com/office/drawing/2014/main" id="{5B58FC00-AE8A-48B9-B7F4-A35C2B7E91F5}"/>
                </a:ext>
              </a:extLst>
            </p:cNvPr>
            <p:cNvSpPr/>
            <p:nvPr/>
          </p:nvSpPr>
          <p:spPr>
            <a:xfrm>
              <a:off x="7869936" y="39044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60" name="object 156">
              <a:extLst>
                <a:ext uri="{FF2B5EF4-FFF2-40B4-BE49-F238E27FC236}">
                  <a16:creationId xmlns:a16="http://schemas.microsoft.com/office/drawing/2014/main" id="{98AE7562-CD73-45C1-8816-9682C1634C4E}"/>
                </a:ext>
              </a:extLst>
            </p:cNvPr>
            <p:cNvSpPr/>
            <p:nvPr/>
          </p:nvSpPr>
          <p:spPr>
            <a:xfrm>
              <a:off x="796290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61" name="object 157">
              <a:extLst>
                <a:ext uri="{FF2B5EF4-FFF2-40B4-BE49-F238E27FC236}">
                  <a16:creationId xmlns:a16="http://schemas.microsoft.com/office/drawing/2014/main" id="{F20518B5-C70A-4A19-8214-B0DDDC48391F}"/>
                </a:ext>
              </a:extLst>
            </p:cNvPr>
            <p:cNvSpPr/>
            <p:nvPr/>
          </p:nvSpPr>
          <p:spPr>
            <a:xfrm>
              <a:off x="796290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62" name="object 158">
              <a:extLst>
                <a:ext uri="{FF2B5EF4-FFF2-40B4-BE49-F238E27FC236}">
                  <a16:creationId xmlns:a16="http://schemas.microsoft.com/office/drawing/2014/main" id="{7B641AE4-23B1-4995-B2A5-D70E869FFDB0}"/>
                </a:ext>
              </a:extLst>
            </p:cNvPr>
            <p:cNvSpPr/>
            <p:nvPr/>
          </p:nvSpPr>
          <p:spPr>
            <a:xfrm>
              <a:off x="805434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63" name="object 159">
              <a:extLst>
                <a:ext uri="{FF2B5EF4-FFF2-40B4-BE49-F238E27FC236}">
                  <a16:creationId xmlns:a16="http://schemas.microsoft.com/office/drawing/2014/main" id="{E9C14C6D-8CEE-405F-8B90-B65F12E603A7}"/>
                </a:ext>
              </a:extLst>
            </p:cNvPr>
            <p:cNvSpPr/>
            <p:nvPr/>
          </p:nvSpPr>
          <p:spPr>
            <a:xfrm>
              <a:off x="805434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64" name="object 160">
              <a:extLst>
                <a:ext uri="{FF2B5EF4-FFF2-40B4-BE49-F238E27FC236}">
                  <a16:creationId xmlns:a16="http://schemas.microsoft.com/office/drawing/2014/main" id="{7CD5F47B-B0D3-483B-B8CF-D928D3A418B8}"/>
                </a:ext>
              </a:extLst>
            </p:cNvPr>
            <p:cNvSpPr/>
            <p:nvPr/>
          </p:nvSpPr>
          <p:spPr>
            <a:xfrm>
              <a:off x="7869936" y="398983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65" name="object 161">
              <a:extLst>
                <a:ext uri="{FF2B5EF4-FFF2-40B4-BE49-F238E27FC236}">
                  <a16:creationId xmlns:a16="http://schemas.microsoft.com/office/drawing/2014/main" id="{4AB8EC5C-B1A0-414F-B702-C4E27D7F6FD2}"/>
                </a:ext>
              </a:extLst>
            </p:cNvPr>
            <p:cNvSpPr/>
            <p:nvPr/>
          </p:nvSpPr>
          <p:spPr>
            <a:xfrm>
              <a:off x="7869936" y="398983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6" name="object 162">
              <a:extLst>
                <a:ext uri="{FF2B5EF4-FFF2-40B4-BE49-F238E27FC236}">
                  <a16:creationId xmlns:a16="http://schemas.microsoft.com/office/drawing/2014/main" id="{2AA8DEE7-788D-4438-9E3E-AB8CB8D983B6}"/>
                </a:ext>
              </a:extLst>
            </p:cNvPr>
            <p:cNvSpPr/>
            <p:nvPr/>
          </p:nvSpPr>
          <p:spPr>
            <a:xfrm>
              <a:off x="796290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67" name="object 163">
              <a:extLst>
                <a:ext uri="{FF2B5EF4-FFF2-40B4-BE49-F238E27FC236}">
                  <a16:creationId xmlns:a16="http://schemas.microsoft.com/office/drawing/2014/main" id="{944248CF-E8B2-4117-ACAA-348E81AE57DD}"/>
                </a:ext>
              </a:extLst>
            </p:cNvPr>
            <p:cNvSpPr/>
            <p:nvPr/>
          </p:nvSpPr>
          <p:spPr>
            <a:xfrm>
              <a:off x="796290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8" name="object 164">
              <a:extLst>
                <a:ext uri="{FF2B5EF4-FFF2-40B4-BE49-F238E27FC236}">
                  <a16:creationId xmlns:a16="http://schemas.microsoft.com/office/drawing/2014/main" id="{D8C70C1C-BEB7-415F-88CF-834B42A0317C}"/>
                </a:ext>
              </a:extLst>
            </p:cNvPr>
            <p:cNvSpPr/>
            <p:nvPr/>
          </p:nvSpPr>
          <p:spPr>
            <a:xfrm>
              <a:off x="805434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69" name="object 165">
              <a:extLst>
                <a:ext uri="{FF2B5EF4-FFF2-40B4-BE49-F238E27FC236}">
                  <a16:creationId xmlns:a16="http://schemas.microsoft.com/office/drawing/2014/main" id="{DFC591B0-AADC-4AFA-A714-9C43BCB1C023}"/>
                </a:ext>
              </a:extLst>
            </p:cNvPr>
            <p:cNvSpPr/>
            <p:nvPr/>
          </p:nvSpPr>
          <p:spPr>
            <a:xfrm>
              <a:off x="805434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0" name="object 166">
              <a:extLst>
                <a:ext uri="{FF2B5EF4-FFF2-40B4-BE49-F238E27FC236}">
                  <a16:creationId xmlns:a16="http://schemas.microsoft.com/office/drawing/2014/main" id="{1A629248-6182-48CE-A300-3F9C4EAA2805}"/>
                </a:ext>
              </a:extLst>
            </p:cNvPr>
            <p:cNvSpPr/>
            <p:nvPr/>
          </p:nvSpPr>
          <p:spPr>
            <a:xfrm>
              <a:off x="7869936" y="4075177"/>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171" name="object 167">
              <a:extLst>
                <a:ext uri="{FF2B5EF4-FFF2-40B4-BE49-F238E27FC236}">
                  <a16:creationId xmlns:a16="http://schemas.microsoft.com/office/drawing/2014/main" id="{0BAFF8D0-0C75-47AD-B5A3-A12A10D3D8DE}"/>
                </a:ext>
              </a:extLst>
            </p:cNvPr>
            <p:cNvSpPr/>
            <p:nvPr/>
          </p:nvSpPr>
          <p:spPr>
            <a:xfrm>
              <a:off x="7869936" y="4075177"/>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72" name="object 168">
              <a:extLst>
                <a:ext uri="{FF2B5EF4-FFF2-40B4-BE49-F238E27FC236}">
                  <a16:creationId xmlns:a16="http://schemas.microsoft.com/office/drawing/2014/main" id="{66CD549A-F848-4C03-91B2-585B34170E9A}"/>
                </a:ext>
              </a:extLst>
            </p:cNvPr>
            <p:cNvSpPr/>
            <p:nvPr/>
          </p:nvSpPr>
          <p:spPr>
            <a:xfrm>
              <a:off x="796290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73" name="object 169">
              <a:extLst>
                <a:ext uri="{FF2B5EF4-FFF2-40B4-BE49-F238E27FC236}">
                  <a16:creationId xmlns:a16="http://schemas.microsoft.com/office/drawing/2014/main" id="{A2A35405-E4E7-4DCF-927C-271A3EA0073E}"/>
                </a:ext>
              </a:extLst>
            </p:cNvPr>
            <p:cNvSpPr/>
            <p:nvPr/>
          </p:nvSpPr>
          <p:spPr>
            <a:xfrm>
              <a:off x="796290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74" name="object 170">
              <a:extLst>
                <a:ext uri="{FF2B5EF4-FFF2-40B4-BE49-F238E27FC236}">
                  <a16:creationId xmlns:a16="http://schemas.microsoft.com/office/drawing/2014/main" id="{9489EFA2-A4DC-4409-8548-291560DBDCD6}"/>
                </a:ext>
              </a:extLst>
            </p:cNvPr>
            <p:cNvSpPr/>
            <p:nvPr/>
          </p:nvSpPr>
          <p:spPr>
            <a:xfrm>
              <a:off x="805434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75" name="object 171">
              <a:extLst>
                <a:ext uri="{FF2B5EF4-FFF2-40B4-BE49-F238E27FC236}">
                  <a16:creationId xmlns:a16="http://schemas.microsoft.com/office/drawing/2014/main" id="{61DBB777-D617-4D82-B3A5-3FE2C3F0AFC8}"/>
                </a:ext>
              </a:extLst>
            </p:cNvPr>
            <p:cNvSpPr/>
            <p:nvPr/>
          </p:nvSpPr>
          <p:spPr>
            <a:xfrm>
              <a:off x="805434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76" name="object 172">
              <a:extLst>
                <a:ext uri="{FF2B5EF4-FFF2-40B4-BE49-F238E27FC236}">
                  <a16:creationId xmlns:a16="http://schemas.microsoft.com/office/drawing/2014/main" id="{E1162E2F-EDA6-41A2-8BAB-4562464576C2}"/>
                </a:ext>
              </a:extLst>
            </p:cNvPr>
            <p:cNvSpPr/>
            <p:nvPr/>
          </p:nvSpPr>
          <p:spPr>
            <a:xfrm>
              <a:off x="8145780" y="381914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77" name="object 173">
              <a:extLst>
                <a:ext uri="{FF2B5EF4-FFF2-40B4-BE49-F238E27FC236}">
                  <a16:creationId xmlns:a16="http://schemas.microsoft.com/office/drawing/2014/main" id="{2EB11EA4-F457-4A8E-9D5A-6D8AB3D2A22D}"/>
                </a:ext>
              </a:extLst>
            </p:cNvPr>
            <p:cNvSpPr/>
            <p:nvPr/>
          </p:nvSpPr>
          <p:spPr>
            <a:xfrm>
              <a:off x="8145780" y="381914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8" name="object 174">
              <a:extLst>
                <a:ext uri="{FF2B5EF4-FFF2-40B4-BE49-F238E27FC236}">
                  <a16:creationId xmlns:a16="http://schemas.microsoft.com/office/drawing/2014/main" id="{D5B9719C-03E2-4DAE-8127-7FEE3343B3D6}"/>
                </a:ext>
              </a:extLst>
            </p:cNvPr>
            <p:cNvSpPr/>
            <p:nvPr/>
          </p:nvSpPr>
          <p:spPr>
            <a:xfrm>
              <a:off x="8145780" y="390448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179" name="object 175">
              <a:extLst>
                <a:ext uri="{FF2B5EF4-FFF2-40B4-BE49-F238E27FC236}">
                  <a16:creationId xmlns:a16="http://schemas.microsoft.com/office/drawing/2014/main" id="{668E1816-669B-42AA-A2A2-24F94382B123}"/>
                </a:ext>
              </a:extLst>
            </p:cNvPr>
            <p:cNvSpPr/>
            <p:nvPr/>
          </p:nvSpPr>
          <p:spPr>
            <a:xfrm>
              <a:off x="8145780" y="39044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80" name="object 176">
              <a:extLst>
                <a:ext uri="{FF2B5EF4-FFF2-40B4-BE49-F238E27FC236}">
                  <a16:creationId xmlns:a16="http://schemas.microsoft.com/office/drawing/2014/main" id="{4CF464B0-44AD-4511-AA31-2778C76D3610}"/>
                </a:ext>
              </a:extLst>
            </p:cNvPr>
            <p:cNvSpPr/>
            <p:nvPr/>
          </p:nvSpPr>
          <p:spPr>
            <a:xfrm>
              <a:off x="8145780" y="398983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81" name="object 177">
              <a:extLst>
                <a:ext uri="{FF2B5EF4-FFF2-40B4-BE49-F238E27FC236}">
                  <a16:creationId xmlns:a16="http://schemas.microsoft.com/office/drawing/2014/main" id="{8704A558-2D6E-466E-8AFD-5D5D3FB89D5D}"/>
                </a:ext>
              </a:extLst>
            </p:cNvPr>
            <p:cNvSpPr/>
            <p:nvPr/>
          </p:nvSpPr>
          <p:spPr>
            <a:xfrm>
              <a:off x="8145780" y="398983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2" name="object 178">
              <a:extLst>
                <a:ext uri="{FF2B5EF4-FFF2-40B4-BE49-F238E27FC236}">
                  <a16:creationId xmlns:a16="http://schemas.microsoft.com/office/drawing/2014/main" id="{D85C0E2A-17D0-4C8F-A22F-8566E13C1587}"/>
                </a:ext>
              </a:extLst>
            </p:cNvPr>
            <p:cNvSpPr/>
            <p:nvPr/>
          </p:nvSpPr>
          <p:spPr>
            <a:xfrm>
              <a:off x="8145780" y="4075177"/>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183" name="object 179">
              <a:extLst>
                <a:ext uri="{FF2B5EF4-FFF2-40B4-BE49-F238E27FC236}">
                  <a16:creationId xmlns:a16="http://schemas.microsoft.com/office/drawing/2014/main" id="{F3AC175F-F50E-48B7-8D0D-DA6F8F8E3B2A}"/>
                </a:ext>
              </a:extLst>
            </p:cNvPr>
            <p:cNvSpPr/>
            <p:nvPr/>
          </p:nvSpPr>
          <p:spPr>
            <a:xfrm>
              <a:off x="8145780" y="4075177"/>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84" name="object 180">
              <a:extLst>
                <a:ext uri="{FF2B5EF4-FFF2-40B4-BE49-F238E27FC236}">
                  <a16:creationId xmlns:a16="http://schemas.microsoft.com/office/drawing/2014/main" id="{38E515C1-9801-4E94-95DA-152BA350243D}"/>
                </a:ext>
              </a:extLst>
            </p:cNvPr>
            <p:cNvSpPr/>
            <p:nvPr/>
          </p:nvSpPr>
          <p:spPr>
            <a:xfrm>
              <a:off x="8510016"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85" name="object 181">
              <a:extLst>
                <a:ext uri="{FF2B5EF4-FFF2-40B4-BE49-F238E27FC236}">
                  <a16:creationId xmlns:a16="http://schemas.microsoft.com/office/drawing/2014/main" id="{37C353F4-5E1E-4A46-88F3-6D2BD66BB9A7}"/>
                </a:ext>
              </a:extLst>
            </p:cNvPr>
            <p:cNvSpPr/>
            <p:nvPr/>
          </p:nvSpPr>
          <p:spPr>
            <a:xfrm>
              <a:off x="8510016"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6" name="object 182">
              <a:extLst>
                <a:ext uri="{FF2B5EF4-FFF2-40B4-BE49-F238E27FC236}">
                  <a16:creationId xmlns:a16="http://schemas.microsoft.com/office/drawing/2014/main" id="{A9B9640E-0D70-4A8E-9265-D9505C1731F8}"/>
                </a:ext>
              </a:extLst>
            </p:cNvPr>
            <p:cNvSpPr/>
            <p:nvPr/>
          </p:nvSpPr>
          <p:spPr>
            <a:xfrm>
              <a:off x="8510016"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87" name="object 183">
              <a:extLst>
                <a:ext uri="{FF2B5EF4-FFF2-40B4-BE49-F238E27FC236}">
                  <a16:creationId xmlns:a16="http://schemas.microsoft.com/office/drawing/2014/main" id="{43E45FD9-E8A4-42AD-8753-15E40AC09C9A}"/>
                </a:ext>
              </a:extLst>
            </p:cNvPr>
            <p:cNvSpPr/>
            <p:nvPr/>
          </p:nvSpPr>
          <p:spPr>
            <a:xfrm>
              <a:off x="8510016"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88" name="object 184">
              <a:extLst>
                <a:ext uri="{FF2B5EF4-FFF2-40B4-BE49-F238E27FC236}">
                  <a16:creationId xmlns:a16="http://schemas.microsoft.com/office/drawing/2014/main" id="{9FB0C6D0-2607-43E7-88D8-D27666630C33}"/>
                </a:ext>
              </a:extLst>
            </p:cNvPr>
            <p:cNvSpPr/>
            <p:nvPr/>
          </p:nvSpPr>
          <p:spPr>
            <a:xfrm>
              <a:off x="8510016"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89" name="object 185">
              <a:extLst>
                <a:ext uri="{FF2B5EF4-FFF2-40B4-BE49-F238E27FC236}">
                  <a16:creationId xmlns:a16="http://schemas.microsoft.com/office/drawing/2014/main" id="{F49182C2-A185-4686-B5DD-8A72CE6B0A78}"/>
                </a:ext>
              </a:extLst>
            </p:cNvPr>
            <p:cNvSpPr/>
            <p:nvPr/>
          </p:nvSpPr>
          <p:spPr>
            <a:xfrm>
              <a:off x="8510016"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0" name="object 186">
              <a:extLst>
                <a:ext uri="{FF2B5EF4-FFF2-40B4-BE49-F238E27FC236}">
                  <a16:creationId xmlns:a16="http://schemas.microsoft.com/office/drawing/2014/main" id="{1754CF0B-DBD4-40D5-857A-44CF8C9F00FF}"/>
                </a:ext>
              </a:extLst>
            </p:cNvPr>
            <p:cNvSpPr/>
            <p:nvPr/>
          </p:nvSpPr>
          <p:spPr>
            <a:xfrm>
              <a:off x="8510016"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91" name="object 187">
              <a:extLst>
                <a:ext uri="{FF2B5EF4-FFF2-40B4-BE49-F238E27FC236}">
                  <a16:creationId xmlns:a16="http://schemas.microsoft.com/office/drawing/2014/main" id="{DA609BDF-4722-4A8A-A7D1-E81C448925BD}"/>
                </a:ext>
              </a:extLst>
            </p:cNvPr>
            <p:cNvSpPr/>
            <p:nvPr/>
          </p:nvSpPr>
          <p:spPr>
            <a:xfrm>
              <a:off x="8510016"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92" name="object 188">
              <a:extLst>
                <a:ext uri="{FF2B5EF4-FFF2-40B4-BE49-F238E27FC236}">
                  <a16:creationId xmlns:a16="http://schemas.microsoft.com/office/drawing/2014/main" id="{48A34D34-ABA3-46E5-973B-48EAF343B98C}"/>
                </a:ext>
              </a:extLst>
            </p:cNvPr>
            <p:cNvSpPr/>
            <p:nvPr/>
          </p:nvSpPr>
          <p:spPr>
            <a:xfrm>
              <a:off x="832866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93" name="object 189">
              <a:extLst>
                <a:ext uri="{FF2B5EF4-FFF2-40B4-BE49-F238E27FC236}">
                  <a16:creationId xmlns:a16="http://schemas.microsoft.com/office/drawing/2014/main" id="{DB030474-98A1-4D3B-B9A8-071AD74A97FF}"/>
                </a:ext>
              </a:extLst>
            </p:cNvPr>
            <p:cNvSpPr/>
            <p:nvPr/>
          </p:nvSpPr>
          <p:spPr>
            <a:xfrm>
              <a:off x="832866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4" name="object 190">
              <a:extLst>
                <a:ext uri="{FF2B5EF4-FFF2-40B4-BE49-F238E27FC236}">
                  <a16:creationId xmlns:a16="http://schemas.microsoft.com/office/drawing/2014/main" id="{7B2F4D75-56A8-4D5E-A0AA-CC96A720FB4C}"/>
                </a:ext>
              </a:extLst>
            </p:cNvPr>
            <p:cNvSpPr/>
            <p:nvPr/>
          </p:nvSpPr>
          <p:spPr>
            <a:xfrm>
              <a:off x="832866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95" name="object 191">
              <a:extLst>
                <a:ext uri="{FF2B5EF4-FFF2-40B4-BE49-F238E27FC236}">
                  <a16:creationId xmlns:a16="http://schemas.microsoft.com/office/drawing/2014/main" id="{697ECDC5-0C9D-437E-8660-70454EBE5077}"/>
                </a:ext>
              </a:extLst>
            </p:cNvPr>
            <p:cNvSpPr/>
            <p:nvPr/>
          </p:nvSpPr>
          <p:spPr>
            <a:xfrm>
              <a:off x="832866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96" name="object 192">
              <a:extLst>
                <a:ext uri="{FF2B5EF4-FFF2-40B4-BE49-F238E27FC236}">
                  <a16:creationId xmlns:a16="http://schemas.microsoft.com/office/drawing/2014/main" id="{8933E5F9-5148-4D70-BD04-1CBEEC52CD9E}"/>
                </a:ext>
              </a:extLst>
            </p:cNvPr>
            <p:cNvSpPr/>
            <p:nvPr/>
          </p:nvSpPr>
          <p:spPr>
            <a:xfrm>
              <a:off x="832866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97" name="object 193">
              <a:extLst>
                <a:ext uri="{FF2B5EF4-FFF2-40B4-BE49-F238E27FC236}">
                  <a16:creationId xmlns:a16="http://schemas.microsoft.com/office/drawing/2014/main" id="{7BFF4E36-5BC0-4C1B-97A9-71E551917696}"/>
                </a:ext>
              </a:extLst>
            </p:cNvPr>
            <p:cNvSpPr/>
            <p:nvPr/>
          </p:nvSpPr>
          <p:spPr>
            <a:xfrm>
              <a:off x="832866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8" name="object 194">
              <a:extLst>
                <a:ext uri="{FF2B5EF4-FFF2-40B4-BE49-F238E27FC236}">
                  <a16:creationId xmlns:a16="http://schemas.microsoft.com/office/drawing/2014/main" id="{F45FAD12-10B1-4945-B237-74F66A09B236}"/>
                </a:ext>
              </a:extLst>
            </p:cNvPr>
            <p:cNvSpPr/>
            <p:nvPr/>
          </p:nvSpPr>
          <p:spPr>
            <a:xfrm>
              <a:off x="832866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99" name="object 195">
              <a:extLst>
                <a:ext uri="{FF2B5EF4-FFF2-40B4-BE49-F238E27FC236}">
                  <a16:creationId xmlns:a16="http://schemas.microsoft.com/office/drawing/2014/main" id="{F5616F47-CEF2-424A-8CE3-1D583CDD7B9B}"/>
                </a:ext>
              </a:extLst>
            </p:cNvPr>
            <p:cNvSpPr/>
            <p:nvPr/>
          </p:nvSpPr>
          <p:spPr>
            <a:xfrm>
              <a:off x="832866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00" name="object 196">
              <a:extLst>
                <a:ext uri="{FF2B5EF4-FFF2-40B4-BE49-F238E27FC236}">
                  <a16:creationId xmlns:a16="http://schemas.microsoft.com/office/drawing/2014/main" id="{6009ED07-4627-48FA-9F2E-64291BBF2253}"/>
                </a:ext>
              </a:extLst>
            </p:cNvPr>
            <p:cNvSpPr/>
            <p:nvPr/>
          </p:nvSpPr>
          <p:spPr>
            <a:xfrm>
              <a:off x="842010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1" name="object 197">
              <a:extLst>
                <a:ext uri="{FF2B5EF4-FFF2-40B4-BE49-F238E27FC236}">
                  <a16:creationId xmlns:a16="http://schemas.microsoft.com/office/drawing/2014/main" id="{B9DC0EBB-1160-482A-ACCB-35FF667CDDA2}"/>
                </a:ext>
              </a:extLst>
            </p:cNvPr>
            <p:cNvSpPr/>
            <p:nvPr/>
          </p:nvSpPr>
          <p:spPr>
            <a:xfrm>
              <a:off x="842010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2" name="object 198">
              <a:extLst>
                <a:ext uri="{FF2B5EF4-FFF2-40B4-BE49-F238E27FC236}">
                  <a16:creationId xmlns:a16="http://schemas.microsoft.com/office/drawing/2014/main" id="{A09A70D8-454F-4976-B045-3AE599B17F2F}"/>
                </a:ext>
              </a:extLst>
            </p:cNvPr>
            <p:cNvSpPr/>
            <p:nvPr/>
          </p:nvSpPr>
          <p:spPr>
            <a:xfrm>
              <a:off x="842010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03" name="object 199">
              <a:extLst>
                <a:ext uri="{FF2B5EF4-FFF2-40B4-BE49-F238E27FC236}">
                  <a16:creationId xmlns:a16="http://schemas.microsoft.com/office/drawing/2014/main" id="{F4EFD129-08E8-45B6-867B-FDF8DBDA90E6}"/>
                </a:ext>
              </a:extLst>
            </p:cNvPr>
            <p:cNvSpPr/>
            <p:nvPr/>
          </p:nvSpPr>
          <p:spPr>
            <a:xfrm>
              <a:off x="842010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4" name="object 200">
              <a:extLst>
                <a:ext uri="{FF2B5EF4-FFF2-40B4-BE49-F238E27FC236}">
                  <a16:creationId xmlns:a16="http://schemas.microsoft.com/office/drawing/2014/main" id="{6EBE25A4-96D3-4220-B49B-2FF569B50A9B}"/>
                </a:ext>
              </a:extLst>
            </p:cNvPr>
            <p:cNvSpPr/>
            <p:nvPr/>
          </p:nvSpPr>
          <p:spPr>
            <a:xfrm>
              <a:off x="842010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5" name="object 201">
              <a:extLst>
                <a:ext uri="{FF2B5EF4-FFF2-40B4-BE49-F238E27FC236}">
                  <a16:creationId xmlns:a16="http://schemas.microsoft.com/office/drawing/2014/main" id="{C7C96967-1564-4A22-86D0-AD76DBF09950}"/>
                </a:ext>
              </a:extLst>
            </p:cNvPr>
            <p:cNvSpPr/>
            <p:nvPr/>
          </p:nvSpPr>
          <p:spPr>
            <a:xfrm>
              <a:off x="842010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6" name="object 202">
              <a:extLst>
                <a:ext uri="{FF2B5EF4-FFF2-40B4-BE49-F238E27FC236}">
                  <a16:creationId xmlns:a16="http://schemas.microsoft.com/office/drawing/2014/main" id="{B34E4065-7945-41F8-B25B-038FD017D520}"/>
                </a:ext>
              </a:extLst>
            </p:cNvPr>
            <p:cNvSpPr/>
            <p:nvPr/>
          </p:nvSpPr>
          <p:spPr>
            <a:xfrm>
              <a:off x="842010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07" name="object 203">
              <a:extLst>
                <a:ext uri="{FF2B5EF4-FFF2-40B4-BE49-F238E27FC236}">
                  <a16:creationId xmlns:a16="http://schemas.microsoft.com/office/drawing/2014/main" id="{F4BE9C9E-21E0-4CF6-BFC6-1E7941F9F4B7}"/>
                </a:ext>
              </a:extLst>
            </p:cNvPr>
            <p:cNvSpPr/>
            <p:nvPr/>
          </p:nvSpPr>
          <p:spPr>
            <a:xfrm>
              <a:off x="842010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08" name="object 204">
              <a:extLst>
                <a:ext uri="{FF2B5EF4-FFF2-40B4-BE49-F238E27FC236}">
                  <a16:creationId xmlns:a16="http://schemas.microsoft.com/office/drawing/2014/main" id="{1B57BB2E-B2D1-4B77-9DC2-C8579527FBAA}"/>
                </a:ext>
              </a:extLst>
            </p:cNvPr>
            <p:cNvSpPr/>
            <p:nvPr/>
          </p:nvSpPr>
          <p:spPr>
            <a:xfrm>
              <a:off x="7486650" y="3649217"/>
              <a:ext cx="1255395" cy="344805"/>
            </a:xfrm>
            <a:custGeom>
              <a:avLst/>
              <a:gdLst/>
              <a:ahLst/>
              <a:cxnLst/>
              <a:rect l="l" t="t" r="r" b="b"/>
              <a:pathLst>
                <a:path w="1255395" h="344804">
                  <a:moveTo>
                    <a:pt x="0" y="0"/>
                  </a:moveTo>
                  <a:lnTo>
                    <a:pt x="1255141" y="0"/>
                  </a:lnTo>
                </a:path>
                <a:path w="1255395" h="344804">
                  <a:moveTo>
                    <a:pt x="0" y="170688"/>
                  </a:moveTo>
                  <a:lnTo>
                    <a:pt x="1255141" y="170688"/>
                  </a:lnTo>
                </a:path>
                <a:path w="1255395" h="344804">
                  <a:moveTo>
                    <a:pt x="0" y="344678"/>
                  </a:moveTo>
                  <a:lnTo>
                    <a:pt x="1255141" y="341376"/>
                  </a:lnTo>
                </a:path>
              </a:pathLst>
            </a:custGeom>
            <a:ln w="38100">
              <a:solidFill>
                <a:srgbClr val="008462"/>
              </a:solidFill>
              <a:prstDash val="lgDash"/>
            </a:ln>
          </p:spPr>
          <p:txBody>
            <a:bodyPr wrap="square" lIns="0" tIns="0" rIns="0" bIns="0" rtlCol="0"/>
            <a:lstStyle/>
            <a:p>
              <a:endParaRPr sz="2000"/>
            </a:p>
          </p:txBody>
        </p:sp>
      </p:grpSp>
      <p:grpSp>
        <p:nvGrpSpPr>
          <p:cNvPr id="209" name="object 205">
            <a:extLst>
              <a:ext uri="{FF2B5EF4-FFF2-40B4-BE49-F238E27FC236}">
                <a16:creationId xmlns:a16="http://schemas.microsoft.com/office/drawing/2014/main" id="{30F1E7DD-56DF-4246-88B4-5B01CFDF0FFB}"/>
              </a:ext>
            </a:extLst>
          </p:cNvPr>
          <p:cNvGrpSpPr/>
          <p:nvPr/>
        </p:nvGrpSpPr>
        <p:grpSpPr>
          <a:xfrm>
            <a:off x="6893862" y="5033375"/>
            <a:ext cx="826911" cy="1082322"/>
            <a:chOff x="7863585" y="4677155"/>
            <a:chExt cx="744220" cy="974090"/>
          </a:xfrm>
        </p:grpSpPr>
        <p:sp>
          <p:nvSpPr>
            <p:cNvPr id="210" name="object 206">
              <a:extLst>
                <a:ext uri="{FF2B5EF4-FFF2-40B4-BE49-F238E27FC236}">
                  <a16:creationId xmlns:a16="http://schemas.microsoft.com/office/drawing/2014/main" id="{EA94F042-E09A-483C-8C29-FE883A7FC0F1}"/>
                </a:ext>
              </a:extLst>
            </p:cNvPr>
            <p:cNvSpPr/>
            <p:nvPr/>
          </p:nvSpPr>
          <p:spPr>
            <a:xfrm>
              <a:off x="8235695" y="48234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1" name="object 207">
              <a:extLst>
                <a:ext uri="{FF2B5EF4-FFF2-40B4-BE49-F238E27FC236}">
                  <a16:creationId xmlns:a16="http://schemas.microsoft.com/office/drawing/2014/main" id="{C3ACDFC0-ED16-44A0-9C00-03F4A2058B55}"/>
                </a:ext>
              </a:extLst>
            </p:cNvPr>
            <p:cNvSpPr/>
            <p:nvPr/>
          </p:nvSpPr>
          <p:spPr>
            <a:xfrm>
              <a:off x="8235695" y="48234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2" name="object 208">
              <a:extLst>
                <a:ext uri="{FF2B5EF4-FFF2-40B4-BE49-F238E27FC236}">
                  <a16:creationId xmlns:a16="http://schemas.microsoft.com/office/drawing/2014/main" id="{376E7D2C-FFA4-4527-9678-0D1FE0C13FAF}"/>
                </a:ext>
              </a:extLst>
            </p:cNvPr>
            <p:cNvSpPr/>
            <p:nvPr/>
          </p:nvSpPr>
          <p:spPr>
            <a:xfrm>
              <a:off x="8235695" y="49088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3" name="object 209">
              <a:extLst>
                <a:ext uri="{FF2B5EF4-FFF2-40B4-BE49-F238E27FC236}">
                  <a16:creationId xmlns:a16="http://schemas.microsoft.com/office/drawing/2014/main" id="{8B73A87E-19D8-47AC-99CE-9EC8D93F537F}"/>
                </a:ext>
              </a:extLst>
            </p:cNvPr>
            <p:cNvSpPr/>
            <p:nvPr/>
          </p:nvSpPr>
          <p:spPr>
            <a:xfrm>
              <a:off x="8235695" y="49088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4" name="object 210">
              <a:extLst>
                <a:ext uri="{FF2B5EF4-FFF2-40B4-BE49-F238E27FC236}">
                  <a16:creationId xmlns:a16="http://schemas.microsoft.com/office/drawing/2014/main" id="{1DE784EF-DFC0-49BA-A5E1-FAAE2082C607}"/>
                </a:ext>
              </a:extLst>
            </p:cNvPr>
            <p:cNvSpPr/>
            <p:nvPr/>
          </p:nvSpPr>
          <p:spPr>
            <a:xfrm>
              <a:off x="8235695" y="49941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15" name="object 211">
              <a:extLst>
                <a:ext uri="{FF2B5EF4-FFF2-40B4-BE49-F238E27FC236}">
                  <a16:creationId xmlns:a16="http://schemas.microsoft.com/office/drawing/2014/main" id="{44699028-EA38-4B72-9470-C73C5D157ACB}"/>
                </a:ext>
              </a:extLst>
            </p:cNvPr>
            <p:cNvSpPr/>
            <p:nvPr/>
          </p:nvSpPr>
          <p:spPr>
            <a:xfrm>
              <a:off x="8235695" y="49941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16" name="object 212">
              <a:extLst>
                <a:ext uri="{FF2B5EF4-FFF2-40B4-BE49-F238E27FC236}">
                  <a16:creationId xmlns:a16="http://schemas.microsoft.com/office/drawing/2014/main" id="{92D1429B-E396-41B8-84E5-42EA96B1D6B5}"/>
                </a:ext>
              </a:extLst>
            </p:cNvPr>
            <p:cNvSpPr/>
            <p:nvPr/>
          </p:nvSpPr>
          <p:spPr>
            <a:xfrm>
              <a:off x="8235695" y="5079494"/>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217" name="object 213">
              <a:extLst>
                <a:ext uri="{FF2B5EF4-FFF2-40B4-BE49-F238E27FC236}">
                  <a16:creationId xmlns:a16="http://schemas.microsoft.com/office/drawing/2014/main" id="{CF4A123C-C756-4EA6-B586-2F671344EAB6}"/>
                </a:ext>
              </a:extLst>
            </p:cNvPr>
            <p:cNvSpPr/>
            <p:nvPr/>
          </p:nvSpPr>
          <p:spPr>
            <a:xfrm>
              <a:off x="8235695" y="507949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18" name="object 214">
              <a:extLst>
                <a:ext uri="{FF2B5EF4-FFF2-40B4-BE49-F238E27FC236}">
                  <a16:creationId xmlns:a16="http://schemas.microsoft.com/office/drawing/2014/main" id="{D42451F2-A86F-47AF-BEA1-256224A452CB}"/>
                </a:ext>
              </a:extLst>
            </p:cNvPr>
            <p:cNvSpPr/>
            <p:nvPr/>
          </p:nvSpPr>
          <p:spPr>
            <a:xfrm>
              <a:off x="7869935" y="48234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9" name="object 215">
              <a:extLst>
                <a:ext uri="{FF2B5EF4-FFF2-40B4-BE49-F238E27FC236}">
                  <a16:creationId xmlns:a16="http://schemas.microsoft.com/office/drawing/2014/main" id="{F6A5D4FA-BB55-4240-8260-72FE9EEA90CA}"/>
                </a:ext>
              </a:extLst>
            </p:cNvPr>
            <p:cNvSpPr/>
            <p:nvPr/>
          </p:nvSpPr>
          <p:spPr>
            <a:xfrm>
              <a:off x="7869935" y="48234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0" name="object 216">
              <a:extLst>
                <a:ext uri="{FF2B5EF4-FFF2-40B4-BE49-F238E27FC236}">
                  <a16:creationId xmlns:a16="http://schemas.microsoft.com/office/drawing/2014/main" id="{4856D1A1-655D-41C1-863B-7F91FEE71A09}"/>
                </a:ext>
              </a:extLst>
            </p:cNvPr>
            <p:cNvSpPr/>
            <p:nvPr/>
          </p:nvSpPr>
          <p:spPr>
            <a:xfrm>
              <a:off x="7962899" y="48234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1" name="object 217">
              <a:extLst>
                <a:ext uri="{FF2B5EF4-FFF2-40B4-BE49-F238E27FC236}">
                  <a16:creationId xmlns:a16="http://schemas.microsoft.com/office/drawing/2014/main" id="{3AC5FAF9-0C7A-44E6-BDCA-56736D21ECA3}"/>
                </a:ext>
              </a:extLst>
            </p:cNvPr>
            <p:cNvSpPr/>
            <p:nvPr/>
          </p:nvSpPr>
          <p:spPr>
            <a:xfrm>
              <a:off x="796289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2" name="object 218">
              <a:extLst>
                <a:ext uri="{FF2B5EF4-FFF2-40B4-BE49-F238E27FC236}">
                  <a16:creationId xmlns:a16="http://schemas.microsoft.com/office/drawing/2014/main" id="{36293B4A-62DE-4CDD-960E-A2E010846FE3}"/>
                </a:ext>
              </a:extLst>
            </p:cNvPr>
            <p:cNvSpPr/>
            <p:nvPr/>
          </p:nvSpPr>
          <p:spPr>
            <a:xfrm>
              <a:off x="8054339" y="48234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3" name="object 219">
              <a:extLst>
                <a:ext uri="{FF2B5EF4-FFF2-40B4-BE49-F238E27FC236}">
                  <a16:creationId xmlns:a16="http://schemas.microsoft.com/office/drawing/2014/main" id="{BA98203C-F14B-4B58-BAC7-2F178D84CB35}"/>
                </a:ext>
              </a:extLst>
            </p:cNvPr>
            <p:cNvSpPr/>
            <p:nvPr/>
          </p:nvSpPr>
          <p:spPr>
            <a:xfrm>
              <a:off x="805433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4" name="object 220">
              <a:extLst>
                <a:ext uri="{FF2B5EF4-FFF2-40B4-BE49-F238E27FC236}">
                  <a16:creationId xmlns:a16="http://schemas.microsoft.com/office/drawing/2014/main" id="{C02E9263-3EB9-4F8F-A23C-5A2F7008A252}"/>
                </a:ext>
              </a:extLst>
            </p:cNvPr>
            <p:cNvSpPr/>
            <p:nvPr/>
          </p:nvSpPr>
          <p:spPr>
            <a:xfrm>
              <a:off x="7869935" y="49088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5" name="object 221">
              <a:extLst>
                <a:ext uri="{FF2B5EF4-FFF2-40B4-BE49-F238E27FC236}">
                  <a16:creationId xmlns:a16="http://schemas.microsoft.com/office/drawing/2014/main" id="{F4143581-5E8A-4EE2-A087-2C2E2A3C8EA5}"/>
                </a:ext>
              </a:extLst>
            </p:cNvPr>
            <p:cNvSpPr/>
            <p:nvPr/>
          </p:nvSpPr>
          <p:spPr>
            <a:xfrm>
              <a:off x="7869935" y="49088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6" name="object 222">
              <a:extLst>
                <a:ext uri="{FF2B5EF4-FFF2-40B4-BE49-F238E27FC236}">
                  <a16:creationId xmlns:a16="http://schemas.microsoft.com/office/drawing/2014/main" id="{5567152E-3FAC-4E50-817B-B7EB8C7626BB}"/>
                </a:ext>
              </a:extLst>
            </p:cNvPr>
            <p:cNvSpPr/>
            <p:nvPr/>
          </p:nvSpPr>
          <p:spPr>
            <a:xfrm>
              <a:off x="7962899" y="49088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7" name="object 223">
              <a:extLst>
                <a:ext uri="{FF2B5EF4-FFF2-40B4-BE49-F238E27FC236}">
                  <a16:creationId xmlns:a16="http://schemas.microsoft.com/office/drawing/2014/main" id="{EFEED2F5-19C8-4AE4-9B2A-F962398A2D46}"/>
                </a:ext>
              </a:extLst>
            </p:cNvPr>
            <p:cNvSpPr/>
            <p:nvPr/>
          </p:nvSpPr>
          <p:spPr>
            <a:xfrm>
              <a:off x="796289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8" name="object 224">
              <a:extLst>
                <a:ext uri="{FF2B5EF4-FFF2-40B4-BE49-F238E27FC236}">
                  <a16:creationId xmlns:a16="http://schemas.microsoft.com/office/drawing/2014/main" id="{BCA4A89C-24EB-45C8-87B3-F93E5A4BAF75}"/>
                </a:ext>
              </a:extLst>
            </p:cNvPr>
            <p:cNvSpPr/>
            <p:nvPr/>
          </p:nvSpPr>
          <p:spPr>
            <a:xfrm>
              <a:off x="8054339" y="49088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9" name="object 225">
              <a:extLst>
                <a:ext uri="{FF2B5EF4-FFF2-40B4-BE49-F238E27FC236}">
                  <a16:creationId xmlns:a16="http://schemas.microsoft.com/office/drawing/2014/main" id="{55F0D980-14C7-426D-A12F-288050990CDF}"/>
                </a:ext>
              </a:extLst>
            </p:cNvPr>
            <p:cNvSpPr/>
            <p:nvPr/>
          </p:nvSpPr>
          <p:spPr>
            <a:xfrm>
              <a:off x="805433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0" name="object 226">
              <a:extLst>
                <a:ext uri="{FF2B5EF4-FFF2-40B4-BE49-F238E27FC236}">
                  <a16:creationId xmlns:a16="http://schemas.microsoft.com/office/drawing/2014/main" id="{D1AF9384-2596-478F-BF00-DF0A65AAA51F}"/>
                </a:ext>
              </a:extLst>
            </p:cNvPr>
            <p:cNvSpPr/>
            <p:nvPr/>
          </p:nvSpPr>
          <p:spPr>
            <a:xfrm>
              <a:off x="7869935" y="49941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31" name="object 227">
              <a:extLst>
                <a:ext uri="{FF2B5EF4-FFF2-40B4-BE49-F238E27FC236}">
                  <a16:creationId xmlns:a16="http://schemas.microsoft.com/office/drawing/2014/main" id="{8C595D54-28A6-44AE-8992-D302886E94A3}"/>
                </a:ext>
              </a:extLst>
            </p:cNvPr>
            <p:cNvSpPr/>
            <p:nvPr/>
          </p:nvSpPr>
          <p:spPr>
            <a:xfrm>
              <a:off x="7869935" y="49941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2" name="object 228">
              <a:extLst>
                <a:ext uri="{FF2B5EF4-FFF2-40B4-BE49-F238E27FC236}">
                  <a16:creationId xmlns:a16="http://schemas.microsoft.com/office/drawing/2014/main" id="{99E36CA0-1FF0-4ECF-9054-39D075B44C10}"/>
                </a:ext>
              </a:extLst>
            </p:cNvPr>
            <p:cNvSpPr/>
            <p:nvPr/>
          </p:nvSpPr>
          <p:spPr>
            <a:xfrm>
              <a:off x="7962899" y="49941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33" name="object 229">
              <a:extLst>
                <a:ext uri="{FF2B5EF4-FFF2-40B4-BE49-F238E27FC236}">
                  <a16:creationId xmlns:a16="http://schemas.microsoft.com/office/drawing/2014/main" id="{141D9B87-4793-451C-BDEE-39B9033474D2}"/>
                </a:ext>
              </a:extLst>
            </p:cNvPr>
            <p:cNvSpPr/>
            <p:nvPr/>
          </p:nvSpPr>
          <p:spPr>
            <a:xfrm>
              <a:off x="796289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4" name="object 230">
              <a:extLst>
                <a:ext uri="{FF2B5EF4-FFF2-40B4-BE49-F238E27FC236}">
                  <a16:creationId xmlns:a16="http://schemas.microsoft.com/office/drawing/2014/main" id="{73F04DD5-B6C1-4644-A906-23AE51D12936}"/>
                </a:ext>
              </a:extLst>
            </p:cNvPr>
            <p:cNvSpPr/>
            <p:nvPr/>
          </p:nvSpPr>
          <p:spPr>
            <a:xfrm>
              <a:off x="8054339" y="49941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35" name="object 231">
              <a:extLst>
                <a:ext uri="{FF2B5EF4-FFF2-40B4-BE49-F238E27FC236}">
                  <a16:creationId xmlns:a16="http://schemas.microsoft.com/office/drawing/2014/main" id="{483F13EC-D669-4D05-A703-6685A5E51B79}"/>
                </a:ext>
              </a:extLst>
            </p:cNvPr>
            <p:cNvSpPr/>
            <p:nvPr/>
          </p:nvSpPr>
          <p:spPr>
            <a:xfrm>
              <a:off x="805433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6" name="object 232">
              <a:extLst>
                <a:ext uri="{FF2B5EF4-FFF2-40B4-BE49-F238E27FC236}">
                  <a16:creationId xmlns:a16="http://schemas.microsoft.com/office/drawing/2014/main" id="{16DE152B-0059-4F60-BCAA-DFCF09C78584}"/>
                </a:ext>
              </a:extLst>
            </p:cNvPr>
            <p:cNvSpPr/>
            <p:nvPr/>
          </p:nvSpPr>
          <p:spPr>
            <a:xfrm>
              <a:off x="7869935" y="5079494"/>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237" name="object 233">
              <a:extLst>
                <a:ext uri="{FF2B5EF4-FFF2-40B4-BE49-F238E27FC236}">
                  <a16:creationId xmlns:a16="http://schemas.microsoft.com/office/drawing/2014/main" id="{7D7A3D4B-86CC-4379-9490-01C3237B3CE6}"/>
                </a:ext>
              </a:extLst>
            </p:cNvPr>
            <p:cNvSpPr/>
            <p:nvPr/>
          </p:nvSpPr>
          <p:spPr>
            <a:xfrm>
              <a:off x="7869935" y="507949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38" name="object 234">
              <a:extLst>
                <a:ext uri="{FF2B5EF4-FFF2-40B4-BE49-F238E27FC236}">
                  <a16:creationId xmlns:a16="http://schemas.microsoft.com/office/drawing/2014/main" id="{239367B2-4C0D-476E-9308-0A29BB1E05D5}"/>
                </a:ext>
              </a:extLst>
            </p:cNvPr>
            <p:cNvSpPr/>
            <p:nvPr/>
          </p:nvSpPr>
          <p:spPr>
            <a:xfrm>
              <a:off x="7962899" y="5079494"/>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39" name="object 235">
              <a:extLst>
                <a:ext uri="{FF2B5EF4-FFF2-40B4-BE49-F238E27FC236}">
                  <a16:creationId xmlns:a16="http://schemas.microsoft.com/office/drawing/2014/main" id="{79D5F2A5-322B-49B7-B1CA-239A4A6E6F9D}"/>
                </a:ext>
              </a:extLst>
            </p:cNvPr>
            <p:cNvSpPr/>
            <p:nvPr/>
          </p:nvSpPr>
          <p:spPr>
            <a:xfrm>
              <a:off x="796289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40" name="object 236">
              <a:extLst>
                <a:ext uri="{FF2B5EF4-FFF2-40B4-BE49-F238E27FC236}">
                  <a16:creationId xmlns:a16="http://schemas.microsoft.com/office/drawing/2014/main" id="{4C15BA8E-B746-448A-8EAD-BA95E2F11A4B}"/>
                </a:ext>
              </a:extLst>
            </p:cNvPr>
            <p:cNvSpPr/>
            <p:nvPr/>
          </p:nvSpPr>
          <p:spPr>
            <a:xfrm>
              <a:off x="8054339" y="5079494"/>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41" name="object 237">
              <a:extLst>
                <a:ext uri="{FF2B5EF4-FFF2-40B4-BE49-F238E27FC236}">
                  <a16:creationId xmlns:a16="http://schemas.microsoft.com/office/drawing/2014/main" id="{71996BC8-AE2E-4830-9CA2-283135C9A413}"/>
                </a:ext>
              </a:extLst>
            </p:cNvPr>
            <p:cNvSpPr/>
            <p:nvPr/>
          </p:nvSpPr>
          <p:spPr>
            <a:xfrm>
              <a:off x="805433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42" name="object 238">
              <a:extLst>
                <a:ext uri="{FF2B5EF4-FFF2-40B4-BE49-F238E27FC236}">
                  <a16:creationId xmlns:a16="http://schemas.microsoft.com/office/drawing/2014/main" id="{94F88495-750C-46D3-AFCF-BC7BE4FE450A}"/>
                </a:ext>
              </a:extLst>
            </p:cNvPr>
            <p:cNvSpPr/>
            <p:nvPr/>
          </p:nvSpPr>
          <p:spPr>
            <a:xfrm>
              <a:off x="8145779" y="48234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43" name="object 239">
              <a:extLst>
                <a:ext uri="{FF2B5EF4-FFF2-40B4-BE49-F238E27FC236}">
                  <a16:creationId xmlns:a16="http://schemas.microsoft.com/office/drawing/2014/main" id="{CFDA050B-4144-4898-94DC-D2D0F9807986}"/>
                </a:ext>
              </a:extLst>
            </p:cNvPr>
            <p:cNvSpPr/>
            <p:nvPr/>
          </p:nvSpPr>
          <p:spPr>
            <a:xfrm>
              <a:off x="8145779" y="48234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4" name="object 240">
              <a:extLst>
                <a:ext uri="{FF2B5EF4-FFF2-40B4-BE49-F238E27FC236}">
                  <a16:creationId xmlns:a16="http://schemas.microsoft.com/office/drawing/2014/main" id="{3B7D415E-4063-4136-B5DF-0D9A08707935}"/>
                </a:ext>
              </a:extLst>
            </p:cNvPr>
            <p:cNvSpPr/>
            <p:nvPr/>
          </p:nvSpPr>
          <p:spPr>
            <a:xfrm>
              <a:off x="8145779" y="49088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45" name="object 241">
              <a:extLst>
                <a:ext uri="{FF2B5EF4-FFF2-40B4-BE49-F238E27FC236}">
                  <a16:creationId xmlns:a16="http://schemas.microsoft.com/office/drawing/2014/main" id="{B81C2701-E96C-4155-B665-A3770F310544}"/>
                </a:ext>
              </a:extLst>
            </p:cNvPr>
            <p:cNvSpPr/>
            <p:nvPr/>
          </p:nvSpPr>
          <p:spPr>
            <a:xfrm>
              <a:off x="8145779" y="49088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6" name="object 242">
              <a:extLst>
                <a:ext uri="{FF2B5EF4-FFF2-40B4-BE49-F238E27FC236}">
                  <a16:creationId xmlns:a16="http://schemas.microsoft.com/office/drawing/2014/main" id="{B6039B39-B127-486D-9B1A-90550B95E733}"/>
                </a:ext>
              </a:extLst>
            </p:cNvPr>
            <p:cNvSpPr/>
            <p:nvPr/>
          </p:nvSpPr>
          <p:spPr>
            <a:xfrm>
              <a:off x="8145779" y="49941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47" name="object 243">
              <a:extLst>
                <a:ext uri="{FF2B5EF4-FFF2-40B4-BE49-F238E27FC236}">
                  <a16:creationId xmlns:a16="http://schemas.microsoft.com/office/drawing/2014/main" id="{E81B01DC-479F-4000-9BD2-EE85B33C2044}"/>
                </a:ext>
              </a:extLst>
            </p:cNvPr>
            <p:cNvSpPr/>
            <p:nvPr/>
          </p:nvSpPr>
          <p:spPr>
            <a:xfrm>
              <a:off x="8145779" y="49941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48" name="object 244">
              <a:extLst>
                <a:ext uri="{FF2B5EF4-FFF2-40B4-BE49-F238E27FC236}">
                  <a16:creationId xmlns:a16="http://schemas.microsoft.com/office/drawing/2014/main" id="{D0B0D1E9-0BCC-4BA6-8F2A-9335A8132335}"/>
                </a:ext>
              </a:extLst>
            </p:cNvPr>
            <p:cNvSpPr/>
            <p:nvPr/>
          </p:nvSpPr>
          <p:spPr>
            <a:xfrm>
              <a:off x="8145779" y="5079494"/>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249" name="object 245">
              <a:extLst>
                <a:ext uri="{FF2B5EF4-FFF2-40B4-BE49-F238E27FC236}">
                  <a16:creationId xmlns:a16="http://schemas.microsoft.com/office/drawing/2014/main" id="{D632CD13-85F6-40D4-BDEE-E734BBF527A5}"/>
                </a:ext>
              </a:extLst>
            </p:cNvPr>
            <p:cNvSpPr/>
            <p:nvPr/>
          </p:nvSpPr>
          <p:spPr>
            <a:xfrm>
              <a:off x="8145779" y="507949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50" name="object 246">
              <a:extLst>
                <a:ext uri="{FF2B5EF4-FFF2-40B4-BE49-F238E27FC236}">
                  <a16:creationId xmlns:a16="http://schemas.microsoft.com/office/drawing/2014/main" id="{11F33368-3D74-45A5-A97F-0A4E2212902E}"/>
                </a:ext>
              </a:extLst>
            </p:cNvPr>
            <p:cNvSpPr/>
            <p:nvPr/>
          </p:nvSpPr>
          <p:spPr>
            <a:xfrm>
              <a:off x="8328659" y="4823459"/>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251" name="object 247">
              <a:extLst>
                <a:ext uri="{FF2B5EF4-FFF2-40B4-BE49-F238E27FC236}">
                  <a16:creationId xmlns:a16="http://schemas.microsoft.com/office/drawing/2014/main" id="{F13DCA9D-92F4-4D3E-AFA8-12B0DB241AA6}"/>
                </a:ext>
              </a:extLst>
            </p:cNvPr>
            <p:cNvSpPr/>
            <p:nvPr/>
          </p:nvSpPr>
          <p:spPr>
            <a:xfrm>
              <a:off x="832865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2" name="object 248">
              <a:extLst>
                <a:ext uri="{FF2B5EF4-FFF2-40B4-BE49-F238E27FC236}">
                  <a16:creationId xmlns:a16="http://schemas.microsoft.com/office/drawing/2014/main" id="{DDEC8708-4BBC-4E8E-9CE2-D6D059EFD2F6}"/>
                </a:ext>
              </a:extLst>
            </p:cNvPr>
            <p:cNvSpPr/>
            <p:nvPr/>
          </p:nvSpPr>
          <p:spPr>
            <a:xfrm>
              <a:off x="8328659" y="4908802"/>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253" name="object 249">
              <a:extLst>
                <a:ext uri="{FF2B5EF4-FFF2-40B4-BE49-F238E27FC236}">
                  <a16:creationId xmlns:a16="http://schemas.microsoft.com/office/drawing/2014/main" id="{9946ED0D-7508-47A3-9ACB-3B487ED67581}"/>
                </a:ext>
              </a:extLst>
            </p:cNvPr>
            <p:cNvSpPr/>
            <p:nvPr/>
          </p:nvSpPr>
          <p:spPr>
            <a:xfrm>
              <a:off x="832865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4" name="object 250">
              <a:extLst>
                <a:ext uri="{FF2B5EF4-FFF2-40B4-BE49-F238E27FC236}">
                  <a16:creationId xmlns:a16="http://schemas.microsoft.com/office/drawing/2014/main" id="{A5797761-849F-4F86-BF68-D50CB9F8A6DF}"/>
                </a:ext>
              </a:extLst>
            </p:cNvPr>
            <p:cNvSpPr/>
            <p:nvPr/>
          </p:nvSpPr>
          <p:spPr>
            <a:xfrm>
              <a:off x="8328659" y="4994146"/>
              <a:ext cx="73660" cy="85725"/>
            </a:xfrm>
            <a:custGeom>
              <a:avLst/>
              <a:gdLst/>
              <a:ahLst/>
              <a:cxnLst/>
              <a:rect l="l" t="t" r="r" b="b"/>
              <a:pathLst>
                <a:path w="73659" h="85725">
                  <a:moveTo>
                    <a:pt x="0" y="85347"/>
                  </a:moveTo>
                  <a:lnTo>
                    <a:pt x="73152" y="85347"/>
                  </a:lnTo>
                  <a:lnTo>
                    <a:pt x="73152" y="0"/>
                  </a:lnTo>
                  <a:lnTo>
                    <a:pt x="0" y="0"/>
                  </a:lnTo>
                  <a:lnTo>
                    <a:pt x="0" y="85347"/>
                  </a:lnTo>
                  <a:close/>
                </a:path>
              </a:pathLst>
            </a:custGeom>
            <a:solidFill>
              <a:srgbClr val="FFFD96"/>
            </a:solidFill>
          </p:spPr>
          <p:txBody>
            <a:bodyPr wrap="square" lIns="0" tIns="0" rIns="0" bIns="0" rtlCol="0"/>
            <a:lstStyle/>
            <a:p>
              <a:endParaRPr sz="2000"/>
            </a:p>
          </p:txBody>
        </p:sp>
        <p:sp>
          <p:nvSpPr>
            <p:cNvPr id="255" name="object 251">
              <a:extLst>
                <a:ext uri="{FF2B5EF4-FFF2-40B4-BE49-F238E27FC236}">
                  <a16:creationId xmlns:a16="http://schemas.microsoft.com/office/drawing/2014/main" id="{10900C53-BBE2-42B7-97D9-6890BF39BF26}"/>
                </a:ext>
              </a:extLst>
            </p:cNvPr>
            <p:cNvSpPr/>
            <p:nvPr/>
          </p:nvSpPr>
          <p:spPr>
            <a:xfrm>
              <a:off x="832865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56" name="object 252">
              <a:extLst>
                <a:ext uri="{FF2B5EF4-FFF2-40B4-BE49-F238E27FC236}">
                  <a16:creationId xmlns:a16="http://schemas.microsoft.com/office/drawing/2014/main" id="{B2319475-F4B3-4980-B6AC-A677C22063B7}"/>
                </a:ext>
              </a:extLst>
            </p:cNvPr>
            <p:cNvSpPr/>
            <p:nvPr/>
          </p:nvSpPr>
          <p:spPr>
            <a:xfrm>
              <a:off x="8328659" y="5079494"/>
              <a:ext cx="73660" cy="86995"/>
            </a:xfrm>
            <a:custGeom>
              <a:avLst/>
              <a:gdLst/>
              <a:ahLst/>
              <a:cxnLst/>
              <a:rect l="l" t="t" r="r" b="b"/>
              <a:pathLst>
                <a:path w="73659" h="86995">
                  <a:moveTo>
                    <a:pt x="0" y="86865"/>
                  </a:moveTo>
                  <a:lnTo>
                    <a:pt x="73152" y="86865"/>
                  </a:lnTo>
                  <a:lnTo>
                    <a:pt x="73152" y="0"/>
                  </a:lnTo>
                  <a:lnTo>
                    <a:pt x="0" y="0"/>
                  </a:lnTo>
                  <a:lnTo>
                    <a:pt x="0" y="86865"/>
                  </a:lnTo>
                  <a:close/>
                </a:path>
              </a:pathLst>
            </a:custGeom>
            <a:solidFill>
              <a:srgbClr val="FFFD96"/>
            </a:solidFill>
          </p:spPr>
          <p:txBody>
            <a:bodyPr wrap="square" lIns="0" tIns="0" rIns="0" bIns="0" rtlCol="0"/>
            <a:lstStyle/>
            <a:p>
              <a:endParaRPr sz="2000"/>
            </a:p>
          </p:txBody>
        </p:sp>
        <p:sp>
          <p:nvSpPr>
            <p:cNvPr id="257" name="object 253">
              <a:extLst>
                <a:ext uri="{FF2B5EF4-FFF2-40B4-BE49-F238E27FC236}">
                  <a16:creationId xmlns:a16="http://schemas.microsoft.com/office/drawing/2014/main" id="{5654CACF-6DE3-4488-AB3C-7C73AE7A2838}"/>
                </a:ext>
              </a:extLst>
            </p:cNvPr>
            <p:cNvSpPr/>
            <p:nvPr/>
          </p:nvSpPr>
          <p:spPr>
            <a:xfrm>
              <a:off x="832865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58" name="object 254">
              <a:extLst>
                <a:ext uri="{FF2B5EF4-FFF2-40B4-BE49-F238E27FC236}">
                  <a16:creationId xmlns:a16="http://schemas.microsoft.com/office/drawing/2014/main" id="{98D188F1-5308-477E-8E08-B0C7604AC28D}"/>
                </a:ext>
              </a:extLst>
            </p:cNvPr>
            <p:cNvSpPr/>
            <p:nvPr/>
          </p:nvSpPr>
          <p:spPr>
            <a:xfrm>
              <a:off x="8510015" y="48234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59" name="object 255">
              <a:extLst>
                <a:ext uri="{FF2B5EF4-FFF2-40B4-BE49-F238E27FC236}">
                  <a16:creationId xmlns:a16="http://schemas.microsoft.com/office/drawing/2014/main" id="{A26FD6A3-7E0A-463A-AE35-4E4B03D81D57}"/>
                </a:ext>
              </a:extLst>
            </p:cNvPr>
            <p:cNvSpPr/>
            <p:nvPr/>
          </p:nvSpPr>
          <p:spPr>
            <a:xfrm>
              <a:off x="8510015"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0" name="object 256">
              <a:extLst>
                <a:ext uri="{FF2B5EF4-FFF2-40B4-BE49-F238E27FC236}">
                  <a16:creationId xmlns:a16="http://schemas.microsoft.com/office/drawing/2014/main" id="{03EC9ABB-1E91-40B1-841D-9EE8C48CBD16}"/>
                </a:ext>
              </a:extLst>
            </p:cNvPr>
            <p:cNvSpPr/>
            <p:nvPr/>
          </p:nvSpPr>
          <p:spPr>
            <a:xfrm>
              <a:off x="8510015" y="49088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61" name="object 257">
              <a:extLst>
                <a:ext uri="{FF2B5EF4-FFF2-40B4-BE49-F238E27FC236}">
                  <a16:creationId xmlns:a16="http://schemas.microsoft.com/office/drawing/2014/main" id="{2F0F7D87-589E-46C0-B2E2-3B6861FD7BB4}"/>
                </a:ext>
              </a:extLst>
            </p:cNvPr>
            <p:cNvSpPr/>
            <p:nvPr/>
          </p:nvSpPr>
          <p:spPr>
            <a:xfrm>
              <a:off x="8510015"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2" name="object 258">
              <a:extLst>
                <a:ext uri="{FF2B5EF4-FFF2-40B4-BE49-F238E27FC236}">
                  <a16:creationId xmlns:a16="http://schemas.microsoft.com/office/drawing/2014/main" id="{E87B26EF-61AD-43FA-8009-1F7A9ABB075B}"/>
                </a:ext>
              </a:extLst>
            </p:cNvPr>
            <p:cNvSpPr/>
            <p:nvPr/>
          </p:nvSpPr>
          <p:spPr>
            <a:xfrm>
              <a:off x="8510015" y="49941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63" name="object 259">
              <a:extLst>
                <a:ext uri="{FF2B5EF4-FFF2-40B4-BE49-F238E27FC236}">
                  <a16:creationId xmlns:a16="http://schemas.microsoft.com/office/drawing/2014/main" id="{76B6679D-6C94-4F49-AAAC-A36F04394CCE}"/>
                </a:ext>
              </a:extLst>
            </p:cNvPr>
            <p:cNvSpPr/>
            <p:nvPr/>
          </p:nvSpPr>
          <p:spPr>
            <a:xfrm>
              <a:off x="8510015"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64" name="object 260">
              <a:extLst>
                <a:ext uri="{FF2B5EF4-FFF2-40B4-BE49-F238E27FC236}">
                  <a16:creationId xmlns:a16="http://schemas.microsoft.com/office/drawing/2014/main" id="{821EA66F-3066-43AC-984A-7D174AAFBD1A}"/>
                </a:ext>
              </a:extLst>
            </p:cNvPr>
            <p:cNvSpPr/>
            <p:nvPr/>
          </p:nvSpPr>
          <p:spPr>
            <a:xfrm>
              <a:off x="8510015" y="5079494"/>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65" name="object 261">
              <a:extLst>
                <a:ext uri="{FF2B5EF4-FFF2-40B4-BE49-F238E27FC236}">
                  <a16:creationId xmlns:a16="http://schemas.microsoft.com/office/drawing/2014/main" id="{5717F1D7-C044-451C-BE16-FE9B03E75D94}"/>
                </a:ext>
              </a:extLst>
            </p:cNvPr>
            <p:cNvSpPr/>
            <p:nvPr/>
          </p:nvSpPr>
          <p:spPr>
            <a:xfrm>
              <a:off x="8510015"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66" name="object 262">
              <a:extLst>
                <a:ext uri="{FF2B5EF4-FFF2-40B4-BE49-F238E27FC236}">
                  <a16:creationId xmlns:a16="http://schemas.microsoft.com/office/drawing/2014/main" id="{47290606-3A93-4B47-A8E8-95B6F95DDA4B}"/>
                </a:ext>
              </a:extLst>
            </p:cNvPr>
            <p:cNvSpPr/>
            <p:nvPr/>
          </p:nvSpPr>
          <p:spPr>
            <a:xfrm>
              <a:off x="8453119" y="4823459"/>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267" name="object 263">
              <a:extLst>
                <a:ext uri="{FF2B5EF4-FFF2-40B4-BE49-F238E27FC236}">
                  <a16:creationId xmlns:a16="http://schemas.microsoft.com/office/drawing/2014/main" id="{D0F04447-5F10-4680-9837-77BB5201F125}"/>
                </a:ext>
              </a:extLst>
            </p:cNvPr>
            <p:cNvSpPr/>
            <p:nvPr/>
          </p:nvSpPr>
          <p:spPr>
            <a:xfrm>
              <a:off x="842009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8" name="object 264">
              <a:extLst>
                <a:ext uri="{FF2B5EF4-FFF2-40B4-BE49-F238E27FC236}">
                  <a16:creationId xmlns:a16="http://schemas.microsoft.com/office/drawing/2014/main" id="{0E50AF1D-D2F5-4080-9128-AA3BB336A93C}"/>
                </a:ext>
              </a:extLst>
            </p:cNvPr>
            <p:cNvSpPr/>
            <p:nvPr/>
          </p:nvSpPr>
          <p:spPr>
            <a:xfrm>
              <a:off x="8453119" y="4908802"/>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269" name="object 265">
              <a:extLst>
                <a:ext uri="{FF2B5EF4-FFF2-40B4-BE49-F238E27FC236}">
                  <a16:creationId xmlns:a16="http://schemas.microsoft.com/office/drawing/2014/main" id="{6C3C540D-1E3E-466A-BA52-59D189B0F0D2}"/>
                </a:ext>
              </a:extLst>
            </p:cNvPr>
            <p:cNvSpPr/>
            <p:nvPr/>
          </p:nvSpPr>
          <p:spPr>
            <a:xfrm>
              <a:off x="842009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0" name="object 266">
              <a:extLst>
                <a:ext uri="{FF2B5EF4-FFF2-40B4-BE49-F238E27FC236}">
                  <a16:creationId xmlns:a16="http://schemas.microsoft.com/office/drawing/2014/main" id="{ACE036B3-242C-43AE-8C92-DD1C95CEFB1D}"/>
                </a:ext>
              </a:extLst>
            </p:cNvPr>
            <p:cNvSpPr/>
            <p:nvPr/>
          </p:nvSpPr>
          <p:spPr>
            <a:xfrm>
              <a:off x="8453119" y="4994146"/>
              <a:ext cx="58419" cy="85725"/>
            </a:xfrm>
            <a:custGeom>
              <a:avLst/>
              <a:gdLst/>
              <a:ahLst/>
              <a:cxnLst/>
              <a:rect l="l" t="t" r="r" b="b"/>
              <a:pathLst>
                <a:path w="58420" h="85725">
                  <a:moveTo>
                    <a:pt x="0" y="85347"/>
                  </a:moveTo>
                  <a:lnTo>
                    <a:pt x="58420" y="85347"/>
                  </a:lnTo>
                  <a:lnTo>
                    <a:pt x="58420" y="0"/>
                  </a:lnTo>
                  <a:lnTo>
                    <a:pt x="0" y="0"/>
                  </a:lnTo>
                  <a:lnTo>
                    <a:pt x="0" y="85347"/>
                  </a:lnTo>
                  <a:close/>
                </a:path>
              </a:pathLst>
            </a:custGeom>
            <a:solidFill>
              <a:srgbClr val="FFFD96"/>
            </a:solidFill>
          </p:spPr>
          <p:txBody>
            <a:bodyPr wrap="square" lIns="0" tIns="0" rIns="0" bIns="0" rtlCol="0"/>
            <a:lstStyle/>
            <a:p>
              <a:endParaRPr sz="2000"/>
            </a:p>
          </p:txBody>
        </p:sp>
        <p:sp>
          <p:nvSpPr>
            <p:cNvPr id="271" name="object 267">
              <a:extLst>
                <a:ext uri="{FF2B5EF4-FFF2-40B4-BE49-F238E27FC236}">
                  <a16:creationId xmlns:a16="http://schemas.microsoft.com/office/drawing/2014/main" id="{0E4DA98E-6500-4007-9719-D0587D6E8330}"/>
                </a:ext>
              </a:extLst>
            </p:cNvPr>
            <p:cNvSpPr/>
            <p:nvPr/>
          </p:nvSpPr>
          <p:spPr>
            <a:xfrm>
              <a:off x="842009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72" name="object 268">
              <a:extLst>
                <a:ext uri="{FF2B5EF4-FFF2-40B4-BE49-F238E27FC236}">
                  <a16:creationId xmlns:a16="http://schemas.microsoft.com/office/drawing/2014/main" id="{DFAEA17A-B2F0-43E1-B6A2-A0EE15437D13}"/>
                </a:ext>
              </a:extLst>
            </p:cNvPr>
            <p:cNvSpPr/>
            <p:nvPr/>
          </p:nvSpPr>
          <p:spPr>
            <a:xfrm>
              <a:off x="8453119" y="5079494"/>
              <a:ext cx="58419" cy="86995"/>
            </a:xfrm>
            <a:custGeom>
              <a:avLst/>
              <a:gdLst/>
              <a:ahLst/>
              <a:cxnLst/>
              <a:rect l="l" t="t" r="r" b="b"/>
              <a:pathLst>
                <a:path w="58420" h="86995">
                  <a:moveTo>
                    <a:pt x="0" y="86865"/>
                  </a:moveTo>
                  <a:lnTo>
                    <a:pt x="58420" y="86865"/>
                  </a:lnTo>
                  <a:lnTo>
                    <a:pt x="58420" y="0"/>
                  </a:lnTo>
                  <a:lnTo>
                    <a:pt x="0" y="0"/>
                  </a:lnTo>
                  <a:lnTo>
                    <a:pt x="0" y="86865"/>
                  </a:lnTo>
                  <a:close/>
                </a:path>
              </a:pathLst>
            </a:custGeom>
            <a:solidFill>
              <a:srgbClr val="FFFD96"/>
            </a:solidFill>
          </p:spPr>
          <p:txBody>
            <a:bodyPr wrap="square" lIns="0" tIns="0" rIns="0" bIns="0" rtlCol="0"/>
            <a:lstStyle/>
            <a:p>
              <a:endParaRPr sz="2000"/>
            </a:p>
          </p:txBody>
        </p:sp>
        <p:sp>
          <p:nvSpPr>
            <p:cNvPr id="273" name="object 269">
              <a:extLst>
                <a:ext uri="{FF2B5EF4-FFF2-40B4-BE49-F238E27FC236}">
                  <a16:creationId xmlns:a16="http://schemas.microsoft.com/office/drawing/2014/main" id="{D202A5F3-327E-45ED-B279-6F449D044CAE}"/>
                </a:ext>
              </a:extLst>
            </p:cNvPr>
            <p:cNvSpPr/>
            <p:nvPr/>
          </p:nvSpPr>
          <p:spPr>
            <a:xfrm>
              <a:off x="842009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74" name="object 270">
              <a:extLst>
                <a:ext uri="{FF2B5EF4-FFF2-40B4-BE49-F238E27FC236}">
                  <a16:creationId xmlns:a16="http://schemas.microsoft.com/office/drawing/2014/main" id="{1D20E39E-C3C5-4C82-BDB9-A18D8AF5C513}"/>
                </a:ext>
              </a:extLst>
            </p:cNvPr>
            <p:cNvSpPr/>
            <p:nvPr/>
          </p:nvSpPr>
          <p:spPr>
            <a:xfrm>
              <a:off x="8235695" y="51663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75" name="object 271">
              <a:extLst>
                <a:ext uri="{FF2B5EF4-FFF2-40B4-BE49-F238E27FC236}">
                  <a16:creationId xmlns:a16="http://schemas.microsoft.com/office/drawing/2014/main" id="{480C1F8B-6AC1-4B74-BB2A-9D039B8B0DF8}"/>
                </a:ext>
              </a:extLst>
            </p:cNvPr>
            <p:cNvSpPr/>
            <p:nvPr/>
          </p:nvSpPr>
          <p:spPr>
            <a:xfrm>
              <a:off x="8235695" y="51663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6" name="object 272">
              <a:extLst>
                <a:ext uri="{FF2B5EF4-FFF2-40B4-BE49-F238E27FC236}">
                  <a16:creationId xmlns:a16="http://schemas.microsoft.com/office/drawing/2014/main" id="{E5E2D8D1-C1C5-4F19-A98E-31F25258EF1C}"/>
                </a:ext>
              </a:extLst>
            </p:cNvPr>
            <p:cNvSpPr/>
            <p:nvPr/>
          </p:nvSpPr>
          <p:spPr>
            <a:xfrm>
              <a:off x="8235695" y="52517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77" name="object 273">
              <a:extLst>
                <a:ext uri="{FF2B5EF4-FFF2-40B4-BE49-F238E27FC236}">
                  <a16:creationId xmlns:a16="http://schemas.microsoft.com/office/drawing/2014/main" id="{C0B53973-9942-466E-B946-2A0118E84054}"/>
                </a:ext>
              </a:extLst>
            </p:cNvPr>
            <p:cNvSpPr/>
            <p:nvPr/>
          </p:nvSpPr>
          <p:spPr>
            <a:xfrm>
              <a:off x="8235695" y="52517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8" name="object 274">
              <a:extLst>
                <a:ext uri="{FF2B5EF4-FFF2-40B4-BE49-F238E27FC236}">
                  <a16:creationId xmlns:a16="http://schemas.microsoft.com/office/drawing/2014/main" id="{ADB7A0B8-85FA-4AE0-AE86-03518A2CDFF0}"/>
                </a:ext>
              </a:extLst>
            </p:cNvPr>
            <p:cNvSpPr/>
            <p:nvPr/>
          </p:nvSpPr>
          <p:spPr>
            <a:xfrm>
              <a:off x="8235695" y="53370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79" name="object 275">
              <a:extLst>
                <a:ext uri="{FF2B5EF4-FFF2-40B4-BE49-F238E27FC236}">
                  <a16:creationId xmlns:a16="http://schemas.microsoft.com/office/drawing/2014/main" id="{82E48A80-4B27-4EC4-87A9-03A01E98D7A8}"/>
                </a:ext>
              </a:extLst>
            </p:cNvPr>
            <p:cNvSpPr/>
            <p:nvPr/>
          </p:nvSpPr>
          <p:spPr>
            <a:xfrm>
              <a:off x="8235695" y="53370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80" name="object 276">
              <a:extLst>
                <a:ext uri="{FF2B5EF4-FFF2-40B4-BE49-F238E27FC236}">
                  <a16:creationId xmlns:a16="http://schemas.microsoft.com/office/drawing/2014/main" id="{C10E648D-CB88-4F36-A858-54E32A1AE04C}"/>
                </a:ext>
              </a:extLst>
            </p:cNvPr>
            <p:cNvSpPr/>
            <p:nvPr/>
          </p:nvSpPr>
          <p:spPr>
            <a:xfrm>
              <a:off x="8235695" y="542239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81" name="object 277">
              <a:extLst>
                <a:ext uri="{FF2B5EF4-FFF2-40B4-BE49-F238E27FC236}">
                  <a16:creationId xmlns:a16="http://schemas.microsoft.com/office/drawing/2014/main" id="{7A06C557-CB56-43AF-83B9-9BC4A5519598}"/>
                </a:ext>
              </a:extLst>
            </p:cNvPr>
            <p:cNvSpPr/>
            <p:nvPr/>
          </p:nvSpPr>
          <p:spPr>
            <a:xfrm>
              <a:off x="8235695" y="54223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2" name="object 278">
              <a:extLst>
                <a:ext uri="{FF2B5EF4-FFF2-40B4-BE49-F238E27FC236}">
                  <a16:creationId xmlns:a16="http://schemas.microsoft.com/office/drawing/2014/main" id="{49050A66-5A91-446C-AFC7-1B63BDA5E7BC}"/>
                </a:ext>
              </a:extLst>
            </p:cNvPr>
            <p:cNvSpPr/>
            <p:nvPr/>
          </p:nvSpPr>
          <p:spPr>
            <a:xfrm>
              <a:off x="7869935" y="51663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83" name="object 279">
              <a:extLst>
                <a:ext uri="{FF2B5EF4-FFF2-40B4-BE49-F238E27FC236}">
                  <a16:creationId xmlns:a16="http://schemas.microsoft.com/office/drawing/2014/main" id="{A54A57BF-5A9D-4015-AEE2-9B24B1624182}"/>
                </a:ext>
              </a:extLst>
            </p:cNvPr>
            <p:cNvSpPr/>
            <p:nvPr/>
          </p:nvSpPr>
          <p:spPr>
            <a:xfrm>
              <a:off x="7869935" y="51663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4" name="object 280">
              <a:extLst>
                <a:ext uri="{FF2B5EF4-FFF2-40B4-BE49-F238E27FC236}">
                  <a16:creationId xmlns:a16="http://schemas.microsoft.com/office/drawing/2014/main" id="{DAF075C2-75E2-44E5-83F8-FB64797636F5}"/>
                </a:ext>
              </a:extLst>
            </p:cNvPr>
            <p:cNvSpPr/>
            <p:nvPr/>
          </p:nvSpPr>
          <p:spPr>
            <a:xfrm>
              <a:off x="7962899" y="51663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85" name="object 281">
              <a:extLst>
                <a:ext uri="{FF2B5EF4-FFF2-40B4-BE49-F238E27FC236}">
                  <a16:creationId xmlns:a16="http://schemas.microsoft.com/office/drawing/2014/main" id="{53DDC25B-34DE-4B31-8C1A-52B559CBD0C6}"/>
                </a:ext>
              </a:extLst>
            </p:cNvPr>
            <p:cNvSpPr/>
            <p:nvPr/>
          </p:nvSpPr>
          <p:spPr>
            <a:xfrm>
              <a:off x="796289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6" name="object 282">
              <a:extLst>
                <a:ext uri="{FF2B5EF4-FFF2-40B4-BE49-F238E27FC236}">
                  <a16:creationId xmlns:a16="http://schemas.microsoft.com/office/drawing/2014/main" id="{63CB8ADF-CE03-41BC-B355-56E114BE527A}"/>
                </a:ext>
              </a:extLst>
            </p:cNvPr>
            <p:cNvSpPr/>
            <p:nvPr/>
          </p:nvSpPr>
          <p:spPr>
            <a:xfrm>
              <a:off x="8054339" y="51663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87" name="object 283">
              <a:extLst>
                <a:ext uri="{FF2B5EF4-FFF2-40B4-BE49-F238E27FC236}">
                  <a16:creationId xmlns:a16="http://schemas.microsoft.com/office/drawing/2014/main" id="{B508C2B1-BADA-468A-89A3-4C1C5A4F2C6B}"/>
                </a:ext>
              </a:extLst>
            </p:cNvPr>
            <p:cNvSpPr/>
            <p:nvPr/>
          </p:nvSpPr>
          <p:spPr>
            <a:xfrm>
              <a:off x="805433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8" name="object 284">
              <a:extLst>
                <a:ext uri="{FF2B5EF4-FFF2-40B4-BE49-F238E27FC236}">
                  <a16:creationId xmlns:a16="http://schemas.microsoft.com/office/drawing/2014/main" id="{4EC33404-82F5-4CAA-A20D-3908FBDD471E}"/>
                </a:ext>
              </a:extLst>
            </p:cNvPr>
            <p:cNvSpPr/>
            <p:nvPr/>
          </p:nvSpPr>
          <p:spPr>
            <a:xfrm>
              <a:off x="7869935" y="52517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89" name="object 285">
              <a:extLst>
                <a:ext uri="{FF2B5EF4-FFF2-40B4-BE49-F238E27FC236}">
                  <a16:creationId xmlns:a16="http://schemas.microsoft.com/office/drawing/2014/main" id="{18C950F0-CACE-442D-83E8-EAEFE501DF57}"/>
                </a:ext>
              </a:extLst>
            </p:cNvPr>
            <p:cNvSpPr/>
            <p:nvPr/>
          </p:nvSpPr>
          <p:spPr>
            <a:xfrm>
              <a:off x="7869935" y="52517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0" name="object 286">
              <a:extLst>
                <a:ext uri="{FF2B5EF4-FFF2-40B4-BE49-F238E27FC236}">
                  <a16:creationId xmlns:a16="http://schemas.microsoft.com/office/drawing/2014/main" id="{C73894D1-04C6-408D-BBB9-BD1776C8B61C}"/>
                </a:ext>
              </a:extLst>
            </p:cNvPr>
            <p:cNvSpPr/>
            <p:nvPr/>
          </p:nvSpPr>
          <p:spPr>
            <a:xfrm>
              <a:off x="7962899" y="52517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91" name="object 287">
              <a:extLst>
                <a:ext uri="{FF2B5EF4-FFF2-40B4-BE49-F238E27FC236}">
                  <a16:creationId xmlns:a16="http://schemas.microsoft.com/office/drawing/2014/main" id="{E81CF4A7-A621-49E0-88A4-36155E550786}"/>
                </a:ext>
              </a:extLst>
            </p:cNvPr>
            <p:cNvSpPr/>
            <p:nvPr/>
          </p:nvSpPr>
          <p:spPr>
            <a:xfrm>
              <a:off x="796289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2" name="object 288">
              <a:extLst>
                <a:ext uri="{FF2B5EF4-FFF2-40B4-BE49-F238E27FC236}">
                  <a16:creationId xmlns:a16="http://schemas.microsoft.com/office/drawing/2014/main" id="{294F1B38-A24C-4C1D-BDCF-34A21E519E86}"/>
                </a:ext>
              </a:extLst>
            </p:cNvPr>
            <p:cNvSpPr/>
            <p:nvPr/>
          </p:nvSpPr>
          <p:spPr>
            <a:xfrm>
              <a:off x="8054339" y="52517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93" name="object 289">
              <a:extLst>
                <a:ext uri="{FF2B5EF4-FFF2-40B4-BE49-F238E27FC236}">
                  <a16:creationId xmlns:a16="http://schemas.microsoft.com/office/drawing/2014/main" id="{88AC32F7-4AD4-4110-A102-730AED248001}"/>
                </a:ext>
              </a:extLst>
            </p:cNvPr>
            <p:cNvSpPr/>
            <p:nvPr/>
          </p:nvSpPr>
          <p:spPr>
            <a:xfrm>
              <a:off x="805433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4" name="object 290">
              <a:extLst>
                <a:ext uri="{FF2B5EF4-FFF2-40B4-BE49-F238E27FC236}">
                  <a16:creationId xmlns:a16="http://schemas.microsoft.com/office/drawing/2014/main" id="{28726058-CF4A-438F-9C2D-32393F61D77F}"/>
                </a:ext>
              </a:extLst>
            </p:cNvPr>
            <p:cNvSpPr/>
            <p:nvPr/>
          </p:nvSpPr>
          <p:spPr>
            <a:xfrm>
              <a:off x="7869935" y="53370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95" name="object 291">
              <a:extLst>
                <a:ext uri="{FF2B5EF4-FFF2-40B4-BE49-F238E27FC236}">
                  <a16:creationId xmlns:a16="http://schemas.microsoft.com/office/drawing/2014/main" id="{9338402D-057F-4866-AB69-CBEC69997E4C}"/>
                </a:ext>
              </a:extLst>
            </p:cNvPr>
            <p:cNvSpPr/>
            <p:nvPr/>
          </p:nvSpPr>
          <p:spPr>
            <a:xfrm>
              <a:off x="7869935" y="53370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96" name="object 292">
              <a:extLst>
                <a:ext uri="{FF2B5EF4-FFF2-40B4-BE49-F238E27FC236}">
                  <a16:creationId xmlns:a16="http://schemas.microsoft.com/office/drawing/2014/main" id="{1EE8C340-2399-49E1-ABF0-AC755A28DB4C}"/>
                </a:ext>
              </a:extLst>
            </p:cNvPr>
            <p:cNvSpPr/>
            <p:nvPr/>
          </p:nvSpPr>
          <p:spPr>
            <a:xfrm>
              <a:off x="7962899" y="53370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97" name="object 293">
              <a:extLst>
                <a:ext uri="{FF2B5EF4-FFF2-40B4-BE49-F238E27FC236}">
                  <a16:creationId xmlns:a16="http://schemas.microsoft.com/office/drawing/2014/main" id="{C8A34B3C-0970-4BF4-B94E-48325045A01E}"/>
                </a:ext>
              </a:extLst>
            </p:cNvPr>
            <p:cNvSpPr/>
            <p:nvPr/>
          </p:nvSpPr>
          <p:spPr>
            <a:xfrm>
              <a:off x="796289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98" name="object 294">
              <a:extLst>
                <a:ext uri="{FF2B5EF4-FFF2-40B4-BE49-F238E27FC236}">
                  <a16:creationId xmlns:a16="http://schemas.microsoft.com/office/drawing/2014/main" id="{B6355D9B-EBE6-4BD1-BC87-F1990D9FC2B4}"/>
                </a:ext>
              </a:extLst>
            </p:cNvPr>
            <p:cNvSpPr/>
            <p:nvPr/>
          </p:nvSpPr>
          <p:spPr>
            <a:xfrm>
              <a:off x="8054339" y="53370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99" name="object 295">
              <a:extLst>
                <a:ext uri="{FF2B5EF4-FFF2-40B4-BE49-F238E27FC236}">
                  <a16:creationId xmlns:a16="http://schemas.microsoft.com/office/drawing/2014/main" id="{5D2EC191-EB80-4627-AE70-14B34BC68600}"/>
                </a:ext>
              </a:extLst>
            </p:cNvPr>
            <p:cNvSpPr/>
            <p:nvPr/>
          </p:nvSpPr>
          <p:spPr>
            <a:xfrm>
              <a:off x="805433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00" name="object 296">
              <a:extLst>
                <a:ext uri="{FF2B5EF4-FFF2-40B4-BE49-F238E27FC236}">
                  <a16:creationId xmlns:a16="http://schemas.microsoft.com/office/drawing/2014/main" id="{D26B6B14-62C6-446D-85BE-4279398ED872}"/>
                </a:ext>
              </a:extLst>
            </p:cNvPr>
            <p:cNvSpPr/>
            <p:nvPr/>
          </p:nvSpPr>
          <p:spPr>
            <a:xfrm>
              <a:off x="7869935" y="542239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01" name="object 297">
              <a:extLst>
                <a:ext uri="{FF2B5EF4-FFF2-40B4-BE49-F238E27FC236}">
                  <a16:creationId xmlns:a16="http://schemas.microsoft.com/office/drawing/2014/main" id="{5821E6C9-9227-46F0-8424-A9CEDAB4A498}"/>
                </a:ext>
              </a:extLst>
            </p:cNvPr>
            <p:cNvSpPr/>
            <p:nvPr/>
          </p:nvSpPr>
          <p:spPr>
            <a:xfrm>
              <a:off x="7869935" y="54223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2" name="object 298">
              <a:extLst>
                <a:ext uri="{FF2B5EF4-FFF2-40B4-BE49-F238E27FC236}">
                  <a16:creationId xmlns:a16="http://schemas.microsoft.com/office/drawing/2014/main" id="{603777D0-03CB-4ABE-9B46-5BBA5CC453D2}"/>
                </a:ext>
              </a:extLst>
            </p:cNvPr>
            <p:cNvSpPr/>
            <p:nvPr/>
          </p:nvSpPr>
          <p:spPr>
            <a:xfrm>
              <a:off x="7962899" y="542239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03" name="object 299">
              <a:extLst>
                <a:ext uri="{FF2B5EF4-FFF2-40B4-BE49-F238E27FC236}">
                  <a16:creationId xmlns:a16="http://schemas.microsoft.com/office/drawing/2014/main" id="{68737C61-7553-439D-8201-F6385903144A}"/>
                </a:ext>
              </a:extLst>
            </p:cNvPr>
            <p:cNvSpPr/>
            <p:nvPr/>
          </p:nvSpPr>
          <p:spPr>
            <a:xfrm>
              <a:off x="796289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4" name="object 300">
              <a:extLst>
                <a:ext uri="{FF2B5EF4-FFF2-40B4-BE49-F238E27FC236}">
                  <a16:creationId xmlns:a16="http://schemas.microsoft.com/office/drawing/2014/main" id="{DC7CB0DC-037D-4324-A73C-D0BF00E34AD5}"/>
                </a:ext>
              </a:extLst>
            </p:cNvPr>
            <p:cNvSpPr/>
            <p:nvPr/>
          </p:nvSpPr>
          <p:spPr>
            <a:xfrm>
              <a:off x="8054339" y="542239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05" name="object 301">
              <a:extLst>
                <a:ext uri="{FF2B5EF4-FFF2-40B4-BE49-F238E27FC236}">
                  <a16:creationId xmlns:a16="http://schemas.microsoft.com/office/drawing/2014/main" id="{79A17843-524F-4640-A6DC-3D445E89724C}"/>
                </a:ext>
              </a:extLst>
            </p:cNvPr>
            <p:cNvSpPr/>
            <p:nvPr/>
          </p:nvSpPr>
          <p:spPr>
            <a:xfrm>
              <a:off x="805433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6" name="object 302">
              <a:extLst>
                <a:ext uri="{FF2B5EF4-FFF2-40B4-BE49-F238E27FC236}">
                  <a16:creationId xmlns:a16="http://schemas.microsoft.com/office/drawing/2014/main" id="{BF180601-9DBE-43F3-86AB-7A7E0CBCFC65}"/>
                </a:ext>
              </a:extLst>
            </p:cNvPr>
            <p:cNvSpPr/>
            <p:nvPr/>
          </p:nvSpPr>
          <p:spPr>
            <a:xfrm>
              <a:off x="8145779" y="51663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07" name="object 303">
              <a:extLst>
                <a:ext uri="{FF2B5EF4-FFF2-40B4-BE49-F238E27FC236}">
                  <a16:creationId xmlns:a16="http://schemas.microsoft.com/office/drawing/2014/main" id="{77ADF495-7DEC-4CB6-A728-72E7250B1BF3}"/>
                </a:ext>
              </a:extLst>
            </p:cNvPr>
            <p:cNvSpPr/>
            <p:nvPr/>
          </p:nvSpPr>
          <p:spPr>
            <a:xfrm>
              <a:off x="8145779" y="51663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8" name="object 304">
              <a:extLst>
                <a:ext uri="{FF2B5EF4-FFF2-40B4-BE49-F238E27FC236}">
                  <a16:creationId xmlns:a16="http://schemas.microsoft.com/office/drawing/2014/main" id="{6BC34C1B-E052-4497-B86C-0E9BBE8F894C}"/>
                </a:ext>
              </a:extLst>
            </p:cNvPr>
            <p:cNvSpPr/>
            <p:nvPr/>
          </p:nvSpPr>
          <p:spPr>
            <a:xfrm>
              <a:off x="8145779" y="52517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09" name="object 305">
              <a:extLst>
                <a:ext uri="{FF2B5EF4-FFF2-40B4-BE49-F238E27FC236}">
                  <a16:creationId xmlns:a16="http://schemas.microsoft.com/office/drawing/2014/main" id="{6D1E0BF0-4673-41A5-B1E8-21E00DD115E2}"/>
                </a:ext>
              </a:extLst>
            </p:cNvPr>
            <p:cNvSpPr/>
            <p:nvPr/>
          </p:nvSpPr>
          <p:spPr>
            <a:xfrm>
              <a:off x="8145779" y="52517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0" name="object 306">
              <a:extLst>
                <a:ext uri="{FF2B5EF4-FFF2-40B4-BE49-F238E27FC236}">
                  <a16:creationId xmlns:a16="http://schemas.microsoft.com/office/drawing/2014/main" id="{062F66CB-827B-4349-A4DA-FF8A76D90E98}"/>
                </a:ext>
              </a:extLst>
            </p:cNvPr>
            <p:cNvSpPr/>
            <p:nvPr/>
          </p:nvSpPr>
          <p:spPr>
            <a:xfrm>
              <a:off x="8145779" y="53370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311" name="object 307">
              <a:extLst>
                <a:ext uri="{FF2B5EF4-FFF2-40B4-BE49-F238E27FC236}">
                  <a16:creationId xmlns:a16="http://schemas.microsoft.com/office/drawing/2014/main" id="{EEDB28B1-D5C5-48D8-BC70-16B8C3CF8021}"/>
                </a:ext>
              </a:extLst>
            </p:cNvPr>
            <p:cNvSpPr/>
            <p:nvPr/>
          </p:nvSpPr>
          <p:spPr>
            <a:xfrm>
              <a:off x="8145779" y="53370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12" name="object 308">
              <a:extLst>
                <a:ext uri="{FF2B5EF4-FFF2-40B4-BE49-F238E27FC236}">
                  <a16:creationId xmlns:a16="http://schemas.microsoft.com/office/drawing/2014/main" id="{BD10D340-9AFF-47F9-A053-7A816D0BEA58}"/>
                </a:ext>
              </a:extLst>
            </p:cNvPr>
            <p:cNvSpPr/>
            <p:nvPr/>
          </p:nvSpPr>
          <p:spPr>
            <a:xfrm>
              <a:off x="8145779" y="542239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13" name="object 309">
              <a:extLst>
                <a:ext uri="{FF2B5EF4-FFF2-40B4-BE49-F238E27FC236}">
                  <a16:creationId xmlns:a16="http://schemas.microsoft.com/office/drawing/2014/main" id="{33D0583C-B525-4BFD-8A5D-421DD9176A7E}"/>
                </a:ext>
              </a:extLst>
            </p:cNvPr>
            <p:cNvSpPr/>
            <p:nvPr/>
          </p:nvSpPr>
          <p:spPr>
            <a:xfrm>
              <a:off x="8145779" y="54223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4" name="object 310">
              <a:extLst>
                <a:ext uri="{FF2B5EF4-FFF2-40B4-BE49-F238E27FC236}">
                  <a16:creationId xmlns:a16="http://schemas.microsoft.com/office/drawing/2014/main" id="{85BB5247-361E-495F-BB9E-CA8C3F509840}"/>
                </a:ext>
              </a:extLst>
            </p:cNvPr>
            <p:cNvSpPr/>
            <p:nvPr/>
          </p:nvSpPr>
          <p:spPr>
            <a:xfrm>
              <a:off x="8510015" y="51663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15" name="object 311">
              <a:extLst>
                <a:ext uri="{FF2B5EF4-FFF2-40B4-BE49-F238E27FC236}">
                  <a16:creationId xmlns:a16="http://schemas.microsoft.com/office/drawing/2014/main" id="{6542299E-F5C1-4A2C-84F3-176C3CDC0FCC}"/>
                </a:ext>
              </a:extLst>
            </p:cNvPr>
            <p:cNvSpPr/>
            <p:nvPr/>
          </p:nvSpPr>
          <p:spPr>
            <a:xfrm>
              <a:off x="8510015"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6" name="object 312">
              <a:extLst>
                <a:ext uri="{FF2B5EF4-FFF2-40B4-BE49-F238E27FC236}">
                  <a16:creationId xmlns:a16="http://schemas.microsoft.com/office/drawing/2014/main" id="{E7CD13AF-F589-4DEC-8960-9D337A3AEF4E}"/>
                </a:ext>
              </a:extLst>
            </p:cNvPr>
            <p:cNvSpPr/>
            <p:nvPr/>
          </p:nvSpPr>
          <p:spPr>
            <a:xfrm>
              <a:off x="8510015" y="52517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17" name="object 313">
              <a:extLst>
                <a:ext uri="{FF2B5EF4-FFF2-40B4-BE49-F238E27FC236}">
                  <a16:creationId xmlns:a16="http://schemas.microsoft.com/office/drawing/2014/main" id="{9C7ADF94-321B-4416-A466-643C63251B93}"/>
                </a:ext>
              </a:extLst>
            </p:cNvPr>
            <p:cNvSpPr/>
            <p:nvPr/>
          </p:nvSpPr>
          <p:spPr>
            <a:xfrm>
              <a:off x="8510015"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8" name="object 314">
              <a:extLst>
                <a:ext uri="{FF2B5EF4-FFF2-40B4-BE49-F238E27FC236}">
                  <a16:creationId xmlns:a16="http://schemas.microsoft.com/office/drawing/2014/main" id="{3E5E2535-F568-4BCE-89DD-E305B6B6754A}"/>
                </a:ext>
              </a:extLst>
            </p:cNvPr>
            <p:cNvSpPr/>
            <p:nvPr/>
          </p:nvSpPr>
          <p:spPr>
            <a:xfrm>
              <a:off x="8510015" y="53370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319" name="object 315">
              <a:extLst>
                <a:ext uri="{FF2B5EF4-FFF2-40B4-BE49-F238E27FC236}">
                  <a16:creationId xmlns:a16="http://schemas.microsoft.com/office/drawing/2014/main" id="{8503DF7F-2637-46DF-8880-7EBD636B290E}"/>
                </a:ext>
              </a:extLst>
            </p:cNvPr>
            <p:cNvSpPr/>
            <p:nvPr/>
          </p:nvSpPr>
          <p:spPr>
            <a:xfrm>
              <a:off x="8510015"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20" name="object 316">
              <a:extLst>
                <a:ext uri="{FF2B5EF4-FFF2-40B4-BE49-F238E27FC236}">
                  <a16:creationId xmlns:a16="http://schemas.microsoft.com/office/drawing/2014/main" id="{04AA65BB-58BD-4EE1-9CD4-AF4FBDE4868B}"/>
                </a:ext>
              </a:extLst>
            </p:cNvPr>
            <p:cNvSpPr/>
            <p:nvPr/>
          </p:nvSpPr>
          <p:spPr>
            <a:xfrm>
              <a:off x="8510015" y="542239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21" name="object 317">
              <a:extLst>
                <a:ext uri="{FF2B5EF4-FFF2-40B4-BE49-F238E27FC236}">
                  <a16:creationId xmlns:a16="http://schemas.microsoft.com/office/drawing/2014/main" id="{DC01088D-872C-4E3A-AA9B-22E380825DBF}"/>
                </a:ext>
              </a:extLst>
            </p:cNvPr>
            <p:cNvSpPr/>
            <p:nvPr/>
          </p:nvSpPr>
          <p:spPr>
            <a:xfrm>
              <a:off x="8510015"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2" name="object 318">
              <a:extLst>
                <a:ext uri="{FF2B5EF4-FFF2-40B4-BE49-F238E27FC236}">
                  <a16:creationId xmlns:a16="http://schemas.microsoft.com/office/drawing/2014/main" id="{B792A5C5-FF84-4AE0-9135-345B457736B1}"/>
                </a:ext>
              </a:extLst>
            </p:cNvPr>
            <p:cNvSpPr/>
            <p:nvPr/>
          </p:nvSpPr>
          <p:spPr>
            <a:xfrm>
              <a:off x="8328659" y="5166359"/>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323" name="object 319">
              <a:extLst>
                <a:ext uri="{FF2B5EF4-FFF2-40B4-BE49-F238E27FC236}">
                  <a16:creationId xmlns:a16="http://schemas.microsoft.com/office/drawing/2014/main" id="{8CBB4F6E-0E35-447A-822A-55C1F5A892DD}"/>
                </a:ext>
              </a:extLst>
            </p:cNvPr>
            <p:cNvSpPr/>
            <p:nvPr/>
          </p:nvSpPr>
          <p:spPr>
            <a:xfrm>
              <a:off x="832865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4" name="object 320">
              <a:extLst>
                <a:ext uri="{FF2B5EF4-FFF2-40B4-BE49-F238E27FC236}">
                  <a16:creationId xmlns:a16="http://schemas.microsoft.com/office/drawing/2014/main" id="{1EA2A873-F80A-4BB2-90AC-B67F30DE885A}"/>
                </a:ext>
              </a:extLst>
            </p:cNvPr>
            <p:cNvSpPr/>
            <p:nvPr/>
          </p:nvSpPr>
          <p:spPr>
            <a:xfrm>
              <a:off x="8328659" y="5251702"/>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325" name="object 321">
              <a:extLst>
                <a:ext uri="{FF2B5EF4-FFF2-40B4-BE49-F238E27FC236}">
                  <a16:creationId xmlns:a16="http://schemas.microsoft.com/office/drawing/2014/main" id="{A8A21F73-0CBF-45F9-A4CE-5607CF23FE6A}"/>
                </a:ext>
              </a:extLst>
            </p:cNvPr>
            <p:cNvSpPr/>
            <p:nvPr/>
          </p:nvSpPr>
          <p:spPr>
            <a:xfrm>
              <a:off x="832865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6" name="object 322">
              <a:extLst>
                <a:ext uri="{FF2B5EF4-FFF2-40B4-BE49-F238E27FC236}">
                  <a16:creationId xmlns:a16="http://schemas.microsoft.com/office/drawing/2014/main" id="{839D9CC0-1346-416F-BF83-709E1ABF0BEC}"/>
                </a:ext>
              </a:extLst>
            </p:cNvPr>
            <p:cNvSpPr/>
            <p:nvPr/>
          </p:nvSpPr>
          <p:spPr>
            <a:xfrm>
              <a:off x="8328659" y="5337046"/>
              <a:ext cx="73660" cy="85725"/>
            </a:xfrm>
            <a:custGeom>
              <a:avLst/>
              <a:gdLst/>
              <a:ahLst/>
              <a:cxnLst/>
              <a:rect l="l" t="t" r="r" b="b"/>
              <a:pathLst>
                <a:path w="73659" h="85725">
                  <a:moveTo>
                    <a:pt x="0" y="85347"/>
                  </a:moveTo>
                  <a:lnTo>
                    <a:pt x="73152" y="85347"/>
                  </a:lnTo>
                  <a:lnTo>
                    <a:pt x="73152" y="0"/>
                  </a:lnTo>
                  <a:lnTo>
                    <a:pt x="0" y="0"/>
                  </a:lnTo>
                  <a:lnTo>
                    <a:pt x="0" y="85347"/>
                  </a:lnTo>
                  <a:close/>
                </a:path>
              </a:pathLst>
            </a:custGeom>
            <a:solidFill>
              <a:srgbClr val="FFFD96"/>
            </a:solidFill>
          </p:spPr>
          <p:txBody>
            <a:bodyPr wrap="square" lIns="0" tIns="0" rIns="0" bIns="0" rtlCol="0"/>
            <a:lstStyle/>
            <a:p>
              <a:endParaRPr sz="2000"/>
            </a:p>
          </p:txBody>
        </p:sp>
        <p:sp>
          <p:nvSpPr>
            <p:cNvPr id="327" name="object 323">
              <a:extLst>
                <a:ext uri="{FF2B5EF4-FFF2-40B4-BE49-F238E27FC236}">
                  <a16:creationId xmlns:a16="http://schemas.microsoft.com/office/drawing/2014/main" id="{C22852F1-D1D6-455C-8846-136F38CD31BE}"/>
                </a:ext>
              </a:extLst>
            </p:cNvPr>
            <p:cNvSpPr/>
            <p:nvPr/>
          </p:nvSpPr>
          <p:spPr>
            <a:xfrm>
              <a:off x="832865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28" name="object 324">
              <a:extLst>
                <a:ext uri="{FF2B5EF4-FFF2-40B4-BE49-F238E27FC236}">
                  <a16:creationId xmlns:a16="http://schemas.microsoft.com/office/drawing/2014/main" id="{75CDF772-B0D6-424F-93C6-C4F4D8A459F8}"/>
                </a:ext>
              </a:extLst>
            </p:cNvPr>
            <p:cNvSpPr/>
            <p:nvPr/>
          </p:nvSpPr>
          <p:spPr>
            <a:xfrm>
              <a:off x="8328659" y="5422394"/>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329" name="object 325">
              <a:extLst>
                <a:ext uri="{FF2B5EF4-FFF2-40B4-BE49-F238E27FC236}">
                  <a16:creationId xmlns:a16="http://schemas.microsoft.com/office/drawing/2014/main" id="{CA1031EA-6794-4C5E-B3E7-188FB91A8537}"/>
                </a:ext>
              </a:extLst>
            </p:cNvPr>
            <p:cNvSpPr/>
            <p:nvPr/>
          </p:nvSpPr>
          <p:spPr>
            <a:xfrm>
              <a:off x="832865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0" name="object 326">
              <a:extLst>
                <a:ext uri="{FF2B5EF4-FFF2-40B4-BE49-F238E27FC236}">
                  <a16:creationId xmlns:a16="http://schemas.microsoft.com/office/drawing/2014/main" id="{6A55928B-D5E1-49D5-99BD-73F4BA7E2A1A}"/>
                </a:ext>
              </a:extLst>
            </p:cNvPr>
            <p:cNvSpPr/>
            <p:nvPr/>
          </p:nvSpPr>
          <p:spPr>
            <a:xfrm>
              <a:off x="8453119" y="5166359"/>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331" name="object 327">
              <a:extLst>
                <a:ext uri="{FF2B5EF4-FFF2-40B4-BE49-F238E27FC236}">
                  <a16:creationId xmlns:a16="http://schemas.microsoft.com/office/drawing/2014/main" id="{3BC22929-03E6-4C8D-87DD-8865865A79E9}"/>
                </a:ext>
              </a:extLst>
            </p:cNvPr>
            <p:cNvSpPr/>
            <p:nvPr/>
          </p:nvSpPr>
          <p:spPr>
            <a:xfrm>
              <a:off x="842009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2" name="object 328">
              <a:extLst>
                <a:ext uri="{FF2B5EF4-FFF2-40B4-BE49-F238E27FC236}">
                  <a16:creationId xmlns:a16="http://schemas.microsoft.com/office/drawing/2014/main" id="{E251BE66-2EA8-45EC-8BAF-1BD894495C63}"/>
                </a:ext>
              </a:extLst>
            </p:cNvPr>
            <p:cNvSpPr/>
            <p:nvPr/>
          </p:nvSpPr>
          <p:spPr>
            <a:xfrm>
              <a:off x="8453119" y="5251702"/>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333" name="object 329">
              <a:extLst>
                <a:ext uri="{FF2B5EF4-FFF2-40B4-BE49-F238E27FC236}">
                  <a16:creationId xmlns:a16="http://schemas.microsoft.com/office/drawing/2014/main" id="{5FF11918-86BB-4E6E-9A69-BF8875AB887F}"/>
                </a:ext>
              </a:extLst>
            </p:cNvPr>
            <p:cNvSpPr/>
            <p:nvPr/>
          </p:nvSpPr>
          <p:spPr>
            <a:xfrm>
              <a:off x="842009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4" name="object 330">
              <a:extLst>
                <a:ext uri="{FF2B5EF4-FFF2-40B4-BE49-F238E27FC236}">
                  <a16:creationId xmlns:a16="http://schemas.microsoft.com/office/drawing/2014/main" id="{B497BB56-81E9-4877-87D6-8890746998F2}"/>
                </a:ext>
              </a:extLst>
            </p:cNvPr>
            <p:cNvSpPr/>
            <p:nvPr/>
          </p:nvSpPr>
          <p:spPr>
            <a:xfrm>
              <a:off x="8453119" y="5337046"/>
              <a:ext cx="58419" cy="85725"/>
            </a:xfrm>
            <a:custGeom>
              <a:avLst/>
              <a:gdLst/>
              <a:ahLst/>
              <a:cxnLst/>
              <a:rect l="l" t="t" r="r" b="b"/>
              <a:pathLst>
                <a:path w="58420" h="85725">
                  <a:moveTo>
                    <a:pt x="0" y="85347"/>
                  </a:moveTo>
                  <a:lnTo>
                    <a:pt x="58420" y="85347"/>
                  </a:lnTo>
                  <a:lnTo>
                    <a:pt x="58420" y="0"/>
                  </a:lnTo>
                  <a:lnTo>
                    <a:pt x="0" y="0"/>
                  </a:lnTo>
                  <a:lnTo>
                    <a:pt x="0" y="85347"/>
                  </a:lnTo>
                  <a:close/>
                </a:path>
              </a:pathLst>
            </a:custGeom>
            <a:solidFill>
              <a:srgbClr val="FFFD96"/>
            </a:solidFill>
          </p:spPr>
          <p:txBody>
            <a:bodyPr wrap="square" lIns="0" tIns="0" rIns="0" bIns="0" rtlCol="0"/>
            <a:lstStyle/>
            <a:p>
              <a:endParaRPr sz="2000"/>
            </a:p>
          </p:txBody>
        </p:sp>
        <p:sp>
          <p:nvSpPr>
            <p:cNvPr id="335" name="object 331">
              <a:extLst>
                <a:ext uri="{FF2B5EF4-FFF2-40B4-BE49-F238E27FC236}">
                  <a16:creationId xmlns:a16="http://schemas.microsoft.com/office/drawing/2014/main" id="{2843DDE2-7F2D-400C-8CED-09A4DCD0A98B}"/>
                </a:ext>
              </a:extLst>
            </p:cNvPr>
            <p:cNvSpPr/>
            <p:nvPr/>
          </p:nvSpPr>
          <p:spPr>
            <a:xfrm>
              <a:off x="842009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36" name="object 332">
              <a:extLst>
                <a:ext uri="{FF2B5EF4-FFF2-40B4-BE49-F238E27FC236}">
                  <a16:creationId xmlns:a16="http://schemas.microsoft.com/office/drawing/2014/main" id="{40EEC871-8331-4653-82D2-A6E3AD896040}"/>
                </a:ext>
              </a:extLst>
            </p:cNvPr>
            <p:cNvSpPr/>
            <p:nvPr/>
          </p:nvSpPr>
          <p:spPr>
            <a:xfrm>
              <a:off x="8453119" y="5422394"/>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337" name="object 333">
              <a:extLst>
                <a:ext uri="{FF2B5EF4-FFF2-40B4-BE49-F238E27FC236}">
                  <a16:creationId xmlns:a16="http://schemas.microsoft.com/office/drawing/2014/main" id="{5FD22397-1185-4EA5-B851-DCFCDA3D793A}"/>
                </a:ext>
              </a:extLst>
            </p:cNvPr>
            <p:cNvSpPr/>
            <p:nvPr/>
          </p:nvSpPr>
          <p:spPr>
            <a:xfrm>
              <a:off x="842009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8" name="object 334">
              <a:extLst>
                <a:ext uri="{FF2B5EF4-FFF2-40B4-BE49-F238E27FC236}">
                  <a16:creationId xmlns:a16="http://schemas.microsoft.com/office/drawing/2014/main" id="{C8EA75BF-2C1C-4407-BD94-13C67227BBB1}"/>
                </a:ext>
              </a:extLst>
            </p:cNvPr>
            <p:cNvSpPr/>
            <p:nvPr/>
          </p:nvSpPr>
          <p:spPr>
            <a:xfrm>
              <a:off x="8055101" y="4696205"/>
              <a:ext cx="379095" cy="935990"/>
            </a:xfrm>
            <a:custGeom>
              <a:avLst/>
              <a:gdLst/>
              <a:ahLst/>
              <a:cxnLst/>
              <a:rect l="l" t="t" r="r" b="b"/>
              <a:pathLst>
                <a:path w="379095" h="935989">
                  <a:moveTo>
                    <a:pt x="0" y="4572"/>
                  </a:moveTo>
                  <a:lnTo>
                    <a:pt x="0" y="931928"/>
                  </a:lnTo>
                </a:path>
                <a:path w="379095" h="935989">
                  <a:moveTo>
                    <a:pt x="181356" y="4572"/>
                  </a:moveTo>
                  <a:lnTo>
                    <a:pt x="181356" y="927125"/>
                  </a:lnTo>
                </a:path>
                <a:path w="379095" h="935989">
                  <a:moveTo>
                    <a:pt x="365760" y="0"/>
                  </a:moveTo>
                  <a:lnTo>
                    <a:pt x="378968" y="935534"/>
                  </a:lnTo>
                </a:path>
              </a:pathLst>
            </a:custGeom>
            <a:ln w="38100">
              <a:solidFill>
                <a:srgbClr val="008462"/>
              </a:solidFill>
              <a:prstDash val="lgDash"/>
            </a:ln>
          </p:spPr>
          <p:txBody>
            <a:bodyPr wrap="square" lIns="0" tIns="0" rIns="0" bIns="0" rtlCol="0"/>
            <a:lstStyle/>
            <a:p>
              <a:endParaRPr sz="2000"/>
            </a:p>
          </p:txBody>
        </p:sp>
      </p:grpSp>
      <p:grpSp>
        <p:nvGrpSpPr>
          <p:cNvPr id="339" name="object 335">
            <a:extLst>
              <a:ext uri="{FF2B5EF4-FFF2-40B4-BE49-F238E27FC236}">
                <a16:creationId xmlns:a16="http://schemas.microsoft.com/office/drawing/2014/main" id="{867A12C0-06FE-4D07-9501-47B913605C52}"/>
              </a:ext>
            </a:extLst>
          </p:cNvPr>
          <p:cNvGrpSpPr/>
          <p:nvPr/>
        </p:nvGrpSpPr>
        <p:grpSpPr>
          <a:xfrm>
            <a:off x="8123222" y="5195655"/>
            <a:ext cx="219428" cy="774700"/>
            <a:chOff x="8970009" y="4823207"/>
            <a:chExt cx="197485" cy="697230"/>
          </a:xfrm>
        </p:grpSpPr>
        <p:sp>
          <p:nvSpPr>
            <p:cNvPr id="340" name="object 336">
              <a:extLst>
                <a:ext uri="{FF2B5EF4-FFF2-40B4-BE49-F238E27FC236}">
                  <a16:creationId xmlns:a16="http://schemas.microsoft.com/office/drawing/2014/main" id="{77241C00-B0F6-4862-BB51-D5C6DDC2A8E2}"/>
                </a:ext>
              </a:extLst>
            </p:cNvPr>
            <p:cNvSpPr/>
            <p:nvPr/>
          </p:nvSpPr>
          <p:spPr>
            <a:xfrm>
              <a:off x="8976359" y="48295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1" name="object 337">
              <a:extLst>
                <a:ext uri="{FF2B5EF4-FFF2-40B4-BE49-F238E27FC236}">
                  <a16:creationId xmlns:a16="http://schemas.microsoft.com/office/drawing/2014/main" id="{F963BB04-D46A-4729-8324-3E5FAF443ED9}"/>
                </a:ext>
              </a:extLst>
            </p:cNvPr>
            <p:cNvSpPr/>
            <p:nvPr/>
          </p:nvSpPr>
          <p:spPr>
            <a:xfrm>
              <a:off x="8976359" y="4829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2" name="object 338">
              <a:extLst>
                <a:ext uri="{FF2B5EF4-FFF2-40B4-BE49-F238E27FC236}">
                  <a16:creationId xmlns:a16="http://schemas.microsoft.com/office/drawing/2014/main" id="{7890215E-0B58-4FE4-8D7A-A50BF3E58948}"/>
                </a:ext>
              </a:extLst>
            </p:cNvPr>
            <p:cNvSpPr/>
            <p:nvPr/>
          </p:nvSpPr>
          <p:spPr>
            <a:xfrm>
              <a:off x="8976359" y="491489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3" name="object 339">
              <a:extLst>
                <a:ext uri="{FF2B5EF4-FFF2-40B4-BE49-F238E27FC236}">
                  <a16:creationId xmlns:a16="http://schemas.microsoft.com/office/drawing/2014/main" id="{B963D52B-297B-4A9E-8013-E80DBD19B1E3}"/>
                </a:ext>
              </a:extLst>
            </p:cNvPr>
            <p:cNvSpPr/>
            <p:nvPr/>
          </p:nvSpPr>
          <p:spPr>
            <a:xfrm>
              <a:off x="8976359" y="49148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4" name="object 340">
              <a:extLst>
                <a:ext uri="{FF2B5EF4-FFF2-40B4-BE49-F238E27FC236}">
                  <a16:creationId xmlns:a16="http://schemas.microsoft.com/office/drawing/2014/main" id="{543748BC-2D56-47DB-9A12-CC41AEA46926}"/>
                </a:ext>
              </a:extLst>
            </p:cNvPr>
            <p:cNvSpPr/>
            <p:nvPr/>
          </p:nvSpPr>
          <p:spPr>
            <a:xfrm>
              <a:off x="8976359" y="500024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5" name="object 341">
              <a:extLst>
                <a:ext uri="{FF2B5EF4-FFF2-40B4-BE49-F238E27FC236}">
                  <a16:creationId xmlns:a16="http://schemas.microsoft.com/office/drawing/2014/main" id="{4AA5B5E8-1403-4F16-AC24-88BF0E9EAC89}"/>
                </a:ext>
              </a:extLst>
            </p:cNvPr>
            <p:cNvSpPr/>
            <p:nvPr/>
          </p:nvSpPr>
          <p:spPr>
            <a:xfrm>
              <a:off x="8976359" y="50002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6" name="object 342">
              <a:extLst>
                <a:ext uri="{FF2B5EF4-FFF2-40B4-BE49-F238E27FC236}">
                  <a16:creationId xmlns:a16="http://schemas.microsoft.com/office/drawing/2014/main" id="{E15BA71A-0A19-4A33-8319-6FF04EE81478}"/>
                </a:ext>
              </a:extLst>
            </p:cNvPr>
            <p:cNvSpPr/>
            <p:nvPr/>
          </p:nvSpPr>
          <p:spPr>
            <a:xfrm>
              <a:off x="8976359" y="508558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E7FFBD"/>
            </a:solidFill>
          </p:spPr>
          <p:txBody>
            <a:bodyPr wrap="square" lIns="0" tIns="0" rIns="0" bIns="0" rtlCol="0"/>
            <a:lstStyle/>
            <a:p>
              <a:endParaRPr sz="2000"/>
            </a:p>
          </p:txBody>
        </p:sp>
        <p:sp>
          <p:nvSpPr>
            <p:cNvPr id="347" name="object 343">
              <a:extLst>
                <a:ext uri="{FF2B5EF4-FFF2-40B4-BE49-F238E27FC236}">
                  <a16:creationId xmlns:a16="http://schemas.microsoft.com/office/drawing/2014/main" id="{7B7D5ABF-B6FA-481B-9EFB-7D3BDE973519}"/>
                </a:ext>
              </a:extLst>
            </p:cNvPr>
            <p:cNvSpPr/>
            <p:nvPr/>
          </p:nvSpPr>
          <p:spPr>
            <a:xfrm>
              <a:off x="8976359" y="508558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48" name="object 344">
              <a:extLst>
                <a:ext uri="{FF2B5EF4-FFF2-40B4-BE49-F238E27FC236}">
                  <a16:creationId xmlns:a16="http://schemas.microsoft.com/office/drawing/2014/main" id="{496FC904-8D9C-443B-8B6D-B7FA290AFC96}"/>
                </a:ext>
              </a:extLst>
            </p:cNvPr>
            <p:cNvSpPr/>
            <p:nvPr/>
          </p:nvSpPr>
          <p:spPr>
            <a:xfrm>
              <a:off x="8976359" y="517093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9" name="object 345">
              <a:extLst>
                <a:ext uri="{FF2B5EF4-FFF2-40B4-BE49-F238E27FC236}">
                  <a16:creationId xmlns:a16="http://schemas.microsoft.com/office/drawing/2014/main" id="{81EA7FB7-0338-4DBF-986E-2CDEF8EEC6CE}"/>
                </a:ext>
              </a:extLst>
            </p:cNvPr>
            <p:cNvSpPr/>
            <p:nvPr/>
          </p:nvSpPr>
          <p:spPr>
            <a:xfrm>
              <a:off x="8976359" y="517093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0" name="object 346">
              <a:extLst>
                <a:ext uri="{FF2B5EF4-FFF2-40B4-BE49-F238E27FC236}">
                  <a16:creationId xmlns:a16="http://schemas.microsoft.com/office/drawing/2014/main" id="{7D27D479-6623-42CE-AE1F-B7E1204F51D7}"/>
                </a:ext>
              </a:extLst>
            </p:cNvPr>
            <p:cNvSpPr/>
            <p:nvPr/>
          </p:nvSpPr>
          <p:spPr>
            <a:xfrm>
              <a:off x="8976359" y="525627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51" name="object 347">
              <a:extLst>
                <a:ext uri="{FF2B5EF4-FFF2-40B4-BE49-F238E27FC236}">
                  <a16:creationId xmlns:a16="http://schemas.microsoft.com/office/drawing/2014/main" id="{A279B642-BDE6-459A-8312-2CC8E1641B17}"/>
                </a:ext>
              </a:extLst>
            </p:cNvPr>
            <p:cNvSpPr/>
            <p:nvPr/>
          </p:nvSpPr>
          <p:spPr>
            <a:xfrm>
              <a:off x="8976359" y="52562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2" name="object 348">
              <a:extLst>
                <a:ext uri="{FF2B5EF4-FFF2-40B4-BE49-F238E27FC236}">
                  <a16:creationId xmlns:a16="http://schemas.microsoft.com/office/drawing/2014/main" id="{1BE82F2F-1D33-46A1-B5CE-CB525C8D6046}"/>
                </a:ext>
              </a:extLst>
            </p:cNvPr>
            <p:cNvSpPr/>
            <p:nvPr/>
          </p:nvSpPr>
          <p:spPr>
            <a:xfrm>
              <a:off x="8976359" y="534161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53" name="object 349">
              <a:extLst>
                <a:ext uri="{FF2B5EF4-FFF2-40B4-BE49-F238E27FC236}">
                  <a16:creationId xmlns:a16="http://schemas.microsoft.com/office/drawing/2014/main" id="{C62B5DA7-7708-4595-B56B-9F5C3951F3BD}"/>
                </a:ext>
              </a:extLst>
            </p:cNvPr>
            <p:cNvSpPr/>
            <p:nvPr/>
          </p:nvSpPr>
          <p:spPr>
            <a:xfrm>
              <a:off x="8976359" y="534161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4" name="object 350">
              <a:extLst>
                <a:ext uri="{FF2B5EF4-FFF2-40B4-BE49-F238E27FC236}">
                  <a16:creationId xmlns:a16="http://schemas.microsoft.com/office/drawing/2014/main" id="{F6435FBC-584A-4B6D-A3F4-0F8D2E41B967}"/>
                </a:ext>
              </a:extLst>
            </p:cNvPr>
            <p:cNvSpPr/>
            <p:nvPr/>
          </p:nvSpPr>
          <p:spPr>
            <a:xfrm>
              <a:off x="8976359" y="5426963"/>
              <a:ext cx="91440" cy="86995"/>
            </a:xfrm>
            <a:custGeom>
              <a:avLst/>
              <a:gdLst/>
              <a:ahLst/>
              <a:cxnLst/>
              <a:rect l="l" t="t" r="r" b="b"/>
              <a:pathLst>
                <a:path w="91440" h="86995">
                  <a:moveTo>
                    <a:pt x="91440" y="0"/>
                  </a:moveTo>
                  <a:lnTo>
                    <a:pt x="0" y="0"/>
                  </a:lnTo>
                  <a:lnTo>
                    <a:pt x="0" y="86870"/>
                  </a:lnTo>
                  <a:lnTo>
                    <a:pt x="91440" y="86870"/>
                  </a:lnTo>
                  <a:lnTo>
                    <a:pt x="91440" y="0"/>
                  </a:lnTo>
                  <a:close/>
                </a:path>
              </a:pathLst>
            </a:custGeom>
            <a:solidFill>
              <a:srgbClr val="E7FFBD"/>
            </a:solidFill>
          </p:spPr>
          <p:txBody>
            <a:bodyPr wrap="square" lIns="0" tIns="0" rIns="0" bIns="0" rtlCol="0"/>
            <a:lstStyle/>
            <a:p>
              <a:endParaRPr sz="2000"/>
            </a:p>
          </p:txBody>
        </p:sp>
        <p:sp>
          <p:nvSpPr>
            <p:cNvPr id="355" name="object 351">
              <a:extLst>
                <a:ext uri="{FF2B5EF4-FFF2-40B4-BE49-F238E27FC236}">
                  <a16:creationId xmlns:a16="http://schemas.microsoft.com/office/drawing/2014/main" id="{910F8E65-8936-40A2-B802-394D84DBF253}"/>
                </a:ext>
              </a:extLst>
            </p:cNvPr>
            <p:cNvSpPr/>
            <p:nvPr/>
          </p:nvSpPr>
          <p:spPr>
            <a:xfrm>
              <a:off x="8976359" y="5426963"/>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56" name="object 352">
              <a:extLst>
                <a:ext uri="{FF2B5EF4-FFF2-40B4-BE49-F238E27FC236}">
                  <a16:creationId xmlns:a16="http://schemas.microsoft.com/office/drawing/2014/main" id="{D2CE0308-962A-46F5-BE54-6B3FE3592647}"/>
                </a:ext>
              </a:extLst>
            </p:cNvPr>
            <p:cNvSpPr/>
            <p:nvPr/>
          </p:nvSpPr>
          <p:spPr>
            <a:xfrm>
              <a:off x="9067799" y="48295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57" name="object 353">
              <a:extLst>
                <a:ext uri="{FF2B5EF4-FFF2-40B4-BE49-F238E27FC236}">
                  <a16:creationId xmlns:a16="http://schemas.microsoft.com/office/drawing/2014/main" id="{220BDFCD-5C1D-4983-94A6-D4106C125DB2}"/>
                </a:ext>
              </a:extLst>
            </p:cNvPr>
            <p:cNvSpPr/>
            <p:nvPr/>
          </p:nvSpPr>
          <p:spPr>
            <a:xfrm>
              <a:off x="9067799" y="48295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8" name="object 354">
              <a:extLst>
                <a:ext uri="{FF2B5EF4-FFF2-40B4-BE49-F238E27FC236}">
                  <a16:creationId xmlns:a16="http://schemas.microsoft.com/office/drawing/2014/main" id="{F6056B60-187A-47DB-A1E6-C4F28D8D967D}"/>
                </a:ext>
              </a:extLst>
            </p:cNvPr>
            <p:cNvSpPr/>
            <p:nvPr/>
          </p:nvSpPr>
          <p:spPr>
            <a:xfrm>
              <a:off x="9067799" y="491489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59" name="object 355">
              <a:extLst>
                <a:ext uri="{FF2B5EF4-FFF2-40B4-BE49-F238E27FC236}">
                  <a16:creationId xmlns:a16="http://schemas.microsoft.com/office/drawing/2014/main" id="{7575DBF5-8FED-4176-B3CF-4B97D374CB86}"/>
                </a:ext>
              </a:extLst>
            </p:cNvPr>
            <p:cNvSpPr/>
            <p:nvPr/>
          </p:nvSpPr>
          <p:spPr>
            <a:xfrm>
              <a:off x="9067799" y="49148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0" name="object 356">
              <a:extLst>
                <a:ext uri="{FF2B5EF4-FFF2-40B4-BE49-F238E27FC236}">
                  <a16:creationId xmlns:a16="http://schemas.microsoft.com/office/drawing/2014/main" id="{73D20878-EBD3-4414-91D8-770B147AA969}"/>
                </a:ext>
              </a:extLst>
            </p:cNvPr>
            <p:cNvSpPr/>
            <p:nvPr/>
          </p:nvSpPr>
          <p:spPr>
            <a:xfrm>
              <a:off x="9067799" y="500024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1" name="object 357">
              <a:extLst>
                <a:ext uri="{FF2B5EF4-FFF2-40B4-BE49-F238E27FC236}">
                  <a16:creationId xmlns:a16="http://schemas.microsoft.com/office/drawing/2014/main" id="{0613C146-126F-4788-9C16-22858F21CDF6}"/>
                </a:ext>
              </a:extLst>
            </p:cNvPr>
            <p:cNvSpPr/>
            <p:nvPr/>
          </p:nvSpPr>
          <p:spPr>
            <a:xfrm>
              <a:off x="9067799" y="50002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2" name="object 358">
              <a:extLst>
                <a:ext uri="{FF2B5EF4-FFF2-40B4-BE49-F238E27FC236}">
                  <a16:creationId xmlns:a16="http://schemas.microsoft.com/office/drawing/2014/main" id="{3FCA73E4-4710-4496-8644-CB0097A7F598}"/>
                </a:ext>
              </a:extLst>
            </p:cNvPr>
            <p:cNvSpPr/>
            <p:nvPr/>
          </p:nvSpPr>
          <p:spPr>
            <a:xfrm>
              <a:off x="9067799" y="508558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B8FF3B"/>
            </a:solidFill>
          </p:spPr>
          <p:txBody>
            <a:bodyPr wrap="square" lIns="0" tIns="0" rIns="0" bIns="0" rtlCol="0"/>
            <a:lstStyle/>
            <a:p>
              <a:endParaRPr sz="2000"/>
            </a:p>
          </p:txBody>
        </p:sp>
        <p:sp>
          <p:nvSpPr>
            <p:cNvPr id="363" name="object 359">
              <a:extLst>
                <a:ext uri="{FF2B5EF4-FFF2-40B4-BE49-F238E27FC236}">
                  <a16:creationId xmlns:a16="http://schemas.microsoft.com/office/drawing/2014/main" id="{6DE5E4AA-CDE9-48B9-88A4-CD113A4E31E6}"/>
                </a:ext>
              </a:extLst>
            </p:cNvPr>
            <p:cNvSpPr/>
            <p:nvPr/>
          </p:nvSpPr>
          <p:spPr>
            <a:xfrm>
              <a:off x="9067799" y="508558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64" name="object 360">
              <a:extLst>
                <a:ext uri="{FF2B5EF4-FFF2-40B4-BE49-F238E27FC236}">
                  <a16:creationId xmlns:a16="http://schemas.microsoft.com/office/drawing/2014/main" id="{308703AA-B3B0-4FCC-AD6E-B1E5DC7845B6}"/>
                </a:ext>
              </a:extLst>
            </p:cNvPr>
            <p:cNvSpPr/>
            <p:nvPr/>
          </p:nvSpPr>
          <p:spPr>
            <a:xfrm>
              <a:off x="9067799" y="517093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5" name="object 361">
              <a:extLst>
                <a:ext uri="{FF2B5EF4-FFF2-40B4-BE49-F238E27FC236}">
                  <a16:creationId xmlns:a16="http://schemas.microsoft.com/office/drawing/2014/main" id="{680754C8-BE21-4D31-A7BE-411B2D4F3061}"/>
                </a:ext>
              </a:extLst>
            </p:cNvPr>
            <p:cNvSpPr/>
            <p:nvPr/>
          </p:nvSpPr>
          <p:spPr>
            <a:xfrm>
              <a:off x="9067799" y="517093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6" name="object 362">
              <a:extLst>
                <a:ext uri="{FF2B5EF4-FFF2-40B4-BE49-F238E27FC236}">
                  <a16:creationId xmlns:a16="http://schemas.microsoft.com/office/drawing/2014/main" id="{7EC3BEDC-E7EC-44BA-B30C-27D46CDB99FD}"/>
                </a:ext>
              </a:extLst>
            </p:cNvPr>
            <p:cNvSpPr/>
            <p:nvPr/>
          </p:nvSpPr>
          <p:spPr>
            <a:xfrm>
              <a:off x="9067799" y="525627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7" name="object 363">
              <a:extLst>
                <a:ext uri="{FF2B5EF4-FFF2-40B4-BE49-F238E27FC236}">
                  <a16:creationId xmlns:a16="http://schemas.microsoft.com/office/drawing/2014/main" id="{8CF2375E-AE9C-4A5E-8997-02BFBD0EEC56}"/>
                </a:ext>
              </a:extLst>
            </p:cNvPr>
            <p:cNvSpPr/>
            <p:nvPr/>
          </p:nvSpPr>
          <p:spPr>
            <a:xfrm>
              <a:off x="9067799" y="52562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8" name="object 364">
              <a:extLst>
                <a:ext uri="{FF2B5EF4-FFF2-40B4-BE49-F238E27FC236}">
                  <a16:creationId xmlns:a16="http://schemas.microsoft.com/office/drawing/2014/main" id="{E8325B38-04F0-446D-A4FB-37C4E44654D4}"/>
                </a:ext>
              </a:extLst>
            </p:cNvPr>
            <p:cNvSpPr/>
            <p:nvPr/>
          </p:nvSpPr>
          <p:spPr>
            <a:xfrm>
              <a:off x="9067799" y="534161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9" name="object 365">
              <a:extLst>
                <a:ext uri="{FF2B5EF4-FFF2-40B4-BE49-F238E27FC236}">
                  <a16:creationId xmlns:a16="http://schemas.microsoft.com/office/drawing/2014/main" id="{8E5305FD-B145-42E0-9A10-34215FFB013F}"/>
                </a:ext>
              </a:extLst>
            </p:cNvPr>
            <p:cNvSpPr/>
            <p:nvPr/>
          </p:nvSpPr>
          <p:spPr>
            <a:xfrm>
              <a:off x="9067799" y="534161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0" name="object 366">
              <a:extLst>
                <a:ext uri="{FF2B5EF4-FFF2-40B4-BE49-F238E27FC236}">
                  <a16:creationId xmlns:a16="http://schemas.microsoft.com/office/drawing/2014/main" id="{2EAC16A7-55E2-4BAC-9805-8902C6F72511}"/>
                </a:ext>
              </a:extLst>
            </p:cNvPr>
            <p:cNvSpPr/>
            <p:nvPr/>
          </p:nvSpPr>
          <p:spPr>
            <a:xfrm>
              <a:off x="9067799" y="5426963"/>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B8FF3B"/>
            </a:solidFill>
          </p:spPr>
          <p:txBody>
            <a:bodyPr wrap="square" lIns="0" tIns="0" rIns="0" bIns="0" rtlCol="0"/>
            <a:lstStyle/>
            <a:p>
              <a:endParaRPr sz="2000"/>
            </a:p>
          </p:txBody>
        </p:sp>
        <p:sp>
          <p:nvSpPr>
            <p:cNvPr id="371" name="object 367">
              <a:extLst>
                <a:ext uri="{FF2B5EF4-FFF2-40B4-BE49-F238E27FC236}">
                  <a16:creationId xmlns:a16="http://schemas.microsoft.com/office/drawing/2014/main" id="{6D25A8D4-6AFC-45CF-BA6F-E34109D4EB37}"/>
                </a:ext>
              </a:extLst>
            </p:cNvPr>
            <p:cNvSpPr/>
            <p:nvPr/>
          </p:nvSpPr>
          <p:spPr>
            <a:xfrm>
              <a:off x="9067799" y="5426963"/>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grpSp>
      <p:sp>
        <p:nvSpPr>
          <p:cNvPr id="372" name="object 368">
            <a:extLst>
              <a:ext uri="{FF2B5EF4-FFF2-40B4-BE49-F238E27FC236}">
                <a16:creationId xmlns:a16="http://schemas.microsoft.com/office/drawing/2014/main" id="{A5D8C9B3-6331-4D14-BD70-5F645455AB83}"/>
              </a:ext>
            </a:extLst>
          </p:cNvPr>
          <p:cNvSpPr txBox="1"/>
          <p:nvPr/>
        </p:nvSpPr>
        <p:spPr>
          <a:xfrm>
            <a:off x="7833098" y="5288505"/>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sp>
        <p:nvSpPr>
          <p:cNvPr id="373" name="Rectangle 370">
            <a:extLst>
              <a:ext uri="{FF2B5EF4-FFF2-40B4-BE49-F238E27FC236}">
                <a16:creationId xmlns:a16="http://schemas.microsoft.com/office/drawing/2014/main" id="{D9532742-6CCB-4106-AF26-31DB72BA70F3}"/>
              </a:ext>
            </a:extLst>
          </p:cNvPr>
          <p:cNvSpPr/>
          <p:nvPr/>
        </p:nvSpPr>
        <p:spPr>
          <a:xfrm>
            <a:off x="3456609" y="4657176"/>
            <a:ext cx="2766952" cy="369332"/>
          </a:xfrm>
          <a:prstGeom prst="rect">
            <a:avLst/>
          </a:prstGeom>
        </p:spPr>
        <p:txBody>
          <a:bodyPr wrap="square">
            <a:spAutoFit/>
          </a:bodyPr>
          <a:lstStyle/>
          <a:p>
            <a:pPr marL="13405">
              <a:spcBef>
                <a:spcPts val="894"/>
              </a:spcBef>
              <a:buClr>
                <a:srgbClr val="B2B2B2"/>
              </a:buClr>
              <a:tabLst>
                <a:tab pos="332313" algn="l"/>
                <a:tab pos="333019" algn="l"/>
              </a:tabLst>
            </a:pPr>
            <a:r>
              <a:rPr lang="en-US" b="1" spc="-11" dirty="0">
                <a:latin typeface="Trebuchet MS"/>
                <a:cs typeface="Trebuchet MS"/>
              </a:rPr>
              <a:t>Row-wise</a:t>
            </a:r>
            <a:r>
              <a:rPr lang="en-US" b="1" spc="28" dirty="0">
                <a:latin typeface="Trebuchet MS"/>
                <a:cs typeface="Trebuchet MS"/>
              </a:rPr>
              <a:t> </a:t>
            </a:r>
            <a:r>
              <a:rPr lang="en-US" b="1" spc="-6" dirty="0">
                <a:latin typeface="Trebuchet MS"/>
                <a:cs typeface="Trebuchet MS"/>
              </a:rPr>
              <a:t>partitioning:</a:t>
            </a:r>
            <a:endParaRPr lang="en-US" b="1" dirty="0">
              <a:latin typeface="Trebuchet MS"/>
              <a:cs typeface="Trebuchet MS"/>
            </a:endParaRPr>
          </a:p>
        </p:txBody>
      </p:sp>
      <p:sp>
        <p:nvSpPr>
          <p:cNvPr id="374" name="Rectangle 371">
            <a:extLst>
              <a:ext uri="{FF2B5EF4-FFF2-40B4-BE49-F238E27FC236}">
                <a16:creationId xmlns:a16="http://schemas.microsoft.com/office/drawing/2014/main" id="{1BC1CE26-F09B-4F6D-A865-A9F300224483}"/>
              </a:ext>
            </a:extLst>
          </p:cNvPr>
          <p:cNvSpPr/>
          <p:nvPr/>
        </p:nvSpPr>
        <p:spPr>
          <a:xfrm>
            <a:off x="6154082" y="4661044"/>
            <a:ext cx="3012377" cy="369332"/>
          </a:xfrm>
          <a:prstGeom prst="rect">
            <a:avLst/>
          </a:prstGeom>
        </p:spPr>
        <p:txBody>
          <a:bodyPr wrap="square">
            <a:spAutoFit/>
          </a:bodyPr>
          <a:lstStyle/>
          <a:p>
            <a:pPr marL="13405">
              <a:spcBef>
                <a:spcPts val="894"/>
              </a:spcBef>
              <a:buClr>
                <a:srgbClr val="B2B2B2"/>
              </a:buClr>
              <a:tabLst>
                <a:tab pos="332313" algn="l"/>
                <a:tab pos="333019" algn="l"/>
              </a:tabLst>
            </a:pPr>
            <a:r>
              <a:rPr lang="en-US" b="1" spc="-11" dirty="0">
                <a:latin typeface="Trebuchet MS"/>
                <a:cs typeface="Trebuchet MS"/>
              </a:rPr>
              <a:t>Column-wise</a:t>
            </a:r>
            <a:r>
              <a:rPr lang="en-US" b="1" spc="28" dirty="0">
                <a:latin typeface="Trebuchet MS"/>
                <a:cs typeface="Trebuchet MS"/>
              </a:rPr>
              <a:t> </a:t>
            </a:r>
            <a:r>
              <a:rPr lang="en-US" b="1" spc="-6" dirty="0">
                <a:latin typeface="Trebuchet MS"/>
                <a:cs typeface="Trebuchet MS"/>
              </a:rPr>
              <a:t>partitioning:</a:t>
            </a:r>
            <a:endParaRPr lang="en-US" b="1" dirty="0">
              <a:latin typeface="Trebuchet MS"/>
              <a:cs typeface="Trebuchet MS"/>
            </a:endParaRPr>
          </a:p>
        </p:txBody>
      </p:sp>
      <p:sp>
        <p:nvSpPr>
          <p:cNvPr id="375" name="object 4">
            <a:extLst>
              <a:ext uri="{FF2B5EF4-FFF2-40B4-BE49-F238E27FC236}">
                <a16:creationId xmlns:a16="http://schemas.microsoft.com/office/drawing/2014/main" id="{5656EA0E-874A-4B12-8FA1-6BE23B987305}"/>
              </a:ext>
            </a:extLst>
          </p:cNvPr>
          <p:cNvSpPr txBox="1"/>
          <p:nvPr/>
        </p:nvSpPr>
        <p:spPr>
          <a:xfrm>
            <a:off x="-358754" y="4673571"/>
            <a:ext cx="4284911" cy="1317597"/>
          </a:xfrm>
          <a:prstGeom prst="rect">
            <a:avLst/>
          </a:prstGeom>
        </p:spPr>
        <p:txBody>
          <a:bodyPr vert="horz" wrap="square" lIns="0" tIns="113594" rIns="0" bIns="0" rtlCol="0">
            <a:spAutoFit/>
          </a:bodyPr>
          <a:lstStyle/>
          <a:p>
            <a:pPr marL="789513" lvl="1" indent="-318908">
              <a:spcBef>
                <a:spcPts val="767"/>
              </a:spcBef>
              <a:buClr>
                <a:srgbClr val="B2B2B2"/>
              </a:buClr>
              <a:buFont typeface="Arial"/>
              <a:buChar char="•"/>
              <a:tabLst>
                <a:tab pos="332313" algn="l"/>
                <a:tab pos="333019" algn="l"/>
              </a:tabLst>
            </a:pPr>
            <a:r>
              <a:rPr lang="en-US" sz="2400" b="1" dirty="0">
                <a:solidFill>
                  <a:prstClr val="black"/>
                </a:solidFill>
                <a:latin typeface="Trebuchet MS"/>
                <a:cs typeface="Trebuchet MS"/>
              </a:rPr>
              <a:t>Two</a:t>
            </a:r>
            <a:r>
              <a:rPr lang="en-US" sz="2400" b="1" spc="-22" dirty="0">
                <a:solidFill>
                  <a:prstClr val="black"/>
                </a:solidFill>
                <a:latin typeface="Trebuchet MS"/>
                <a:cs typeface="Trebuchet MS"/>
              </a:rPr>
              <a:t> </a:t>
            </a:r>
            <a:r>
              <a:rPr lang="en-US" sz="2400" b="1" spc="-6" dirty="0">
                <a:solidFill>
                  <a:prstClr val="black"/>
                </a:solidFill>
                <a:latin typeface="Trebuchet MS"/>
                <a:cs typeface="Trebuchet MS"/>
              </a:rPr>
              <a:t>variants:</a:t>
            </a:r>
            <a:endParaRPr lang="en-US" sz="2400" dirty="0">
              <a:solidFill>
                <a:prstClr val="black"/>
              </a:solidFill>
              <a:latin typeface="Trebuchet MS"/>
              <a:cs typeface="Trebuchet MS"/>
            </a:endParaRPr>
          </a:p>
          <a:p>
            <a:pPr marL="1246713" lvl="2" indent="-318908">
              <a:spcBef>
                <a:spcPts val="894"/>
              </a:spcBef>
              <a:buClr>
                <a:srgbClr val="B2B2B2"/>
              </a:buClr>
              <a:buFont typeface="Arial"/>
              <a:buChar char="•"/>
              <a:tabLst>
                <a:tab pos="332313" algn="l"/>
                <a:tab pos="333019" algn="l"/>
              </a:tabLst>
            </a:pPr>
            <a:r>
              <a:rPr sz="2000" spc="-11" dirty="0">
                <a:latin typeface="Trebuchet MS"/>
                <a:cs typeface="Trebuchet MS"/>
              </a:rPr>
              <a:t>Row-wise</a:t>
            </a:r>
            <a:r>
              <a:rPr sz="2000" spc="28" dirty="0">
                <a:latin typeface="Trebuchet MS"/>
                <a:cs typeface="Trebuchet MS"/>
              </a:rPr>
              <a:t> </a:t>
            </a:r>
            <a:r>
              <a:rPr sz="2000" spc="-6" dirty="0">
                <a:latin typeface="Trebuchet MS"/>
                <a:cs typeface="Trebuchet MS"/>
              </a:rPr>
              <a:t>partitioning</a:t>
            </a:r>
            <a:endParaRPr sz="2000" dirty="0">
              <a:latin typeface="Trebuchet MS"/>
              <a:cs typeface="Trebuchet MS"/>
            </a:endParaRPr>
          </a:p>
          <a:p>
            <a:pPr marL="1246713" lvl="2" indent="-318908">
              <a:spcBef>
                <a:spcPts val="789"/>
              </a:spcBef>
              <a:buClr>
                <a:srgbClr val="B2B2B2"/>
              </a:buClr>
              <a:buFont typeface="Arial"/>
              <a:buChar char="•"/>
              <a:tabLst>
                <a:tab pos="332313" algn="l"/>
                <a:tab pos="333019" algn="l"/>
              </a:tabLst>
            </a:pPr>
            <a:r>
              <a:rPr sz="2000" spc="-6" dirty="0">
                <a:latin typeface="Trebuchet MS"/>
                <a:cs typeface="Trebuchet MS"/>
              </a:rPr>
              <a:t>Column-wise</a:t>
            </a:r>
            <a:r>
              <a:rPr sz="2000" spc="-28" dirty="0">
                <a:latin typeface="Trebuchet MS"/>
                <a:cs typeface="Trebuchet MS"/>
              </a:rPr>
              <a:t> </a:t>
            </a:r>
            <a:r>
              <a:rPr sz="2000" spc="-6" dirty="0">
                <a:latin typeface="Trebuchet MS"/>
                <a:cs typeface="Trebuchet MS"/>
              </a:rPr>
              <a:t>partitioning</a:t>
            </a:r>
            <a:endParaRPr sz="2000" dirty="0">
              <a:latin typeface="Trebuchet MS"/>
              <a:cs typeface="Trebuchet MS"/>
            </a:endParaRPr>
          </a:p>
        </p:txBody>
      </p:sp>
    </p:spTree>
    <p:extLst>
      <p:ext uri="{BB962C8B-B14F-4D97-AF65-F5344CB8AC3E}">
        <p14:creationId xmlns:p14="http://schemas.microsoft.com/office/powerpoint/2010/main" val="2093330659"/>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81130" y="172716"/>
            <a:ext cx="9139070" cy="1066800"/>
          </a:xfrm>
        </p:spPr>
        <p:txBody>
          <a:bodyPr/>
          <a:lstStyle/>
          <a:p>
            <a:r>
              <a:rPr lang="en-US" altLang="zh-CN" sz="3600" spc="-6" dirty="0"/>
              <a:t>Row-wise</a:t>
            </a:r>
            <a:r>
              <a:rPr lang="en-US" altLang="zh-CN" sz="3600" spc="6" dirty="0"/>
              <a:t> </a:t>
            </a:r>
            <a:r>
              <a:rPr lang="en-US" altLang="zh-CN" sz="3600" spc="-6" dirty="0"/>
              <a:t>Partitioning: </a:t>
            </a:r>
            <a:r>
              <a:rPr lang="en-US" altLang="zh-CN" sz="3600" spc="-6" dirty="0" err="1">
                <a:solidFill>
                  <a:srgbClr val="00B0F0"/>
                </a:solidFill>
              </a:rPr>
              <a:t>Allgather</a:t>
            </a:r>
            <a:r>
              <a:rPr lang="en-US" altLang="zh-CN" sz="3600" spc="-6" dirty="0"/>
              <a:t> between Layers  </a:t>
            </a:r>
            <a:endParaRPr lang="en-US" altLang="en-US" sz="36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69</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2" name="组合 1">
            <a:extLst>
              <a:ext uri="{FF2B5EF4-FFF2-40B4-BE49-F238E27FC236}">
                <a16:creationId xmlns:a16="http://schemas.microsoft.com/office/drawing/2014/main" id="{B118D129-4E70-41C3-8456-107DE9821CD7}"/>
              </a:ext>
            </a:extLst>
          </p:cNvPr>
          <p:cNvGrpSpPr/>
          <p:nvPr/>
        </p:nvGrpSpPr>
        <p:grpSpPr>
          <a:xfrm>
            <a:off x="4178297" y="1106847"/>
            <a:ext cx="1329407" cy="3155359"/>
            <a:chOff x="4146971" y="1107912"/>
            <a:chExt cx="1329407" cy="3478534"/>
          </a:xfrm>
        </p:grpSpPr>
        <p:sp>
          <p:nvSpPr>
            <p:cNvPr id="376" name="object 2">
              <a:extLst>
                <a:ext uri="{FF2B5EF4-FFF2-40B4-BE49-F238E27FC236}">
                  <a16:creationId xmlns:a16="http://schemas.microsoft.com/office/drawing/2014/main" id="{A328268C-1910-4BFC-9F22-0698E4C155ED}"/>
                </a:ext>
              </a:extLst>
            </p:cNvPr>
            <p:cNvSpPr/>
            <p:nvPr/>
          </p:nvSpPr>
          <p:spPr>
            <a:xfrm>
              <a:off x="4146971" y="3446747"/>
              <a:ext cx="1315861" cy="1139699"/>
            </a:xfrm>
            <a:custGeom>
              <a:avLst/>
              <a:gdLst/>
              <a:ahLst/>
              <a:cxnLst/>
              <a:rect l="l" t="t" r="r" b="b"/>
              <a:pathLst>
                <a:path w="1184275" h="955039">
                  <a:moveTo>
                    <a:pt x="0" y="954659"/>
                  </a:moveTo>
                  <a:lnTo>
                    <a:pt x="1184145" y="954659"/>
                  </a:lnTo>
                  <a:lnTo>
                    <a:pt x="1184145" y="0"/>
                  </a:lnTo>
                  <a:lnTo>
                    <a:pt x="0" y="0"/>
                  </a:lnTo>
                  <a:lnTo>
                    <a:pt x="0" y="954659"/>
                  </a:lnTo>
                  <a:close/>
                </a:path>
              </a:pathLst>
            </a:custGeom>
            <a:solidFill>
              <a:srgbClr val="F3E5FB"/>
            </a:solidFill>
          </p:spPr>
          <p:txBody>
            <a:bodyPr wrap="square" lIns="0" tIns="0" rIns="0" bIns="0" rtlCol="0"/>
            <a:lstStyle/>
            <a:p>
              <a:endParaRPr sz="2000"/>
            </a:p>
          </p:txBody>
        </p:sp>
        <p:sp>
          <p:nvSpPr>
            <p:cNvPr id="377" name="object 3">
              <a:extLst>
                <a:ext uri="{FF2B5EF4-FFF2-40B4-BE49-F238E27FC236}">
                  <a16:creationId xmlns:a16="http://schemas.microsoft.com/office/drawing/2014/main" id="{46EDB523-5D09-4FAA-A235-230448AE31CD}"/>
                </a:ext>
              </a:extLst>
            </p:cNvPr>
            <p:cNvSpPr/>
            <p:nvPr/>
          </p:nvSpPr>
          <p:spPr>
            <a:xfrm>
              <a:off x="4146971" y="2283975"/>
              <a:ext cx="1315861" cy="997024"/>
            </a:xfrm>
            <a:custGeom>
              <a:avLst/>
              <a:gdLst/>
              <a:ahLst/>
              <a:cxnLst/>
              <a:rect l="l" t="t" r="r" b="b"/>
              <a:pathLst>
                <a:path w="1184275" h="895350">
                  <a:moveTo>
                    <a:pt x="0" y="895223"/>
                  </a:moveTo>
                  <a:lnTo>
                    <a:pt x="1184145" y="895223"/>
                  </a:lnTo>
                  <a:lnTo>
                    <a:pt x="1184145" y="0"/>
                  </a:lnTo>
                  <a:lnTo>
                    <a:pt x="0" y="0"/>
                  </a:lnTo>
                  <a:lnTo>
                    <a:pt x="0" y="895223"/>
                  </a:lnTo>
                  <a:close/>
                </a:path>
              </a:pathLst>
            </a:custGeom>
            <a:solidFill>
              <a:srgbClr val="F3E5FB"/>
            </a:solidFill>
          </p:spPr>
          <p:txBody>
            <a:bodyPr wrap="square" lIns="0" tIns="0" rIns="0" bIns="0" rtlCol="0"/>
            <a:lstStyle/>
            <a:p>
              <a:endParaRPr sz="2000"/>
            </a:p>
          </p:txBody>
        </p:sp>
        <p:sp>
          <p:nvSpPr>
            <p:cNvPr id="378" name="object 4">
              <a:extLst>
                <a:ext uri="{FF2B5EF4-FFF2-40B4-BE49-F238E27FC236}">
                  <a16:creationId xmlns:a16="http://schemas.microsoft.com/office/drawing/2014/main" id="{04DC509D-B1EE-46EA-9DA4-3AA61968D7FE}"/>
                </a:ext>
              </a:extLst>
            </p:cNvPr>
            <p:cNvSpPr/>
            <p:nvPr/>
          </p:nvSpPr>
          <p:spPr>
            <a:xfrm>
              <a:off x="4160517" y="1107912"/>
              <a:ext cx="1315861" cy="966338"/>
            </a:xfrm>
            <a:custGeom>
              <a:avLst/>
              <a:gdLst/>
              <a:ahLst/>
              <a:cxnLst/>
              <a:rect l="l" t="t" r="r" b="b"/>
              <a:pathLst>
                <a:path w="1184275" h="1183005">
                  <a:moveTo>
                    <a:pt x="0" y="1182624"/>
                  </a:moveTo>
                  <a:lnTo>
                    <a:pt x="1184145" y="1182624"/>
                  </a:lnTo>
                  <a:lnTo>
                    <a:pt x="1184145" y="0"/>
                  </a:lnTo>
                  <a:lnTo>
                    <a:pt x="0" y="0"/>
                  </a:lnTo>
                  <a:lnTo>
                    <a:pt x="0" y="1182624"/>
                  </a:lnTo>
                  <a:close/>
                </a:path>
              </a:pathLst>
            </a:custGeom>
            <a:solidFill>
              <a:srgbClr val="F3E5FB"/>
            </a:solidFill>
          </p:spPr>
          <p:txBody>
            <a:bodyPr wrap="square" lIns="0" tIns="0" rIns="0" bIns="0" rtlCol="0"/>
            <a:lstStyle/>
            <a:p>
              <a:endParaRPr sz="2000"/>
            </a:p>
          </p:txBody>
        </p:sp>
      </p:grpSp>
      <p:sp>
        <p:nvSpPr>
          <p:cNvPr id="379" name="object 5">
            <a:extLst>
              <a:ext uri="{FF2B5EF4-FFF2-40B4-BE49-F238E27FC236}">
                <a16:creationId xmlns:a16="http://schemas.microsoft.com/office/drawing/2014/main" id="{0C6654E6-2D37-47CE-B0B6-1D6DDD65F6AD}"/>
              </a:ext>
            </a:extLst>
          </p:cNvPr>
          <p:cNvSpPr/>
          <p:nvPr/>
        </p:nvSpPr>
        <p:spPr>
          <a:xfrm>
            <a:off x="5668432" y="3201050"/>
            <a:ext cx="2000250" cy="1079500"/>
          </a:xfrm>
          <a:custGeom>
            <a:avLst/>
            <a:gdLst/>
            <a:ahLst/>
            <a:cxnLst/>
            <a:rect l="l" t="t" r="r" b="b"/>
            <a:pathLst>
              <a:path w="1800225" h="971550">
                <a:moveTo>
                  <a:pt x="0" y="971423"/>
                </a:moveTo>
                <a:lnTo>
                  <a:pt x="1799844" y="971423"/>
                </a:lnTo>
                <a:lnTo>
                  <a:pt x="1799844" y="0"/>
                </a:lnTo>
                <a:lnTo>
                  <a:pt x="0" y="0"/>
                </a:lnTo>
                <a:lnTo>
                  <a:pt x="0" y="971423"/>
                </a:lnTo>
                <a:close/>
              </a:path>
            </a:pathLst>
          </a:custGeom>
          <a:solidFill>
            <a:srgbClr val="F7F7F7"/>
          </a:solidFill>
        </p:spPr>
        <p:txBody>
          <a:bodyPr wrap="square" lIns="0" tIns="0" rIns="0" bIns="0" rtlCol="0"/>
          <a:lstStyle/>
          <a:p>
            <a:endParaRPr sz="2000"/>
          </a:p>
        </p:txBody>
      </p:sp>
      <p:sp>
        <p:nvSpPr>
          <p:cNvPr id="380" name="object 6">
            <a:extLst>
              <a:ext uri="{FF2B5EF4-FFF2-40B4-BE49-F238E27FC236}">
                <a16:creationId xmlns:a16="http://schemas.microsoft.com/office/drawing/2014/main" id="{9D271FF1-0579-44DC-8D9F-4B6035E21619}"/>
              </a:ext>
            </a:extLst>
          </p:cNvPr>
          <p:cNvSpPr/>
          <p:nvPr/>
        </p:nvSpPr>
        <p:spPr>
          <a:xfrm>
            <a:off x="5668432" y="2129171"/>
            <a:ext cx="2000250" cy="994833"/>
          </a:xfrm>
          <a:custGeom>
            <a:avLst/>
            <a:gdLst/>
            <a:ahLst/>
            <a:cxnLst/>
            <a:rect l="l" t="t" r="r" b="b"/>
            <a:pathLst>
              <a:path w="1800225" h="895350">
                <a:moveTo>
                  <a:pt x="0" y="895223"/>
                </a:moveTo>
                <a:lnTo>
                  <a:pt x="1799844" y="895223"/>
                </a:lnTo>
                <a:lnTo>
                  <a:pt x="1799844" y="0"/>
                </a:lnTo>
                <a:lnTo>
                  <a:pt x="0" y="0"/>
                </a:lnTo>
                <a:lnTo>
                  <a:pt x="0" y="895223"/>
                </a:lnTo>
                <a:close/>
              </a:path>
            </a:pathLst>
          </a:custGeom>
          <a:solidFill>
            <a:srgbClr val="F7F7F7"/>
          </a:solidFill>
        </p:spPr>
        <p:txBody>
          <a:bodyPr wrap="square" lIns="0" tIns="0" rIns="0" bIns="0" rtlCol="0"/>
          <a:lstStyle/>
          <a:p>
            <a:endParaRPr sz="2000"/>
          </a:p>
        </p:txBody>
      </p:sp>
      <p:sp>
        <p:nvSpPr>
          <p:cNvPr id="381" name="object 7">
            <a:extLst>
              <a:ext uri="{FF2B5EF4-FFF2-40B4-BE49-F238E27FC236}">
                <a16:creationId xmlns:a16="http://schemas.microsoft.com/office/drawing/2014/main" id="{5E8E8933-5383-4FEB-89CA-7B03DB8589EF}"/>
              </a:ext>
            </a:extLst>
          </p:cNvPr>
          <p:cNvSpPr/>
          <p:nvPr/>
        </p:nvSpPr>
        <p:spPr>
          <a:xfrm>
            <a:off x="5668432" y="1054107"/>
            <a:ext cx="2000250" cy="998300"/>
          </a:xfrm>
          <a:custGeom>
            <a:avLst/>
            <a:gdLst/>
            <a:ahLst/>
            <a:cxnLst/>
            <a:rect l="l" t="t" r="r" b="b"/>
            <a:pathLst>
              <a:path w="1800225" h="1167764">
                <a:moveTo>
                  <a:pt x="0" y="1167384"/>
                </a:moveTo>
                <a:lnTo>
                  <a:pt x="1799844" y="1167384"/>
                </a:lnTo>
                <a:lnTo>
                  <a:pt x="1799844" y="0"/>
                </a:lnTo>
                <a:lnTo>
                  <a:pt x="0" y="0"/>
                </a:lnTo>
                <a:lnTo>
                  <a:pt x="0" y="1167384"/>
                </a:lnTo>
                <a:close/>
              </a:path>
            </a:pathLst>
          </a:custGeom>
          <a:solidFill>
            <a:srgbClr val="F7F7F7"/>
          </a:solidFill>
        </p:spPr>
        <p:txBody>
          <a:bodyPr wrap="square" lIns="0" tIns="0" rIns="0" bIns="0" rtlCol="0"/>
          <a:lstStyle/>
          <a:p>
            <a:endParaRPr sz="2000"/>
          </a:p>
        </p:txBody>
      </p:sp>
      <p:sp>
        <p:nvSpPr>
          <p:cNvPr id="382" name="object 8">
            <a:extLst>
              <a:ext uri="{FF2B5EF4-FFF2-40B4-BE49-F238E27FC236}">
                <a16:creationId xmlns:a16="http://schemas.microsoft.com/office/drawing/2014/main" id="{137F8BE3-7FBE-4117-A64D-82F0C201F4C1}"/>
              </a:ext>
            </a:extLst>
          </p:cNvPr>
          <p:cNvSpPr/>
          <p:nvPr/>
        </p:nvSpPr>
        <p:spPr>
          <a:xfrm>
            <a:off x="2088726" y="1093672"/>
            <a:ext cx="2001661" cy="958734"/>
          </a:xfrm>
          <a:custGeom>
            <a:avLst/>
            <a:gdLst/>
            <a:ahLst/>
            <a:cxnLst/>
            <a:rect l="l" t="t" r="r" b="b"/>
            <a:pathLst>
              <a:path w="1801495" h="1198245">
                <a:moveTo>
                  <a:pt x="0" y="1197864"/>
                </a:moveTo>
                <a:lnTo>
                  <a:pt x="1801368" y="1197864"/>
                </a:lnTo>
                <a:lnTo>
                  <a:pt x="1801368" y="0"/>
                </a:lnTo>
                <a:lnTo>
                  <a:pt x="0" y="0"/>
                </a:lnTo>
                <a:lnTo>
                  <a:pt x="0" y="1197864"/>
                </a:lnTo>
                <a:close/>
              </a:path>
            </a:pathLst>
          </a:custGeom>
          <a:solidFill>
            <a:srgbClr val="F7F7F7"/>
          </a:solidFill>
        </p:spPr>
        <p:txBody>
          <a:bodyPr wrap="square" lIns="0" tIns="0" rIns="0" bIns="0" rtlCol="0"/>
          <a:lstStyle/>
          <a:p>
            <a:endParaRPr sz="2000"/>
          </a:p>
        </p:txBody>
      </p:sp>
      <p:sp>
        <p:nvSpPr>
          <p:cNvPr id="383" name="object 9">
            <a:extLst>
              <a:ext uri="{FF2B5EF4-FFF2-40B4-BE49-F238E27FC236}">
                <a16:creationId xmlns:a16="http://schemas.microsoft.com/office/drawing/2014/main" id="{3149B071-1A37-4481-92C1-433543CE0D33}"/>
              </a:ext>
            </a:extLst>
          </p:cNvPr>
          <p:cNvSpPr/>
          <p:nvPr/>
        </p:nvSpPr>
        <p:spPr>
          <a:xfrm>
            <a:off x="2088726" y="3201050"/>
            <a:ext cx="2001661" cy="1044222"/>
          </a:xfrm>
          <a:custGeom>
            <a:avLst/>
            <a:gdLst/>
            <a:ahLst/>
            <a:cxnLst/>
            <a:rect l="l" t="t" r="r" b="b"/>
            <a:pathLst>
              <a:path w="1801495" h="939800">
                <a:moveTo>
                  <a:pt x="0" y="939419"/>
                </a:moveTo>
                <a:lnTo>
                  <a:pt x="1801368" y="939419"/>
                </a:lnTo>
                <a:lnTo>
                  <a:pt x="1801368" y="0"/>
                </a:lnTo>
                <a:lnTo>
                  <a:pt x="0" y="0"/>
                </a:lnTo>
                <a:lnTo>
                  <a:pt x="0" y="939419"/>
                </a:lnTo>
                <a:close/>
              </a:path>
            </a:pathLst>
          </a:custGeom>
          <a:solidFill>
            <a:srgbClr val="F7F7F7"/>
          </a:solidFill>
        </p:spPr>
        <p:txBody>
          <a:bodyPr wrap="square" lIns="0" tIns="0" rIns="0" bIns="0" rtlCol="0"/>
          <a:lstStyle/>
          <a:p>
            <a:endParaRPr sz="2000"/>
          </a:p>
        </p:txBody>
      </p:sp>
      <p:sp>
        <p:nvSpPr>
          <p:cNvPr id="384" name="object 10">
            <a:extLst>
              <a:ext uri="{FF2B5EF4-FFF2-40B4-BE49-F238E27FC236}">
                <a16:creationId xmlns:a16="http://schemas.microsoft.com/office/drawing/2014/main" id="{77E37EA8-22F2-4644-A3B3-160E2253912E}"/>
              </a:ext>
            </a:extLst>
          </p:cNvPr>
          <p:cNvSpPr/>
          <p:nvPr/>
        </p:nvSpPr>
        <p:spPr>
          <a:xfrm>
            <a:off x="2088726" y="2129171"/>
            <a:ext cx="2001661" cy="994833"/>
          </a:xfrm>
          <a:custGeom>
            <a:avLst/>
            <a:gdLst/>
            <a:ahLst/>
            <a:cxnLst/>
            <a:rect l="l" t="t" r="r" b="b"/>
            <a:pathLst>
              <a:path w="1801495" h="895350">
                <a:moveTo>
                  <a:pt x="0" y="895223"/>
                </a:moveTo>
                <a:lnTo>
                  <a:pt x="1801368" y="895223"/>
                </a:lnTo>
                <a:lnTo>
                  <a:pt x="1801368" y="0"/>
                </a:lnTo>
                <a:lnTo>
                  <a:pt x="0" y="0"/>
                </a:lnTo>
                <a:lnTo>
                  <a:pt x="0" y="895223"/>
                </a:lnTo>
                <a:close/>
              </a:path>
            </a:pathLst>
          </a:custGeom>
          <a:solidFill>
            <a:srgbClr val="F7F7F7"/>
          </a:solidFill>
        </p:spPr>
        <p:txBody>
          <a:bodyPr wrap="square" lIns="0" tIns="0" rIns="0" bIns="0" rtlCol="0"/>
          <a:lstStyle/>
          <a:p>
            <a:endParaRPr sz="2000"/>
          </a:p>
        </p:txBody>
      </p:sp>
      <p:sp>
        <p:nvSpPr>
          <p:cNvPr id="385" name="object 12">
            <a:extLst>
              <a:ext uri="{FF2B5EF4-FFF2-40B4-BE49-F238E27FC236}">
                <a16:creationId xmlns:a16="http://schemas.microsoft.com/office/drawing/2014/main" id="{48155644-5824-4AB3-9588-5EBDCECDB427}"/>
              </a:ext>
            </a:extLst>
          </p:cNvPr>
          <p:cNvSpPr txBox="1"/>
          <p:nvPr/>
        </p:nvSpPr>
        <p:spPr>
          <a:xfrm>
            <a:off x="70366" y="4980869"/>
            <a:ext cx="1922639"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dirty="0">
                <a:latin typeface="Trebuchet MS"/>
                <a:cs typeface="Trebuchet MS"/>
              </a:rPr>
              <a:t>Each</a:t>
            </a:r>
            <a:r>
              <a:rPr sz="2000" b="1" spc="-100" dirty="0">
                <a:latin typeface="Trebuchet MS"/>
                <a:cs typeface="Trebuchet MS"/>
              </a:rPr>
              <a:t> </a:t>
            </a:r>
            <a:r>
              <a:rPr sz="2000" b="1" dirty="0">
                <a:latin typeface="Trebuchet MS"/>
                <a:cs typeface="Trebuchet MS"/>
              </a:rPr>
              <a:t>worker:</a:t>
            </a:r>
            <a:endParaRPr sz="2000" dirty="0">
              <a:latin typeface="Trebuchet MS"/>
              <a:cs typeface="Trebuchet MS"/>
            </a:endParaRPr>
          </a:p>
        </p:txBody>
      </p:sp>
      <p:sp>
        <p:nvSpPr>
          <p:cNvPr id="386" name="object 13">
            <a:extLst>
              <a:ext uri="{FF2B5EF4-FFF2-40B4-BE49-F238E27FC236}">
                <a16:creationId xmlns:a16="http://schemas.microsoft.com/office/drawing/2014/main" id="{180EE3DA-0EA5-4FFD-9F51-83177F043E15}"/>
              </a:ext>
            </a:extLst>
          </p:cNvPr>
          <p:cNvSpPr txBox="1"/>
          <p:nvPr/>
        </p:nvSpPr>
        <p:spPr>
          <a:xfrm>
            <a:off x="240621" y="5252770"/>
            <a:ext cx="4918000" cy="1141403"/>
          </a:xfrm>
          <a:prstGeom prst="rect">
            <a:avLst/>
          </a:prstGeom>
        </p:spPr>
        <p:txBody>
          <a:bodyPr vert="horz" wrap="square" lIns="0" tIns="114300" rIns="0" bIns="0" rtlCol="0">
            <a:spAutoFit/>
          </a:bodyPr>
          <a:lstStyle/>
          <a:p>
            <a:pPr marL="332313" indent="-318908">
              <a:spcBef>
                <a:spcPts val="900"/>
              </a:spcBef>
              <a:buClr>
                <a:srgbClr val="B2B2B2"/>
              </a:buClr>
              <a:buFont typeface="Arial"/>
              <a:buChar char="•"/>
              <a:tabLst>
                <a:tab pos="332313" algn="l"/>
                <a:tab pos="333019" algn="l"/>
              </a:tabLst>
            </a:pPr>
            <a:r>
              <a:rPr lang="en-US" sz="1778" b="1" spc="-11" dirty="0">
                <a:latin typeface="Trebuchet MS"/>
                <a:cs typeface="Trebuchet MS"/>
              </a:rPr>
              <a:t>W</a:t>
            </a:r>
            <a:r>
              <a:rPr lang="en-US" sz="1778" spc="-11" dirty="0">
                <a:latin typeface="Trebuchet MS"/>
                <a:cs typeface="Trebuchet MS"/>
              </a:rPr>
              <a:t>: </a:t>
            </a:r>
            <a:r>
              <a:rPr sz="1778" spc="-11" dirty="0">
                <a:latin typeface="Trebuchet MS"/>
                <a:cs typeface="Trebuchet MS"/>
              </a:rPr>
              <a:t>Has </a:t>
            </a:r>
            <a:r>
              <a:rPr sz="1778" spc="-6" dirty="0">
                <a:latin typeface="Trebuchet MS"/>
                <a:cs typeface="Trebuchet MS"/>
              </a:rPr>
              <a:t>a </a:t>
            </a:r>
            <a:r>
              <a:rPr sz="1778" spc="-11" dirty="0">
                <a:latin typeface="Trebuchet MS"/>
                <a:cs typeface="Trebuchet MS"/>
              </a:rPr>
              <a:t>portion </a:t>
            </a:r>
            <a:r>
              <a:rPr sz="1778" spc="-6" dirty="0">
                <a:latin typeface="Trebuchet MS"/>
                <a:cs typeface="Trebuchet MS"/>
              </a:rPr>
              <a:t>of weight</a:t>
            </a:r>
            <a:r>
              <a:rPr sz="1778" spc="89" dirty="0">
                <a:latin typeface="Trebuchet MS"/>
                <a:cs typeface="Trebuchet MS"/>
              </a:rPr>
              <a:t> </a:t>
            </a:r>
            <a:r>
              <a:rPr sz="1778" spc="-6" dirty="0">
                <a:latin typeface="Trebuchet MS"/>
                <a:cs typeface="Trebuchet MS"/>
              </a:rPr>
              <a:t>rows</a:t>
            </a:r>
            <a:r>
              <a:rPr lang="en-US" sz="1778" spc="-6" dirty="0">
                <a:latin typeface="Trebuchet MS"/>
                <a:cs typeface="Trebuchet MS"/>
              </a:rPr>
              <a:t> </a:t>
            </a:r>
            <a:endParaRPr lang="en-US"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lang="en-US" sz="1778" b="1" spc="-6" dirty="0">
                <a:latin typeface="Trebuchet MS"/>
                <a:cs typeface="Trebuchet MS"/>
              </a:rPr>
              <a:t>X</a:t>
            </a:r>
            <a:r>
              <a:rPr lang="en-US" sz="1778" spc="-6" dirty="0">
                <a:latin typeface="Trebuchet MS"/>
                <a:cs typeface="Trebuchet MS"/>
              </a:rPr>
              <a:t>: All of input</a:t>
            </a:r>
            <a:r>
              <a:rPr lang="en-US" sz="1778" spc="44" dirty="0">
                <a:latin typeface="Trebuchet MS"/>
                <a:cs typeface="Trebuchet MS"/>
              </a:rPr>
              <a:t> </a:t>
            </a:r>
            <a:r>
              <a:rPr lang="en-US" sz="1778" spc="-11" dirty="0">
                <a:latin typeface="Trebuchet MS"/>
                <a:cs typeface="Trebuchet MS"/>
              </a:rPr>
              <a:t>activations X</a:t>
            </a:r>
            <a:endParaRPr lang="en-US" sz="1778" dirty="0">
              <a:latin typeface="Trebuchet MS"/>
              <a:cs typeface="Trebuchet MS"/>
            </a:endParaRPr>
          </a:p>
          <a:p>
            <a:pPr marL="332313" indent="-318908">
              <a:spcBef>
                <a:spcPts val="783"/>
              </a:spcBef>
              <a:buClr>
                <a:srgbClr val="B2B2B2"/>
              </a:buClr>
              <a:buFont typeface="Arial"/>
              <a:buChar char="•"/>
              <a:tabLst>
                <a:tab pos="332313" algn="l"/>
                <a:tab pos="333019" algn="l"/>
              </a:tabLst>
            </a:pPr>
            <a:r>
              <a:rPr lang="en-US" sz="1778" b="1" spc="-6" dirty="0">
                <a:latin typeface="Trebuchet MS"/>
                <a:cs typeface="Trebuchet MS"/>
              </a:rPr>
              <a:t>Y</a:t>
            </a:r>
            <a:r>
              <a:rPr lang="en-US" sz="1778" spc="-6" dirty="0">
                <a:latin typeface="Trebuchet MS"/>
                <a:cs typeface="Trebuchet MS"/>
              </a:rPr>
              <a:t>: </a:t>
            </a:r>
            <a:r>
              <a:rPr sz="1778" spc="-6" dirty="0">
                <a:latin typeface="Trebuchet MS"/>
                <a:cs typeface="Trebuchet MS"/>
              </a:rPr>
              <a:t>Computes a portion of output</a:t>
            </a:r>
            <a:r>
              <a:rPr sz="1778" spc="83" dirty="0">
                <a:latin typeface="Trebuchet MS"/>
                <a:cs typeface="Trebuchet MS"/>
              </a:rPr>
              <a:t> </a:t>
            </a:r>
            <a:r>
              <a:rPr sz="1778" spc="-11" dirty="0">
                <a:latin typeface="Trebuchet MS"/>
                <a:cs typeface="Trebuchet MS"/>
              </a:rPr>
              <a:t>activations</a:t>
            </a:r>
            <a:endParaRPr sz="1778" dirty="0">
              <a:latin typeface="Trebuchet MS"/>
              <a:cs typeface="Trebuchet MS"/>
            </a:endParaRPr>
          </a:p>
        </p:txBody>
      </p:sp>
      <p:graphicFrame>
        <p:nvGraphicFramePr>
          <p:cNvPr id="388" name="object 15">
            <a:extLst>
              <a:ext uri="{FF2B5EF4-FFF2-40B4-BE49-F238E27FC236}">
                <a16:creationId xmlns:a16="http://schemas.microsoft.com/office/drawing/2014/main" id="{7D213753-29A7-4986-8919-EC739F9DBFD3}"/>
              </a:ext>
            </a:extLst>
          </p:cNvPr>
          <p:cNvGraphicFramePr>
            <a:graphicFrameLocks noGrp="1"/>
          </p:cNvGraphicFramePr>
          <p:nvPr>
            <p:extLst>
              <p:ext uri="{D42A27DB-BD31-4B8C-83A1-F6EECF244321}">
                <p14:modId xmlns:p14="http://schemas.microsoft.com/office/powerpoint/2010/main" val="3144617515"/>
              </p:ext>
            </p:extLst>
          </p:nvPr>
        </p:nvGraphicFramePr>
        <p:xfrm>
          <a:off x="2232378" y="1260913"/>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389" name="object 16">
            <a:extLst>
              <a:ext uri="{FF2B5EF4-FFF2-40B4-BE49-F238E27FC236}">
                <a16:creationId xmlns:a16="http://schemas.microsoft.com/office/drawing/2014/main" id="{4740F6D6-C6F8-4EB1-B1BD-F533A116A1DB}"/>
              </a:ext>
            </a:extLst>
          </p:cNvPr>
          <p:cNvGraphicFramePr>
            <a:graphicFrameLocks noGrp="1"/>
          </p:cNvGraphicFramePr>
          <p:nvPr>
            <p:extLst>
              <p:ext uri="{D42A27DB-BD31-4B8C-83A1-F6EECF244321}">
                <p14:modId xmlns:p14="http://schemas.microsoft.com/office/powerpoint/2010/main" val="417832341"/>
              </p:ext>
            </p:extLst>
          </p:nvPr>
        </p:nvGraphicFramePr>
        <p:xfrm>
          <a:off x="3250068" y="1260913"/>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390" name="object 17">
            <a:extLst>
              <a:ext uri="{FF2B5EF4-FFF2-40B4-BE49-F238E27FC236}">
                <a16:creationId xmlns:a16="http://schemas.microsoft.com/office/drawing/2014/main" id="{B8988A56-C425-4C6C-B8E3-F392A270D0CF}"/>
              </a:ext>
            </a:extLst>
          </p:cNvPr>
          <p:cNvGraphicFramePr>
            <a:graphicFrameLocks noGrp="1"/>
          </p:cNvGraphicFramePr>
          <p:nvPr>
            <p:extLst>
              <p:ext uri="{D42A27DB-BD31-4B8C-83A1-F6EECF244321}">
                <p14:modId xmlns:p14="http://schemas.microsoft.com/office/powerpoint/2010/main" val="507590657"/>
              </p:ext>
            </p:extLst>
          </p:nvPr>
        </p:nvGraphicFramePr>
        <p:xfrm>
          <a:off x="3805481" y="1260913"/>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391" name="object 18">
            <a:extLst>
              <a:ext uri="{FF2B5EF4-FFF2-40B4-BE49-F238E27FC236}">
                <a16:creationId xmlns:a16="http://schemas.microsoft.com/office/drawing/2014/main" id="{7800ABD4-6D4A-429E-BCD6-5E9C9E65691A}"/>
              </a:ext>
            </a:extLst>
          </p:cNvPr>
          <p:cNvSpPr txBox="1"/>
          <p:nvPr/>
        </p:nvSpPr>
        <p:spPr>
          <a:xfrm>
            <a:off x="3016389" y="1396382"/>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aphicFrame>
        <p:nvGraphicFramePr>
          <p:cNvPr id="392" name="object 19">
            <a:extLst>
              <a:ext uri="{FF2B5EF4-FFF2-40B4-BE49-F238E27FC236}">
                <a16:creationId xmlns:a16="http://schemas.microsoft.com/office/drawing/2014/main" id="{ABB6A394-0D14-4C2C-B776-1674143255FE}"/>
              </a:ext>
            </a:extLst>
          </p:cNvPr>
          <p:cNvGraphicFramePr>
            <a:graphicFrameLocks noGrp="1"/>
          </p:cNvGraphicFramePr>
          <p:nvPr>
            <p:extLst>
              <p:ext uri="{D42A27DB-BD31-4B8C-83A1-F6EECF244321}">
                <p14:modId xmlns:p14="http://schemas.microsoft.com/office/powerpoint/2010/main" val="1380014832"/>
              </p:ext>
            </p:extLst>
          </p:nvPr>
        </p:nvGraphicFramePr>
        <p:xfrm>
          <a:off x="3250068" y="2341264"/>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393" name="object 20">
            <a:extLst>
              <a:ext uri="{FF2B5EF4-FFF2-40B4-BE49-F238E27FC236}">
                <a16:creationId xmlns:a16="http://schemas.microsoft.com/office/drawing/2014/main" id="{056D41ED-6D35-4F07-B014-D48292E85BDD}"/>
              </a:ext>
            </a:extLst>
          </p:cNvPr>
          <p:cNvGraphicFramePr>
            <a:graphicFrameLocks noGrp="1"/>
          </p:cNvGraphicFramePr>
          <p:nvPr>
            <p:extLst>
              <p:ext uri="{D42A27DB-BD31-4B8C-83A1-F6EECF244321}">
                <p14:modId xmlns:p14="http://schemas.microsoft.com/office/powerpoint/2010/main" val="268381942"/>
              </p:ext>
            </p:extLst>
          </p:nvPr>
        </p:nvGraphicFramePr>
        <p:xfrm>
          <a:off x="2232378" y="2341264"/>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394" name="object 21">
            <a:extLst>
              <a:ext uri="{FF2B5EF4-FFF2-40B4-BE49-F238E27FC236}">
                <a16:creationId xmlns:a16="http://schemas.microsoft.com/office/drawing/2014/main" id="{51D4444B-27F9-4538-AB58-526A05EE9739}"/>
              </a:ext>
            </a:extLst>
          </p:cNvPr>
          <p:cNvGraphicFramePr>
            <a:graphicFrameLocks noGrp="1"/>
          </p:cNvGraphicFramePr>
          <p:nvPr>
            <p:extLst>
              <p:ext uri="{D42A27DB-BD31-4B8C-83A1-F6EECF244321}">
                <p14:modId xmlns:p14="http://schemas.microsoft.com/office/powerpoint/2010/main" val="3869959754"/>
              </p:ext>
            </p:extLst>
          </p:nvPr>
        </p:nvGraphicFramePr>
        <p:xfrm>
          <a:off x="3805481" y="2341264"/>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395" name="object 22">
            <a:extLst>
              <a:ext uri="{FF2B5EF4-FFF2-40B4-BE49-F238E27FC236}">
                <a16:creationId xmlns:a16="http://schemas.microsoft.com/office/drawing/2014/main" id="{B0E287D1-C11D-4866-B38F-C7FB7F6779E2}"/>
              </a:ext>
            </a:extLst>
          </p:cNvPr>
          <p:cNvSpPr txBox="1"/>
          <p:nvPr/>
        </p:nvSpPr>
        <p:spPr>
          <a:xfrm>
            <a:off x="3030500" y="2476446"/>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396" name="object 23">
            <a:extLst>
              <a:ext uri="{FF2B5EF4-FFF2-40B4-BE49-F238E27FC236}">
                <a16:creationId xmlns:a16="http://schemas.microsoft.com/office/drawing/2014/main" id="{45DB51BB-00E4-4FEC-9B31-D48878FBFD8E}"/>
              </a:ext>
            </a:extLst>
          </p:cNvPr>
          <p:cNvGraphicFramePr>
            <a:graphicFrameLocks noGrp="1"/>
          </p:cNvGraphicFramePr>
          <p:nvPr>
            <p:extLst>
              <p:ext uri="{D42A27DB-BD31-4B8C-83A1-F6EECF244321}">
                <p14:modId xmlns:p14="http://schemas.microsoft.com/office/powerpoint/2010/main" val="488215696"/>
              </p:ext>
            </p:extLst>
          </p:nvPr>
        </p:nvGraphicFramePr>
        <p:xfrm>
          <a:off x="2232378" y="3402979"/>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aphicFrame>
        <p:nvGraphicFramePr>
          <p:cNvPr id="397" name="object 24">
            <a:extLst>
              <a:ext uri="{FF2B5EF4-FFF2-40B4-BE49-F238E27FC236}">
                <a16:creationId xmlns:a16="http://schemas.microsoft.com/office/drawing/2014/main" id="{4C791093-9836-4752-AABA-7DD24D05024A}"/>
              </a:ext>
            </a:extLst>
          </p:cNvPr>
          <p:cNvGraphicFramePr>
            <a:graphicFrameLocks noGrp="1"/>
          </p:cNvGraphicFramePr>
          <p:nvPr>
            <p:extLst>
              <p:ext uri="{D42A27DB-BD31-4B8C-83A1-F6EECF244321}">
                <p14:modId xmlns:p14="http://schemas.microsoft.com/office/powerpoint/2010/main" val="1151406688"/>
              </p:ext>
            </p:extLst>
          </p:nvPr>
        </p:nvGraphicFramePr>
        <p:xfrm>
          <a:off x="3250068" y="3402979"/>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398" name="object 25">
            <a:extLst>
              <a:ext uri="{FF2B5EF4-FFF2-40B4-BE49-F238E27FC236}">
                <a16:creationId xmlns:a16="http://schemas.microsoft.com/office/drawing/2014/main" id="{FF345214-B5FF-45E1-8E93-BB167D327B65}"/>
              </a:ext>
            </a:extLst>
          </p:cNvPr>
          <p:cNvGraphicFramePr>
            <a:graphicFrameLocks noGrp="1"/>
          </p:cNvGraphicFramePr>
          <p:nvPr>
            <p:extLst>
              <p:ext uri="{D42A27DB-BD31-4B8C-83A1-F6EECF244321}">
                <p14:modId xmlns:p14="http://schemas.microsoft.com/office/powerpoint/2010/main" val="1686997262"/>
              </p:ext>
            </p:extLst>
          </p:nvPr>
        </p:nvGraphicFramePr>
        <p:xfrm>
          <a:off x="3805481" y="3402979"/>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sp>
        <p:nvSpPr>
          <p:cNvPr id="399" name="object 26">
            <a:extLst>
              <a:ext uri="{FF2B5EF4-FFF2-40B4-BE49-F238E27FC236}">
                <a16:creationId xmlns:a16="http://schemas.microsoft.com/office/drawing/2014/main" id="{2F7FC6B7-001B-4DAF-BD3B-4C6645D815CA}"/>
              </a:ext>
            </a:extLst>
          </p:cNvPr>
          <p:cNvSpPr txBox="1"/>
          <p:nvPr/>
        </p:nvSpPr>
        <p:spPr>
          <a:xfrm>
            <a:off x="3016389" y="3538110"/>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aphicFrame>
        <p:nvGraphicFramePr>
          <p:cNvPr id="400" name="object 27">
            <a:extLst>
              <a:ext uri="{FF2B5EF4-FFF2-40B4-BE49-F238E27FC236}">
                <a16:creationId xmlns:a16="http://schemas.microsoft.com/office/drawing/2014/main" id="{8CA33AB5-7B2C-40F7-80AD-F7715F7445A4}"/>
              </a:ext>
            </a:extLst>
          </p:cNvPr>
          <p:cNvGraphicFramePr>
            <a:graphicFrameLocks noGrp="1"/>
          </p:cNvGraphicFramePr>
          <p:nvPr>
            <p:extLst>
              <p:ext uri="{D42A27DB-BD31-4B8C-83A1-F6EECF244321}">
                <p14:modId xmlns:p14="http://schemas.microsoft.com/office/powerpoint/2010/main" val="2075731419"/>
              </p:ext>
            </p:extLst>
          </p:nvPr>
        </p:nvGraphicFramePr>
        <p:xfrm>
          <a:off x="6846709" y="1294779"/>
          <a:ext cx="186267" cy="651934"/>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5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2"/>
                  </a:ext>
                </a:extLst>
              </a:tr>
            </a:tbl>
          </a:graphicData>
        </a:graphic>
      </p:graphicFrame>
      <p:graphicFrame>
        <p:nvGraphicFramePr>
          <p:cNvPr id="401" name="object 28">
            <a:extLst>
              <a:ext uri="{FF2B5EF4-FFF2-40B4-BE49-F238E27FC236}">
                <a16:creationId xmlns:a16="http://schemas.microsoft.com/office/drawing/2014/main" id="{7A0CEB63-F884-458F-8DD6-C0D171E3B53C}"/>
              </a:ext>
            </a:extLst>
          </p:cNvPr>
          <p:cNvGraphicFramePr>
            <a:graphicFrameLocks noGrp="1"/>
          </p:cNvGraphicFramePr>
          <p:nvPr>
            <p:extLst>
              <p:ext uri="{D42A27DB-BD31-4B8C-83A1-F6EECF244321}">
                <p14:modId xmlns:p14="http://schemas.microsoft.com/office/powerpoint/2010/main" val="2068839333"/>
              </p:ext>
            </p:extLst>
          </p:nvPr>
        </p:nvGraphicFramePr>
        <p:xfrm>
          <a:off x="5829016" y="1294779"/>
          <a:ext cx="726722" cy="651934"/>
        </p:xfrm>
        <a:graphic>
          <a:graphicData uri="http://schemas.openxmlformats.org/drawingml/2006/table">
            <a:tbl>
              <a:tblPr firstRow="1" bandRow="1">
                <a:tableStyleId>{2D5ABB26-0587-4C30-8999-92F81FD0307C}</a:tableStyleId>
              </a:tblPr>
              <a:tblGrid>
                <a:gridCol w="726722">
                  <a:extLst>
                    <a:ext uri="{9D8B030D-6E8A-4147-A177-3AD203B41FA5}">
                      <a16:colId xmlns:a16="http://schemas.microsoft.com/office/drawing/2014/main" val="20000"/>
                    </a:ext>
                  </a:extLst>
                </a:gridCol>
              </a:tblGrid>
              <a:tr h="216750">
                <a:tc>
                  <a:txBody>
                    <a:bodyPr/>
                    <a:lstStyle/>
                    <a:p>
                      <a:pPr>
                        <a:lnSpc>
                          <a:spcPct val="100000"/>
                        </a:lnSpc>
                      </a:pPr>
                      <a:endParaRPr sz="12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402" name="object 29">
            <a:extLst>
              <a:ext uri="{FF2B5EF4-FFF2-40B4-BE49-F238E27FC236}">
                <a16:creationId xmlns:a16="http://schemas.microsoft.com/office/drawing/2014/main" id="{239E24A8-A2B9-4C5D-8EEC-7628C4255C3E}"/>
              </a:ext>
            </a:extLst>
          </p:cNvPr>
          <p:cNvGraphicFramePr>
            <a:graphicFrameLocks noGrp="1"/>
          </p:cNvGraphicFramePr>
          <p:nvPr>
            <p:extLst>
              <p:ext uri="{D42A27DB-BD31-4B8C-83A1-F6EECF244321}">
                <p14:modId xmlns:p14="http://schemas.microsoft.com/office/powerpoint/2010/main" val="2637518557"/>
              </p:ext>
            </p:extLst>
          </p:nvPr>
        </p:nvGraphicFramePr>
        <p:xfrm>
          <a:off x="7402122" y="1294779"/>
          <a:ext cx="186267" cy="651934"/>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5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403" name="object 30">
            <a:extLst>
              <a:ext uri="{FF2B5EF4-FFF2-40B4-BE49-F238E27FC236}">
                <a16:creationId xmlns:a16="http://schemas.microsoft.com/office/drawing/2014/main" id="{B1FAF8A2-2F9E-4634-9819-64084C96BA97}"/>
              </a:ext>
            </a:extLst>
          </p:cNvPr>
          <p:cNvSpPr txBox="1"/>
          <p:nvPr/>
        </p:nvSpPr>
        <p:spPr>
          <a:xfrm>
            <a:off x="6612745" y="1428979"/>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aphicFrame>
        <p:nvGraphicFramePr>
          <p:cNvPr id="404" name="object 31">
            <a:extLst>
              <a:ext uri="{FF2B5EF4-FFF2-40B4-BE49-F238E27FC236}">
                <a16:creationId xmlns:a16="http://schemas.microsoft.com/office/drawing/2014/main" id="{E9CB6E24-91D3-4A98-A137-3F9FDCA53650}"/>
              </a:ext>
            </a:extLst>
          </p:cNvPr>
          <p:cNvGraphicFramePr>
            <a:graphicFrameLocks noGrp="1"/>
          </p:cNvGraphicFramePr>
          <p:nvPr>
            <p:extLst>
              <p:ext uri="{D42A27DB-BD31-4B8C-83A1-F6EECF244321}">
                <p14:modId xmlns:p14="http://schemas.microsoft.com/office/powerpoint/2010/main" val="3170378847"/>
              </p:ext>
            </p:extLst>
          </p:nvPr>
        </p:nvGraphicFramePr>
        <p:xfrm>
          <a:off x="6846709" y="2373439"/>
          <a:ext cx="186267" cy="651928"/>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33">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2"/>
                  </a:ext>
                </a:extLst>
              </a:tr>
            </a:tbl>
          </a:graphicData>
        </a:graphic>
      </p:graphicFrame>
      <p:graphicFrame>
        <p:nvGraphicFramePr>
          <p:cNvPr id="405" name="object 32">
            <a:extLst>
              <a:ext uri="{FF2B5EF4-FFF2-40B4-BE49-F238E27FC236}">
                <a16:creationId xmlns:a16="http://schemas.microsoft.com/office/drawing/2014/main" id="{CD67284F-46BB-4DAA-A833-A3D5FFCA6643}"/>
              </a:ext>
            </a:extLst>
          </p:cNvPr>
          <p:cNvGraphicFramePr>
            <a:graphicFrameLocks noGrp="1"/>
          </p:cNvGraphicFramePr>
          <p:nvPr>
            <p:extLst>
              <p:ext uri="{D42A27DB-BD31-4B8C-83A1-F6EECF244321}">
                <p14:modId xmlns:p14="http://schemas.microsoft.com/office/powerpoint/2010/main" val="3241519736"/>
              </p:ext>
            </p:extLst>
          </p:nvPr>
        </p:nvGraphicFramePr>
        <p:xfrm>
          <a:off x="5829016" y="2373439"/>
          <a:ext cx="726722" cy="651928"/>
        </p:xfrm>
        <a:graphic>
          <a:graphicData uri="http://schemas.openxmlformats.org/drawingml/2006/table">
            <a:tbl>
              <a:tblPr firstRow="1" bandRow="1">
                <a:tableStyleId>{2D5ABB26-0587-4C30-8999-92F81FD0307C}</a:tableStyleId>
              </a:tblPr>
              <a:tblGrid>
                <a:gridCol w="726722">
                  <a:extLst>
                    <a:ext uri="{9D8B030D-6E8A-4147-A177-3AD203B41FA5}">
                      <a16:colId xmlns:a16="http://schemas.microsoft.com/office/drawing/2014/main" val="20000"/>
                    </a:ext>
                  </a:extLst>
                </a:gridCol>
              </a:tblGrid>
              <a:tr h="218433">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406" name="object 33">
            <a:extLst>
              <a:ext uri="{FF2B5EF4-FFF2-40B4-BE49-F238E27FC236}">
                <a16:creationId xmlns:a16="http://schemas.microsoft.com/office/drawing/2014/main" id="{308F2662-DEAC-4034-B437-7F36539D57F9}"/>
              </a:ext>
            </a:extLst>
          </p:cNvPr>
          <p:cNvGraphicFramePr>
            <a:graphicFrameLocks noGrp="1"/>
          </p:cNvGraphicFramePr>
          <p:nvPr>
            <p:extLst>
              <p:ext uri="{D42A27DB-BD31-4B8C-83A1-F6EECF244321}">
                <p14:modId xmlns:p14="http://schemas.microsoft.com/office/powerpoint/2010/main" val="344938529"/>
              </p:ext>
            </p:extLst>
          </p:nvPr>
        </p:nvGraphicFramePr>
        <p:xfrm>
          <a:off x="7402122" y="2373439"/>
          <a:ext cx="186267" cy="651928"/>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33">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407" name="object 34">
            <a:extLst>
              <a:ext uri="{FF2B5EF4-FFF2-40B4-BE49-F238E27FC236}">
                <a16:creationId xmlns:a16="http://schemas.microsoft.com/office/drawing/2014/main" id="{ED4EBFD6-84D9-45A9-A614-B89C254039A8}"/>
              </a:ext>
            </a:extLst>
          </p:cNvPr>
          <p:cNvSpPr txBox="1"/>
          <p:nvPr/>
        </p:nvSpPr>
        <p:spPr>
          <a:xfrm>
            <a:off x="6626856" y="2508563"/>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a:latin typeface="Arial"/>
              <a:cs typeface="Arial"/>
            </a:endParaRPr>
          </a:p>
        </p:txBody>
      </p:sp>
      <p:graphicFrame>
        <p:nvGraphicFramePr>
          <p:cNvPr id="408" name="object 35">
            <a:extLst>
              <a:ext uri="{FF2B5EF4-FFF2-40B4-BE49-F238E27FC236}">
                <a16:creationId xmlns:a16="http://schemas.microsoft.com/office/drawing/2014/main" id="{30BD0791-CD15-4A42-B85C-E6502F9B6B7A}"/>
              </a:ext>
            </a:extLst>
          </p:cNvPr>
          <p:cNvGraphicFramePr>
            <a:graphicFrameLocks noGrp="1"/>
          </p:cNvGraphicFramePr>
          <p:nvPr>
            <p:extLst>
              <p:ext uri="{D42A27DB-BD31-4B8C-83A1-F6EECF244321}">
                <p14:modId xmlns:p14="http://schemas.microsoft.com/office/powerpoint/2010/main" val="887667446"/>
              </p:ext>
            </p:extLst>
          </p:nvPr>
        </p:nvGraphicFramePr>
        <p:xfrm>
          <a:off x="5829016" y="3435152"/>
          <a:ext cx="726722" cy="653626"/>
        </p:xfrm>
        <a:graphic>
          <a:graphicData uri="http://schemas.openxmlformats.org/drawingml/2006/table">
            <a:tbl>
              <a:tblPr firstRow="1" bandRow="1">
                <a:tableStyleId>{2D5ABB26-0587-4C30-8999-92F81FD0307C}</a:tableStyleId>
              </a:tblPr>
              <a:tblGrid>
                <a:gridCol w="726722">
                  <a:extLst>
                    <a:ext uri="{9D8B030D-6E8A-4147-A177-3AD203B41FA5}">
                      <a16:colId xmlns:a16="http://schemas.microsoft.com/office/drawing/2014/main" val="20000"/>
                    </a:ext>
                  </a:extLst>
                </a:gridCol>
              </a:tblGrid>
              <a:tr h="2184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2"/>
                  </a:ext>
                </a:extLst>
              </a:tr>
            </a:tbl>
          </a:graphicData>
        </a:graphic>
      </p:graphicFrame>
      <p:graphicFrame>
        <p:nvGraphicFramePr>
          <p:cNvPr id="409" name="object 36">
            <a:extLst>
              <a:ext uri="{FF2B5EF4-FFF2-40B4-BE49-F238E27FC236}">
                <a16:creationId xmlns:a16="http://schemas.microsoft.com/office/drawing/2014/main" id="{3E04AE5B-3D35-464D-808E-7440CFFE7B12}"/>
              </a:ext>
            </a:extLst>
          </p:cNvPr>
          <p:cNvGraphicFramePr>
            <a:graphicFrameLocks noGrp="1"/>
          </p:cNvGraphicFramePr>
          <p:nvPr>
            <p:extLst>
              <p:ext uri="{D42A27DB-BD31-4B8C-83A1-F6EECF244321}">
                <p14:modId xmlns:p14="http://schemas.microsoft.com/office/powerpoint/2010/main" val="3128049990"/>
              </p:ext>
            </p:extLst>
          </p:nvPr>
        </p:nvGraphicFramePr>
        <p:xfrm>
          <a:off x="6846709" y="3435152"/>
          <a:ext cx="186267" cy="653626"/>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2"/>
                  </a:ext>
                </a:extLst>
              </a:tr>
            </a:tbl>
          </a:graphicData>
        </a:graphic>
      </p:graphicFrame>
      <p:graphicFrame>
        <p:nvGraphicFramePr>
          <p:cNvPr id="410" name="object 37">
            <a:extLst>
              <a:ext uri="{FF2B5EF4-FFF2-40B4-BE49-F238E27FC236}">
                <a16:creationId xmlns:a16="http://schemas.microsoft.com/office/drawing/2014/main" id="{F0B70DB9-A105-4449-A4E1-75C2F7695D31}"/>
              </a:ext>
            </a:extLst>
          </p:cNvPr>
          <p:cNvGraphicFramePr>
            <a:graphicFrameLocks noGrp="1"/>
          </p:cNvGraphicFramePr>
          <p:nvPr>
            <p:extLst>
              <p:ext uri="{D42A27DB-BD31-4B8C-83A1-F6EECF244321}">
                <p14:modId xmlns:p14="http://schemas.microsoft.com/office/powerpoint/2010/main" val="2101019109"/>
              </p:ext>
            </p:extLst>
          </p:nvPr>
        </p:nvGraphicFramePr>
        <p:xfrm>
          <a:off x="7402122" y="3435152"/>
          <a:ext cx="186267" cy="653626"/>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sp>
        <p:nvSpPr>
          <p:cNvPr id="411" name="object 38">
            <a:extLst>
              <a:ext uri="{FF2B5EF4-FFF2-40B4-BE49-F238E27FC236}">
                <a16:creationId xmlns:a16="http://schemas.microsoft.com/office/drawing/2014/main" id="{140AE7B7-1E53-4D89-84C9-BDCD509203A8}"/>
              </a:ext>
            </a:extLst>
          </p:cNvPr>
          <p:cNvSpPr txBox="1"/>
          <p:nvPr/>
        </p:nvSpPr>
        <p:spPr>
          <a:xfrm>
            <a:off x="6612745" y="3571327"/>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a:latin typeface="Arial"/>
              <a:cs typeface="Arial"/>
            </a:endParaRPr>
          </a:p>
        </p:txBody>
      </p:sp>
      <p:graphicFrame>
        <p:nvGraphicFramePr>
          <p:cNvPr id="412" name="object 39">
            <a:extLst>
              <a:ext uri="{FF2B5EF4-FFF2-40B4-BE49-F238E27FC236}">
                <a16:creationId xmlns:a16="http://schemas.microsoft.com/office/drawing/2014/main" id="{0C8392E4-B84B-48D7-9238-DC02BF69C733}"/>
              </a:ext>
            </a:extLst>
          </p:cNvPr>
          <p:cNvGraphicFramePr>
            <a:graphicFrameLocks noGrp="1"/>
          </p:cNvGraphicFramePr>
          <p:nvPr>
            <p:extLst>
              <p:ext uri="{D42A27DB-BD31-4B8C-83A1-F6EECF244321}">
                <p14:modId xmlns:p14="http://schemas.microsoft.com/office/powerpoint/2010/main" val="3001357050"/>
              </p:ext>
            </p:extLst>
          </p:nvPr>
        </p:nvGraphicFramePr>
        <p:xfrm>
          <a:off x="5117815" y="1260913"/>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aphicFrame>
        <p:nvGraphicFramePr>
          <p:cNvPr id="413" name="object 40">
            <a:extLst>
              <a:ext uri="{FF2B5EF4-FFF2-40B4-BE49-F238E27FC236}">
                <a16:creationId xmlns:a16="http://schemas.microsoft.com/office/drawing/2014/main" id="{FB00D30A-7D19-4993-912D-0A980E967F27}"/>
              </a:ext>
            </a:extLst>
          </p:cNvPr>
          <p:cNvGraphicFramePr>
            <a:graphicFrameLocks noGrp="1"/>
          </p:cNvGraphicFramePr>
          <p:nvPr>
            <p:extLst>
              <p:ext uri="{D42A27DB-BD31-4B8C-83A1-F6EECF244321}">
                <p14:modId xmlns:p14="http://schemas.microsoft.com/office/powerpoint/2010/main" val="1159592298"/>
              </p:ext>
            </p:extLst>
          </p:nvPr>
        </p:nvGraphicFramePr>
        <p:xfrm>
          <a:off x="5117815" y="2341264"/>
          <a:ext cx="187678" cy="651929"/>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aphicFrame>
        <p:nvGraphicFramePr>
          <p:cNvPr id="414" name="object 41">
            <a:extLst>
              <a:ext uri="{FF2B5EF4-FFF2-40B4-BE49-F238E27FC236}">
                <a16:creationId xmlns:a16="http://schemas.microsoft.com/office/drawing/2014/main" id="{0AEE21F6-FB65-4BF0-98E7-35DE61C0B577}"/>
              </a:ext>
            </a:extLst>
          </p:cNvPr>
          <p:cNvGraphicFramePr>
            <a:graphicFrameLocks noGrp="1"/>
          </p:cNvGraphicFramePr>
          <p:nvPr>
            <p:extLst>
              <p:ext uri="{D42A27DB-BD31-4B8C-83A1-F6EECF244321}">
                <p14:modId xmlns:p14="http://schemas.microsoft.com/office/powerpoint/2010/main" val="1082657357"/>
              </p:ext>
            </p:extLst>
          </p:nvPr>
        </p:nvGraphicFramePr>
        <p:xfrm>
          <a:off x="5117815" y="3402979"/>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pSp>
        <p:nvGrpSpPr>
          <p:cNvPr id="415" name="object 42">
            <a:extLst>
              <a:ext uri="{FF2B5EF4-FFF2-40B4-BE49-F238E27FC236}">
                <a16:creationId xmlns:a16="http://schemas.microsoft.com/office/drawing/2014/main" id="{4D22FA32-C999-456C-BFB8-EFE79B927BAA}"/>
              </a:ext>
            </a:extLst>
          </p:cNvPr>
          <p:cNvGrpSpPr/>
          <p:nvPr/>
        </p:nvGrpSpPr>
        <p:grpSpPr>
          <a:xfrm>
            <a:off x="1143000" y="1334011"/>
            <a:ext cx="6633634" cy="2662342"/>
            <a:chOff x="183644" y="2118360"/>
            <a:chExt cx="5970269" cy="2396108"/>
          </a:xfrm>
        </p:grpSpPr>
        <p:sp>
          <p:nvSpPr>
            <p:cNvPr id="416" name="object 43">
              <a:extLst>
                <a:ext uri="{FF2B5EF4-FFF2-40B4-BE49-F238E27FC236}">
                  <a16:creationId xmlns:a16="http://schemas.microsoft.com/office/drawing/2014/main" id="{D100942C-AB22-4F98-8D41-A504272C91D6}"/>
                </a:ext>
              </a:extLst>
            </p:cNvPr>
            <p:cNvSpPr/>
            <p:nvPr/>
          </p:nvSpPr>
          <p:spPr>
            <a:xfrm>
              <a:off x="183644" y="2783585"/>
              <a:ext cx="5970269"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417" name="object 44">
              <a:extLst>
                <a:ext uri="{FF2B5EF4-FFF2-40B4-BE49-F238E27FC236}">
                  <a16:creationId xmlns:a16="http://schemas.microsoft.com/office/drawing/2014/main" id="{3B369145-6D22-4169-BF52-A53EEF11CC2C}"/>
                </a:ext>
              </a:extLst>
            </p:cNvPr>
            <p:cNvSpPr/>
            <p:nvPr/>
          </p:nvSpPr>
          <p:spPr>
            <a:xfrm>
              <a:off x="2749422" y="2118360"/>
              <a:ext cx="1018540" cy="1010285"/>
            </a:xfrm>
            <a:custGeom>
              <a:avLst/>
              <a:gdLst/>
              <a:ahLst/>
              <a:cxnLst/>
              <a:rect l="l" t="t" r="r" b="b"/>
              <a:pathLst>
                <a:path w="1018539" h="1010285">
                  <a:moveTo>
                    <a:pt x="1018032" y="38100"/>
                  </a:moveTo>
                  <a:lnTo>
                    <a:pt x="1005332" y="31750"/>
                  </a:lnTo>
                  <a:lnTo>
                    <a:pt x="941832" y="0"/>
                  </a:lnTo>
                  <a:lnTo>
                    <a:pt x="941832" y="31750"/>
                  </a:lnTo>
                  <a:lnTo>
                    <a:pt x="4445" y="31750"/>
                  </a:lnTo>
                  <a:lnTo>
                    <a:pt x="4445" y="38100"/>
                  </a:lnTo>
                  <a:lnTo>
                    <a:pt x="0" y="42672"/>
                  </a:lnTo>
                  <a:lnTo>
                    <a:pt x="958684" y="961745"/>
                  </a:lnTo>
                  <a:lnTo>
                    <a:pt x="936752" y="984631"/>
                  </a:lnTo>
                  <a:lnTo>
                    <a:pt x="1018032" y="1009904"/>
                  </a:lnTo>
                  <a:lnTo>
                    <a:pt x="1004011" y="970534"/>
                  </a:lnTo>
                  <a:lnTo>
                    <a:pt x="989457" y="929640"/>
                  </a:lnTo>
                  <a:lnTo>
                    <a:pt x="967447" y="952601"/>
                  </a:lnTo>
                  <a:lnTo>
                    <a:pt x="20269" y="44450"/>
                  </a:lnTo>
                  <a:lnTo>
                    <a:pt x="941832" y="44450"/>
                  </a:lnTo>
                  <a:lnTo>
                    <a:pt x="941832" y="76200"/>
                  </a:lnTo>
                  <a:lnTo>
                    <a:pt x="1005332" y="44450"/>
                  </a:lnTo>
                  <a:lnTo>
                    <a:pt x="1018032" y="38100"/>
                  </a:lnTo>
                  <a:close/>
                </a:path>
              </a:pathLst>
            </a:custGeom>
            <a:solidFill>
              <a:srgbClr val="000000"/>
            </a:solidFill>
          </p:spPr>
          <p:txBody>
            <a:bodyPr wrap="square" lIns="0" tIns="0" rIns="0" bIns="0" rtlCol="0"/>
            <a:lstStyle/>
            <a:p>
              <a:endParaRPr sz="2000"/>
            </a:p>
          </p:txBody>
        </p:sp>
        <p:sp>
          <p:nvSpPr>
            <p:cNvPr id="418" name="object 45">
              <a:extLst>
                <a:ext uri="{FF2B5EF4-FFF2-40B4-BE49-F238E27FC236}">
                  <a16:creationId xmlns:a16="http://schemas.microsoft.com/office/drawing/2014/main" id="{FA1B5793-D9C7-4277-B8ED-38E8E0F82FB0}"/>
                </a:ext>
              </a:extLst>
            </p:cNvPr>
            <p:cNvSpPr/>
            <p:nvPr/>
          </p:nvSpPr>
          <p:spPr>
            <a:xfrm>
              <a:off x="183644" y="3748278"/>
              <a:ext cx="5970269"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419" name="object 46">
              <a:extLst>
                <a:ext uri="{FF2B5EF4-FFF2-40B4-BE49-F238E27FC236}">
                  <a16:creationId xmlns:a16="http://schemas.microsoft.com/office/drawing/2014/main" id="{7C321C6E-8A4C-4CFB-B20D-E89DF0E2F042}"/>
                </a:ext>
              </a:extLst>
            </p:cNvPr>
            <p:cNvSpPr/>
            <p:nvPr/>
          </p:nvSpPr>
          <p:spPr>
            <a:xfrm>
              <a:off x="2748280" y="2153538"/>
              <a:ext cx="1019175" cy="2360930"/>
            </a:xfrm>
            <a:custGeom>
              <a:avLst/>
              <a:gdLst/>
              <a:ahLst/>
              <a:cxnLst/>
              <a:rect l="l" t="t" r="r" b="b"/>
              <a:pathLst>
                <a:path w="1019175" h="2360929">
                  <a:moveTo>
                    <a:pt x="1019175" y="199517"/>
                  </a:moveTo>
                  <a:lnTo>
                    <a:pt x="937895" y="224790"/>
                  </a:lnTo>
                  <a:lnTo>
                    <a:pt x="959827" y="247688"/>
                  </a:lnTo>
                  <a:lnTo>
                    <a:pt x="415721" y="769302"/>
                  </a:lnTo>
                  <a:lnTo>
                    <a:pt x="11176" y="0"/>
                  </a:lnTo>
                  <a:lnTo>
                    <a:pt x="0" y="5842"/>
                  </a:lnTo>
                  <a:lnTo>
                    <a:pt x="406209" y="778433"/>
                  </a:lnTo>
                  <a:lnTo>
                    <a:pt x="1143" y="1166749"/>
                  </a:lnTo>
                  <a:lnTo>
                    <a:pt x="5588" y="1171333"/>
                  </a:lnTo>
                  <a:lnTo>
                    <a:pt x="5588" y="1171841"/>
                  </a:lnTo>
                  <a:lnTo>
                    <a:pt x="1270" y="1176401"/>
                  </a:lnTo>
                  <a:lnTo>
                    <a:pt x="402132" y="1554441"/>
                  </a:lnTo>
                  <a:lnTo>
                    <a:pt x="0" y="2319274"/>
                  </a:lnTo>
                  <a:lnTo>
                    <a:pt x="4546" y="2321661"/>
                  </a:lnTo>
                  <a:lnTo>
                    <a:pt x="5588" y="2322766"/>
                  </a:lnTo>
                  <a:lnTo>
                    <a:pt x="5588" y="2328799"/>
                  </a:lnTo>
                  <a:lnTo>
                    <a:pt x="942975" y="2328799"/>
                  </a:lnTo>
                  <a:lnTo>
                    <a:pt x="942975" y="2360549"/>
                  </a:lnTo>
                  <a:lnTo>
                    <a:pt x="1006475" y="2328799"/>
                  </a:lnTo>
                  <a:lnTo>
                    <a:pt x="1019175" y="2322449"/>
                  </a:lnTo>
                  <a:lnTo>
                    <a:pt x="1006475" y="2316099"/>
                  </a:lnTo>
                  <a:lnTo>
                    <a:pt x="942975" y="2284349"/>
                  </a:lnTo>
                  <a:lnTo>
                    <a:pt x="942975" y="2316099"/>
                  </a:lnTo>
                  <a:lnTo>
                    <a:pt x="21882" y="2316099"/>
                  </a:lnTo>
                  <a:lnTo>
                    <a:pt x="615848" y="1755990"/>
                  </a:lnTo>
                  <a:lnTo>
                    <a:pt x="959446" y="2079993"/>
                  </a:lnTo>
                  <a:lnTo>
                    <a:pt x="937641" y="2103120"/>
                  </a:lnTo>
                  <a:lnTo>
                    <a:pt x="1019175" y="2127631"/>
                  </a:lnTo>
                  <a:lnTo>
                    <a:pt x="1004938" y="2088642"/>
                  </a:lnTo>
                  <a:lnTo>
                    <a:pt x="989965" y="2047621"/>
                  </a:lnTo>
                  <a:lnTo>
                    <a:pt x="968133" y="2070773"/>
                  </a:lnTo>
                  <a:lnTo>
                    <a:pt x="625055" y="1747304"/>
                  </a:lnTo>
                  <a:lnTo>
                    <a:pt x="819302" y="1564132"/>
                  </a:lnTo>
                  <a:lnTo>
                    <a:pt x="978090" y="1866099"/>
                  </a:lnTo>
                  <a:lnTo>
                    <a:pt x="950087" y="1880870"/>
                  </a:lnTo>
                  <a:lnTo>
                    <a:pt x="1019175" y="1930527"/>
                  </a:lnTo>
                  <a:lnTo>
                    <a:pt x="1018133" y="1877314"/>
                  </a:lnTo>
                  <a:lnTo>
                    <a:pt x="1017524" y="1845310"/>
                  </a:lnTo>
                  <a:lnTo>
                    <a:pt x="989393" y="1860143"/>
                  </a:lnTo>
                  <a:lnTo>
                    <a:pt x="828929" y="1555051"/>
                  </a:lnTo>
                  <a:lnTo>
                    <a:pt x="968133" y="1423771"/>
                  </a:lnTo>
                  <a:lnTo>
                    <a:pt x="989965" y="1446911"/>
                  </a:lnTo>
                  <a:lnTo>
                    <a:pt x="1004938" y="1405890"/>
                  </a:lnTo>
                  <a:lnTo>
                    <a:pt x="1019175" y="1366901"/>
                  </a:lnTo>
                  <a:lnTo>
                    <a:pt x="937641" y="1391412"/>
                  </a:lnTo>
                  <a:lnTo>
                    <a:pt x="959446" y="1414551"/>
                  </a:lnTo>
                  <a:lnTo>
                    <a:pt x="822807" y="1543405"/>
                  </a:lnTo>
                  <a:lnTo>
                    <a:pt x="813181" y="1525104"/>
                  </a:lnTo>
                  <a:lnTo>
                    <a:pt x="813181" y="1552486"/>
                  </a:lnTo>
                  <a:lnTo>
                    <a:pt x="615823" y="1738604"/>
                  </a:lnTo>
                  <a:lnTo>
                    <a:pt x="606615" y="1729930"/>
                  </a:lnTo>
                  <a:lnTo>
                    <a:pt x="606615" y="1747278"/>
                  </a:lnTo>
                  <a:lnTo>
                    <a:pt x="28194" y="2292743"/>
                  </a:lnTo>
                  <a:lnTo>
                    <a:pt x="411708" y="1563471"/>
                  </a:lnTo>
                  <a:lnTo>
                    <a:pt x="606615" y="1747278"/>
                  </a:lnTo>
                  <a:lnTo>
                    <a:pt x="606615" y="1729930"/>
                  </a:lnTo>
                  <a:lnTo>
                    <a:pt x="417804" y="1551889"/>
                  </a:lnTo>
                  <a:lnTo>
                    <a:pt x="614324" y="1178179"/>
                  </a:lnTo>
                  <a:lnTo>
                    <a:pt x="616369" y="1178179"/>
                  </a:lnTo>
                  <a:lnTo>
                    <a:pt x="813181" y="1552486"/>
                  </a:lnTo>
                  <a:lnTo>
                    <a:pt x="813181" y="1525104"/>
                  </a:lnTo>
                  <a:lnTo>
                    <a:pt x="630732" y="1178179"/>
                  </a:lnTo>
                  <a:lnTo>
                    <a:pt x="942975" y="1178179"/>
                  </a:lnTo>
                  <a:lnTo>
                    <a:pt x="942975" y="1209929"/>
                  </a:lnTo>
                  <a:lnTo>
                    <a:pt x="1006475" y="1178179"/>
                  </a:lnTo>
                  <a:lnTo>
                    <a:pt x="1019175" y="1171829"/>
                  </a:lnTo>
                  <a:lnTo>
                    <a:pt x="1006475" y="1165479"/>
                  </a:lnTo>
                  <a:lnTo>
                    <a:pt x="942975" y="1133729"/>
                  </a:lnTo>
                  <a:lnTo>
                    <a:pt x="942975" y="1165479"/>
                  </a:lnTo>
                  <a:lnTo>
                    <a:pt x="624052" y="1165479"/>
                  </a:lnTo>
                  <a:lnTo>
                    <a:pt x="622541" y="1162583"/>
                  </a:lnTo>
                  <a:lnTo>
                    <a:pt x="989393" y="464985"/>
                  </a:lnTo>
                  <a:lnTo>
                    <a:pt x="1017524" y="479806"/>
                  </a:lnTo>
                  <a:lnTo>
                    <a:pt x="1018133" y="447802"/>
                  </a:lnTo>
                  <a:lnTo>
                    <a:pt x="1019175" y="394589"/>
                  </a:lnTo>
                  <a:lnTo>
                    <a:pt x="950087" y="444246"/>
                  </a:lnTo>
                  <a:lnTo>
                    <a:pt x="978090" y="459028"/>
                  </a:lnTo>
                  <a:lnTo>
                    <a:pt x="615353" y="1148918"/>
                  </a:lnTo>
                  <a:lnTo>
                    <a:pt x="608177" y="1135278"/>
                  </a:lnTo>
                  <a:lnTo>
                    <a:pt x="608177" y="1162583"/>
                  </a:lnTo>
                  <a:lnTo>
                    <a:pt x="606653" y="1165479"/>
                  </a:lnTo>
                  <a:lnTo>
                    <a:pt x="599973" y="1165479"/>
                  </a:lnTo>
                  <a:lnTo>
                    <a:pt x="599973" y="1178179"/>
                  </a:lnTo>
                  <a:lnTo>
                    <a:pt x="408228" y="1542859"/>
                  </a:lnTo>
                  <a:lnTo>
                    <a:pt x="21475" y="1178179"/>
                  </a:lnTo>
                  <a:lnTo>
                    <a:pt x="599973" y="1178179"/>
                  </a:lnTo>
                  <a:lnTo>
                    <a:pt x="599973" y="1165479"/>
                  </a:lnTo>
                  <a:lnTo>
                    <a:pt x="20878" y="1165479"/>
                  </a:lnTo>
                  <a:lnTo>
                    <a:pt x="412356" y="790143"/>
                  </a:lnTo>
                  <a:lnTo>
                    <a:pt x="608177" y="1162583"/>
                  </a:lnTo>
                  <a:lnTo>
                    <a:pt x="608177" y="1135278"/>
                  </a:lnTo>
                  <a:lnTo>
                    <a:pt x="421881" y="781011"/>
                  </a:lnTo>
                  <a:lnTo>
                    <a:pt x="968590" y="256832"/>
                  </a:lnTo>
                  <a:lnTo>
                    <a:pt x="990600" y="279781"/>
                  </a:lnTo>
                  <a:lnTo>
                    <a:pt x="1005154" y="238887"/>
                  </a:lnTo>
                  <a:lnTo>
                    <a:pt x="1019175" y="199517"/>
                  </a:lnTo>
                  <a:close/>
                </a:path>
              </a:pathLst>
            </a:custGeom>
            <a:solidFill>
              <a:srgbClr val="000000"/>
            </a:solidFill>
          </p:spPr>
          <p:txBody>
            <a:bodyPr wrap="square" lIns="0" tIns="0" rIns="0" bIns="0" rtlCol="0"/>
            <a:lstStyle/>
            <a:p>
              <a:endParaRPr sz="2000"/>
            </a:p>
          </p:txBody>
        </p:sp>
      </p:grpSp>
      <p:sp>
        <p:nvSpPr>
          <p:cNvPr id="420" name="object 47">
            <a:extLst>
              <a:ext uri="{FF2B5EF4-FFF2-40B4-BE49-F238E27FC236}">
                <a16:creationId xmlns:a16="http://schemas.microsoft.com/office/drawing/2014/main" id="{955EB53D-CFD4-444A-A203-79139DD6DC75}"/>
              </a:ext>
            </a:extLst>
          </p:cNvPr>
          <p:cNvSpPr/>
          <p:nvPr/>
        </p:nvSpPr>
        <p:spPr>
          <a:xfrm>
            <a:off x="4204544" y="4281258"/>
            <a:ext cx="1290461" cy="298450"/>
          </a:xfrm>
          <a:custGeom>
            <a:avLst/>
            <a:gdLst/>
            <a:ahLst/>
            <a:cxnLst/>
            <a:rect l="l" t="t" r="r" b="b"/>
            <a:pathLst>
              <a:path w="1161414" h="268604">
                <a:moveTo>
                  <a:pt x="1161288" y="0"/>
                </a:moveTo>
                <a:lnTo>
                  <a:pt x="1151703" y="52190"/>
                </a:lnTo>
                <a:lnTo>
                  <a:pt x="1125569" y="94820"/>
                </a:lnTo>
                <a:lnTo>
                  <a:pt x="1086814" y="123567"/>
                </a:lnTo>
                <a:lnTo>
                  <a:pt x="1039368" y="134110"/>
                </a:lnTo>
                <a:lnTo>
                  <a:pt x="702564" y="134110"/>
                </a:lnTo>
                <a:lnTo>
                  <a:pt x="655117" y="144650"/>
                </a:lnTo>
                <a:lnTo>
                  <a:pt x="616362" y="173392"/>
                </a:lnTo>
                <a:lnTo>
                  <a:pt x="590228" y="216022"/>
                </a:lnTo>
                <a:lnTo>
                  <a:pt x="580644" y="268225"/>
                </a:lnTo>
                <a:lnTo>
                  <a:pt x="571059" y="216022"/>
                </a:lnTo>
                <a:lnTo>
                  <a:pt x="544925" y="173392"/>
                </a:lnTo>
                <a:lnTo>
                  <a:pt x="506170" y="144650"/>
                </a:lnTo>
                <a:lnTo>
                  <a:pt x="458724"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421" name="object 48">
            <a:extLst>
              <a:ext uri="{FF2B5EF4-FFF2-40B4-BE49-F238E27FC236}">
                <a16:creationId xmlns:a16="http://schemas.microsoft.com/office/drawing/2014/main" id="{4F724F26-F7DB-42E6-B241-DFD90A631FE1}"/>
              </a:ext>
            </a:extLst>
          </p:cNvPr>
          <p:cNvSpPr txBox="1"/>
          <p:nvPr/>
        </p:nvSpPr>
        <p:spPr>
          <a:xfrm>
            <a:off x="3820791" y="4604205"/>
            <a:ext cx="1922639" cy="493098"/>
          </a:xfrm>
          <a:prstGeom prst="rect">
            <a:avLst/>
          </a:prstGeom>
        </p:spPr>
        <p:txBody>
          <a:bodyPr vert="horz" wrap="square" lIns="0" tIns="14111" rIns="0" bIns="0" rtlCol="0">
            <a:spAutoFit/>
          </a:bodyPr>
          <a:lstStyle/>
          <a:p>
            <a:pPr marL="337252" marR="5644" indent="-323847">
              <a:spcBef>
                <a:spcPts val="111"/>
              </a:spcBef>
            </a:pPr>
            <a:r>
              <a:rPr lang="en-US" sz="1556" spc="-11" dirty="0" err="1">
                <a:solidFill>
                  <a:srgbClr val="00B0F0"/>
                </a:solidFill>
                <a:latin typeface="Arial"/>
                <a:cs typeface="Arial"/>
              </a:rPr>
              <a:t>Fwd</a:t>
            </a:r>
            <a:r>
              <a:rPr lang="en-US" sz="1556" spc="-11" dirty="0">
                <a:solidFill>
                  <a:srgbClr val="00B0F0"/>
                </a:solidFill>
                <a:latin typeface="Arial"/>
                <a:cs typeface="Arial"/>
              </a:rPr>
              <a:t> c</a:t>
            </a:r>
            <a:r>
              <a:rPr sz="1556" dirty="0">
                <a:solidFill>
                  <a:srgbClr val="00B0F0"/>
                </a:solidFill>
                <a:latin typeface="Arial"/>
                <a:cs typeface="Arial"/>
              </a:rPr>
              <a:t>o</a:t>
            </a:r>
            <a:r>
              <a:rPr sz="1556" spc="-11" dirty="0">
                <a:solidFill>
                  <a:srgbClr val="00B0F0"/>
                </a:solidFill>
                <a:latin typeface="Arial"/>
                <a:cs typeface="Arial"/>
              </a:rPr>
              <a:t>mm</a:t>
            </a:r>
            <a:r>
              <a:rPr sz="1556" dirty="0">
                <a:solidFill>
                  <a:srgbClr val="00B0F0"/>
                </a:solidFill>
                <a:latin typeface="Arial"/>
                <a:cs typeface="Arial"/>
              </a:rPr>
              <a:t>unicatio</a:t>
            </a:r>
            <a:r>
              <a:rPr sz="1556" spc="-17" dirty="0">
                <a:solidFill>
                  <a:srgbClr val="00B0F0"/>
                </a:solidFill>
                <a:latin typeface="Arial"/>
                <a:cs typeface="Arial"/>
              </a:rPr>
              <a:t>n</a:t>
            </a:r>
            <a:r>
              <a:rPr sz="1556" dirty="0">
                <a:solidFill>
                  <a:srgbClr val="00B0F0"/>
                </a:solidFill>
                <a:latin typeface="Arial"/>
                <a:cs typeface="Arial"/>
              </a:rPr>
              <a:t>:  Allgather</a:t>
            </a:r>
          </a:p>
        </p:txBody>
      </p:sp>
      <p:sp>
        <p:nvSpPr>
          <p:cNvPr id="422" name="object 49">
            <a:extLst>
              <a:ext uri="{FF2B5EF4-FFF2-40B4-BE49-F238E27FC236}">
                <a16:creationId xmlns:a16="http://schemas.microsoft.com/office/drawing/2014/main" id="{D4FADE4C-D8F8-43F7-861B-7FD5FD9D8344}"/>
              </a:ext>
            </a:extLst>
          </p:cNvPr>
          <p:cNvSpPr/>
          <p:nvPr/>
        </p:nvSpPr>
        <p:spPr>
          <a:xfrm>
            <a:off x="2140368" y="4281258"/>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423" name="object 50">
            <a:extLst>
              <a:ext uri="{FF2B5EF4-FFF2-40B4-BE49-F238E27FC236}">
                <a16:creationId xmlns:a16="http://schemas.microsoft.com/office/drawing/2014/main" id="{40A08A4A-6483-452E-AFA1-A294CD203E84}"/>
              </a:ext>
            </a:extLst>
          </p:cNvPr>
          <p:cNvSpPr txBox="1"/>
          <p:nvPr/>
        </p:nvSpPr>
        <p:spPr>
          <a:xfrm>
            <a:off x="2577814" y="4610382"/>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424" name="object 51">
            <a:extLst>
              <a:ext uri="{FF2B5EF4-FFF2-40B4-BE49-F238E27FC236}">
                <a16:creationId xmlns:a16="http://schemas.microsoft.com/office/drawing/2014/main" id="{3DAAB9AE-EB49-4485-9A6E-7030A1DEA397}"/>
              </a:ext>
            </a:extLst>
          </p:cNvPr>
          <p:cNvSpPr/>
          <p:nvPr/>
        </p:nvSpPr>
        <p:spPr>
          <a:xfrm>
            <a:off x="5687904" y="4313431"/>
            <a:ext cx="1913467" cy="299861"/>
          </a:xfrm>
          <a:custGeom>
            <a:avLst/>
            <a:gdLst/>
            <a:ahLst/>
            <a:cxnLst/>
            <a:rect l="l" t="t" r="r" b="b"/>
            <a:pathLst>
              <a:path w="1722120" h="269875">
                <a:moveTo>
                  <a:pt x="1722120" y="0"/>
                </a:moveTo>
                <a:lnTo>
                  <a:pt x="1712489" y="52524"/>
                </a:lnTo>
                <a:lnTo>
                  <a:pt x="1686226" y="95394"/>
                </a:lnTo>
                <a:lnTo>
                  <a:pt x="1647271" y="124285"/>
                </a:lnTo>
                <a:lnTo>
                  <a:pt x="1599565" y="134876"/>
                </a:lnTo>
                <a:lnTo>
                  <a:pt x="983615" y="134876"/>
                </a:lnTo>
                <a:lnTo>
                  <a:pt x="935908" y="145475"/>
                </a:lnTo>
                <a:lnTo>
                  <a:pt x="896953" y="174379"/>
                </a:lnTo>
                <a:lnTo>
                  <a:pt x="870690" y="217250"/>
                </a:lnTo>
                <a:lnTo>
                  <a:pt x="861060" y="269749"/>
                </a:lnTo>
                <a:lnTo>
                  <a:pt x="851429" y="217250"/>
                </a:lnTo>
                <a:lnTo>
                  <a:pt x="825166" y="174379"/>
                </a:lnTo>
                <a:lnTo>
                  <a:pt x="786211" y="145475"/>
                </a:lnTo>
                <a:lnTo>
                  <a:pt x="738505" y="134876"/>
                </a:lnTo>
                <a:lnTo>
                  <a:pt x="122555" y="134876"/>
                </a:lnTo>
                <a:lnTo>
                  <a:pt x="74848" y="124285"/>
                </a:lnTo>
                <a:lnTo>
                  <a:pt x="35893" y="95394"/>
                </a:lnTo>
                <a:lnTo>
                  <a:pt x="9630" y="52524"/>
                </a:lnTo>
                <a:lnTo>
                  <a:pt x="0" y="0"/>
                </a:lnTo>
              </a:path>
            </a:pathLst>
          </a:custGeom>
          <a:ln w="28575">
            <a:solidFill>
              <a:srgbClr val="000000"/>
            </a:solidFill>
          </a:ln>
        </p:spPr>
        <p:txBody>
          <a:bodyPr wrap="square" lIns="0" tIns="0" rIns="0" bIns="0" rtlCol="0"/>
          <a:lstStyle/>
          <a:p>
            <a:endParaRPr sz="2000"/>
          </a:p>
        </p:txBody>
      </p:sp>
      <p:sp>
        <p:nvSpPr>
          <p:cNvPr id="425" name="object 52">
            <a:extLst>
              <a:ext uri="{FF2B5EF4-FFF2-40B4-BE49-F238E27FC236}">
                <a16:creationId xmlns:a16="http://schemas.microsoft.com/office/drawing/2014/main" id="{FE713EFB-5BF7-4DB1-A509-0E5111A629D6}"/>
              </a:ext>
            </a:extLst>
          </p:cNvPr>
          <p:cNvSpPr txBox="1"/>
          <p:nvPr/>
        </p:nvSpPr>
        <p:spPr>
          <a:xfrm>
            <a:off x="5918197" y="4642899"/>
            <a:ext cx="1531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7" dirty="0">
                <a:latin typeface="Arial"/>
                <a:cs typeface="Arial"/>
              </a:rPr>
              <a:t> </a:t>
            </a:r>
            <a:r>
              <a:rPr sz="1556" spc="-6" dirty="0">
                <a:latin typeface="Arial"/>
                <a:cs typeface="Arial"/>
              </a:rPr>
              <a:t>fwd</a:t>
            </a:r>
            <a:endParaRPr sz="1556">
              <a:latin typeface="Arial"/>
              <a:cs typeface="Arial"/>
            </a:endParaRPr>
          </a:p>
        </p:txBody>
      </p:sp>
      <p:sp>
        <p:nvSpPr>
          <p:cNvPr id="426" name="object 53">
            <a:extLst>
              <a:ext uri="{FF2B5EF4-FFF2-40B4-BE49-F238E27FC236}">
                <a16:creationId xmlns:a16="http://schemas.microsoft.com/office/drawing/2014/main" id="{5FCEC080-04E4-4ADB-96D7-9D7C7E66C52F}"/>
              </a:ext>
            </a:extLst>
          </p:cNvPr>
          <p:cNvSpPr txBox="1"/>
          <p:nvPr/>
        </p:nvSpPr>
        <p:spPr>
          <a:xfrm>
            <a:off x="1063012" y="1410635"/>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dirty="0">
              <a:latin typeface="Arial"/>
              <a:cs typeface="Arial"/>
            </a:endParaRPr>
          </a:p>
        </p:txBody>
      </p:sp>
      <p:sp>
        <p:nvSpPr>
          <p:cNvPr id="427" name="object 54">
            <a:extLst>
              <a:ext uri="{FF2B5EF4-FFF2-40B4-BE49-F238E27FC236}">
                <a16:creationId xmlns:a16="http://schemas.microsoft.com/office/drawing/2014/main" id="{253D1177-ECFB-4AF8-A820-9202B441E03E}"/>
              </a:ext>
            </a:extLst>
          </p:cNvPr>
          <p:cNvSpPr txBox="1"/>
          <p:nvPr/>
        </p:nvSpPr>
        <p:spPr>
          <a:xfrm>
            <a:off x="1067753" y="2513700"/>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428" name="object 55">
            <a:extLst>
              <a:ext uri="{FF2B5EF4-FFF2-40B4-BE49-F238E27FC236}">
                <a16:creationId xmlns:a16="http://schemas.microsoft.com/office/drawing/2014/main" id="{20F3557C-900D-4099-8D09-F64E676762AB}"/>
              </a:ext>
            </a:extLst>
          </p:cNvPr>
          <p:cNvSpPr txBox="1"/>
          <p:nvPr/>
        </p:nvSpPr>
        <p:spPr>
          <a:xfrm>
            <a:off x="1068431" y="3538167"/>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sp>
        <p:nvSpPr>
          <p:cNvPr id="429" name="Rectangle 58">
            <a:extLst>
              <a:ext uri="{FF2B5EF4-FFF2-40B4-BE49-F238E27FC236}">
                <a16:creationId xmlns:a16="http://schemas.microsoft.com/office/drawing/2014/main" id="{3403F8EE-BBE7-4D5C-A8B3-8A3C5DBC434A}"/>
              </a:ext>
            </a:extLst>
          </p:cNvPr>
          <p:cNvSpPr/>
          <p:nvPr/>
        </p:nvSpPr>
        <p:spPr>
          <a:xfrm>
            <a:off x="3166545" y="847759"/>
            <a:ext cx="405880" cy="369332"/>
          </a:xfrm>
          <a:prstGeom prst="rect">
            <a:avLst/>
          </a:prstGeom>
        </p:spPr>
        <p:txBody>
          <a:bodyPr wrap="square">
            <a:spAutoFit/>
          </a:bodyPr>
          <a:lstStyle/>
          <a:p>
            <a:r>
              <a:rPr lang="en-US" b="1" i="1" dirty="0">
                <a:solidFill>
                  <a:srgbClr val="0432FF"/>
                </a:solidFill>
                <a:latin typeface="Trebuchet MS"/>
                <a:cs typeface="Trebuchet MS"/>
              </a:rPr>
              <a:t>X </a:t>
            </a:r>
            <a:endParaRPr lang="en-CN" dirty="0">
              <a:solidFill>
                <a:srgbClr val="0432FF"/>
              </a:solidFill>
            </a:endParaRPr>
          </a:p>
        </p:txBody>
      </p:sp>
      <p:sp>
        <p:nvSpPr>
          <p:cNvPr id="430" name="Rectangle 59">
            <a:extLst>
              <a:ext uri="{FF2B5EF4-FFF2-40B4-BE49-F238E27FC236}">
                <a16:creationId xmlns:a16="http://schemas.microsoft.com/office/drawing/2014/main" id="{E313990B-EB68-4DA8-93AB-13AAA874543D}"/>
              </a:ext>
            </a:extLst>
          </p:cNvPr>
          <p:cNvSpPr/>
          <p:nvPr/>
        </p:nvSpPr>
        <p:spPr>
          <a:xfrm>
            <a:off x="2398053" y="836690"/>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431" name="Rectangle 60">
            <a:extLst>
              <a:ext uri="{FF2B5EF4-FFF2-40B4-BE49-F238E27FC236}">
                <a16:creationId xmlns:a16="http://schemas.microsoft.com/office/drawing/2014/main" id="{C9BBEA57-0A4B-4191-9B92-D3E5003C7530}"/>
              </a:ext>
            </a:extLst>
          </p:cNvPr>
          <p:cNvSpPr/>
          <p:nvPr/>
        </p:nvSpPr>
        <p:spPr>
          <a:xfrm>
            <a:off x="3720964" y="854235"/>
            <a:ext cx="404983" cy="369332"/>
          </a:xfrm>
          <a:prstGeom prst="rect">
            <a:avLst/>
          </a:prstGeom>
        </p:spPr>
        <p:txBody>
          <a:bodyPr wrap="square">
            <a:spAutoFit/>
          </a:bodyPr>
          <a:lstStyle/>
          <a:p>
            <a:r>
              <a:rPr lang="en-US" b="1" i="1" spc="-6" dirty="0">
                <a:solidFill>
                  <a:schemeClr val="accent1"/>
                </a:solidFill>
                <a:latin typeface="Trebuchet MS"/>
                <a:cs typeface="Trebuchet MS"/>
              </a:rPr>
              <a:t>Y </a:t>
            </a:r>
            <a:endParaRPr lang="en-CN" dirty="0">
              <a:solidFill>
                <a:schemeClr val="accent1"/>
              </a:solidFill>
            </a:endParaRPr>
          </a:p>
        </p:txBody>
      </p:sp>
    </p:spTree>
    <p:extLst>
      <p:ext uri="{BB962C8B-B14F-4D97-AF65-F5344CB8AC3E}">
        <p14:creationId xmlns:p14="http://schemas.microsoft.com/office/powerpoint/2010/main" val="20302741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spc="-6" dirty="0"/>
              <a:t>Column-wise</a:t>
            </a:r>
            <a:r>
              <a:rPr lang="en-US" altLang="zh-CN" sz="3200" spc="6" dirty="0"/>
              <a:t> </a:t>
            </a:r>
            <a:r>
              <a:rPr lang="en-US" altLang="zh-CN" sz="3200" spc="-6" dirty="0"/>
              <a:t>Partitioning: </a:t>
            </a:r>
            <a:r>
              <a:rPr lang="en-US" altLang="zh-CN" sz="3200" spc="-6" dirty="0" err="1">
                <a:solidFill>
                  <a:srgbClr val="00B0F0"/>
                </a:solidFill>
              </a:rPr>
              <a:t>ReduceScatter</a:t>
            </a:r>
            <a:r>
              <a:rPr lang="en-US" altLang="zh-CN" sz="3200" spc="-6" dirty="0"/>
              <a:t> between Layers  </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70</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2" name="组合 1">
            <a:extLst>
              <a:ext uri="{FF2B5EF4-FFF2-40B4-BE49-F238E27FC236}">
                <a16:creationId xmlns:a16="http://schemas.microsoft.com/office/drawing/2014/main" id="{B118D129-4E70-41C3-8456-107DE9821CD7}"/>
              </a:ext>
            </a:extLst>
          </p:cNvPr>
          <p:cNvGrpSpPr/>
          <p:nvPr/>
        </p:nvGrpSpPr>
        <p:grpSpPr>
          <a:xfrm>
            <a:off x="4375433" y="1170879"/>
            <a:ext cx="1329407" cy="3155359"/>
            <a:chOff x="4146971" y="1107912"/>
            <a:chExt cx="1329407" cy="3478534"/>
          </a:xfrm>
        </p:grpSpPr>
        <p:sp>
          <p:nvSpPr>
            <p:cNvPr id="376" name="object 2">
              <a:extLst>
                <a:ext uri="{FF2B5EF4-FFF2-40B4-BE49-F238E27FC236}">
                  <a16:creationId xmlns:a16="http://schemas.microsoft.com/office/drawing/2014/main" id="{A328268C-1910-4BFC-9F22-0698E4C155ED}"/>
                </a:ext>
              </a:extLst>
            </p:cNvPr>
            <p:cNvSpPr/>
            <p:nvPr/>
          </p:nvSpPr>
          <p:spPr>
            <a:xfrm>
              <a:off x="4146971" y="3446747"/>
              <a:ext cx="1315861" cy="1139699"/>
            </a:xfrm>
            <a:custGeom>
              <a:avLst/>
              <a:gdLst/>
              <a:ahLst/>
              <a:cxnLst/>
              <a:rect l="l" t="t" r="r" b="b"/>
              <a:pathLst>
                <a:path w="1184275" h="955039">
                  <a:moveTo>
                    <a:pt x="0" y="954659"/>
                  </a:moveTo>
                  <a:lnTo>
                    <a:pt x="1184145" y="954659"/>
                  </a:lnTo>
                  <a:lnTo>
                    <a:pt x="1184145" y="0"/>
                  </a:lnTo>
                  <a:lnTo>
                    <a:pt x="0" y="0"/>
                  </a:lnTo>
                  <a:lnTo>
                    <a:pt x="0" y="954659"/>
                  </a:lnTo>
                  <a:close/>
                </a:path>
              </a:pathLst>
            </a:custGeom>
            <a:solidFill>
              <a:srgbClr val="F3E5FB"/>
            </a:solidFill>
          </p:spPr>
          <p:txBody>
            <a:bodyPr wrap="square" lIns="0" tIns="0" rIns="0" bIns="0" rtlCol="0"/>
            <a:lstStyle/>
            <a:p>
              <a:endParaRPr sz="2000"/>
            </a:p>
          </p:txBody>
        </p:sp>
        <p:sp>
          <p:nvSpPr>
            <p:cNvPr id="377" name="object 3">
              <a:extLst>
                <a:ext uri="{FF2B5EF4-FFF2-40B4-BE49-F238E27FC236}">
                  <a16:creationId xmlns:a16="http://schemas.microsoft.com/office/drawing/2014/main" id="{46EDB523-5D09-4FAA-A235-230448AE31CD}"/>
                </a:ext>
              </a:extLst>
            </p:cNvPr>
            <p:cNvSpPr/>
            <p:nvPr/>
          </p:nvSpPr>
          <p:spPr>
            <a:xfrm>
              <a:off x="4146971" y="2283975"/>
              <a:ext cx="1315861" cy="997024"/>
            </a:xfrm>
            <a:custGeom>
              <a:avLst/>
              <a:gdLst/>
              <a:ahLst/>
              <a:cxnLst/>
              <a:rect l="l" t="t" r="r" b="b"/>
              <a:pathLst>
                <a:path w="1184275" h="895350">
                  <a:moveTo>
                    <a:pt x="0" y="895223"/>
                  </a:moveTo>
                  <a:lnTo>
                    <a:pt x="1184145" y="895223"/>
                  </a:lnTo>
                  <a:lnTo>
                    <a:pt x="1184145" y="0"/>
                  </a:lnTo>
                  <a:lnTo>
                    <a:pt x="0" y="0"/>
                  </a:lnTo>
                  <a:lnTo>
                    <a:pt x="0" y="895223"/>
                  </a:lnTo>
                  <a:close/>
                </a:path>
              </a:pathLst>
            </a:custGeom>
            <a:solidFill>
              <a:srgbClr val="F3E5FB"/>
            </a:solidFill>
          </p:spPr>
          <p:txBody>
            <a:bodyPr wrap="square" lIns="0" tIns="0" rIns="0" bIns="0" rtlCol="0"/>
            <a:lstStyle/>
            <a:p>
              <a:endParaRPr sz="2000"/>
            </a:p>
          </p:txBody>
        </p:sp>
        <p:sp>
          <p:nvSpPr>
            <p:cNvPr id="378" name="object 4">
              <a:extLst>
                <a:ext uri="{FF2B5EF4-FFF2-40B4-BE49-F238E27FC236}">
                  <a16:creationId xmlns:a16="http://schemas.microsoft.com/office/drawing/2014/main" id="{04DC509D-B1EE-46EA-9DA4-3AA61968D7FE}"/>
                </a:ext>
              </a:extLst>
            </p:cNvPr>
            <p:cNvSpPr/>
            <p:nvPr/>
          </p:nvSpPr>
          <p:spPr>
            <a:xfrm>
              <a:off x="4160517" y="1107912"/>
              <a:ext cx="1315861" cy="966338"/>
            </a:xfrm>
            <a:custGeom>
              <a:avLst/>
              <a:gdLst/>
              <a:ahLst/>
              <a:cxnLst/>
              <a:rect l="l" t="t" r="r" b="b"/>
              <a:pathLst>
                <a:path w="1184275" h="1183005">
                  <a:moveTo>
                    <a:pt x="0" y="1182624"/>
                  </a:moveTo>
                  <a:lnTo>
                    <a:pt x="1184145" y="1182624"/>
                  </a:lnTo>
                  <a:lnTo>
                    <a:pt x="1184145" y="0"/>
                  </a:lnTo>
                  <a:lnTo>
                    <a:pt x="0" y="0"/>
                  </a:lnTo>
                  <a:lnTo>
                    <a:pt x="0" y="1182624"/>
                  </a:lnTo>
                  <a:close/>
                </a:path>
              </a:pathLst>
            </a:custGeom>
            <a:solidFill>
              <a:srgbClr val="F3E5FB"/>
            </a:solidFill>
          </p:spPr>
          <p:txBody>
            <a:bodyPr wrap="square" lIns="0" tIns="0" rIns="0" bIns="0" rtlCol="0"/>
            <a:lstStyle/>
            <a:p>
              <a:endParaRPr sz="2000"/>
            </a:p>
          </p:txBody>
        </p:sp>
      </p:grpSp>
      <p:sp>
        <p:nvSpPr>
          <p:cNvPr id="385" name="object 12">
            <a:extLst>
              <a:ext uri="{FF2B5EF4-FFF2-40B4-BE49-F238E27FC236}">
                <a16:creationId xmlns:a16="http://schemas.microsoft.com/office/drawing/2014/main" id="{48155644-5824-4AB3-9588-5EBDCECDB427}"/>
              </a:ext>
            </a:extLst>
          </p:cNvPr>
          <p:cNvSpPr txBox="1"/>
          <p:nvPr/>
        </p:nvSpPr>
        <p:spPr>
          <a:xfrm>
            <a:off x="107099" y="4949211"/>
            <a:ext cx="1922639"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dirty="0">
                <a:latin typeface="Trebuchet MS"/>
                <a:cs typeface="Trebuchet MS"/>
              </a:rPr>
              <a:t>Each</a:t>
            </a:r>
            <a:r>
              <a:rPr sz="2000" b="1" spc="-100" dirty="0">
                <a:latin typeface="Trebuchet MS"/>
                <a:cs typeface="Trebuchet MS"/>
              </a:rPr>
              <a:t> </a:t>
            </a:r>
            <a:r>
              <a:rPr sz="2000" b="1" dirty="0">
                <a:latin typeface="Trebuchet MS"/>
                <a:cs typeface="Trebuchet MS"/>
              </a:rPr>
              <a:t>worker:</a:t>
            </a:r>
            <a:endParaRPr sz="2000" dirty="0">
              <a:latin typeface="Trebuchet MS"/>
              <a:cs typeface="Trebuchet MS"/>
            </a:endParaRPr>
          </a:p>
        </p:txBody>
      </p:sp>
      <p:sp>
        <p:nvSpPr>
          <p:cNvPr id="386" name="object 13">
            <a:extLst>
              <a:ext uri="{FF2B5EF4-FFF2-40B4-BE49-F238E27FC236}">
                <a16:creationId xmlns:a16="http://schemas.microsoft.com/office/drawing/2014/main" id="{180EE3DA-0EA5-4FFD-9F51-83177F043E15}"/>
              </a:ext>
            </a:extLst>
          </p:cNvPr>
          <p:cNvSpPr txBox="1"/>
          <p:nvPr/>
        </p:nvSpPr>
        <p:spPr>
          <a:xfrm>
            <a:off x="359446" y="5249070"/>
            <a:ext cx="4918000" cy="1141403"/>
          </a:xfrm>
          <a:prstGeom prst="rect">
            <a:avLst/>
          </a:prstGeom>
        </p:spPr>
        <p:txBody>
          <a:bodyPr vert="horz" wrap="square" lIns="0" tIns="114300" rIns="0" bIns="0" rtlCol="0">
            <a:spAutoFit/>
          </a:bodyPr>
          <a:lstStyle/>
          <a:p>
            <a:pPr marL="332313" indent="-318908">
              <a:spcBef>
                <a:spcPts val="900"/>
              </a:spcBef>
              <a:buClr>
                <a:srgbClr val="B2B2B2"/>
              </a:buClr>
              <a:buFont typeface="Arial"/>
              <a:buChar char="•"/>
              <a:tabLst>
                <a:tab pos="332313" algn="l"/>
                <a:tab pos="333019" algn="l"/>
              </a:tabLst>
            </a:pPr>
            <a:r>
              <a:rPr lang="en-US" sz="1778" b="1" spc="-11" dirty="0">
                <a:latin typeface="Trebuchet MS"/>
                <a:cs typeface="Trebuchet MS"/>
              </a:rPr>
              <a:t>W</a:t>
            </a:r>
            <a:r>
              <a:rPr lang="en-US" sz="1778" spc="-11" dirty="0">
                <a:latin typeface="Trebuchet MS"/>
                <a:cs typeface="Trebuchet MS"/>
              </a:rPr>
              <a:t>: </a:t>
            </a:r>
            <a:r>
              <a:rPr sz="1778" spc="-11" dirty="0">
                <a:latin typeface="Trebuchet MS"/>
                <a:cs typeface="Trebuchet MS"/>
              </a:rPr>
              <a:t>Has </a:t>
            </a:r>
            <a:r>
              <a:rPr sz="1778" spc="-6" dirty="0">
                <a:latin typeface="Trebuchet MS"/>
                <a:cs typeface="Trebuchet MS"/>
              </a:rPr>
              <a:t>a </a:t>
            </a:r>
            <a:r>
              <a:rPr sz="1778" spc="-11" dirty="0">
                <a:latin typeface="Trebuchet MS"/>
                <a:cs typeface="Trebuchet MS"/>
              </a:rPr>
              <a:t>portion </a:t>
            </a:r>
            <a:r>
              <a:rPr sz="1778" spc="-6" dirty="0">
                <a:latin typeface="Trebuchet MS"/>
                <a:cs typeface="Trebuchet MS"/>
              </a:rPr>
              <a:t>of weight</a:t>
            </a:r>
            <a:r>
              <a:rPr sz="1778" spc="89" dirty="0">
                <a:latin typeface="Trebuchet MS"/>
                <a:cs typeface="Trebuchet MS"/>
              </a:rPr>
              <a:t> </a:t>
            </a:r>
            <a:r>
              <a:rPr sz="1778" spc="-6" dirty="0">
                <a:latin typeface="Trebuchet MS"/>
                <a:cs typeface="Trebuchet MS"/>
              </a:rPr>
              <a:t>rows</a:t>
            </a:r>
            <a:r>
              <a:rPr lang="en-US" sz="1778" spc="-6" dirty="0">
                <a:latin typeface="Trebuchet MS"/>
                <a:cs typeface="Trebuchet MS"/>
              </a:rPr>
              <a:t> </a:t>
            </a:r>
            <a:endParaRPr lang="en-US"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lang="en-US" sz="1778" b="1" spc="-6" dirty="0">
                <a:latin typeface="Trebuchet MS"/>
                <a:cs typeface="Trebuchet MS"/>
              </a:rPr>
              <a:t>X</a:t>
            </a:r>
            <a:r>
              <a:rPr lang="en-US" sz="1778" spc="-6" dirty="0">
                <a:latin typeface="Trebuchet MS"/>
                <a:cs typeface="Trebuchet MS"/>
              </a:rPr>
              <a:t>: All of input</a:t>
            </a:r>
            <a:r>
              <a:rPr lang="en-US" sz="1778" spc="44" dirty="0">
                <a:latin typeface="Trebuchet MS"/>
                <a:cs typeface="Trebuchet MS"/>
              </a:rPr>
              <a:t> </a:t>
            </a:r>
            <a:r>
              <a:rPr lang="en-US" sz="1778" spc="-11" dirty="0">
                <a:latin typeface="Trebuchet MS"/>
                <a:cs typeface="Trebuchet MS"/>
              </a:rPr>
              <a:t>activations X</a:t>
            </a:r>
            <a:endParaRPr lang="en-US" sz="1778" dirty="0">
              <a:latin typeface="Trebuchet MS"/>
              <a:cs typeface="Trebuchet MS"/>
            </a:endParaRPr>
          </a:p>
          <a:p>
            <a:pPr marL="332313" indent="-318908">
              <a:spcBef>
                <a:spcPts val="783"/>
              </a:spcBef>
              <a:buClr>
                <a:srgbClr val="B2B2B2"/>
              </a:buClr>
              <a:buFont typeface="Arial"/>
              <a:buChar char="•"/>
              <a:tabLst>
                <a:tab pos="332313" algn="l"/>
                <a:tab pos="333019" algn="l"/>
              </a:tabLst>
            </a:pPr>
            <a:r>
              <a:rPr lang="en-US" sz="1778" b="1" spc="-6" dirty="0">
                <a:latin typeface="Trebuchet MS"/>
                <a:cs typeface="Trebuchet MS"/>
              </a:rPr>
              <a:t>Y</a:t>
            </a:r>
            <a:r>
              <a:rPr lang="en-US" sz="1778" spc="-6" dirty="0">
                <a:latin typeface="Trebuchet MS"/>
                <a:cs typeface="Trebuchet MS"/>
              </a:rPr>
              <a:t>: </a:t>
            </a:r>
            <a:r>
              <a:rPr sz="1778" spc="-6" dirty="0">
                <a:latin typeface="Trebuchet MS"/>
                <a:cs typeface="Trebuchet MS"/>
              </a:rPr>
              <a:t>Computes a portion of output</a:t>
            </a:r>
            <a:r>
              <a:rPr sz="1778" spc="83" dirty="0">
                <a:latin typeface="Trebuchet MS"/>
                <a:cs typeface="Trebuchet MS"/>
              </a:rPr>
              <a:t> </a:t>
            </a:r>
            <a:r>
              <a:rPr sz="1778" spc="-11" dirty="0">
                <a:latin typeface="Trebuchet MS"/>
                <a:cs typeface="Trebuchet MS"/>
              </a:rPr>
              <a:t>activations</a:t>
            </a:r>
            <a:endParaRPr sz="1778" dirty="0">
              <a:latin typeface="Trebuchet MS"/>
              <a:cs typeface="Trebuchet MS"/>
            </a:endParaRPr>
          </a:p>
        </p:txBody>
      </p:sp>
      <p:sp>
        <p:nvSpPr>
          <p:cNvPr id="421" name="object 48">
            <a:extLst>
              <a:ext uri="{FF2B5EF4-FFF2-40B4-BE49-F238E27FC236}">
                <a16:creationId xmlns:a16="http://schemas.microsoft.com/office/drawing/2014/main" id="{4F724F26-F7DB-42E6-B241-DFD90A631FE1}"/>
              </a:ext>
            </a:extLst>
          </p:cNvPr>
          <p:cNvSpPr txBox="1"/>
          <p:nvPr/>
        </p:nvSpPr>
        <p:spPr>
          <a:xfrm>
            <a:off x="4214421" y="4651057"/>
            <a:ext cx="1922639" cy="493098"/>
          </a:xfrm>
          <a:prstGeom prst="rect">
            <a:avLst/>
          </a:prstGeom>
        </p:spPr>
        <p:txBody>
          <a:bodyPr vert="horz" wrap="square" lIns="0" tIns="14111" rIns="0" bIns="0" rtlCol="0">
            <a:spAutoFit/>
          </a:bodyPr>
          <a:lstStyle/>
          <a:p>
            <a:pPr marL="337252" marR="5644" indent="-323847">
              <a:spcBef>
                <a:spcPts val="111"/>
              </a:spcBef>
            </a:pPr>
            <a:r>
              <a:rPr lang="en-US" sz="1556" spc="-11" dirty="0" err="1">
                <a:solidFill>
                  <a:srgbClr val="00B0F0"/>
                </a:solidFill>
                <a:latin typeface="Arial"/>
                <a:cs typeface="Arial"/>
              </a:rPr>
              <a:t>Fwd</a:t>
            </a:r>
            <a:r>
              <a:rPr lang="en-US" sz="1556" spc="-11" dirty="0">
                <a:solidFill>
                  <a:srgbClr val="00B0F0"/>
                </a:solidFill>
                <a:latin typeface="Arial"/>
                <a:cs typeface="Arial"/>
              </a:rPr>
              <a:t> c</a:t>
            </a:r>
            <a:r>
              <a:rPr sz="1556" dirty="0">
                <a:solidFill>
                  <a:srgbClr val="00B0F0"/>
                </a:solidFill>
                <a:latin typeface="Arial"/>
                <a:cs typeface="Arial"/>
              </a:rPr>
              <a:t>o</a:t>
            </a:r>
            <a:r>
              <a:rPr sz="1556" spc="-11" dirty="0">
                <a:solidFill>
                  <a:srgbClr val="00B0F0"/>
                </a:solidFill>
                <a:latin typeface="Arial"/>
                <a:cs typeface="Arial"/>
              </a:rPr>
              <a:t>mm</a:t>
            </a:r>
            <a:r>
              <a:rPr sz="1556" dirty="0">
                <a:solidFill>
                  <a:srgbClr val="00B0F0"/>
                </a:solidFill>
                <a:latin typeface="Arial"/>
                <a:cs typeface="Arial"/>
              </a:rPr>
              <a:t>unicatio</a:t>
            </a:r>
            <a:r>
              <a:rPr sz="1556" spc="-17" dirty="0">
                <a:solidFill>
                  <a:srgbClr val="00B0F0"/>
                </a:solidFill>
                <a:latin typeface="Arial"/>
                <a:cs typeface="Arial"/>
              </a:rPr>
              <a:t>n</a:t>
            </a:r>
            <a:r>
              <a:rPr sz="1556" dirty="0">
                <a:solidFill>
                  <a:srgbClr val="00B0F0"/>
                </a:solidFill>
                <a:latin typeface="Arial"/>
                <a:cs typeface="Arial"/>
              </a:rPr>
              <a:t>:  </a:t>
            </a:r>
            <a:r>
              <a:rPr lang="en-US" sz="1556" dirty="0" err="1">
                <a:solidFill>
                  <a:srgbClr val="00B0F0"/>
                </a:solidFill>
                <a:latin typeface="Arial"/>
                <a:cs typeface="Arial"/>
              </a:rPr>
              <a:t>ReduceScatter</a:t>
            </a:r>
            <a:endParaRPr sz="1556" dirty="0">
              <a:solidFill>
                <a:srgbClr val="00B0F0"/>
              </a:solidFill>
              <a:latin typeface="Arial"/>
              <a:cs typeface="Arial"/>
            </a:endParaRPr>
          </a:p>
        </p:txBody>
      </p:sp>
      <p:sp>
        <p:nvSpPr>
          <p:cNvPr id="64" name="object 5">
            <a:extLst>
              <a:ext uri="{FF2B5EF4-FFF2-40B4-BE49-F238E27FC236}">
                <a16:creationId xmlns:a16="http://schemas.microsoft.com/office/drawing/2014/main" id="{B41697D7-107B-4A6E-AA91-F2F82AC78E42}"/>
              </a:ext>
            </a:extLst>
          </p:cNvPr>
          <p:cNvSpPr/>
          <p:nvPr/>
        </p:nvSpPr>
        <p:spPr>
          <a:xfrm>
            <a:off x="5942443" y="3337394"/>
            <a:ext cx="2000250" cy="1061156"/>
          </a:xfrm>
          <a:custGeom>
            <a:avLst/>
            <a:gdLst/>
            <a:ahLst/>
            <a:cxnLst/>
            <a:rect l="l" t="t" r="r" b="b"/>
            <a:pathLst>
              <a:path w="1800225" h="955039">
                <a:moveTo>
                  <a:pt x="0" y="954659"/>
                </a:moveTo>
                <a:lnTo>
                  <a:pt x="1799844" y="954659"/>
                </a:lnTo>
                <a:lnTo>
                  <a:pt x="1799844" y="0"/>
                </a:lnTo>
                <a:lnTo>
                  <a:pt x="0" y="0"/>
                </a:lnTo>
                <a:lnTo>
                  <a:pt x="0" y="954659"/>
                </a:lnTo>
                <a:close/>
              </a:path>
            </a:pathLst>
          </a:custGeom>
          <a:solidFill>
            <a:srgbClr val="F7F7F7"/>
          </a:solidFill>
        </p:spPr>
        <p:txBody>
          <a:bodyPr wrap="square" lIns="0" tIns="0" rIns="0" bIns="0" rtlCol="0"/>
          <a:lstStyle/>
          <a:p>
            <a:endParaRPr sz="2000"/>
          </a:p>
        </p:txBody>
      </p:sp>
      <p:sp>
        <p:nvSpPr>
          <p:cNvPr id="65" name="object 6">
            <a:extLst>
              <a:ext uri="{FF2B5EF4-FFF2-40B4-BE49-F238E27FC236}">
                <a16:creationId xmlns:a16="http://schemas.microsoft.com/office/drawing/2014/main" id="{381A7A4E-D503-48DA-8F1B-319069FA9EF1}"/>
              </a:ext>
            </a:extLst>
          </p:cNvPr>
          <p:cNvSpPr/>
          <p:nvPr/>
        </p:nvSpPr>
        <p:spPr>
          <a:xfrm>
            <a:off x="5918199" y="2227294"/>
            <a:ext cx="2000250" cy="994833"/>
          </a:xfrm>
          <a:custGeom>
            <a:avLst/>
            <a:gdLst/>
            <a:ahLst/>
            <a:cxnLst/>
            <a:rect l="l" t="t" r="r" b="b"/>
            <a:pathLst>
              <a:path w="1800225" h="895350">
                <a:moveTo>
                  <a:pt x="0" y="895223"/>
                </a:moveTo>
                <a:lnTo>
                  <a:pt x="1799844" y="895223"/>
                </a:lnTo>
                <a:lnTo>
                  <a:pt x="1799844" y="0"/>
                </a:lnTo>
                <a:lnTo>
                  <a:pt x="0" y="0"/>
                </a:lnTo>
                <a:lnTo>
                  <a:pt x="0" y="895223"/>
                </a:lnTo>
                <a:close/>
              </a:path>
            </a:pathLst>
          </a:custGeom>
          <a:solidFill>
            <a:srgbClr val="F7F7F7"/>
          </a:solidFill>
        </p:spPr>
        <p:txBody>
          <a:bodyPr wrap="square" lIns="0" tIns="0" rIns="0" bIns="0" rtlCol="0"/>
          <a:lstStyle/>
          <a:p>
            <a:endParaRPr sz="2000"/>
          </a:p>
        </p:txBody>
      </p:sp>
      <p:sp>
        <p:nvSpPr>
          <p:cNvPr id="66" name="object 7">
            <a:extLst>
              <a:ext uri="{FF2B5EF4-FFF2-40B4-BE49-F238E27FC236}">
                <a16:creationId xmlns:a16="http://schemas.microsoft.com/office/drawing/2014/main" id="{75DEBEBE-F445-42FC-AFB9-F2D9E02CA6E5}"/>
              </a:ext>
            </a:extLst>
          </p:cNvPr>
          <p:cNvSpPr/>
          <p:nvPr/>
        </p:nvSpPr>
        <p:spPr>
          <a:xfrm>
            <a:off x="5918199" y="1152687"/>
            <a:ext cx="2000250" cy="997842"/>
          </a:xfrm>
          <a:custGeom>
            <a:avLst/>
            <a:gdLst/>
            <a:ahLst/>
            <a:cxnLst/>
            <a:rect l="l" t="t" r="r" b="b"/>
            <a:pathLst>
              <a:path w="1800225" h="1183005">
                <a:moveTo>
                  <a:pt x="0" y="1182624"/>
                </a:moveTo>
                <a:lnTo>
                  <a:pt x="1799844" y="1182624"/>
                </a:lnTo>
                <a:lnTo>
                  <a:pt x="1799844" y="0"/>
                </a:lnTo>
                <a:lnTo>
                  <a:pt x="0" y="0"/>
                </a:lnTo>
                <a:lnTo>
                  <a:pt x="0" y="1182624"/>
                </a:lnTo>
                <a:close/>
              </a:path>
            </a:pathLst>
          </a:custGeom>
          <a:solidFill>
            <a:srgbClr val="F7F7F7"/>
          </a:solidFill>
        </p:spPr>
        <p:txBody>
          <a:bodyPr wrap="square" lIns="0" tIns="0" rIns="0" bIns="0" rtlCol="0"/>
          <a:lstStyle/>
          <a:p>
            <a:endParaRPr sz="2000"/>
          </a:p>
        </p:txBody>
      </p:sp>
      <p:sp>
        <p:nvSpPr>
          <p:cNvPr id="67" name="object 8">
            <a:extLst>
              <a:ext uri="{FF2B5EF4-FFF2-40B4-BE49-F238E27FC236}">
                <a16:creationId xmlns:a16="http://schemas.microsoft.com/office/drawing/2014/main" id="{7A9E9A0F-676C-4ADB-B1A4-6465D0949B2F}"/>
              </a:ext>
            </a:extLst>
          </p:cNvPr>
          <p:cNvSpPr/>
          <p:nvPr/>
        </p:nvSpPr>
        <p:spPr>
          <a:xfrm>
            <a:off x="2414693" y="3299173"/>
            <a:ext cx="2001661" cy="1044222"/>
          </a:xfrm>
          <a:custGeom>
            <a:avLst/>
            <a:gdLst/>
            <a:ahLst/>
            <a:cxnLst/>
            <a:rect l="l" t="t" r="r" b="b"/>
            <a:pathLst>
              <a:path w="1801495" h="939800">
                <a:moveTo>
                  <a:pt x="0" y="939419"/>
                </a:moveTo>
                <a:lnTo>
                  <a:pt x="1801368" y="939419"/>
                </a:lnTo>
                <a:lnTo>
                  <a:pt x="1801368" y="0"/>
                </a:lnTo>
                <a:lnTo>
                  <a:pt x="0" y="0"/>
                </a:lnTo>
                <a:lnTo>
                  <a:pt x="0" y="939419"/>
                </a:lnTo>
                <a:close/>
              </a:path>
            </a:pathLst>
          </a:custGeom>
          <a:solidFill>
            <a:srgbClr val="F7F7F7"/>
          </a:solidFill>
        </p:spPr>
        <p:txBody>
          <a:bodyPr wrap="square" lIns="0" tIns="0" rIns="0" bIns="0" rtlCol="0"/>
          <a:lstStyle/>
          <a:p>
            <a:endParaRPr sz="2000"/>
          </a:p>
        </p:txBody>
      </p:sp>
      <p:sp>
        <p:nvSpPr>
          <p:cNvPr id="68" name="object 9">
            <a:extLst>
              <a:ext uri="{FF2B5EF4-FFF2-40B4-BE49-F238E27FC236}">
                <a16:creationId xmlns:a16="http://schemas.microsoft.com/office/drawing/2014/main" id="{C48DAADC-4430-4C1C-B9C3-CBA3BAC7BC8C}"/>
              </a:ext>
            </a:extLst>
          </p:cNvPr>
          <p:cNvSpPr/>
          <p:nvPr/>
        </p:nvSpPr>
        <p:spPr>
          <a:xfrm>
            <a:off x="2414693" y="2227294"/>
            <a:ext cx="2001661" cy="994833"/>
          </a:xfrm>
          <a:custGeom>
            <a:avLst/>
            <a:gdLst/>
            <a:ahLst/>
            <a:cxnLst/>
            <a:rect l="l" t="t" r="r" b="b"/>
            <a:pathLst>
              <a:path w="1801495" h="895350">
                <a:moveTo>
                  <a:pt x="0" y="895223"/>
                </a:moveTo>
                <a:lnTo>
                  <a:pt x="1801368" y="895223"/>
                </a:lnTo>
                <a:lnTo>
                  <a:pt x="1801368" y="0"/>
                </a:lnTo>
                <a:lnTo>
                  <a:pt x="0" y="0"/>
                </a:lnTo>
                <a:lnTo>
                  <a:pt x="0" y="895223"/>
                </a:lnTo>
                <a:close/>
              </a:path>
            </a:pathLst>
          </a:custGeom>
          <a:solidFill>
            <a:srgbClr val="F7F7F7"/>
          </a:solidFill>
        </p:spPr>
        <p:txBody>
          <a:bodyPr wrap="square" lIns="0" tIns="0" rIns="0" bIns="0" rtlCol="0"/>
          <a:lstStyle/>
          <a:p>
            <a:endParaRPr sz="2000"/>
          </a:p>
        </p:txBody>
      </p:sp>
      <p:sp>
        <p:nvSpPr>
          <p:cNvPr id="70" name="object 11">
            <a:extLst>
              <a:ext uri="{FF2B5EF4-FFF2-40B4-BE49-F238E27FC236}">
                <a16:creationId xmlns:a16="http://schemas.microsoft.com/office/drawing/2014/main" id="{D30C45ED-B5CB-4CF2-9753-BFCD77107357}"/>
              </a:ext>
            </a:extLst>
          </p:cNvPr>
          <p:cNvSpPr/>
          <p:nvPr/>
        </p:nvSpPr>
        <p:spPr>
          <a:xfrm>
            <a:off x="2400945" y="1152687"/>
            <a:ext cx="2001661" cy="967222"/>
          </a:xfrm>
          <a:custGeom>
            <a:avLst/>
            <a:gdLst/>
            <a:ahLst/>
            <a:cxnLst/>
            <a:rect l="l" t="t" r="r" b="b"/>
            <a:pathLst>
              <a:path w="1801495" h="1198245">
                <a:moveTo>
                  <a:pt x="0" y="1197864"/>
                </a:moveTo>
                <a:lnTo>
                  <a:pt x="1801368" y="1197864"/>
                </a:lnTo>
                <a:lnTo>
                  <a:pt x="1801368" y="0"/>
                </a:lnTo>
                <a:lnTo>
                  <a:pt x="0" y="0"/>
                </a:lnTo>
                <a:lnTo>
                  <a:pt x="0" y="1197864"/>
                </a:lnTo>
                <a:close/>
              </a:path>
            </a:pathLst>
          </a:custGeom>
          <a:solidFill>
            <a:srgbClr val="F7F7F7"/>
          </a:solidFill>
        </p:spPr>
        <p:txBody>
          <a:bodyPr wrap="square" lIns="0" tIns="0" rIns="0" bIns="0" rtlCol="0"/>
          <a:lstStyle/>
          <a:p>
            <a:endParaRPr sz="2000"/>
          </a:p>
        </p:txBody>
      </p:sp>
      <p:sp>
        <p:nvSpPr>
          <p:cNvPr id="71" name="object 12">
            <a:extLst>
              <a:ext uri="{FF2B5EF4-FFF2-40B4-BE49-F238E27FC236}">
                <a16:creationId xmlns:a16="http://schemas.microsoft.com/office/drawing/2014/main" id="{0E1836E8-0992-4097-8AFA-CDE66B4F1006}"/>
              </a:ext>
            </a:extLst>
          </p:cNvPr>
          <p:cNvSpPr/>
          <p:nvPr/>
        </p:nvSpPr>
        <p:spPr>
          <a:xfrm>
            <a:off x="3583092" y="1575353"/>
            <a:ext cx="186267" cy="440953"/>
          </a:xfrm>
          <a:custGeom>
            <a:avLst/>
            <a:gdLst/>
            <a:ahLst/>
            <a:cxnLst/>
            <a:rect l="l" t="t" r="r" b="b"/>
            <a:pathLst>
              <a:path w="167639" h="390525">
                <a:moveTo>
                  <a:pt x="0" y="195074"/>
                </a:moveTo>
                <a:lnTo>
                  <a:pt x="167640" y="195074"/>
                </a:lnTo>
                <a:lnTo>
                  <a:pt x="167640" y="0"/>
                </a:lnTo>
                <a:lnTo>
                  <a:pt x="0" y="0"/>
                </a:lnTo>
                <a:lnTo>
                  <a:pt x="0" y="195074"/>
                </a:lnTo>
                <a:close/>
              </a:path>
              <a:path w="167639" h="390525">
                <a:moveTo>
                  <a:pt x="0" y="390146"/>
                </a:moveTo>
                <a:lnTo>
                  <a:pt x="167640" y="390146"/>
                </a:lnTo>
                <a:lnTo>
                  <a:pt x="167640" y="195077"/>
                </a:lnTo>
                <a:lnTo>
                  <a:pt x="0" y="195077"/>
                </a:lnTo>
                <a:lnTo>
                  <a:pt x="0" y="390146"/>
                </a:lnTo>
                <a:close/>
              </a:path>
            </a:pathLst>
          </a:custGeom>
          <a:ln w="12700">
            <a:solidFill>
              <a:srgbClr val="D9D9D9"/>
            </a:solidFill>
          </a:ln>
        </p:spPr>
        <p:txBody>
          <a:bodyPr wrap="square" lIns="0" tIns="0" rIns="0" bIns="0" rtlCol="0"/>
          <a:lstStyle/>
          <a:p>
            <a:endParaRPr sz="2000"/>
          </a:p>
        </p:txBody>
      </p:sp>
      <p:sp>
        <p:nvSpPr>
          <p:cNvPr id="72" name="object 13">
            <a:extLst>
              <a:ext uri="{FF2B5EF4-FFF2-40B4-BE49-F238E27FC236}">
                <a16:creationId xmlns:a16="http://schemas.microsoft.com/office/drawing/2014/main" id="{39EDF145-D40B-4730-904A-5EFCBF6DACA9}"/>
              </a:ext>
            </a:extLst>
          </p:cNvPr>
          <p:cNvSpPr/>
          <p:nvPr/>
        </p:nvSpPr>
        <p:spPr>
          <a:xfrm>
            <a:off x="3583092" y="1353372"/>
            <a:ext cx="186267" cy="222269"/>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73" name="object 14">
            <a:extLst>
              <a:ext uri="{FF2B5EF4-FFF2-40B4-BE49-F238E27FC236}">
                <a16:creationId xmlns:a16="http://schemas.microsoft.com/office/drawing/2014/main" id="{6784E812-9A4A-4628-92BE-1EBDA1F02D1A}"/>
              </a:ext>
            </a:extLst>
          </p:cNvPr>
          <p:cNvSpPr/>
          <p:nvPr/>
        </p:nvSpPr>
        <p:spPr>
          <a:xfrm>
            <a:off x="3583092" y="1353372"/>
            <a:ext cx="186267" cy="222269"/>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74" name="object 15">
            <a:extLst>
              <a:ext uri="{FF2B5EF4-FFF2-40B4-BE49-F238E27FC236}">
                <a16:creationId xmlns:a16="http://schemas.microsoft.com/office/drawing/2014/main" id="{2353F2D2-82C3-4EED-91E9-8D3B9B26E822}"/>
              </a:ext>
            </a:extLst>
          </p:cNvPr>
          <p:cNvSpPr/>
          <p:nvPr/>
        </p:nvSpPr>
        <p:spPr>
          <a:xfrm>
            <a:off x="4138505" y="1575353"/>
            <a:ext cx="186267" cy="220264"/>
          </a:xfrm>
          <a:prstGeom prst="rect">
            <a:avLst/>
          </a:prstGeom>
          <a:blipFill>
            <a:blip r:embed="rId3" cstate="print"/>
            <a:stretch>
              <a:fillRect/>
            </a:stretch>
          </a:blipFill>
        </p:spPr>
        <p:txBody>
          <a:bodyPr wrap="square" lIns="0" tIns="0" rIns="0" bIns="0" rtlCol="0"/>
          <a:lstStyle/>
          <a:p>
            <a:endParaRPr sz="2000"/>
          </a:p>
        </p:txBody>
      </p:sp>
      <p:sp>
        <p:nvSpPr>
          <p:cNvPr id="75" name="object 16">
            <a:extLst>
              <a:ext uri="{FF2B5EF4-FFF2-40B4-BE49-F238E27FC236}">
                <a16:creationId xmlns:a16="http://schemas.microsoft.com/office/drawing/2014/main" id="{87A2B411-03AE-4701-9B98-56989CFE03E9}"/>
              </a:ext>
            </a:extLst>
          </p:cNvPr>
          <p:cNvSpPr/>
          <p:nvPr/>
        </p:nvSpPr>
        <p:spPr>
          <a:xfrm>
            <a:off x="4138505" y="1575353"/>
            <a:ext cx="186267" cy="220835"/>
          </a:xfrm>
          <a:custGeom>
            <a:avLst/>
            <a:gdLst/>
            <a:ahLst/>
            <a:cxnLst/>
            <a:rect l="l" t="t" r="r" b="b"/>
            <a:pathLst>
              <a:path w="167639" h="195580">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76" name="object 17">
            <a:extLst>
              <a:ext uri="{FF2B5EF4-FFF2-40B4-BE49-F238E27FC236}">
                <a16:creationId xmlns:a16="http://schemas.microsoft.com/office/drawing/2014/main" id="{6C9010D1-D0F0-4EEE-8B15-C36C900865F8}"/>
              </a:ext>
            </a:extLst>
          </p:cNvPr>
          <p:cNvSpPr/>
          <p:nvPr/>
        </p:nvSpPr>
        <p:spPr>
          <a:xfrm>
            <a:off x="4138505" y="1795620"/>
            <a:ext cx="186267" cy="220258"/>
          </a:xfrm>
          <a:prstGeom prst="rect">
            <a:avLst/>
          </a:prstGeom>
          <a:blipFill>
            <a:blip r:embed="rId4" cstate="print"/>
            <a:stretch>
              <a:fillRect/>
            </a:stretch>
          </a:blipFill>
        </p:spPr>
        <p:txBody>
          <a:bodyPr wrap="square" lIns="0" tIns="0" rIns="0" bIns="0" rtlCol="0"/>
          <a:lstStyle/>
          <a:p>
            <a:endParaRPr sz="2000"/>
          </a:p>
        </p:txBody>
      </p:sp>
      <p:sp>
        <p:nvSpPr>
          <p:cNvPr id="77" name="object 18">
            <a:extLst>
              <a:ext uri="{FF2B5EF4-FFF2-40B4-BE49-F238E27FC236}">
                <a16:creationId xmlns:a16="http://schemas.microsoft.com/office/drawing/2014/main" id="{83AB7223-D86A-4C0A-A647-A21C42726584}"/>
              </a:ext>
            </a:extLst>
          </p:cNvPr>
          <p:cNvSpPr/>
          <p:nvPr/>
        </p:nvSpPr>
        <p:spPr>
          <a:xfrm>
            <a:off x="4138505" y="1795620"/>
            <a:ext cx="186267" cy="220835"/>
          </a:xfrm>
          <a:custGeom>
            <a:avLst/>
            <a:gdLst/>
            <a:ahLst/>
            <a:cxnLst/>
            <a:rect l="l" t="t" r="r" b="b"/>
            <a:pathLst>
              <a:path w="167639"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78" name="object 23">
            <a:extLst>
              <a:ext uri="{FF2B5EF4-FFF2-40B4-BE49-F238E27FC236}">
                <a16:creationId xmlns:a16="http://schemas.microsoft.com/office/drawing/2014/main" id="{EA487380-9472-4D1A-AA66-06E6B8E1B8E7}"/>
              </a:ext>
            </a:extLst>
          </p:cNvPr>
          <p:cNvSpPr txBox="1"/>
          <p:nvPr/>
        </p:nvSpPr>
        <p:spPr>
          <a:xfrm>
            <a:off x="3342356" y="1494506"/>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79" name="object 24">
            <a:extLst>
              <a:ext uri="{FF2B5EF4-FFF2-40B4-BE49-F238E27FC236}">
                <a16:creationId xmlns:a16="http://schemas.microsoft.com/office/drawing/2014/main" id="{4061550B-07D1-46D9-9ACF-9B8DB350A268}"/>
              </a:ext>
            </a:extLst>
          </p:cNvPr>
          <p:cNvGrpSpPr/>
          <p:nvPr/>
        </p:nvGrpSpPr>
        <p:grpSpPr>
          <a:xfrm>
            <a:off x="3576035" y="2439387"/>
            <a:ext cx="200378" cy="666044"/>
            <a:chOff x="2080005" y="3024888"/>
            <a:chExt cx="180340" cy="599440"/>
          </a:xfrm>
        </p:grpSpPr>
        <p:sp>
          <p:nvSpPr>
            <p:cNvPr id="80" name="object 25">
              <a:extLst>
                <a:ext uri="{FF2B5EF4-FFF2-40B4-BE49-F238E27FC236}">
                  <a16:creationId xmlns:a16="http://schemas.microsoft.com/office/drawing/2014/main" id="{C431BE21-FABB-4ACB-9CF2-E2CBCFB3BA68}"/>
                </a:ext>
              </a:extLst>
            </p:cNvPr>
            <p:cNvSpPr/>
            <p:nvPr/>
          </p:nvSpPr>
          <p:spPr>
            <a:xfrm>
              <a:off x="2086355" y="3031238"/>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1662"/>
                  </a:lnTo>
                  <a:lnTo>
                    <a:pt x="0" y="391662"/>
                  </a:lnTo>
                  <a:lnTo>
                    <a:pt x="0" y="586737"/>
                  </a:lnTo>
                  <a:close/>
                </a:path>
              </a:pathLst>
            </a:custGeom>
            <a:ln w="12700">
              <a:solidFill>
                <a:srgbClr val="D9D9D9"/>
              </a:solidFill>
            </a:ln>
          </p:spPr>
          <p:txBody>
            <a:bodyPr wrap="square" lIns="0" tIns="0" rIns="0" bIns="0" rtlCol="0"/>
            <a:lstStyle/>
            <a:p>
              <a:endParaRPr sz="2000"/>
            </a:p>
          </p:txBody>
        </p:sp>
        <p:sp>
          <p:nvSpPr>
            <p:cNvPr id="81" name="object 26">
              <a:extLst>
                <a:ext uri="{FF2B5EF4-FFF2-40B4-BE49-F238E27FC236}">
                  <a16:creationId xmlns:a16="http://schemas.microsoft.com/office/drawing/2014/main" id="{D2CB0741-C4B0-41C7-AA7F-E9E92A136D88}"/>
                </a:ext>
              </a:extLst>
            </p:cNvPr>
            <p:cNvSpPr/>
            <p:nvPr/>
          </p:nvSpPr>
          <p:spPr>
            <a:xfrm>
              <a:off x="2086355"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82" name="object 27">
              <a:extLst>
                <a:ext uri="{FF2B5EF4-FFF2-40B4-BE49-F238E27FC236}">
                  <a16:creationId xmlns:a16="http://schemas.microsoft.com/office/drawing/2014/main" id="{E0EB980C-54CB-41A9-B982-7C6ECB609113}"/>
                </a:ext>
              </a:extLst>
            </p:cNvPr>
            <p:cNvSpPr/>
            <p:nvPr/>
          </p:nvSpPr>
          <p:spPr>
            <a:xfrm>
              <a:off x="2086355"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grpSp>
      <p:grpSp>
        <p:nvGrpSpPr>
          <p:cNvPr id="83" name="object 28">
            <a:extLst>
              <a:ext uri="{FF2B5EF4-FFF2-40B4-BE49-F238E27FC236}">
                <a16:creationId xmlns:a16="http://schemas.microsoft.com/office/drawing/2014/main" id="{27142024-F9C2-4A8C-A1ED-00B255CCEECC}"/>
              </a:ext>
            </a:extLst>
          </p:cNvPr>
          <p:cNvGrpSpPr/>
          <p:nvPr/>
        </p:nvGrpSpPr>
        <p:grpSpPr>
          <a:xfrm>
            <a:off x="1447800" y="1359036"/>
            <a:ext cx="6675967" cy="2808111"/>
            <a:chOff x="164594" y="2052572"/>
            <a:chExt cx="6008370" cy="2527300"/>
          </a:xfrm>
        </p:grpSpPr>
        <p:sp>
          <p:nvSpPr>
            <p:cNvPr id="84" name="object 29">
              <a:extLst>
                <a:ext uri="{FF2B5EF4-FFF2-40B4-BE49-F238E27FC236}">
                  <a16:creationId xmlns:a16="http://schemas.microsoft.com/office/drawing/2014/main" id="{B692890E-AB9B-4668-8908-2C6F7628A460}"/>
                </a:ext>
              </a:extLst>
            </p:cNvPr>
            <p:cNvSpPr/>
            <p:nvPr/>
          </p:nvSpPr>
          <p:spPr>
            <a:xfrm>
              <a:off x="183644" y="2783585"/>
              <a:ext cx="5970270"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85" name="object 30">
              <a:extLst>
                <a:ext uri="{FF2B5EF4-FFF2-40B4-BE49-F238E27FC236}">
                  <a16:creationId xmlns:a16="http://schemas.microsoft.com/office/drawing/2014/main" id="{D037F35F-AD7B-4DFD-B146-D92DEBCA7F0A}"/>
                </a:ext>
              </a:extLst>
            </p:cNvPr>
            <p:cNvSpPr/>
            <p:nvPr/>
          </p:nvSpPr>
          <p:spPr>
            <a:xfrm>
              <a:off x="2586228" y="2058922"/>
              <a:ext cx="167640" cy="196597"/>
            </a:xfrm>
            <a:prstGeom prst="rect">
              <a:avLst/>
            </a:prstGeom>
            <a:blipFill>
              <a:blip r:embed="rId5" cstate="print"/>
              <a:stretch>
                <a:fillRect/>
              </a:stretch>
            </a:blipFill>
          </p:spPr>
          <p:txBody>
            <a:bodyPr wrap="square" lIns="0" tIns="0" rIns="0" bIns="0" rtlCol="0"/>
            <a:lstStyle/>
            <a:p>
              <a:endParaRPr sz="2000"/>
            </a:p>
          </p:txBody>
        </p:sp>
        <p:sp>
          <p:nvSpPr>
            <p:cNvPr id="86" name="object 31">
              <a:extLst>
                <a:ext uri="{FF2B5EF4-FFF2-40B4-BE49-F238E27FC236}">
                  <a16:creationId xmlns:a16="http://schemas.microsoft.com/office/drawing/2014/main" id="{1E7B2697-6F9C-4C40-8A24-401EE3906887}"/>
                </a:ext>
              </a:extLst>
            </p:cNvPr>
            <p:cNvSpPr/>
            <p:nvPr/>
          </p:nvSpPr>
          <p:spPr>
            <a:xfrm>
              <a:off x="2586228" y="205892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87" name="object 32">
              <a:extLst>
                <a:ext uri="{FF2B5EF4-FFF2-40B4-BE49-F238E27FC236}">
                  <a16:creationId xmlns:a16="http://schemas.microsoft.com/office/drawing/2014/main" id="{D78C6458-58DA-4814-BC18-3F72ACEDE077}"/>
                </a:ext>
              </a:extLst>
            </p:cNvPr>
            <p:cNvSpPr/>
            <p:nvPr/>
          </p:nvSpPr>
          <p:spPr>
            <a:xfrm>
              <a:off x="5748274" y="2261365"/>
              <a:ext cx="180340" cy="404364"/>
            </a:xfrm>
            <a:prstGeom prst="rect">
              <a:avLst/>
            </a:prstGeom>
            <a:blipFill>
              <a:blip r:embed="rId6" cstate="print"/>
              <a:stretch>
                <a:fillRect/>
              </a:stretch>
            </a:blipFill>
          </p:spPr>
          <p:txBody>
            <a:bodyPr wrap="square" lIns="0" tIns="0" rIns="0" bIns="0" rtlCol="0"/>
            <a:lstStyle/>
            <a:p>
              <a:endParaRPr sz="2000"/>
            </a:p>
          </p:txBody>
        </p:sp>
        <p:sp>
          <p:nvSpPr>
            <p:cNvPr id="88" name="object 33">
              <a:extLst>
                <a:ext uri="{FF2B5EF4-FFF2-40B4-BE49-F238E27FC236}">
                  <a16:creationId xmlns:a16="http://schemas.microsoft.com/office/drawing/2014/main" id="{7083441A-4BF4-420C-93F8-DD185DD5F6CF}"/>
                </a:ext>
              </a:extLst>
            </p:cNvPr>
            <p:cNvSpPr/>
            <p:nvPr/>
          </p:nvSpPr>
          <p:spPr>
            <a:xfrm>
              <a:off x="5754624" y="2072637"/>
              <a:ext cx="167640" cy="195580"/>
            </a:xfrm>
            <a:custGeom>
              <a:avLst/>
              <a:gdLst/>
              <a:ahLst/>
              <a:cxnLst/>
              <a:rect l="l" t="t" r="r" b="b"/>
              <a:pathLst>
                <a:path w="167639" h="195580">
                  <a:moveTo>
                    <a:pt x="167640" y="0"/>
                  </a:moveTo>
                  <a:lnTo>
                    <a:pt x="0" y="0"/>
                  </a:lnTo>
                  <a:lnTo>
                    <a:pt x="0" y="195074"/>
                  </a:lnTo>
                  <a:lnTo>
                    <a:pt x="167640" y="195074"/>
                  </a:lnTo>
                  <a:lnTo>
                    <a:pt x="167640" y="0"/>
                  </a:lnTo>
                  <a:close/>
                </a:path>
              </a:pathLst>
            </a:custGeom>
            <a:solidFill>
              <a:srgbClr val="598A00"/>
            </a:solidFill>
          </p:spPr>
          <p:txBody>
            <a:bodyPr wrap="square" lIns="0" tIns="0" rIns="0" bIns="0" rtlCol="0"/>
            <a:lstStyle/>
            <a:p>
              <a:endParaRPr sz="2000"/>
            </a:p>
          </p:txBody>
        </p:sp>
        <p:sp>
          <p:nvSpPr>
            <p:cNvPr id="89" name="object 34">
              <a:extLst>
                <a:ext uri="{FF2B5EF4-FFF2-40B4-BE49-F238E27FC236}">
                  <a16:creationId xmlns:a16="http://schemas.microsoft.com/office/drawing/2014/main" id="{186F9193-C049-4118-980A-6516E5EBF31D}"/>
                </a:ext>
              </a:extLst>
            </p:cNvPr>
            <p:cNvSpPr/>
            <p:nvPr/>
          </p:nvSpPr>
          <p:spPr>
            <a:xfrm>
              <a:off x="5754624" y="2072637"/>
              <a:ext cx="167640" cy="195580"/>
            </a:xfrm>
            <a:custGeom>
              <a:avLst/>
              <a:gdLst/>
              <a:ahLst/>
              <a:cxnLst/>
              <a:rect l="l" t="t" r="r" b="b"/>
              <a:pathLst>
                <a:path w="167639" h="195580">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90" name="object 35">
              <a:extLst>
                <a:ext uri="{FF2B5EF4-FFF2-40B4-BE49-F238E27FC236}">
                  <a16:creationId xmlns:a16="http://schemas.microsoft.com/office/drawing/2014/main" id="{10772683-3A6C-4D0D-8B0F-D8189889A80B}"/>
                </a:ext>
              </a:extLst>
            </p:cNvPr>
            <p:cNvSpPr/>
            <p:nvPr/>
          </p:nvSpPr>
          <p:spPr>
            <a:xfrm>
              <a:off x="2753868" y="2128265"/>
              <a:ext cx="710565" cy="50800"/>
            </a:xfrm>
            <a:custGeom>
              <a:avLst/>
              <a:gdLst/>
              <a:ahLst/>
              <a:cxnLst/>
              <a:rect l="l" t="t" r="r" b="b"/>
              <a:pathLst>
                <a:path w="710564" h="50800">
                  <a:moveTo>
                    <a:pt x="697838" y="19050"/>
                  </a:moveTo>
                  <a:lnTo>
                    <a:pt x="672084" y="19050"/>
                  </a:lnTo>
                  <a:lnTo>
                    <a:pt x="672211" y="31750"/>
                  </a:lnTo>
                  <a:lnTo>
                    <a:pt x="659416" y="31827"/>
                  </a:lnTo>
                  <a:lnTo>
                    <a:pt x="659511" y="50800"/>
                  </a:lnTo>
                  <a:lnTo>
                    <a:pt x="710184" y="25146"/>
                  </a:lnTo>
                  <a:lnTo>
                    <a:pt x="697838" y="19050"/>
                  </a:lnTo>
                  <a:close/>
                </a:path>
                <a:path w="710564" h="50800">
                  <a:moveTo>
                    <a:pt x="659352" y="19126"/>
                  </a:moveTo>
                  <a:lnTo>
                    <a:pt x="0" y="23114"/>
                  </a:lnTo>
                  <a:lnTo>
                    <a:pt x="0" y="35814"/>
                  </a:lnTo>
                  <a:lnTo>
                    <a:pt x="659416" y="31827"/>
                  </a:lnTo>
                  <a:lnTo>
                    <a:pt x="659352" y="19126"/>
                  </a:lnTo>
                  <a:close/>
                </a:path>
                <a:path w="710564" h="50800">
                  <a:moveTo>
                    <a:pt x="672084" y="19050"/>
                  </a:moveTo>
                  <a:lnTo>
                    <a:pt x="659352" y="19126"/>
                  </a:lnTo>
                  <a:lnTo>
                    <a:pt x="659416" y="31827"/>
                  </a:lnTo>
                  <a:lnTo>
                    <a:pt x="672211" y="31750"/>
                  </a:lnTo>
                  <a:lnTo>
                    <a:pt x="672084" y="19050"/>
                  </a:lnTo>
                  <a:close/>
                </a:path>
                <a:path w="710564" h="50800">
                  <a:moveTo>
                    <a:pt x="659257" y="0"/>
                  </a:moveTo>
                  <a:lnTo>
                    <a:pt x="659352" y="19126"/>
                  </a:lnTo>
                  <a:lnTo>
                    <a:pt x="697838" y="19050"/>
                  </a:lnTo>
                  <a:lnTo>
                    <a:pt x="659257" y="0"/>
                  </a:lnTo>
                  <a:close/>
                </a:path>
              </a:pathLst>
            </a:custGeom>
            <a:solidFill>
              <a:srgbClr val="000000"/>
            </a:solidFill>
          </p:spPr>
          <p:txBody>
            <a:bodyPr wrap="square" lIns="0" tIns="0" rIns="0" bIns="0" rtlCol="0"/>
            <a:lstStyle/>
            <a:p>
              <a:endParaRPr sz="2000"/>
            </a:p>
          </p:txBody>
        </p:sp>
        <p:sp>
          <p:nvSpPr>
            <p:cNvPr id="91" name="object 36">
              <a:extLst>
                <a:ext uri="{FF2B5EF4-FFF2-40B4-BE49-F238E27FC236}">
                  <a16:creationId xmlns:a16="http://schemas.microsoft.com/office/drawing/2014/main" id="{2CA0BFCD-8EF2-41CE-B850-BB68F90036B2}"/>
                </a:ext>
              </a:extLst>
            </p:cNvPr>
            <p:cNvSpPr/>
            <p:nvPr/>
          </p:nvSpPr>
          <p:spPr>
            <a:xfrm>
              <a:off x="2586228" y="3031238"/>
              <a:ext cx="167640" cy="195069"/>
            </a:xfrm>
            <a:prstGeom prst="rect">
              <a:avLst/>
            </a:prstGeom>
            <a:blipFill>
              <a:blip r:embed="rId7" cstate="print"/>
              <a:stretch>
                <a:fillRect/>
              </a:stretch>
            </a:blipFill>
          </p:spPr>
          <p:txBody>
            <a:bodyPr wrap="square" lIns="0" tIns="0" rIns="0" bIns="0" rtlCol="0"/>
            <a:lstStyle/>
            <a:p>
              <a:endParaRPr sz="2000"/>
            </a:p>
          </p:txBody>
        </p:sp>
        <p:sp>
          <p:nvSpPr>
            <p:cNvPr id="92" name="object 37">
              <a:extLst>
                <a:ext uri="{FF2B5EF4-FFF2-40B4-BE49-F238E27FC236}">
                  <a16:creationId xmlns:a16="http://schemas.microsoft.com/office/drawing/2014/main" id="{6CB6C7B4-FBDC-4FDE-84B0-9794BD604F78}"/>
                </a:ext>
              </a:extLst>
            </p:cNvPr>
            <p:cNvSpPr/>
            <p:nvPr/>
          </p:nvSpPr>
          <p:spPr>
            <a:xfrm>
              <a:off x="2586228" y="3031238"/>
              <a:ext cx="167640" cy="195580"/>
            </a:xfrm>
            <a:custGeom>
              <a:avLst/>
              <a:gdLst/>
              <a:ahLst/>
              <a:cxnLst/>
              <a:rect l="l" t="t" r="r" b="b"/>
              <a:pathLst>
                <a:path w="167639"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93" name="object 38">
              <a:extLst>
                <a:ext uri="{FF2B5EF4-FFF2-40B4-BE49-F238E27FC236}">
                  <a16:creationId xmlns:a16="http://schemas.microsoft.com/office/drawing/2014/main" id="{48E5CE69-5782-4382-995B-C15A9EB71CB7}"/>
                </a:ext>
              </a:extLst>
            </p:cNvPr>
            <p:cNvSpPr/>
            <p:nvPr/>
          </p:nvSpPr>
          <p:spPr>
            <a:xfrm>
              <a:off x="2586228" y="3422901"/>
              <a:ext cx="167640" cy="195074"/>
            </a:xfrm>
            <a:prstGeom prst="rect">
              <a:avLst/>
            </a:prstGeom>
            <a:blipFill>
              <a:blip r:embed="rId8" cstate="print"/>
              <a:stretch>
                <a:fillRect/>
              </a:stretch>
            </a:blipFill>
          </p:spPr>
          <p:txBody>
            <a:bodyPr wrap="square" lIns="0" tIns="0" rIns="0" bIns="0" rtlCol="0"/>
            <a:lstStyle/>
            <a:p>
              <a:endParaRPr sz="2000"/>
            </a:p>
          </p:txBody>
        </p:sp>
        <p:sp>
          <p:nvSpPr>
            <p:cNvPr id="94" name="object 39">
              <a:extLst>
                <a:ext uri="{FF2B5EF4-FFF2-40B4-BE49-F238E27FC236}">
                  <a16:creationId xmlns:a16="http://schemas.microsoft.com/office/drawing/2014/main" id="{F5158BCF-1286-4906-A3E2-32549FB0DB24}"/>
                </a:ext>
              </a:extLst>
            </p:cNvPr>
            <p:cNvSpPr/>
            <p:nvPr/>
          </p:nvSpPr>
          <p:spPr>
            <a:xfrm>
              <a:off x="2586228" y="3422901"/>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95" name="object 40">
              <a:extLst>
                <a:ext uri="{FF2B5EF4-FFF2-40B4-BE49-F238E27FC236}">
                  <a16:creationId xmlns:a16="http://schemas.microsoft.com/office/drawing/2014/main" id="{87F8E22E-0CE9-4455-9022-3040E283757F}"/>
                </a:ext>
              </a:extLst>
            </p:cNvPr>
            <p:cNvSpPr/>
            <p:nvPr/>
          </p:nvSpPr>
          <p:spPr>
            <a:xfrm>
              <a:off x="2586228" y="3226306"/>
              <a:ext cx="167640" cy="196597"/>
            </a:xfrm>
            <a:prstGeom prst="rect">
              <a:avLst/>
            </a:prstGeom>
            <a:blipFill>
              <a:blip r:embed="rId9" cstate="print"/>
              <a:stretch>
                <a:fillRect/>
              </a:stretch>
            </a:blipFill>
          </p:spPr>
          <p:txBody>
            <a:bodyPr wrap="square" lIns="0" tIns="0" rIns="0" bIns="0" rtlCol="0"/>
            <a:lstStyle/>
            <a:p>
              <a:endParaRPr sz="2000"/>
            </a:p>
          </p:txBody>
        </p:sp>
        <p:sp>
          <p:nvSpPr>
            <p:cNvPr id="96" name="object 41">
              <a:extLst>
                <a:ext uri="{FF2B5EF4-FFF2-40B4-BE49-F238E27FC236}">
                  <a16:creationId xmlns:a16="http://schemas.microsoft.com/office/drawing/2014/main" id="{D430A07A-C253-4F22-A8AB-E574D2FE380E}"/>
                </a:ext>
              </a:extLst>
            </p:cNvPr>
            <p:cNvSpPr/>
            <p:nvPr/>
          </p:nvSpPr>
          <p:spPr>
            <a:xfrm>
              <a:off x="2586228"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97" name="object 42">
              <a:extLst>
                <a:ext uri="{FF2B5EF4-FFF2-40B4-BE49-F238E27FC236}">
                  <a16:creationId xmlns:a16="http://schemas.microsoft.com/office/drawing/2014/main" id="{A5F2F79E-8E85-46A0-AA70-42A89B224441}"/>
                </a:ext>
              </a:extLst>
            </p:cNvPr>
            <p:cNvSpPr/>
            <p:nvPr/>
          </p:nvSpPr>
          <p:spPr>
            <a:xfrm>
              <a:off x="2586228" y="3986782"/>
              <a:ext cx="167640" cy="196597"/>
            </a:xfrm>
            <a:prstGeom prst="rect">
              <a:avLst/>
            </a:prstGeom>
            <a:blipFill>
              <a:blip r:embed="rId10" cstate="print"/>
              <a:stretch>
                <a:fillRect/>
              </a:stretch>
            </a:blipFill>
          </p:spPr>
          <p:txBody>
            <a:bodyPr wrap="square" lIns="0" tIns="0" rIns="0" bIns="0" rtlCol="0"/>
            <a:lstStyle/>
            <a:p>
              <a:endParaRPr sz="2000"/>
            </a:p>
          </p:txBody>
        </p:sp>
        <p:sp>
          <p:nvSpPr>
            <p:cNvPr id="98" name="object 43">
              <a:extLst>
                <a:ext uri="{FF2B5EF4-FFF2-40B4-BE49-F238E27FC236}">
                  <a16:creationId xmlns:a16="http://schemas.microsoft.com/office/drawing/2014/main" id="{D9B9B02E-5C5F-4692-A933-7B3D7E55AA4B}"/>
                </a:ext>
              </a:extLst>
            </p:cNvPr>
            <p:cNvSpPr/>
            <p:nvPr/>
          </p:nvSpPr>
          <p:spPr>
            <a:xfrm>
              <a:off x="2586228"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99" name="object 44">
              <a:extLst>
                <a:ext uri="{FF2B5EF4-FFF2-40B4-BE49-F238E27FC236}">
                  <a16:creationId xmlns:a16="http://schemas.microsoft.com/office/drawing/2014/main" id="{42995A78-7DB3-462C-80A0-E17ABE49F496}"/>
                </a:ext>
              </a:extLst>
            </p:cNvPr>
            <p:cNvSpPr/>
            <p:nvPr/>
          </p:nvSpPr>
          <p:spPr>
            <a:xfrm>
              <a:off x="2586228" y="4183377"/>
              <a:ext cx="167640" cy="195074"/>
            </a:xfrm>
            <a:prstGeom prst="rect">
              <a:avLst/>
            </a:prstGeom>
            <a:blipFill>
              <a:blip r:embed="rId11" cstate="print"/>
              <a:stretch>
                <a:fillRect/>
              </a:stretch>
            </a:blipFill>
          </p:spPr>
          <p:txBody>
            <a:bodyPr wrap="square" lIns="0" tIns="0" rIns="0" bIns="0" rtlCol="0"/>
            <a:lstStyle/>
            <a:p>
              <a:endParaRPr sz="2000"/>
            </a:p>
          </p:txBody>
        </p:sp>
        <p:sp>
          <p:nvSpPr>
            <p:cNvPr id="100" name="object 45">
              <a:extLst>
                <a:ext uri="{FF2B5EF4-FFF2-40B4-BE49-F238E27FC236}">
                  <a16:creationId xmlns:a16="http://schemas.microsoft.com/office/drawing/2014/main" id="{F2B4BD86-16F6-44EF-BC49-A63835B16D76}"/>
                </a:ext>
              </a:extLst>
            </p:cNvPr>
            <p:cNvSpPr/>
            <p:nvPr/>
          </p:nvSpPr>
          <p:spPr>
            <a:xfrm>
              <a:off x="2586228"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01" name="object 46">
              <a:extLst>
                <a:ext uri="{FF2B5EF4-FFF2-40B4-BE49-F238E27FC236}">
                  <a16:creationId xmlns:a16="http://schemas.microsoft.com/office/drawing/2014/main" id="{A8BF960B-F985-4E5D-991E-75F8C2F3E99C}"/>
                </a:ext>
              </a:extLst>
            </p:cNvPr>
            <p:cNvSpPr/>
            <p:nvPr/>
          </p:nvSpPr>
          <p:spPr>
            <a:xfrm>
              <a:off x="2586228" y="4378454"/>
              <a:ext cx="167640" cy="195069"/>
            </a:xfrm>
            <a:prstGeom prst="rect">
              <a:avLst/>
            </a:prstGeom>
            <a:blipFill>
              <a:blip r:embed="rId12" cstate="print"/>
              <a:stretch>
                <a:fillRect/>
              </a:stretch>
            </a:blipFill>
          </p:spPr>
          <p:txBody>
            <a:bodyPr wrap="square" lIns="0" tIns="0" rIns="0" bIns="0" rtlCol="0"/>
            <a:lstStyle/>
            <a:p>
              <a:endParaRPr sz="2000"/>
            </a:p>
          </p:txBody>
        </p:sp>
        <p:sp>
          <p:nvSpPr>
            <p:cNvPr id="102" name="object 47">
              <a:extLst>
                <a:ext uri="{FF2B5EF4-FFF2-40B4-BE49-F238E27FC236}">
                  <a16:creationId xmlns:a16="http://schemas.microsoft.com/office/drawing/2014/main" id="{77F6FE49-CBC9-42FD-9335-28FC62E764E2}"/>
                </a:ext>
              </a:extLst>
            </p:cNvPr>
            <p:cNvSpPr/>
            <p:nvPr/>
          </p:nvSpPr>
          <p:spPr>
            <a:xfrm>
              <a:off x="2586228"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03" name="object 48">
              <a:extLst>
                <a:ext uri="{FF2B5EF4-FFF2-40B4-BE49-F238E27FC236}">
                  <a16:creationId xmlns:a16="http://schemas.microsoft.com/office/drawing/2014/main" id="{F3588DD3-34CF-4290-A652-AB0E3B41A64D}"/>
                </a:ext>
              </a:extLst>
            </p:cNvPr>
            <p:cNvSpPr/>
            <p:nvPr/>
          </p:nvSpPr>
          <p:spPr>
            <a:xfrm>
              <a:off x="183644" y="3748277"/>
              <a:ext cx="5970270"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104" name="object 49">
              <a:extLst>
                <a:ext uri="{FF2B5EF4-FFF2-40B4-BE49-F238E27FC236}">
                  <a16:creationId xmlns:a16="http://schemas.microsoft.com/office/drawing/2014/main" id="{9EB577E3-E20F-4045-8674-E2F856E3B1F6}"/>
                </a:ext>
              </a:extLst>
            </p:cNvPr>
            <p:cNvSpPr/>
            <p:nvPr/>
          </p:nvSpPr>
          <p:spPr>
            <a:xfrm>
              <a:off x="2748026" y="2214371"/>
              <a:ext cx="776605" cy="1872614"/>
            </a:xfrm>
            <a:custGeom>
              <a:avLst/>
              <a:gdLst/>
              <a:ahLst/>
              <a:cxnLst/>
              <a:rect l="l" t="t" r="r" b="b"/>
              <a:pathLst>
                <a:path w="776604" h="1872614">
                  <a:moveTo>
                    <a:pt x="747169" y="44601"/>
                  </a:moveTo>
                  <a:lnTo>
                    <a:pt x="0" y="1867916"/>
                  </a:lnTo>
                  <a:lnTo>
                    <a:pt x="11684" y="1872615"/>
                  </a:lnTo>
                  <a:lnTo>
                    <a:pt x="758861" y="49405"/>
                  </a:lnTo>
                  <a:lnTo>
                    <a:pt x="747169" y="44601"/>
                  </a:lnTo>
                  <a:close/>
                </a:path>
                <a:path w="776604" h="1872614">
                  <a:moveTo>
                    <a:pt x="774720" y="32893"/>
                  </a:moveTo>
                  <a:lnTo>
                    <a:pt x="751967" y="32893"/>
                  </a:lnTo>
                  <a:lnTo>
                    <a:pt x="763651" y="37719"/>
                  </a:lnTo>
                  <a:lnTo>
                    <a:pt x="758861" y="49405"/>
                  </a:lnTo>
                  <a:lnTo>
                    <a:pt x="776478" y="56642"/>
                  </a:lnTo>
                  <a:lnTo>
                    <a:pt x="774720" y="32893"/>
                  </a:lnTo>
                  <a:close/>
                </a:path>
                <a:path w="776604" h="1872614">
                  <a:moveTo>
                    <a:pt x="751967" y="32893"/>
                  </a:moveTo>
                  <a:lnTo>
                    <a:pt x="747169" y="44601"/>
                  </a:lnTo>
                  <a:lnTo>
                    <a:pt x="758861" y="49405"/>
                  </a:lnTo>
                  <a:lnTo>
                    <a:pt x="763651" y="37719"/>
                  </a:lnTo>
                  <a:lnTo>
                    <a:pt x="751967" y="32893"/>
                  </a:lnTo>
                  <a:close/>
                </a:path>
                <a:path w="776604" h="1872614">
                  <a:moveTo>
                    <a:pt x="772287" y="0"/>
                  </a:moveTo>
                  <a:lnTo>
                    <a:pt x="729488" y="37338"/>
                  </a:lnTo>
                  <a:lnTo>
                    <a:pt x="747169" y="44601"/>
                  </a:lnTo>
                  <a:lnTo>
                    <a:pt x="751967" y="32893"/>
                  </a:lnTo>
                  <a:lnTo>
                    <a:pt x="774720" y="32893"/>
                  </a:lnTo>
                  <a:lnTo>
                    <a:pt x="772287" y="0"/>
                  </a:lnTo>
                  <a:close/>
                </a:path>
              </a:pathLst>
            </a:custGeom>
            <a:solidFill>
              <a:srgbClr val="000000"/>
            </a:solidFill>
          </p:spPr>
          <p:txBody>
            <a:bodyPr wrap="square" lIns="0" tIns="0" rIns="0" bIns="0" rtlCol="0"/>
            <a:lstStyle/>
            <a:p>
              <a:endParaRPr sz="2000"/>
            </a:p>
          </p:txBody>
        </p:sp>
        <p:sp>
          <p:nvSpPr>
            <p:cNvPr id="105" name="object 50">
              <a:extLst>
                <a:ext uri="{FF2B5EF4-FFF2-40B4-BE49-F238E27FC236}">
                  <a16:creationId xmlns:a16="http://schemas.microsoft.com/office/drawing/2014/main" id="{F50FC6C5-53C4-4A2F-BFBE-71FF524A43F7}"/>
                </a:ext>
              </a:extLst>
            </p:cNvPr>
            <p:cNvSpPr/>
            <p:nvPr/>
          </p:nvSpPr>
          <p:spPr>
            <a:xfrm>
              <a:off x="3462464" y="2089340"/>
              <a:ext cx="115951" cy="126619"/>
            </a:xfrm>
            <a:prstGeom prst="rect">
              <a:avLst/>
            </a:prstGeom>
            <a:blipFill>
              <a:blip r:embed="rId13" cstate="print"/>
              <a:stretch>
                <a:fillRect/>
              </a:stretch>
            </a:blipFill>
          </p:spPr>
          <p:txBody>
            <a:bodyPr wrap="square" lIns="0" tIns="0" rIns="0" bIns="0" rtlCol="0"/>
            <a:lstStyle/>
            <a:p>
              <a:endParaRPr sz="2000"/>
            </a:p>
          </p:txBody>
        </p:sp>
      </p:grpSp>
      <p:sp>
        <p:nvSpPr>
          <p:cNvPr id="106" name="object 51">
            <a:extLst>
              <a:ext uri="{FF2B5EF4-FFF2-40B4-BE49-F238E27FC236}">
                <a16:creationId xmlns:a16="http://schemas.microsoft.com/office/drawing/2014/main" id="{95AAD99F-0632-4B50-9C54-B0D79F191DDF}"/>
              </a:ext>
            </a:extLst>
          </p:cNvPr>
          <p:cNvSpPr txBox="1"/>
          <p:nvPr/>
        </p:nvSpPr>
        <p:spPr>
          <a:xfrm>
            <a:off x="3356467" y="2574569"/>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107" name="object 52">
            <a:extLst>
              <a:ext uri="{FF2B5EF4-FFF2-40B4-BE49-F238E27FC236}">
                <a16:creationId xmlns:a16="http://schemas.microsoft.com/office/drawing/2014/main" id="{9BDF08FB-FCBB-4BD4-8788-EED5357CD8DD}"/>
              </a:ext>
            </a:extLst>
          </p:cNvPr>
          <p:cNvGraphicFramePr>
            <a:graphicFrameLocks noGrp="1"/>
          </p:cNvGraphicFramePr>
          <p:nvPr>
            <p:extLst>
              <p:ext uri="{D42A27DB-BD31-4B8C-83A1-F6EECF244321}">
                <p14:modId xmlns:p14="http://schemas.microsoft.com/office/powerpoint/2010/main" val="679463080"/>
              </p:ext>
            </p:extLst>
          </p:nvPr>
        </p:nvGraphicFramePr>
        <p:xfrm>
          <a:off x="2595597" y="3463850"/>
          <a:ext cx="654754" cy="728133"/>
        </p:xfrm>
        <a:graphic>
          <a:graphicData uri="http://schemas.openxmlformats.org/drawingml/2006/table">
            <a:tbl>
              <a:tblPr firstRow="1" bandRow="1">
                <a:tableStyleId>{2D5ABB26-0587-4C30-8999-92F81FD0307C}</a:tableStyleId>
              </a:tblPr>
              <a:tblGrid>
                <a:gridCol w="218722">
                  <a:extLst>
                    <a:ext uri="{9D8B030D-6E8A-4147-A177-3AD203B41FA5}">
                      <a16:colId xmlns:a16="http://schemas.microsoft.com/office/drawing/2014/main" val="20000"/>
                    </a:ext>
                  </a:extLst>
                </a:gridCol>
                <a:gridCol w="217310">
                  <a:extLst>
                    <a:ext uri="{9D8B030D-6E8A-4147-A177-3AD203B41FA5}">
                      <a16:colId xmlns:a16="http://schemas.microsoft.com/office/drawing/2014/main" val="20001"/>
                    </a:ext>
                  </a:extLst>
                </a:gridCol>
                <a:gridCol w="218722">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bl>
          </a:graphicData>
        </a:graphic>
      </p:graphicFrame>
      <p:grpSp>
        <p:nvGrpSpPr>
          <p:cNvPr id="108" name="object 53">
            <a:extLst>
              <a:ext uri="{FF2B5EF4-FFF2-40B4-BE49-F238E27FC236}">
                <a16:creationId xmlns:a16="http://schemas.microsoft.com/office/drawing/2014/main" id="{33CEF98D-8AA9-4974-854A-B4786701F9B6}"/>
              </a:ext>
            </a:extLst>
          </p:cNvPr>
          <p:cNvGrpSpPr/>
          <p:nvPr/>
        </p:nvGrpSpPr>
        <p:grpSpPr>
          <a:xfrm>
            <a:off x="3576035" y="3501102"/>
            <a:ext cx="200378" cy="666044"/>
            <a:chOff x="2080005" y="3980432"/>
            <a:chExt cx="180340" cy="599440"/>
          </a:xfrm>
        </p:grpSpPr>
        <p:sp>
          <p:nvSpPr>
            <p:cNvPr id="109" name="object 54">
              <a:extLst>
                <a:ext uri="{FF2B5EF4-FFF2-40B4-BE49-F238E27FC236}">
                  <a16:creationId xmlns:a16="http://schemas.microsoft.com/office/drawing/2014/main" id="{0EA9973D-B2E1-4F43-8351-3A226AC44AD1}"/>
                </a:ext>
              </a:extLst>
            </p:cNvPr>
            <p:cNvSpPr/>
            <p:nvPr/>
          </p:nvSpPr>
          <p:spPr>
            <a:xfrm>
              <a:off x="2086355"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110" name="object 55">
              <a:extLst>
                <a:ext uri="{FF2B5EF4-FFF2-40B4-BE49-F238E27FC236}">
                  <a16:creationId xmlns:a16="http://schemas.microsoft.com/office/drawing/2014/main" id="{61FD3E90-270B-46F1-B6D6-7B83A65804D7}"/>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111" name="object 56">
              <a:extLst>
                <a:ext uri="{FF2B5EF4-FFF2-40B4-BE49-F238E27FC236}">
                  <a16:creationId xmlns:a16="http://schemas.microsoft.com/office/drawing/2014/main" id="{D4381646-4BB1-4B91-9131-4C47362F2F0A}"/>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12" name="object 57">
            <a:extLst>
              <a:ext uri="{FF2B5EF4-FFF2-40B4-BE49-F238E27FC236}">
                <a16:creationId xmlns:a16="http://schemas.microsoft.com/office/drawing/2014/main" id="{043C00A5-6E3C-4637-A14A-BE80BEA32210}"/>
              </a:ext>
            </a:extLst>
          </p:cNvPr>
          <p:cNvSpPr txBox="1"/>
          <p:nvPr/>
        </p:nvSpPr>
        <p:spPr>
          <a:xfrm>
            <a:off x="3342356" y="3636233"/>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113" name="object 58">
            <a:extLst>
              <a:ext uri="{FF2B5EF4-FFF2-40B4-BE49-F238E27FC236}">
                <a16:creationId xmlns:a16="http://schemas.microsoft.com/office/drawing/2014/main" id="{CD6C05DF-2E03-4C1A-B035-131CFF8646DC}"/>
              </a:ext>
            </a:extLst>
          </p:cNvPr>
          <p:cNvGrpSpPr/>
          <p:nvPr/>
        </p:nvGrpSpPr>
        <p:grpSpPr>
          <a:xfrm>
            <a:off x="7096476" y="1374275"/>
            <a:ext cx="200378" cy="666044"/>
            <a:chOff x="5248402" y="2066287"/>
            <a:chExt cx="180340" cy="599440"/>
          </a:xfrm>
        </p:grpSpPr>
        <p:sp>
          <p:nvSpPr>
            <p:cNvPr id="114" name="object 59">
              <a:extLst>
                <a:ext uri="{FF2B5EF4-FFF2-40B4-BE49-F238E27FC236}">
                  <a16:creationId xmlns:a16="http://schemas.microsoft.com/office/drawing/2014/main" id="{438AAA74-E4E7-427F-883C-61B48F16F36F}"/>
                </a:ext>
              </a:extLst>
            </p:cNvPr>
            <p:cNvSpPr/>
            <p:nvPr/>
          </p:nvSpPr>
          <p:spPr>
            <a:xfrm>
              <a:off x="5254752" y="2267715"/>
              <a:ext cx="167640" cy="391795"/>
            </a:xfrm>
            <a:custGeom>
              <a:avLst/>
              <a:gdLst/>
              <a:ahLst/>
              <a:cxnLst/>
              <a:rect l="l" t="t" r="r" b="b"/>
              <a:pathLst>
                <a:path w="167639" h="391794">
                  <a:moveTo>
                    <a:pt x="0" y="196592"/>
                  </a:moveTo>
                  <a:lnTo>
                    <a:pt x="167640" y="196592"/>
                  </a:lnTo>
                  <a:lnTo>
                    <a:pt x="167640" y="0"/>
                  </a:lnTo>
                  <a:lnTo>
                    <a:pt x="0" y="0"/>
                  </a:lnTo>
                  <a:lnTo>
                    <a:pt x="0" y="196592"/>
                  </a:lnTo>
                  <a:close/>
                </a:path>
                <a:path w="167639" h="391794">
                  <a:moveTo>
                    <a:pt x="0" y="391664"/>
                  </a:moveTo>
                  <a:lnTo>
                    <a:pt x="167640" y="391664"/>
                  </a:lnTo>
                  <a:lnTo>
                    <a:pt x="167640" y="196589"/>
                  </a:lnTo>
                  <a:lnTo>
                    <a:pt x="0" y="196589"/>
                  </a:lnTo>
                  <a:lnTo>
                    <a:pt x="0" y="391664"/>
                  </a:lnTo>
                  <a:close/>
                </a:path>
              </a:pathLst>
            </a:custGeom>
            <a:ln w="12700">
              <a:solidFill>
                <a:srgbClr val="D9D9D9"/>
              </a:solidFill>
            </a:ln>
          </p:spPr>
          <p:txBody>
            <a:bodyPr wrap="square" lIns="0" tIns="0" rIns="0" bIns="0" rtlCol="0"/>
            <a:lstStyle/>
            <a:p>
              <a:endParaRPr sz="2000"/>
            </a:p>
          </p:txBody>
        </p:sp>
        <p:sp>
          <p:nvSpPr>
            <p:cNvPr id="115" name="object 60">
              <a:extLst>
                <a:ext uri="{FF2B5EF4-FFF2-40B4-BE49-F238E27FC236}">
                  <a16:creationId xmlns:a16="http://schemas.microsoft.com/office/drawing/2014/main" id="{1BD91426-08AF-4209-A20E-31C671C5C28B}"/>
                </a:ext>
              </a:extLst>
            </p:cNvPr>
            <p:cNvSpPr/>
            <p:nvPr/>
          </p:nvSpPr>
          <p:spPr>
            <a:xfrm>
              <a:off x="5254752" y="2072637"/>
              <a:ext cx="167640" cy="195580"/>
            </a:xfrm>
            <a:custGeom>
              <a:avLst/>
              <a:gdLst/>
              <a:ahLst/>
              <a:cxnLst/>
              <a:rect l="l" t="t" r="r" b="b"/>
              <a:pathLst>
                <a:path w="167639" h="195580">
                  <a:moveTo>
                    <a:pt x="167640" y="0"/>
                  </a:moveTo>
                  <a:lnTo>
                    <a:pt x="0" y="0"/>
                  </a:lnTo>
                  <a:lnTo>
                    <a:pt x="0" y="195074"/>
                  </a:lnTo>
                  <a:lnTo>
                    <a:pt x="167640" y="195074"/>
                  </a:lnTo>
                  <a:lnTo>
                    <a:pt x="167640" y="0"/>
                  </a:lnTo>
                  <a:close/>
                </a:path>
              </a:pathLst>
            </a:custGeom>
            <a:solidFill>
              <a:srgbClr val="B8FF3B"/>
            </a:solidFill>
          </p:spPr>
          <p:txBody>
            <a:bodyPr wrap="square" lIns="0" tIns="0" rIns="0" bIns="0" rtlCol="0"/>
            <a:lstStyle/>
            <a:p>
              <a:endParaRPr sz="2000"/>
            </a:p>
          </p:txBody>
        </p:sp>
        <p:sp>
          <p:nvSpPr>
            <p:cNvPr id="116" name="object 61">
              <a:extLst>
                <a:ext uri="{FF2B5EF4-FFF2-40B4-BE49-F238E27FC236}">
                  <a16:creationId xmlns:a16="http://schemas.microsoft.com/office/drawing/2014/main" id="{D886785C-F221-4237-ABF0-A7F153B17E94}"/>
                </a:ext>
              </a:extLst>
            </p:cNvPr>
            <p:cNvSpPr/>
            <p:nvPr/>
          </p:nvSpPr>
          <p:spPr>
            <a:xfrm>
              <a:off x="5254752" y="2072637"/>
              <a:ext cx="167640" cy="195580"/>
            </a:xfrm>
            <a:custGeom>
              <a:avLst/>
              <a:gdLst/>
              <a:ahLst/>
              <a:cxnLst/>
              <a:rect l="l" t="t" r="r" b="b"/>
              <a:pathLst>
                <a:path w="167639" h="195580">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grpSp>
      <p:sp>
        <p:nvSpPr>
          <p:cNvPr id="117" name="object 62">
            <a:extLst>
              <a:ext uri="{FF2B5EF4-FFF2-40B4-BE49-F238E27FC236}">
                <a16:creationId xmlns:a16="http://schemas.microsoft.com/office/drawing/2014/main" id="{B7B19FCC-88A6-4399-AC79-F8C220838B8E}"/>
              </a:ext>
            </a:extLst>
          </p:cNvPr>
          <p:cNvSpPr txBox="1"/>
          <p:nvPr/>
        </p:nvSpPr>
        <p:spPr>
          <a:xfrm>
            <a:off x="6862512" y="1509180"/>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118" name="object 63">
            <a:extLst>
              <a:ext uri="{FF2B5EF4-FFF2-40B4-BE49-F238E27FC236}">
                <a16:creationId xmlns:a16="http://schemas.microsoft.com/office/drawing/2014/main" id="{F21E0269-8354-40C0-B04B-2FC71BEE3EFF}"/>
              </a:ext>
            </a:extLst>
          </p:cNvPr>
          <p:cNvGrpSpPr/>
          <p:nvPr/>
        </p:nvGrpSpPr>
        <p:grpSpPr>
          <a:xfrm>
            <a:off x="7096476" y="2454627"/>
            <a:ext cx="200378" cy="666044"/>
            <a:chOff x="5248402" y="3038604"/>
            <a:chExt cx="180340" cy="599440"/>
          </a:xfrm>
        </p:grpSpPr>
        <p:sp>
          <p:nvSpPr>
            <p:cNvPr id="119" name="object 64">
              <a:extLst>
                <a:ext uri="{FF2B5EF4-FFF2-40B4-BE49-F238E27FC236}">
                  <a16:creationId xmlns:a16="http://schemas.microsoft.com/office/drawing/2014/main" id="{24BF7879-3752-4AC4-8145-04140DA70633}"/>
                </a:ext>
              </a:extLst>
            </p:cNvPr>
            <p:cNvSpPr/>
            <p:nvPr/>
          </p:nvSpPr>
          <p:spPr>
            <a:xfrm>
              <a:off x="5254752" y="3044954"/>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0140"/>
                  </a:lnTo>
                  <a:lnTo>
                    <a:pt x="0" y="390140"/>
                  </a:lnTo>
                  <a:lnTo>
                    <a:pt x="0" y="586737"/>
                  </a:lnTo>
                  <a:close/>
                </a:path>
              </a:pathLst>
            </a:custGeom>
            <a:ln w="12700">
              <a:solidFill>
                <a:srgbClr val="D9D9D9"/>
              </a:solidFill>
            </a:ln>
          </p:spPr>
          <p:txBody>
            <a:bodyPr wrap="square" lIns="0" tIns="0" rIns="0" bIns="0" rtlCol="0"/>
            <a:lstStyle/>
            <a:p>
              <a:endParaRPr sz="2000"/>
            </a:p>
          </p:txBody>
        </p:sp>
        <p:sp>
          <p:nvSpPr>
            <p:cNvPr id="120" name="object 65">
              <a:extLst>
                <a:ext uri="{FF2B5EF4-FFF2-40B4-BE49-F238E27FC236}">
                  <a16:creationId xmlns:a16="http://schemas.microsoft.com/office/drawing/2014/main" id="{3126E49C-D9FB-49D4-A2B4-5A49EF6D09B4}"/>
                </a:ext>
              </a:extLst>
            </p:cNvPr>
            <p:cNvSpPr/>
            <p:nvPr/>
          </p:nvSpPr>
          <p:spPr>
            <a:xfrm>
              <a:off x="5254752" y="3240021"/>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B8FF3B"/>
            </a:solidFill>
          </p:spPr>
          <p:txBody>
            <a:bodyPr wrap="square" lIns="0" tIns="0" rIns="0" bIns="0" rtlCol="0"/>
            <a:lstStyle/>
            <a:p>
              <a:endParaRPr sz="2000"/>
            </a:p>
          </p:txBody>
        </p:sp>
        <p:sp>
          <p:nvSpPr>
            <p:cNvPr id="121" name="object 66">
              <a:extLst>
                <a:ext uri="{FF2B5EF4-FFF2-40B4-BE49-F238E27FC236}">
                  <a16:creationId xmlns:a16="http://schemas.microsoft.com/office/drawing/2014/main" id="{C955D8B3-F18E-4274-9A3A-8D78798B08A6}"/>
                </a:ext>
              </a:extLst>
            </p:cNvPr>
            <p:cNvSpPr/>
            <p:nvPr/>
          </p:nvSpPr>
          <p:spPr>
            <a:xfrm>
              <a:off x="5254752" y="3240021"/>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grpSp>
      <p:graphicFrame>
        <p:nvGraphicFramePr>
          <p:cNvPr id="122" name="object 67">
            <a:extLst>
              <a:ext uri="{FF2B5EF4-FFF2-40B4-BE49-F238E27FC236}">
                <a16:creationId xmlns:a16="http://schemas.microsoft.com/office/drawing/2014/main" id="{19F7842B-FA21-4CF8-BDC9-D0512025A3FF}"/>
              </a:ext>
            </a:extLst>
          </p:cNvPr>
          <p:cNvGraphicFramePr>
            <a:graphicFrameLocks noGrp="1"/>
          </p:cNvGraphicFramePr>
          <p:nvPr>
            <p:extLst>
              <p:ext uri="{D42A27DB-BD31-4B8C-83A1-F6EECF244321}">
                <p14:modId xmlns:p14="http://schemas.microsoft.com/office/powerpoint/2010/main" val="2394105830"/>
              </p:ext>
            </p:extLst>
          </p:nvPr>
        </p:nvGraphicFramePr>
        <p:xfrm>
          <a:off x="7651888" y="2454627"/>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sp>
        <p:nvSpPr>
          <p:cNvPr id="123" name="object 68">
            <a:extLst>
              <a:ext uri="{FF2B5EF4-FFF2-40B4-BE49-F238E27FC236}">
                <a16:creationId xmlns:a16="http://schemas.microsoft.com/office/drawing/2014/main" id="{4083CD76-670F-4406-962C-FF28B5321D57}"/>
              </a:ext>
            </a:extLst>
          </p:cNvPr>
          <p:cNvSpPr txBox="1"/>
          <p:nvPr/>
        </p:nvSpPr>
        <p:spPr>
          <a:xfrm>
            <a:off x="6858068" y="2589320"/>
            <a:ext cx="680156" cy="356202"/>
          </a:xfrm>
          <a:prstGeom prst="rect">
            <a:avLst/>
          </a:prstGeom>
        </p:spPr>
        <p:txBody>
          <a:bodyPr vert="horz" wrap="square" lIns="0" tIns="14111" rIns="0" bIns="0" rtlCol="0">
            <a:spAutoFit/>
          </a:bodyPr>
          <a:lstStyle/>
          <a:p>
            <a:pPr>
              <a:spcBef>
                <a:spcPts val="111"/>
              </a:spcBef>
              <a:tabLst>
                <a:tab pos="500234" algn="l"/>
              </a:tabLst>
            </a:pPr>
            <a:r>
              <a:rPr sz="2222" b="1" dirty="0">
                <a:latin typeface="Arial"/>
                <a:cs typeface="Arial"/>
              </a:rPr>
              <a:t>×	=</a:t>
            </a:r>
            <a:endParaRPr sz="2222" dirty="0">
              <a:latin typeface="Arial"/>
              <a:cs typeface="Arial"/>
            </a:endParaRPr>
          </a:p>
        </p:txBody>
      </p:sp>
      <p:graphicFrame>
        <p:nvGraphicFramePr>
          <p:cNvPr id="124" name="object 69">
            <a:extLst>
              <a:ext uri="{FF2B5EF4-FFF2-40B4-BE49-F238E27FC236}">
                <a16:creationId xmlns:a16="http://schemas.microsoft.com/office/drawing/2014/main" id="{8B943632-BBB6-4FCC-ADBB-CACA15F61CEB}"/>
              </a:ext>
            </a:extLst>
          </p:cNvPr>
          <p:cNvGraphicFramePr>
            <a:graphicFrameLocks noGrp="1"/>
          </p:cNvGraphicFramePr>
          <p:nvPr>
            <p:extLst>
              <p:ext uri="{D42A27DB-BD31-4B8C-83A1-F6EECF244321}">
                <p14:modId xmlns:p14="http://schemas.microsoft.com/office/powerpoint/2010/main" val="3124539644"/>
              </p:ext>
            </p:extLst>
          </p:nvPr>
        </p:nvGraphicFramePr>
        <p:xfrm>
          <a:off x="6116035" y="3477397"/>
          <a:ext cx="651228"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8016">
                  <a:extLst>
                    <a:ext uri="{9D8B030D-6E8A-4147-A177-3AD203B41FA5}">
                      <a16:colId xmlns:a16="http://schemas.microsoft.com/office/drawing/2014/main" val="20001"/>
                    </a:ext>
                  </a:extLst>
                </a:gridCol>
                <a:gridCol w="216606">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0"/>
                  </a:ext>
                </a:extLst>
              </a:tr>
            </a:tbl>
          </a:graphicData>
        </a:graphic>
      </p:graphicFrame>
      <p:sp>
        <p:nvSpPr>
          <p:cNvPr id="126" name="object 71">
            <a:extLst>
              <a:ext uri="{FF2B5EF4-FFF2-40B4-BE49-F238E27FC236}">
                <a16:creationId xmlns:a16="http://schemas.microsoft.com/office/drawing/2014/main" id="{E6AA5B0D-5DB2-4F27-85C0-0B1BBF0919F8}"/>
              </a:ext>
            </a:extLst>
          </p:cNvPr>
          <p:cNvSpPr/>
          <p:nvPr/>
        </p:nvSpPr>
        <p:spPr>
          <a:xfrm>
            <a:off x="7103532" y="3515307"/>
            <a:ext cx="186267" cy="217311"/>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D9D9D9"/>
            </a:solidFill>
          </a:ln>
        </p:spPr>
        <p:txBody>
          <a:bodyPr wrap="square" lIns="0" tIns="0" rIns="0" bIns="0" rtlCol="0"/>
          <a:lstStyle/>
          <a:p>
            <a:endParaRPr sz="2000"/>
          </a:p>
        </p:txBody>
      </p:sp>
      <p:sp>
        <p:nvSpPr>
          <p:cNvPr id="128" name="object 73">
            <a:extLst>
              <a:ext uri="{FF2B5EF4-FFF2-40B4-BE49-F238E27FC236}">
                <a16:creationId xmlns:a16="http://schemas.microsoft.com/office/drawing/2014/main" id="{00A482AE-4D36-4679-82BD-A30ACD300212}"/>
              </a:ext>
            </a:extLst>
          </p:cNvPr>
          <p:cNvSpPr/>
          <p:nvPr/>
        </p:nvSpPr>
        <p:spPr>
          <a:xfrm>
            <a:off x="7103532" y="3740149"/>
            <a:ext cx="186267" cy="217311"/>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29" name="object 74">
            <a:extLst>
              <a:ext uri="{FF2B5EF4-FFF2-40B4-BE49-F238E27FC236}">
                <a16:creationId xmlns:a16="http://schemas.microsoft.com/office/drawing/2014/main" id="{DAE9A3A8-8E37-4325-A9E3-A523CD174B51}"/>
              </a:ext>
            </a:extLst>
          </p:cNvPr>
          <p:cNvSpPr/>
          <p:nvPr/>
        </p:nvSpPr>
        <p:spPr>
          <a:xfrm>
            <a:off x="7103532" y="3956891"/>
            <a:ext cx="186267" cy="218722"/>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B8FF3B"/>
          </a:solidFill>
        </p:spPr>
        <p:txBody>
          <a:bodyPr wrap="square" lIns="0" tIns="0" rIns="0" bIns="0" rtlCol="0"/>
          <a:lstStyle/>
          <a:p>
            <a:endParaRPr sz="2000"/>
          </a:p>
        </p:txBody>
      </p:sp>
      <p:sp>
        <p:nvSpPr>
          <p:cNvPr id="130" name="object 75">
            <a:extLst>
              <a:ext uri="{FF2B5EF4-FFF2-40B4-BE49-F238E27FC236}">
                <a16:creationId xmlns:a16="http://schemas.microsoft.com/office/drawing/2014/main" id="{E5902342-42A5-4635-8795-7035D2378808}"/>
              </a:ext>
            </a:extLst>
          </p:cNvPr>
          <p:cNvSpPr/>
          <p:nvPr/>
        </p:nvSpPr>
        <p:spPr>
          <a:xfrm>
            <a:off x="7103532" y="3956891"/>
            <a:ext cx="186267" cy="218722"/>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graphicFrame>
        <p:nvGraphicFramePr>
          <p:cNvPr id="131" name="object 76">
            <a:extLst>
              <a:ext uri="{FF2B5EF4-FFF2-40B4-BE49-F238E27FC236}">
                <a16:creationId xmlns:a16="http://schemas.microsoft.com/office/drawing/2014/main" id="{18AA7E87-25BF-4EF5-95B2-C7DB01025C91}"/>
              </a:ext>
            </a:extLst>
          </p:cNvPr>
          <p:cNvGraphicFramePr>
            <a:graphicFrameLocks noGrp="1"/>
          </p:cNvGraphicFramePr>
          <p:nvPr>
            <p:extLst>
              <p:ext uri="{D42A27DB-BD31-4B8C-83A1-F6EECF244321}">
                <p14:modId xmlns:p14="http://schemas.microsoft.com/office/powerpoint/2010/main" val="648005749"/>
              </p:ext>
            </p:extLst>
          </p:nvPr>
        </p:nvGraphicFramePr>
        <p:xfrm>
          <a:off x="7651888" y="3516342"/>
          <a:ext cx="186267" cy="651934"/>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5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sp>
        <p:nvSpPr>
          <p:cNvPr id="132" name="object 77">
            <a:extLst>
              <a:ext uri="{FF2B5EF4-FFF2-40B4-BE49-F238E27FC236}">
                <a16:creationId xmlns:a16="http://schemas.microsoft.com/office/drawing/2014/main" id="{3EBF17C6-8C13-4F3D-A17B-CB2A7477C85F}"/>
              </a:ext>
            </a:extLst>
          </p:cNvPr>
          <p:cNvSpPr txBox="1"/>
          <p:nvPr/>
        </p:nvSpPr>
        <p:spPr>
          <a:xfrm>
            <a:off x="6816376" y="3668956"/>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dirty="0">
              <a:latin typeface="Arial"/>
              <a:cs typeface="Arial"/>
            </a:endParaRPr>
          </a:p>
        </p:txBody>
      </p:sp>
      <p:graphicFrame>
        <p:nvGraphicFramePr>
          <p:cNvPr id="133" name="object 78">
            <a:extLst>
              <a:ext uri="{FF2B5EF4-FFF2-40B4-BE49-F238E27FC236}">
                <a16:creationId xmlns:a16="http://schemas.microsoft.com/office/drawing/2014/main" id="{C17BE6F2-A333-415E-BEF5-A9105D30AD21}"/>
              </a:ext>
            </a:extLst>
          </p:cNvPr>
          <p:cNvGraphicFramePr>
            <a:graphicFrameLocks noGrp="1"/>
          </p:cNvGraphicFramePr>
          <p:nvPr>
            <p:extLst>
              <p:ext uri="{D42A27DB-BD31-4B8C-83A1-F6EECF244321}">
                <p14:modId xmlns:p14="http://schemas.microsoft.com/office/powerpoint/2010/main" val="379595010"/>
              </p:ext>
            </p:extLst>
          </p:nvPr>
        </p:nvGraphicFramePr>
        <p:xfrm>
          <a:off x="5443782" y="1359036"/>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2"/>
                  </a:ext>
                </a:extLst>
              </a:tr>
            </a:tbl>
          </a:graphicData>
        </a:graphic>
      </p:graphicFrame>
      <p:graphicFrame>
        <p:nvGraphicFramePr>
          <p:cNvPr id="134" name="object 79">
            <a:extLst>
              <a:ext uri="{FF2B5EF4-FFF2-40B4-BE49-F238E27FC236}">
                <a16:creationId xmlns:a16="http://schemas.microsoft.com/office/drawing/2014/main" id="{5E07D059-E27B-4674-8619-5FBD49E57CC1}"/>
              </a:ext>
            </a:extLst>
          </p:cNvPr>
          <p:cNvGraphicFramePr>
            <a:graphicFrameLocks noGrp="1"/>
          </p:cNvGraphicFramePr>
          <p:nvPr>
            <p:extLst>
              <p:ext uri="{D42A27DB-BD31-4B8C-83A1-F6EECF244321}">
                <p14:modId xmlns:p14="http://schemas.microsoft.com/office/powerpoint/2010/main" val="1706685933"/>
              </p:ext>
            </p:extLst>
          </p:nvPr>
        </p:nvGraphicFramePr>
        <p:xfrm>
          <a:off x="5443782" y="2439387"/>
          <a:ext cx="187678" cy="651929"/>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3E5FB"/>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2"/>
                  </a:ext>
                </a:extLst>
              </a:tr>
            </a:tbl>
          </a:graphicData>
        </a:graphic>
      </p:graphicFrame>
      <p:graphicFrame>
        <p:nvGraphicFramePr>
          <p:cNvPr id="135" name="object 80">
            <a:extLst>
              <a:ext uri="{FF2B5EF4-FFF2-40B4-BE49-F238E27FC236}">
                <a16:creationId xmlns:a16="http://schemas.microsoft.com/office/drawing/2014/main" id="{F003CB2F-5ED3-4630-AF18-11EE7528348F}"/>
              </a:ext>
            </a:extLst>
          </p:cNvPr>
          <p:cNvGraphicFramePr>
            <a:graphicFrameLocks noGrp="1"/>
          </p:cNvGraphicFramePr>
          <p:nvPr>
            <p:extLst>
              <p:ext uri="{D42A27DB-BD31-4B8C-83A1-F6EECF244321}">
                <p14:modId xmlns:p14="http://schemas.microsoft.com/office/powerpoint/2010/main" val="4139410740"/>
              </p:ext>
            </p:extLst>
          </p:nvPr>
        </p:nvGraphicFramePr>
        <p:xfrm>
          <a:off x="5443782" y="3501102"/>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3E5FB"/>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aphicFrame>
        <p:nvGraphicFramePr>
          <p:cNvPr id="136" name="object 81">
            <a:extLst>
              <a:ext uri="{FF2B5EF4-FFF2-40B4-BE49-F238E27FC236}">
                <a16:creationId xmlns:a16="http://schemas.microsoft.com/office/drawing/2014/main" id="{8A0E87D5-DD9E-40FD-903C-3C1F9854616F}"/>
              </a:ext>
            </a:extLst>
          </p:cNvPr>
          <p:cNvGraphicFramePr>
            <a:graphicFrameLocks noGrp="1"/>
          </p:cNvGraphicFramePr>
          <p:nvPr>
            <p:extLst>
              <p:ext uri="{D42A27DB-BD31-4B8C-83A1-F6EECF244321}">
                <p14:modId xmlns:p14="http://schemas.microsoft.com/office/powerpoint/2010/main" val="3286789447"/>
              </p:ext>
            </p:extLst>
          </p:nvPr>
        </p:nvGraphicFramePr>
        <p:xfrm>
          <a:off x="2595597" y="1321784"/>
          <a:ext cx="654754" cy="728133"/>
        </p:xfrm>
        <a:graphic>
          <a:graphicData uri="http://schemas.openxmlformats.org/drawingml/2006/table">
            <a:tbl>
              <a:tblPr firstRow="1" bandRow="1">
                <a:tableStyleId>{2D5ABB26-0587-4C30-8999-92F81FD0307C}</a:tableStyleId>
              </a:tblPr>
              <a:tblGrid>
                <a:gridCol w="218722">
                  <a:extLst>
                    <a:ext uri="{9D8B030D-6E8A-4147-A177-3AD203B41FA5}">
                      <a16:colId xmlns:a16="http://schemas.microsoft.com/office/drawing/2014/main" val="20000"/>
                    </a:ext>
                  </a:extLst>
                </a:gridCol>
                <a:gridCol w="217310">
                  <a:extLst>
                    <a:ext uri="{9D8B030D-6E8A-4147-A177-3AD203B41FA5}">
                      <a16:colId xmlns:a16="http://schemas.microsoft.com/office/drawing/2014/main" val="20001"/>
                    </a:ext>
                  </a:extLst>
                </a:gridCol>
                <a:gridCol w="218722">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37" name="object 82">
            <a:extLst>
              <a:ext uri="{FF2B5EF4-FFF2-40B4-BE49-F238E27FC236}">
                <a16:creationId xmlns:a16="http://schemas.microsoft.com/office/drawing/2014/main" id="{BE5E897C-057D-481C-ACA7-BDF9BA5B516B}"/>
              </a:ext>
            </a:extLst>
          </p:cNvPr>
          <p:cNvGraphicFramePr>
            <a:graphicFrameLocks noGrp="1"/>
          </p:cNvGraphicFramePr>
          <p:nvPr>
            <p:extLst>
              <p:ext uri="{D42A27DB-BD31-4B8C-83A1-F6EECF244321}">
                <p14:modId xmlns:p14="http://schemas.microsoft.com/office/powerpoint/2010/main" val="3315737892"/>
              </p:ext>
            </p:extLst>
          </p:nvPr>
        </p:nvGraphicFramePr>
        <p:xfrm>
          <a:off x="2595597" y="2402130"/>
          <a:ext cx="654754" cy="726441"/>
        </p:xfrm>
        <a:graphic>
          <a:graphicData uri="http://schemas.openxmlformats.org/drawingml/2006/table">
            <a:tbl>
              <a:tblPr firstRow="1" bandRow="1">
                <a:tableStyleId>{2D5ABB26-0587-4C30-8999-92F81FD0307C}</a:tableStyleId>
              </a:tblPr>
              <a:tblGrid>
                <a:gridCol w="218722">
                  <a:extLst>
                    <a:ext uri="{9D8B030D-6E8A-4147-A177-3AD203B41FA5}">
                      <a16:colId xmlns:a16="http://schemas.microsoft.com/office/drawing/2014/main" val="20000"/>
                    </a:ext>
                  </a:extLst>
                </a:gridCol>
                <a:gridCol w="217310">
                  <a:extLst>
                    <a:ext uri="{9D8B030D-6E8A-4147-A177-3AD203B41FA5}">
                      <a16:colId xmlns:a16="http://schemas.microsoft.com/office/drawing/2014/main" val="20001"/>
                    </a:ext>
                  </a:extLst>
                </a:gridCol>
                <a:gridCol w="218722">
                  <a:extLst>
                    <a:ext uri="{9D8B030D-6E8A-4147-A177-3AD203B41FA5}">
                      <a16:colId xmlns:a16="http://schemas.microsoft.com/office/drawing/2014/main" val="20002"/>
                    </a:ext>
                  </a:extLst>
                </a:gridCol>
              </a:tblGrid>
              <a:tr h="726441">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38" name="object 83">
            <a:extLst>
              <a:ext uri="{FF2B5EF4-FFF2-40B4-BE49-F238E27FC236}">
                <a16:creationId xmlns:a16="http://schemas.microsoft.com/office/drawing/2014/main" id="{0B38FC1B-F32F-41D2-A134-349DE684BD95}"/>
              </a:ext>
            </a:extLst>
          </p:cNvPr>
          <p:cNvGraphicFramePr>
            <a:graphicFrameLocks noGrp="1"/>
          </p:cNvGraphicFramePr>
          <p:nvPr>
            <p:extLst>
              <p:ext uri="{D42A27DB-BD31-4B8C-83A1-F6EECF244321}">
                <p14:modId xmlns:p14="http://schemas.microsoft.com/office/powerpoint/2010/main" val="246113680"/>
              </p:ext>
            </p:extLst>
          </p:nvPr>
        </p:nvGraphicFramePr>
        <p:xfrm>
          <a:off x="6116035" y="1337028"/>
          <a:ext cx="651228" cy="726436"/>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8016">
                  <a:extLst>
                    <a:ext uri="{9D8B030D-6E8A-4147-A177-3AD203B41FA5}">
                      <a16:colId xmlns:a16="http://schemas.microsoft.com/office/drawing/2014/main" val="20001"/>
                    </a:ext>
                  </a:extLst>
                </a:gridCol>
                <a:gridCol w="216606">
                  <a:extLst>
                    <a:ext uri="{9D8B030D-6E8A-4147-A177-3AD203B41FA5}">
                      <a16:colId xmlns:a16="http://schemas.microsoft.com/office/drawing/2014/main" val="20002"/>
                    </a:ext>
                  </a:extLst>
                </a:gridCol>
              </a:tblGrid>
              <a:tr h="726436">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39" name="object 84">
            <a:extLst>
              <a:ext uri="{FF2B5EF4-FFF2-40B4-BE49-F238E27FC236}">
                <a16:creationId xmlns:a16="http://schemas.microsoft.com/office/drawing/2014/main" id="{7F72616B-A238-4341-81EB-6A6E5B867FA6}"/>
              </a:ext>
            </a:extLst>
          </p:cNvPr>
          <p:cNvGraphicFramePr>
            <a:graphicFrameLocks noGrp="1"/>
          </p:cNvGraphicFramePr>
          <p:nvPr>
            <p:extLst>
              <p:ext uri="{D42A27DB-BD31-4B8C-83A1-F6EECF244321}">
                <p14:modId xmlns:p14="http://schemas.microsoft.com/office/powerpoint/2010/main" val="3988713031"/>
              </p:ext>
            </p:extLst>
          </p:nvPr>
        </p:nvGraphicFramePr>
        <p:xfrm>
          <a:off x="6116035" y="2415678"/>
          <a:ext cx="651228"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8016">
                  <a:extLst>
                    <a:ext uri="{9D8B030D-6E8A-4147-A177-3AD203B41FA5}">
                      <a16:colId xmlns:a16="http://schemas.microsoft.com/office/drawing/2014/main" val="20001"/>
                    </a:ext>
                  </a:extLst>
                </a:gridCol>
                <a:gridCol w="216606">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sp>
        <p:nvSpPr>
          <p:cNvPr id="140" name="object 85">
            <a:extLst>
              <a:ext uri="{FF2B5EF4-FFF2-40B4-BE49-F238E27FC236}">
                <a16:creationId xmlns:a16="http://schemas.microsoft.com/office/drawing/2014/main" id="{5ACD29FB-A390-4280-ADCB-A963AEFC33ED}"/>
              </a:ext>
            </a:extLst>
          </p:cNvPr>
          <p:cNvSpPr/>
          <p:nvPr/>
        </p:nvSpPr>
        <p:spPr>
          <a:xfrm>
            <a:off x="4530511" y="4379381"/>
            <a:ext cx="1290461" cy="298450"/>
          </a:xfrm>
          <a:custGeom>
            <a:avLst/>
            <a:gdLst/>
            <a:ahLst/>
            <a:cxnLst/>
            <a:rect l="l" t="t" r="r" b="b"/>
            <a:pathLst>
              <a:path w="1161414" h="268604">
                <a:moveTo>
                  <a:pt x="1161288" y="0"/>
                </a:moveTo>
                <a:lnTo>
                  <a:pt x="1151703" y="52190"/>
                </a:lnTo>
                <a:lnTo>
                  <a:pt x="1125569" y="94820"/>
                </a:lnTo>
                <a:lnTo>
                  <a:pt x="1086814" y="123567"/>
                </a:lnTo>
                <a:lnTo>
                  <a:pt x="1039368" y="134110"/>
                </a:lnTo>
                <a:lnTo>
                  <a:pt x="702564" y="134110"/>
                </a:lnTo>
                <a:lnTo>
                  <a:pt x="655117" y="144650"/>
                </a:lnTo>
                <a:lnTo>
                  <a:pt x="616362" y="173392"/>
                </a:lnTo>
                <a:lnTo>
                  <a:pt x="590228" y="216022"/>
                </a:lnTo>
                <a:lnTo>
                  <a:pt x="580644" y="268225"/>
                </a:lnTo>
                <a:lnTo>
                  <a:pt x="571059" y="216022"/>
                </a:lnTo>
                <a:lnTo>
                  <a:pt x="544925" y="173392"/>
                </a:lnTo>
                <a:lnTo>
                  <a:pt x="506170" y="144650"/>
                </a:lnTo>
                <a:lnTo>
                  <a:pt x="458724"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142" name="object 87">
            <a:extLst>
              <a:ext uri="{FF2B5EF4-FFF2-40B4-BE49-F238E27FC236}">
                <a16:creationId xmlns:a16="http://schemas.microsoft.com/office/drawing/2014/main" id="{4052B251-B695-48EA-894F-1E3EB9690036}"/>
              </a:ext>
            </a:extLst>
          </p:cNvPr>
          <p:cNvSpPr/>
          <p:nvPr/>
        </p:nvSpPr>
        <p:spPr>
          <a:xfrm>
            <a:off x="2466335" y="4379381"/>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143" name="object 88">
            <a:extLst>
              <a:ext uri="{FF2B5EF4-FFF2-40B4-BE49-F238E27FC236}">
                <a16:creationId xmlns:a16="http://schemas.microsoft.com/office/drawing/2014/main" id="{1F979677-2786-4E6D-85C3-28152D493271}"/>
              </a:ext>
            </a:extLst>
          </p:cNvPr>
          <p:cNvSpPr txBox="1"/>
          <p:nvPr/>
        </p:nvSpPr>
        <p:spPr>
          <a:xfrm>
            <a:off x="2903781" y="4708505"/>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44" name="object 89">
            <a:extLst>
              <a:ext uri="{FF2B5EF4-FFF2-40B4-BE49-F238E27FC236}">
                <a16:creationId xmlns:a16="http://schemas.microsoft.com/office/drawing/2014/main" id="{5C12CDBA-4727-4C0C-B502-411BDB646B2E}"/>
              </a:ext>
            </a:extLst>
          </p:cNvPr>
          <p:cNvSpPr/>
          <p:nvPr/>
        </p:nvSpPr>
        <p:spPr>
          <a:xfrm>
            <a:off x="5932590" y="4382625"/>
            <a:ext cx="1952978" cy="299861"/>
          </a:xfrm>
          <a:custGeom>
            <a:avLst/>
            <a:gdLst/>
            <a:ahLst/>
            <a:cxnLst/>
            <a:rect l="l" t="t" r="r" b="b"/>
            <a:pathLst>
              <a:path w="1757679" h="269875">
                <a:moveTo>
                  <a:pt x="1757172" y="0"/>
                </a:moveTo>
                <a:lnTo>
                  <a:pt x="1747541" y="52536"/>
                </a:lnTo>
                <a:lnTo>
                  <a:pt x="1721278" y="95430"/>
                </a:lnTo>
                <a:lnTo>
                  <a:pt x="1682323" y="124347"/>
                </a:lnTo>
                <a:lnTo>
                  <a:pt x="1634617" y="134950"/>
                </a:lnTo>
                <a:lnTo>
                  <a:pt x="1001141" y="134950"/>
                </a:lnTo>
                <a:lnTo>
                  <a:pt x="953434" y="145554"/>
                </a:lnTo>
                <a:lnTo>
                  <a:pt x="914479" y="174470"/>
                </a:lnTo>
                <a:lnTo>
                  <a:pt x="888216" y="217357"/>
                </a:lnTo>
                <a:lnTo>
                  <a:pt x="878586" y="269872"/>
                </a:lnTo>
                <a:lnTo>
                  <a:pt x="868955" y="217357"/>
                </a:lnTo>
                <a:lnTo>
                  <a:pt x="842692" y="174470"/>
                </a:lnTo>
                <a:lnTo>
                  <a:pt x="803737" y="145554"/>
                </a:lnTo>
                <a:lnTo>
                  <a:pt x="756031" y="134950"/>
                </a:lnTo>
                <a:lnTo>
                  <a:pt x="122555" y="134950"/>
                </a:lnTo>
                <a:lnTo>
                  <a:pt x="74848" y="124347"/>
                </a:lnTo>
                <a:lnTo>
                  <a:pt x="35893" y="95430"/>
                </a:lnTo>
                <a:lnTo>
                  <a:pt x="9630" y="52536"/>
                </a:lnTo>
                <a:lnTo>
                  <a:pt x="0" y="0"/>
                </a:lnTo>
              </a:path>
            </a:pathLst>
          </a:custGeom>
          <a:ln w="28575">
            <a:solidFill>
              <a:srgbClr val="000000"/>
            </a:solidFill>
          </a:ln>
        </p:spPr>
        <p:txBody>
          <a:bodyPr wrap="square" lIns="0" tIns="0" rIns="0" bIns="0" rtlCol="0"/>
          <a:lstStyle/>
          <a:p>
            <a:endParaRPr sz="2000"/>
          </a:p>
        </p:txBody>
      </p:sp>
      <p:sp>
        <p:nvSpPr>
          <p:cNvPr id="145" name="object 90">
            <a:extLst>
              <a:ext uri="{FF2B5EF4-FFF2-40B4-BE49-F238E27FC236}">
                <a16:creationId xmlns:a16="http://schemas.microsoft.com/office/drawing/2014/main" id="{F17809E2-DAE1-4EE6-9894-D3506A9FB315}"/>
              </a:ext>
            </a:extLst>
          </p:cNvPr>
          <p:cNvSpPr txBox="1"/>
          <p:nvPr/>
        </p:nvSpPr>
        <p:spPr>
          <a:xfrm>
            <a:off x="6167963" y="4723069"/>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7" dirty="0">
                <a:latin typeface="Arial"/>
                <a:cs typeface="Arial"/>
              </a:rPr>
              <a:t> </a:t>
            </a:r>
            <a:r>
              <a:rPr sz="1556" spc="-6" dirty="0">
                <a:latin typeface="Arial"/>
                <a:cs typeface="Arial"/>
              </a:rPr>
              <a:t>fwd</a:t>
            </a:r>
            <a:endParaRPr sz="1556">
              <a:latin typeface="Arial"/>
              <a:cs typeface="Arial"/>
            </a:endParaRPr>
          </a:p>
        </p:txBody>
      </p:sp>
      <p:sp>
        <p:nvSpPr>
          <p:cNvPr id="146" name="object 91">
            <a:extLst>
              <a:ext uri="{FF2B5EF4-FFF2-40B4-BE49-F238E27FC236}">
                <a16:creationId xmlns:a16="http://schemas.microsoft.com/office/drawing/2014/main" id="{459A0694-7502-4C97-86B6-AB6C6A2966DA}"/>
              </a:ext>
            </a:extLst>
          </p:cNvPr>
          <p:cNvSpPr txBox="1"/>
          <p:nvPr/>
        </p:nvSpPr>
        <p:spPr>
          <a:xfrm>
            <a:off x="1388979" y="1508754"/>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47" name="object 92">
            <a:extLst>
              <a:ext uri="{FF2B5EF4-FFF2-40B4-BE49-F238E27FC236}">
                <a16:creationId xmlns:a16="http://schemas.microsoft.com/office/drawing/2014/main" id="{A26D7F7E-3596-4ED1-8ED3-91292F2BBA82}"/>
              </a:ext>
            </a:extLst>
          </p:cNvPr>
          <p:cNvSpPr txBox="1"/>
          <p:nvPr/>
        </p:nvSpPr>
        <p:spPr>
          <a:xfrm>
            <a:off x="1393720" y="2611820"/>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48" name="object 93">
            <a:extLst>
              <a:ext uri="{FF2B5EF4-FFF2-40B4-BE49-F238E27FC236}">
                <a16:creationId xmlns:a16="http://schemas.microsoft.com/office/drawing/2014/main" id="{74A30BDA-798D-4F1E-941B-522CC6729F1B}"/>
              </a:ext>
            </a:extLst>
          </p:cNvPr>
          <p:cNvSpPr txBox="1"/>
          <p:nvPr/>
        </p:nvSpPr>
        <p:spPr>
          <a:xfrm>
            <a:off x="1394398" y="3636286"/>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sp>
        <p:nvSpPr>
          <p:cNvPr id="149" name="object 94">
            <a:extLst>
              <a:ext uri="{FF2B5EF4-FFF2-40B4-BE49-F238E27FC236}">
                <a16:creationId xmlns:a16="http://schemas.microsoft.com/office/drawing/2014/main" id="{65A2A434-9CF2-429B-9FD6-A8B927A96423}"/>
              </a:ext>
            </a:extLst>
          </p:cNvPr>
          <p:cNvSpPr txBox="1"/>
          <p:nvPr/>
        </p:nvSpPr>
        <p:spPr>
          <a:xfrm>
            <a:off x="5114005" y="1350290"/>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150" name="object 95">
            <a:extLst>
              <a:ext uri="{FF2B5EF4-FFF2-40B4-BE49-F238E27FC236}">
                <a16:creationId xmlns:a16="http://schemas.microsoft.com/office/drawing/2014/main" id="{3083BDBF-80E9-43C1-93F6-6C6E2AAACF0F}"/>
              </a:ext>
            </a:extLst>
          </p:cNvPr>
          <p:cNvGrpSpPr/>
          <p:nvPr/>
        </p:nvGrpSpPr>
        <p:grpSpPr>
          <a:xfrm>
            <a:off x="4319268" y="1518492"/>
            <a:ext cx="925688" cy="2319867"/>
            <a:chOff x="2748915" y="2196083"/>
            <a:chExt cx="833119" cy="2087880"/>
          </a:xfrm>
        </p:grpSpPr>
        <p:sp>
          <p:nvSpPr>
            <p:cNvPr id="151" name="object 96">
              <a:extLst>
                <a:ext uri="{FF2B5EF4-FFF2-40B4-BE49-F238E27FC236}">
                  <a16:creationId xmlns:a16="http://schemas.microsoft.com/office/drawing/2014/main" id="{D1A2FC18-3C11-4E5C-B228-9E4A2EFD2428}"/>
                </a:ext>
              </a:extLst>
            </p:cNvPr>
            <p:cNvSpPr/>
            <p:nvPr/>
          </p:nvSpPr>
          <p:spPr>
            <a:xfrm>
              <a:off x="2748915" y="2196083"/>
              <a:ext cx="734695" cy="2087880"/>
            </a:xfrm>
            <a:custGeom>
              <a:avLst/>
              <a:gdLst/>
              <a:ahLst/>
              <a:cxnLst/>
              <a:rect l="l" t="t" r="r" b="b"/>
              <a:pathLst>
                <a:path w="734695" h="2087879">
                  <a:moveTo>
                    <a:pt x="734187" y="1170432"/>
                  </a:moveTo>
                  <a:lnTo>
                    <a:pt x="682625" y="1194308"/>
                  </a:lnTo>
                  <a:lnTo>
                    <a:pt x="697433" y="1206144"/>
                  </a:lnTo>
                  <a:lnTo>
                    <a:pt x="0" y="2080006"/>
                  </a:lnTo>
                  <a:lnTo>
                    <a:pt x="9906" y="2087880"/>
                  </a:lnTo>
                  <a:lnTo>
                    <a:pt x="707466" y="1214145"/>
                  </a:lnTo>
                  <a:lnTo>
                    <a:pt x="722249" y="1225931"/>
                  </a:lnTo>
                  <a:lnTo>
                    <a:pt x="728637" y="1196213"/>
                  </a:lnTo>
                  <a:lnTo>
                    <a:pt x="734187" y="1170432"/>
                  </a:lnTo>
                  <a:close/>
                </a:path>
                <a:path w="734695" h="2087879">
                  <a:moveTo>
                    <a:pt x="734187" y="1083818"/>
                  </a:moveTo>
                  <a:lnTo>
                    <a:pt x="728853" y="1057910"/>
                  </a:lnTo>
                  <a:lnTo>
                    <a:pt x="722757" y="1028192"/>
                  </a:lnTo>
                  <a:lnTo>
                    <a:pt x="707669" y="1040066"/>
                  </a:lnTo>
                  <a:lnTo>
                    <a:pt x="316560" y="542886"/>
                  </a:lnTo>
                  <a:lnTo>
                    <a:pt x="705396" y="43954"/>
                  </a:lnTo>
                  <a:lnTo>
                    <a:pt x="720471" y="55626"/>
                  </a:lnTo>
                  <a:lnTo>
                    <a:pt x="726389" y="26162"/>
                  </a:lnTo>
                  <a:lnTo>
                    <a:pt x="731647" y="0"/>
                  </a:lnTo>
                  <a:lnTo>
                    <a:pt x="680339" y="24511"/>
                  </a:lnTo>
                  <a:lnTo>
                    <a:pt x="695388" y="36182"/>
                  </a:lnTo>
                  <a:lnTo>
                    <a:pt x="308521" y="532663"/>
                  </a:lnTo>
                  <a:lnTo>
                    <a:pt x="9906" y="153035"/>
                  </a:lnTo>
                  <a:lnTo>
                    <a:pt x="0" y="160909"/>
                  </a:lnTo>
                  <a:lnTo>
                    <a:pt x="300507" y="542950"/>
                  </a:lnTo>
                  <a:lnTo>
                    <a:pt x="0" y="928624"/>
                  </a:lnTo>
                  <a:lnTo>
                    <a:pt x="9906" y="936371"/>
                  </a:lnTo>
                  <a:lnTo>
                    <a:pt x="308546" y="553173"/>
                  </a:lnTo>
                  <a:lnTo>
                    <a:pt x="697725" y="1047902"/>
                  </a:lnTo>
                  <a:lnTo>
                    <a:pt x="682752" y="1059688"/>
                  </a:lnTo>
                  <a:lnTo>
                    <a:pt x="734187" y="1083818"/>
                  </a:lnTo>
                  <a:close/>
                </a:path>
              </a:pathLst>
            </a:custGeom>
            <a:solidFill>
              <a:srgbClr val="000000"/>
            </a:solidFill>
          </p:spPr>
          <p:txBody>
            <a:bodyPr wrap="square" lIns="0" tIns="0" rIns="0" bIns="0" rtlCol="0"/>
            <a:lstStyle/>
            <a:p>
              <a:endParaRPr sz="2000"/>
            </a:p>
          </p:txBody>
        </p:sp>
        <p:sp>
          <p:nvSpPr>
            <p:cNvPr id="152" name="object 97">
              <a:extLst>
                <a:ext uri="{FF2B5EF4-FFF2-40B4-BE49-F238E27FC236}">
                  <a16:creationId xmlns:a16="http://schemas.microsoft.com/office/drawing/2014/main" id="{CA5744DD-787E-4CA4-AE98-BFC931764E5C}"/>
                </a:ext>
              </a:extLst>
            </p:cNvPr>
            <p:cNvSpPr/>
            <p:nvPr/>
          </p:nvSpPr>
          <p:spPr>
            <a:xfrm>
              <a:off x="3465512" y="3259772"/>
              <a:ext cx="115951" cy="126619"/>
            </a:xfrm>
            <a:prstGeom prst="rect">
              <a:avLst/>
            </a:prstGeom>
            <a:blipFill>
              <a:blip r:embed="rId14" cstate="print"/>
              <a:stretch>
                <a:fillRect/>
              </a:stretch>
            </a:blipFill>
          </p:spPr>
          <p:txBody>
            <a:bodyPr wrap="square" lIns="0" tIns="0" rIns="0" bIns="0" rtlCol="0"/>
            <a:lstStyle/>
            <a:p>
              <a:endParaRPr sz="2000"/>
            </a:p>
          </p:txBody>
        </p:sp>
      </p:grpSp>
      <p:sp>
        <p:nvSpPr>
          <p:cNvPr id="153" name="object 98">
            <a:extLst>
              <a:ext uri="{FF2B5EF4-FFF2-40B4-BE49-F238E27FC236}">
                <a16:creationId xmlns:a16="http://schemas.microsoft.com/office/drawing/2014/main" id="{73E4793D-F90B-46FF-BAA7-BA16A186D28D}"/>
              </a:ext>
            </a:extLst>
          </p:cNvPr>
          <p:cNvSpPr txBox="1"/>
          <p:nvPr/>
        </p:nvSpPr>
        <p:spPr>
          <a:xfrm>
            <a:off x="5130798" y="2651051"/>
            <a:ext cx="113594" cy="219370"/>
          </a:xfrm>
          <a:prstGeom prst="rect">
            <a:avLst/>
          </a:prstGeom>
        </p:spPr>
        <p:txBody>
          <a:bodyPr vert="horz" wrap="square" lIns="0" tIns="14111" rIns="0" bIns="0" rtlCol="0">
            <a:spAutoFit/>
          </a:bodyPr>
          <a:lstStyle/>
          <a:p>
            <a:pPr>
              <a:spcBef>
                <a:spcPts val="111"/>
              </a:spcBef>
            </a:pPr>
            <a:r>
              <a:rPr sz="1333" dirty="0">
                <a:latin typeface="Arial"/>
                <a:cs typeface="Arial"/>
              </a:rPr>
              <a:t>+</a:t>
            </a:r>
            <a:endParaRPr sz="1333">
              <a:latin typeface="Arial"/>
              <a:cs typeface="Arial"/>
            </a:endParaRPr>
          </a:p>
        </p:txBody>
      </p:sp>
      <p:grpSp>
        <p:nvGrpSpPr>
          <p:cNvPr id="154" name="object 99">
            <a:extLst>
              <a:ext uri="{FF2B5EF4-FFF2-40B4-BE49-F238E27FC236}">
                <a16:creationId xmlns:a16="http://schemas.microsoft.com/office/drawing/2014/main" id="{E6ACA87C-3C8A-490C-A791-A83425E39B90}"/>
              </a:ext>
            </a:extLst>
          </p:cNvPr>
          <p:cNvGrpSpPr/>
          <p:nvPr/>
        </p:nvGrpSpPr>
        <p:grpSpPr>
          <a:xfrm>
            <a:off x="4318281" y="1906831"/>
            <a:ext cx="961672" cy="2211210"/>
            <a:chOff x="2748026" y="2545587"/>
            <a:chExt cx="865505" cy="1990089"/>
          </a:xfrm>
        </p:grpSpPr>
        <p:sp>
          <p:nvSpPr>
            <p:cNvPr id="155" name="object 100">
              <a:extLst>
                <a:ext uri="{FF2B5EF4-FFF2-40B4-BE49-F238E27FC236}">
                  <a16:creationId xmlns:a16="http://schemas.microsoft.com/office/drawing/2014/main" id="{C2D845C9-152A-47EF-90CA-3AD5C3D503EC}"/>
                </a:ext>
              </a:extLst>
            </p:cNvPr>
            <p:cNvSpPr/>
            <p:nvPr/>
          </p:nvSpPr>
          <p:spPr>
            <a:xfrm>
              <a:off x="2748026" y="2545587"/>
              <a:ext cx="810260" cy="1953260"/>
            </a:xfrm>
            <a:custGeom>
              <a:avLst/>
              <a:gdLst/>
              <a:ahLst/>
              <a:cxnLst/>
              <a:rect l="l" t="t" r="r" b="b"/>
              <a:pathLst>
                <a:path w="810260" h="1953260">
                  <a:moveTo>
                    <a:pt x="750570" y="1927352"/>
                  </a:moveTo>
                  <a:lnTo>
                    <a:pt x="738212" y="1921256"/>
                  </a:lnTo>
                  <a:lnTo>
                    <a:pt x="699643" y="1902206"/>
                  </a:lnTo>
                  <a:lnTo>
                    <a:pt x="699731" y="1921332"/>
                  </a:lnTo>
                  <a:lnTo>
                    <a:pt x="5842" y="1924939"/>
                  </a:lnTo>
                  <a:lnTo>
                    <a:pt x="5842" y="1937639"/>
                  </a:lnTo>
                  <a:lnTo>
                    <a:pt x="699795" y="1934032"/>
                  </a:lnTo>
                  <a:lnTo>
                    <a:pt x="699897" y="1953006"/>
                  </a:lnTo>
                  <a:lnTo>
                    <a:pt x="750570" y="1927352"/>
                  </a:lnTo>
                  <a:close/>
                </a:path>
                <a:path w="810260" h="1953260">
                  <a:moveTo>
                    <a:pt x="810006" y="1807845"/>
                  </a:moveTo>
                  <a:lnTo>
                    <a:pt x="792543" y="1815363"/>
                  </a:lnTo>
                  <a:lnTo>
                    <a:pt x="349465" y="785304"/>
                  </a:lnTo>
                  <a:lnTo>
                    <a:pt x="667766" y="784758"/>
                  </a:lnTo>
                  <a:lnTo>
                    <a:pt x="667766" y="803783"/>
                  </a:lnTo>
                  <a:lnTo>
                    <a:pt x="718566" y="778256"/>
                  </a:lnTo>
                  <a:lnTo>
                    <a:pt x="706056" y="772033"/>
                  </a:lnTo>
                  <a:lnTo>
                    <a:pt x="667766" y="752983"/>
                  </a:lnTo>
                  <a:lnTo>
                    <a:pt x="667766" y="772058"/>
                  </a:lnTo>
                  <a:lnTo>
                    <a:pt x="344004" y="772617"/>
                  </a:lnTo>
                  <a:lnTo>
                    <a:pt x="11684" y="0"/>
                  </a:lnTo>
                  <a:lnTo>
                    <a:pt x="0" y="5080"/>
                  </a:lnTo>
                  <a:lnTo>
                    <a:pt x="330136" y="772629"/>
                  </a:lnTo>
                  <a:lnTo>
                    <a:pt x="5842" y="773176"/>
                  </a:lnTo>
                  <a:lnTo>
                    <a:pt x="5842" y="785876"/>
                  </a:lnTo>
                  <a:lnTo>
                    <a:pt x="335597" y="785329"/>
                  </a:lnTo>
                  <a:lnTo>
                    <a:pt x="780834" y="1820405"/>
                  </a:lnTo>
                  <a:lnTo>
                    <a:pt x="763397" y="1827911"/>
                  </a:lnTo>
                  <a:lnTo>
                    <a:pt x="806831" y="1864487"/>
                  </a:lnTo>
                  <a:lnTo>
                    <a:pt x="808634" y="1832102"/>
                  </a:lnTo>
                  <a:lnTo>
                    <a:pt x="810006" y="1807845"/>
                  </a:lnTo>
                  <a:close/>
                </a:path>
              </a:pathLst>
            </a:custGeom>
            <a:solidFill>
              <a:srgbClr val="000000"/>
            </a:solidFill>
          </p:spPr>
          <p:txBody>
            <a:bodyPr wrap="square" lIns="0" tIns="0" rIns="0" bIns="0" rtlCol="0"/>
            <a:lstStyle/>
            <a:p>
              <a:endParaRPr sz="2000"/>
            </a:p>
          </p:txBody>
        </p:sp>
        <p:sp>
          <p:nvSpPr>
            <p:cNvPr id="156" name="object 101">
              <a:extLst>
                <a:ext uri="{FF2B5EF4-FFF2-40B4-BE49-F238E27FC236}">
                  <a16:creationId xmlns:a16="http://schemas.microsoft.com/office/drawing/2014/main" id="{C8073FC5-DFAC-41D6-A5BD-24D26847CFD2}"/>
                </a:ext>
              </a:extLst>
            </p:cNvPr>
            <p:cNvSpPr/>
            <p:nvPr/>
          </p:nvSpPr>
          <p:spPr>
            <a:xfrm>
              <a:off x="3497516" y="4408868"/>
              <a:ext cx="115951" cy="126619"/>
            </a:xfrm>
            <a:prstGeom prst="rect">
              <a:avLst/>
            </a:prstGeom>
            <a:blipFill>
              <a:blip r:embed="rId15" cstate="print"/>
              <a:stretch>
                <a:fillRect/>
              </a:stretch>
            </a:blipFill>
          </p:spPr>
          <p:txBody>
            <a:bodyPr wrap="square" lIns="0" tIns="0" rIns="0" bIns="0" rtlCol="0"/>
            <a:lstStyle/>
            <a:p>
              <a:endParaRPr sz="2000"/>
            </a:p>
          </p:txBody>
        </p:sp>
      </p:grpSp>
      <p:sp>
        <p:nvSpPr>
          <p:cNvPr id="157" name="object 102">
            <a:extLst>
              <a:ext uri="{FF2B5EF4-FFF2-40B4-BE49-F238E27FC236}">
                <a16:creationId xmlns:a16="http://schemas.microsoft.com/office/drawing/2014/main" id="{68ABDE31-F789-4494-A64B-C44B07EBF66D}"/>
              </a:ext>
            </a:extLst>
          </p:cNvPr>
          <p:cNvSpPr txBox="1"/>
          <p:nvPr/>
        </p:nvSpPr>
        <p:spPr>
          <a:xfrm>
            <a:off x="5152247" y="3927825"/>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sp>
        <p:nvSpPr>
          <p:cNvPr id="158" name="object 103">
            <a:extLst>
              <a:ext uri="{FF2B5EF4-FFF2-40B4-BE49-F238E27FC236}">
                <a16:creationId xmlns:a16="http://schemas.microsoft.com/office/drawing/2014/main" id="{1C949A64-1454-4A27-B755-3C1438D797C2}"/>
              </a:ext>
            </a:extLst>
          </p:cNvPr>
          <p:cNvSpPr/>
          <p:nvPr/>
        </p:nvSpPr>
        <p:spPr>
          <a:xfrm>
            <a:off x="4319409" y="1446385"/>
            <a:ext cx="1133122" cy="2633133"/>
          </a:xfrm>
          <a:custGeom>
            <a:avLst/>
            <a:gdLst/>
            <a:ahLst/>
            <a:cxnLst/>
            <a:rect l="l" t="t" r="r" b="b"/>
            <a:pathLst>
              <a:path w="1019810" h="2369820">
                <a:moveTo>
                  <a:pt x="766064" y="2297557"/>
                </a:moveTo>
                <a:lnTo>
                  <a:pt x="760044" y="2272411"/>
                </a:lnTo>
                <a:lnTo>
                  <a:pt x="752856" y="2242312"/>
                </a:lnTo>
                <a:lnTo>
                  <a:pt x="738238" y="2254593"/>
                </a:lnTo>
                <a:lnTo>
                  <a:pt x="9652" y="1385189"/>
                </a:lnTo>
                <a:lnTo>
                  <a:pt x="0" y="1393317"/>
                </a:lnTo>
                <a:lnTo>
                  <a:pt x="728573" y="2262708"/>
                </a:lnTo>
                <a:lnTo>
                  <a:pt x="713994" y="2274951"/>
                </a:lnTo>
                <a:lnTo>
                  <a:pt x="766064" y="2297557"/>
                </a:lnTo>
                <a:close/>
              </a:path>
              <a:path w="1019810" h="2369820">
                <a:moveTo>
                  <a:pt x="1006983" y="1200023"/>
                </a:moveTo>
                <a:lnTo>
                  <a:pt x="981202" y="1200023"/>
                </a:lnTo>
                <a:lnTo>
                  <a:pt x="968514" y="1200023"/>
                </a:lnTo>
                <a:lnTo>
                  <a:pt x="968375" y="1218946"/>
                </a:lnTo>
                <a:lnTo>
                  <a:pt x="1006983" y="1200023"/>
                </a:lnTo>
                <a:close/>
              </a:path>
              <a:path w="1019810" h="2369820">
                <a:moveTo>
                  <a:pt x="1007237" y="32004"/>
                </a:moveTo>
                <a:lnTo>
                  <a:pt x="980567" y="32004"/>
                </a:lnTo>
                <a:lnTo>
                  <a:pt x="967905" y="32004"/>
                </a:lnTo>
                <a:lnTo>
                  <a:pt x="967486" y="50800"/>
                </a:lnTo>
                <a:lnTo>
                  <a:pt x="1007237" y="32004"/>
                </a:lnTo>
                <a:close/>
              </a:path>
              <a:path w="1019810" h="2369820">
                <a:moveTo>
                  <a:pt x="1007681" y="2351151"/>
                </a:moveTo>
                <a:lnTo>
                  <a:pt x="981075" y="2351151"/>
                </a:lnTo>
                <a:lnTo>
                  <a:pt x="968451" y="2351151"/>
                </a:lnTo>
                <a:lnTo>
                  <a:pt x="967994" y="2369820"/>
                </a:lnTo>
                <a:lnTo>
                  <a:pt x="1007681" y="2351151"/>
                </a:lnTo>
                <a:close/>
              </a:path>
              <a:path w="1019810" h="2369820">
                <a:moveTo>
                  <a:pt x="1018794" y="26543"/>
                </a:moveTo>
                <a:lnTo>
                  <a:pt x="968629" y="0"/>
                </a:lnTo>
                <a:lnTo>
                  <a:pt x="968197" y="19024"/>
                </a:lnTo>
                <a:lnTo>
                  <a:pt x="827913" y="15875"/>
                </a:lnTo>
                <a:lnTo>
                  <a:pt x="827659" y="28575"/>
                </a:lnTo>
                <a:lnTo>
                  <a:pt x="967905" y="31724"/>
                </a:lnTo>
                <a:lnTo>
                  <a:pt x="980567" y="31724"/>
                </a:lnTo>
                <a:lnTo>
                  <a:pt x="1007833" y="31724"/>
                </a:lnTo>
                <a:lnTo>
                  <a:pt x="1018794" y="26543"/>
                </a:lnTo>
                <a:close/>
              </a:path>
              <a:path w="1019810" h="2369820">
                <a:moveTo>
                  <a:pt x="1019302" y="2345690"/>
                </a:moveTo>
                <a:lnTo>
                  <a:pt x="969264" y="2319020"/>
                </a:lnTo>
                <a:lnTo>
                  <a:pt x="968781" y="2338133"/>
                </a:lnTo>
                <a:lnTo>
                  <a:pt x="862965" y="2335403"/>
                </a:lnTo>
                <a:lnTo>
                  <a:pt x="862711" y="2348103"/>
                </a:lnTo>
                <a:lnTo>
                  <a:pt x="968463" y="2350833"/>
                </a:lnTo>
                <a:lnTo>
                  <a:pt x="981075" y="2350833"/>
                </a:lnTo>
                <a:lnTo>
                  <a:pt x="1008380" y="2350833"/>
                </a:lnTo>
                <a:lnTo>
                  <a:pt x="1019302" y="2345690"/>
                </a:lnTo>
                <a:close/>
              </a:path>
              <a:path w="1019810" h="2369820">
                <a:moveTo>
                  <a:pt x="1019429" y="1193927"/>
                </a:moveTo>
                <a:lnTo>
                  <a:pt x="968756" y="1168146"/>
                </a:lnTo>
                <a:lnTo>
                  <a:pt x="968603" y="1187246"/>
                </a:lnTo>
                <a:lnTo>
                  <a:pt x="830834" y="1186307"/>
                </a:lnTo>
                <a:lnTo>
                  <a:pt x="830834" y="1199007"/>
                </a:lnTo>
                <a:lnTo>
                  <a:pt x="968514" y="1199946"/>
                </a:lnTo>
                <a:lnTo>
                  <a:pt x="981202" y="1200023"/>
                </a:lnTo>
                <a:lnTo>
                  <a:pt x="1007160" y="1199946"/>
                </a:lnTo>
                <a:lnTo>
                  <a:pt x="1019429" y="1193927"/>
                </a:lnTo>
                <a:close/>
              </a:path>
            </a:pathLst>
          </a:custGeom>
          <a:solidFill>
            <a:srgbClr val="000000"/>
          </a:solidFill>
        </p:spPr>
        <p:txBody>
          <a:bodyPr wrap="square" lIns="0" tIns="0" rIns="0" bIns="0" rtlCol="0"/>
          <a:lstStyle/>
          <a:p>
            <a:endParaRPr sz="2000"/>
          </a:p>
        </p:txBody>
      </p:sp>
      <p:sp>
        <p:nvSpPr>
          <p:cNvPr id="159" name="Rectangle 105">
            <a:extLst>
              <a:ext uri="{FF2B5EF4-FFF2-40B4-BE49-F238E27FC236}">
                <a16:creationId xmlns:a16="http://schemas.microsoft.com/office/drawing/2014/main" id="{4326EB95-8887-45B3-ADCA-F9C107C8FE60}"/>
              </a:ext>
            </a:extLst>
          </p:cNvPr>
          <p:cNvSpPr/>
          <p:nvPr/>
        </p:nvSpPr>
        <p:spPr>
          <a:xfrm>
            <a:off x="3480497" y="942113"/>
            <a:ext cx="391454" cy="369332"/>
          </a:xfrm>
          <a:prstGeom prst="rect">
            <a:avLst/>
          </a:prstGeom>
        </p:spPr>
        <p:txBody>
          <a:bodyPr wrap="none">
            <a:spAutoFit/>
          </a:bodyPr>
          <a:lstStyle/>
          <a:p>
            <a:r>
              <a:rPr lang="en-US" b="1" i="1" dirty="0">
                <a:latin typeface="Trebuchet MS"/>
                <a:cs typeface="Trebuchet MS"/>
              </a:rPr>
              <a:t>X </a:t>
            </a:r>
            <a:endParaRPr lang="en-CN" dirty="0"/>
          </a:p>
        </p:txBody>
      </p:sp>
      <p:sp>
        <p:nvSpPr>
          <p:cNvPr id="160" name="Rectangle 106">
            <a:extLst>
              <a:ext uri="{FF2B5EF4-FFF2-40B4-BE49-F238E27FC236}">
                <a16:creationId xmlns:a16="http://schemas.microsoft.com/office/drawing/2014/main" id="{30EDB81B-82EA-4696-908F-40DA1F6E82A1}"/>
              </a:ext>
            </a:extLst>
          </p:cNvPr>
          <p:cNvSpPr/>
          <p:nvPr/>
        </p:nvSpPr>
        <p:spPr>
          <a:xfrm>
            <a:off x="2709902" y="941678"/>
            <a:ext cx="387478" cy="369332"/>
          </a:xfrm>
          <a:prstGeom prst="rect">
            <a:avLst/>
          </a:prstGeom>
        </p:spPr>
        <p:txBody>
          <a:bodyPr wrap="none">
            <a:spAutoFit/>
          </a:bodyPr>
          <a:lstStyle/>
          <a:p>
            <a:r>
              <a:rPr lang="en-US" b="1" i="1" spc="-6" dirty="0">
                <a:latin typeface="Trebuchet MS"/>
                <a:cs typeface="Trebuchet MS"/>
              </a:rPr>
              <a:t>W</a:t>
            </a:r>
            <a:endParaRPr lang="en-CN" dirty="0"/>
          </a:p>
        </p:txBody>
      </p:sp>
      <p:sp>
        <p:nvSpPr>
          <p:cNvPr id="161" name="Rectangle 107">
            <a:extLst>
              <a:ext uri="{FF2B5EF4-FFF2-40B4-BE49-F238E27FC236}">
                <a16:creationId xmlns:a16="http://schemas.microsoft.com/office/drawing/2014/main" id="{4C3004D1-7B87-4135-B2AE-E56EC37D892B}"/>
              </a:ext>
            </a:extLst>
          </p:cNvPr>
          <p:cNvSpPr/>
          <p:nvPr/>
        </p:nvSpPr>
        <p:spPr>
          <a:xfrm>
            <a:off x="4037161" y="942047"/>
            <a:ext cx="388953" cy="369332"/>
          </a:xfrm>
          <a:prstGeom prst="rect">
            <a:avLst/>
          </a:prstGeom>
        </p:spPr>
        <p:txBody>
          <a:bodyPr wrap="none">
            <a:spAutoFit/>
          </a:bodyPr>
          <a:lstStyle/>
          <a:p>
            <a:r>
              <a:rPr lang="en-US" b="1" i="1" spc="-6" dirty="0">
                <a:latin typeface="Trebuchet MS"/>
                <a:cs typeface="Trebuchet MS"/>
              </a:rPr>
              <a:t>Y </a:t>
            </a:r>
            <a:endParaRPr lang="en-CN" dirty="0"/>
          </a:p>
        </p:txBody>
      </p:sp>
      <p:sp>
        <p:nvSpPr>
          <p:cNvPr id="162" name="object 71">
            <a:extLst>
              <a:ext uri="{FF2B5EF4-FFF2-40B4-BE49-F238E27FC236}">
                <a16:creationId xmlns:a16="http://schemas.microsoft.com/office/drawing/2014/main" id="{386FD0F4-ACC0-41A7-8254-FF3EC69D22F8}"/>
              </a:ext>
            </a:extLst>
          </p:cNvPr>
          <p:cNvSpPr/>
          <p:nvPr/>
        </p:nvSpPr>
        <p:spPr>
          <a:xfrm>
            <a:off x="7103532" y="3728033"/>
            <a:ext cx="186267" cy="217311"/>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D9D9D9"/>
            </a:solidFill>
          </a:ln>
        </p:spPr>
        <p:txBody>
          <a:bodyPr wrap="square" lIns="0" tIns="0" rIns="0" bIns="0" rtlCol="0"/>
          <a:lstStyle/>
          <a:p>
            <a:endParaRPr sz="2000"/>
          </a:p>
        </p:txBody>
      </p:sp>
    </p:spTree>
    <p:extLst>
      <p:ext uri="{BB962C8B-B14F-4D97-AF65-F5344CB8AC3E}">
        <p14:creationId xmlns:p14="http://schemas.microsoft.com/office/powerpoint/2010/main" val="1428585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dirty="0"/>
              <a:t>Reducing </a:t>
            </a:r>
            <a:r>
              <a:rPr lang="en-US" altLang="zh-CN" sz="3200" spc="-6" dirty="0"/>
              <a:t>Synchronization By Alternating</a:t>
            </a:r>
            <a:r>
              <a:rPr lang="en-US" altLang="zh-CN" sz="3200" spc="-39" dirty="0"/>
              <a:t> </a:t>
            </a:r>
            <a:r>
              <a:rPr lang="en-US" altLang="zh-CN" sz="3200" spc="-6" dirty="0"/>
              <a:t>Partitioning</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125" name="object 2">
            <a:extLst>
              <a:ext uri="{FF2B5EF4-FFF2-40B4-BE49-F238E27FC236}">
                <a16:creationId xmlns:a16="http://schemas.microsoft.com/office/drawing/2014/main" id="{58738606-82DC-4453-BBCA-207D1FFD6262}"/>
              </a:ext>
            </a:extLst>
          </p:cNvPr>
          <p:cNvSpPr/>
          <p:nvPr/>
        </p:nvSpPr>
        <p:spPr>
          <a:xfrm>
            <a:off x="2168708" y="2348416"/>
            <a:ext cx="2001661" cy="2115960"/>
          </a:xfrm>
          <a:custGeom>
            <a:avLst/>
            <a:gdLst/>
            <a:ahLst/>
            <a:cxnLst/>
            <a:rect l="l" t="t" r="r" b="b"/>
            <a:pathLst>
              <a:path w="1801495" h="1904364">
                <a:moveTo>
                  <a:pt x="0" y="1904238"/>
                </a:moveTo>
                <a:lnTo>
                  <a:pt x="1801368" y="1904238"/>
                </a:lnTo>
                <a:lnTo>
                  <a:pt x="1801368" y="0"/>
                </a:lnTo>
                <a:lnTo>
                  <a:pt x="0" y="0"/>
                </a:lnTo>
                <a:lnTo>
                  <a:pt x="0" y="1904238"/>
                </a:lnTo>
                <a:close/>
              </a:path>
            </a:pathLst>
          </a:custGeom>
          <a:solidFill>
            <a:srgbClr val="F7F7F7"/>
          </a:solidFill>
        </p:spPr>
        <p:txBody>
          <a:bodyPr wrap="square" lIns="0" tIns="0" rIns="0" bIns="0" rtlCol="0"/>
          <a:lstStyle/>
          <a:p>
            <a:endParaRPr sz="2000"/>
          </a:p>
        </p:txBody>
      </p:sp>
      <p:sp>
        <p:nvSpPr>
          <p:cNvPr id="127" name="object 3">
            <a:extLst>
              <a:ext uri="{FF2B5EF4-FFF2-40B4-BE49-F238E27FC236}">
                <a16:creationId xmlns:a16="http://schemas.microsoft.com/office/drawing/2014/main" id="{7577740F-499F-4142-9B44-E41DAD028FAA}"/>
              </a:ext>
            </a:extLst>
          </p:cNvPr>
          <p:cNvSpPr/>
          <p:nvPr/>
        </p:nvSpPr>
        <p:spPr>
          <a:xfrm>
            <a:off x="2168708" y="940410"/>
            <a:ext cx="2001661" cy="1336322"/>
          </a:xfrm>
          <a:custGeom>
            <a:avLst/>
            <a:gdLst/>
            <a:ahLst/>
            <a:cxnLst/>
            <a:rect l="l" t="t" r="r" b="b"/>
            <a:pathLst>
              <a:path w="1801495" h="1202689">
                <a:moveTo>
                  <a:pt x="0" y="1202436"/>
                </a:moveTo>
                <a:lnTo>
                  <a:pt x="1801368" y="1202436"/>
                </a:lnTo>
                <a:lnTo>
                  <a:pt x="1801368" y="0"/>
                </a:lnTo>
                <a:lnTo>
                  <a:pt x="0" y="0"/>
                </a:lnTo>
                <a:lnTo>
                  <a:pt x="0" y="1202436"/>
                </a:lnTo>
                <a:close/>
              </a:path>
            </a:pathLst>
          </a:custGeom>
          <a:solidFill>
            <a:srgbClr val="F7F7F7"/>
          </a:solidFill>
        </p:spPr>
        <p:txBody>
          <a:bodyPr wrap="square" lIns="0" tIns="0" rIns="0" bIns="0" rtlCol="0"/>
          <a:lstStyle/>
          <a:p>
            <a:endParaRPr sz="2000"/>
          </a:p>
        </p:txBody>
      </p:sp>
      <p:graphicFrame>
        <p:nvGraphicFramePr>
          <p:cNvPr id="141" name="object 5">
            <a:extLst>
              <a:ext uri="{FF2B5EF4-FFF2-40B4-BE49-F238E27FC236}">
                <a16:creationId xmlns:a16="http://schemas.microsoft.com/office/drawing/2014/main" id="{AB79DC59-C9A5-4FAB-A430-8B9F1D78D1A4}"/>
              </a:ext>
            </a:extLst>
          </p:cNvPr>
          <p:cNvGraphicFramePr>
            <a:graphicFrameLocks noGrp="1"/>
          </p:cNvGraphicFramePr>
          <p:nvPr>
            <p:extLst>
              <p:ext uri="{D42A27DB-BD31-4B8C-83A1-F6EECF244321}">
                <p14:modId xmlns:p14="http://schemas.microsoft.com/office/powerpoint/2010/main" val="3682048192"/>
              </p:ext>
            </p:extLst>
          </p:nvPr>
        </p:nvGraphicFramePr>
        <p:xfrm>
          <a:off x="2312360" y="1480300"/>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3" name="object 6">
            <a:extLst>
              <a:ext uri="{FF2B5EF4-FFF2-40B4-BE49-F238E27FC236}">
                <a16:creationId xmlns:a16="http://schemas.microsoft.com/office/drawing/2014/main" id="{1E7F1D8F-4A0B-4D61-954F-8C2C5EC044C0}"/>
              </a:ext>
            </a:extLst>
          </p:cNvPr>
          <p:cNvGraphicFramePr>
            <a:graphicFrameLocks noGrp="1"/>
          </p:cNvGraphicFramePr>
          <p:nvPr>
            <p:extLst>
              <p:ext uri="{D42A27DB-BD31-4B8C-83A1-F6EECF244321}">
                <p14:modId xmlns:p14="http://schemas.microsoft.com/office/powerpoint/2010/main" val="3826582514"/>
              </p:ext>
            </p:extLst>
          </p:nvPr>
        </p:nvGraphicFramePr>
        <p:xfrm>
          <a:off x="3330050"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4" name="object 7">
            <a:extLst>
              <a:ext uri="{FF2B5EF4-FFF2-40B4-BE49-F238E27FC236}">
                <a16:creationId xmlns:a16="http://schemas.microsoft.com/office/drawing/2014/main" id="{2DEC4D42-18DB-40EA-BC7F-CB9FBB6BAEF9}"/>
              </a:ext>
            </a:extLst>
          </p:cNvPr>
          <p:cNvGraphicFramePr>
            <a:graphicFrameLocks noGrp="1"/>
          </p:cNvGraphicFramePr>
          <p:nvPr>
            <p:extLst>
              <p:ext uri="{D42A27DB-BD31-4B8C-83A1-F6EECF244321}">
                <p14:modId xmlns:p14="http://schemas.microsoft.com/office/powerpoint/2010/main" val="4085306596"/>
              </p:ext>
            </p:extLst>
          </p:nvPr>
        </p:nvGraphicFramePr>
        <p:xfrm>
          <a:off x="3885463"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5" name="object 8">
            <a:extLst>
              <a:ext uri="{FF2B5EF4-FFF2-40B4-BE49-F238E27FC236}">
                <a16:creationId xmlns:a16="http://schemas.microsoft.com/office/drawing/2014/main" id="{80840E73-1778-479B-BA21-0869281FB00C}"/>
              </a:ext>
            </a:extLst>
          </p:cNvPr>
          <p:cNvSpPr txBox="1"/>
          <p:nvPr/>
        </p:nvSpPr>
        <p:spPr>
          <a:xfrm>
            <a:off x="3110482" y="1615769"/>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graphicFrame>
        <p:nvGraphicFramePr>
          <p:cNvPr id="166" name="object 9">
            <a:extLst>
              <a:ext uri="{FF2B5EF4-FFF2-40B4-BE49-F238E27FC236}">
                <a16:creationId xmlns:a16="http://schemas.microsoft.com/office/drawing/2014/main" id="{3181D264-893E-45EF-A9B6-43BA327A3F59}"/>
              </a:ext>
            </a:extLst>
          </p:cNvPr>
          <p:cNvGraphicFramePr>
            <a:graphicFrameLocks noGrp="1"/>
          </p:cNvGraphicFramePr>
          <p:nvPr>
            <p:extLst>
              <p:ext uri="{D42A27DB-BD31-4B8C-83A1-F6EECF244321}">
                <p14:modId xmlns:p14="http://schemas.microsoft.com/office/powerpoint/2010/main" val="3740541533"/>
              </p:ext>
            </p:extLst>
          </p:nvPr>
        </p:nvGraphicFramePr>
        <p:xfrm>
          <a:off x="3330050"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7" name="object 10">
            <a:extLst>
              <a:ext uri="{FF2B5EF4-FFF2-40B4-BE49-F238E27FC236}">
                <a16:creationId xmlns:a16="http://schemas.microsoft.com/office/drawing/2014/main" id="{2E8B620D-CEBC-4FB1-8C20-2BCFC6CA8D1C}"/>
              </a:ext>
            </a:extLst>
          </p:cNvPr>
          <p:cNvGraphicFramePr>
            <a:graphicFrameLocks noGrp="1"/>
          </p:cNvGraphicFramePr>
          <p:nvPr>
            <p:extLst>
              <p:ext uri="{D42A27DB-BD31-4B8C-83A1-F6EECF244321}">
                <p14:modId xmlns:p14="http://schemas.microsoft.com/office/powerpoint/2010/main" val="1569846749"/>
              </p:ext>
            </p:extLst>
          </p:nvPr>
        </p:nvGraphicFramePr>
        <p:xfrm>
          <a:off x="2312360" y="2560651"/>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8" name="object 11">
            <a:extLst>
              <a:ext uri="{FF2B5EF4-FFF2-40B4-BE49-F238E27FC236}">
                <a16:creationId xmlns:a16="http://schemas.microsoft.com/office/drawing/2014/main" id="{5C1C691E-A937-4B44-A2C1-93CDABFA62A1}"/>
              </a:ext>
            </a:extLst>
          </p:cNvPr>
          <p:cNvGraphicFramePr>
            <a:graphicFrameLocks noGrp="1"/>
          </p:cNvGraphicFramePr>
          <p:nvPr>
            <p:extLst>
              <p:ext uri="{D42A27DB-BD31-4B8C-83A1-F6EECF244321}">
                <p14:modId xmlns:p14="http://schemas.microsoft.com/office/powerpoint/2010/main" val="1263470997"/>
              </p:ext>
            </p:extLst>
          </p:nvPr>
        </p:nvGraphicFramePr>
        <p:xfrm>
          <a:off x="3885463"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9" name="object 12">
            <a:extLst>
              <a:ext uri="{FF2B5EF4-FFF2-40B4-BE49-F238E27FC236}">
                <a16:creationId xmlns:a16="http://schemas.microsoft.com/office/drawing/2014/main" id="{A8F1E9E5-CA7B-4B8E-A14F-CBABE3ED7E9A}"/>
              </a:ext>
            </a:extLst>
          </p:cNvPr>
          <p:cNvSpPr txBox="1"/>
          <p:nvPr/>
        </p:nvSpPr>
        <p:spPr>
          <a:xfrm>
            <a:off x="3110482" y="2695833"/>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170" name="object 13">
            <a:extLst>
              <a:ext uri="{FF2B5EF4-FFF2-40B4-BE49-F238E27FC236}">
                <a16:creationId xmlns:a16="http://schemas.microsoft.com/office/drawing/2014/main" id="{BABA6A51-61AD-4F4D-9ADB-2C6C7E7BE06F}"/>
              </a:ext>
            </a:extLst>
          </p:cNvPr>
          <p:cNvGraphicFramePr>
            <a:graphicFrameLocks noGrp="1"/>
          </p:cNvGraphicFramePr>
          <p:nvPr>
            <p:extLst>
              <p:ext uri="{D42A27DB-BD31-4B8C-83A1-F6EECF244321}">
                <p14:modId xmlns:p14="http://schemas.microsoft.com/office/powerpoint/2010/main" val="4294615400"/>
              </p:ext>
            </p:extLst>
          </p:nvPr>
        </p:nvGraphicFramePr>
        <p:xfrm>
          <a:off x="2312360" y="3622366"/>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pSp>
        <p:nvGrpSpPr>
          <p:cNvPr id="171" name="object 14">
            <a:extLst>
              <a:ext uri="{FF2B5EF4-FFF2-40B4-BE49-F238E27FC236}">
                <a16:creationId xmlns:a16="http://schemas.microsoft.com/office/drawing/2014/main" id="{4CFA8EFA-7C71-4FF6-9EB7-9837285A1ABB}"/>
              </a:ext>
            </a:extLst>
          </p:cNvPr>
          <p:cNvGrpSpPr/>
          <p:nvPr/>
        </p:nvGrpSpPr>
        <p:grpSpPr>
          <a:xfrm>
            <a:off x="3330050" y="3622366"/>
            <a:ext cx="200378" cy="666044"/>
            <a:chOff x="2080005" y="3980432"/>
            <a:chExt cx="180340" cy="599440"/>
          </a:xfrm>
        </p:grpSpPr>
        <p:sp>
          <p:nvSpPr>
            <p:cNvPr id="172" name="object 15">
              <a:extLst>
                <a:ext uri="{FF2B5EF4-FFF2-40B4-BE49-F238E27FC236}">
                  <a16:creationId xmlns:a16="http://schemas.microsoft.com/office/drawing/2014/main" id="{864B946B-1494-4D97-8698-66164C31A241}"/>
                </a:ext>
              </a:extLst>
            </p:cNvPr>
            <p:cNvSpPr/>
            <p:nvPr/>
          </p:nvSpPr>
          <p:spPr>
            <a:xfrm>
              <a:off x="2086355" y="3986782"/>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173" name="object 16">
              <a:extLst>
                <a:ext uri="{FF2B5EF4-FFF2-40B4-BE49-F238E27FC236}">
                  <a16:creationId xmlns:a16="http://schemas.microsoft.com/office/drawing/2014/main" id="{5A1F9809-A6EA-4308-9CDF-1AC37C358E10}"/>
                </a:ext>
              </a:extLst>
            </p:cNvPr>
            <p:cNvSpPr/>
            <p:nvPr/>
          </p:nvSpPr>
          <p:spPr>
            <a:xfrm>
              <a:off x="2086355"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74" name="object 17">
              <a:extLst>
                <a:ext uri="{FF2B5EF4-FFF2-40B4-BE49-F238E27FC236}">
                  <a16:creationId xmlns:a16="http://schemas.microsoft.com/office/drawing/2014/main" id="{9ECCDF39-D09E-4175-9F2C-545AD0173195}"/>
                </a:ext>
              </a:extLst>
            </p:cNvPr>
            <p:cNvSpPr/>
            <p:nvPr/>
          </p:nvSpPr>
          <p:spPr>
            <a:xfrm>
              <a:off x="2086355" y="4183377"/>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175" name="object 18">
              <a:extLst>
                <a:ext uri="{FF2B5EF4-FFF2-40B4-BE49-F238E27FC236}">
                  <a16:creationId xmlns:a16="http://schemas.microsoft.com/office/drawing/2014/main" id="{A6381CB3-C495-4861-98C5-646C1602097E}"/>
                </a:ext>
              </a:extLst>
            </p:cNvPr>
            <p:cNvSpPr/>
            <p:nvPr/>
          </p:nvSpPr>
          <p:spPr>
            <a:xfrm>
              <a:off x="2086355"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76" name="object 19">
              <a:extLst>
                <a:ext uri="{FF2B5EF4-FFF2-40B4-BE49-F238E27FC236}">
                  <a16:creationId xmlns:a16="http://schemas.microsoft.com/office/drawing/2014/main" id="{CFE4303C-A4ED-46B3-AD12-B1DA191F16A8}"/>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177" name="object 20">
              <a:extLst>
                <a:ext uri="{FF2B5EF4-FFF2-40B4-BE49-F238E27FC236}">
                  <a16:creationId xmlns:a16="http://schemas.microsoft.com/office/drawing/2014/main" id="{A08C8FD0-EFFD-47A7-B4B4-FCA956FE22EE}"/>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grpSp>
        <p:nvGrpSpPr>
          <p:cNvPr id="178" name="object 21">
            <a:extLst>
              <a:ext uri="{FF2B5EF4-FFF2-40B4-BE49-F238E27FC236}">
                <a16:creationId xmlns:a16="http://schemas.microsoft.com/office/drawing/2014/main" id="{4AB28C0E-B068-4246-A766-024B34C7C2B2}"/>
              </a:ext>
            </a:extLst>
          </p:cNvPr>
          <p:cNvGrpSpPr/>
          <p:nvPr/>
        </p:nvGrpSpPr>
        <p:grpSpPr>
          <a:xfrm>
            <a:off x="3885463" y="3622366"/>
            <a:ext cx="200378" cy="666044"/>
            <a:chOff x="2579877" y="3980432"/>
            <a:chExt cx="180340" cy="599440"/>
          </a:xfrm>
        </p:grpSpPr>
        <p:sp>
          <p:nvSpPr>
            <p:cNvPr id="179" name="object 22">
              <a:extLst>
                <a:ext uri="{FF2B5EF4-FFF2-40B4-BE49-F238E27FC236}">
                  <a16:creationId xmlns:a16="http://schemas.microsoft.com/office/drawing/2014/main" id="{220E0C6A-79E2-482A-8A27-C2079FB6308F}"/>
                </a:ext>
              </a:extLst>
            </p:cNvPr>
            <p:cNvSpPr/>
            <p:nvPr/>
          </p:nvSpPr>
          <p:spPr>
            <a:xfrm>
              <a:off x="2586227"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BEBEBE"/>
              </a:solidFill>
            </a:ln>
          </p:spPr>
          <p:txBody>
            <a:bodyPr wrap="square" lIns="0" tIns="0" rIns="0" bIns="0" rtlCol="0"/>
            <a:lstStyle/>
            <a:p>
              <a:endParaRPr sz="2000"/>
            </a:p>
          </p:txBody>
        </p:sp>
        <p:sp>
          <p:nvSpPr>
            <p:cNvPr id="180" name="object 23">
              <a:extLst>
                <a:ext uri="{FF2B5EF4-FFF2-40B4-BE49-F238E27FC236}">
                  <a16:creationId xmlns:a16="http://schemas.microsoft.com/office/drawing/2014/main" id="{7E1FAC6E-C5CD-4C51-95F8-64DB049E723A}"/>
                </a:ext>
              </a:extLst>
            </p:cNvPr>
            <p:cNvSpPr/>
            <p:nvPr/>
          </p:nvSpPr>
          <p:spPr>
            <a:xfrm>
              <a:off x="2586227"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181" name="object 24">
              <a:extLst>
                <a:ext uri="{FF2B5EF4-FFF2-40B4-BE49-F238E27FC236}">
                  <a16:creationId xmlns:a16="http://schemas.microsoft.com/office/drawing/2014/main" id="{32D80A5B-5ABB-49AB-9521-3C2E7A8A6A80}"/>
                </a:ext>
              </a:extLst>
            </p:cNvPr>
            <p:cNvSpPr/>
            <p:nvPr/>
          </p:nvSpPr>
          <p:spPr>
            <a:xfrm>
              <a:off x="2586227"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82" name="object 25">
            <a:extLst>
              <a:ext uri="{FF2B5EF4-FFF2-40B4-BE49-F238E27FC236}">
                <a16:creationId xmlns:a16="http://schemas.microsoft.com/office/drawing/2014/main" id="{9B2CEC7E-F665-4716-86E9-9D82D161D895}"/>
              </a:ext>
            </a:extLst>
          </p:cNvPr>
          <p:cNvSpPr txBox="1"/>
          <p:nvPr/>
        </p:nvSpPr>
        <p:spPr>
          <a:xfrm>
            <a:off x="3110482" y="3757497"/>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sp>
        <p:nvSpPr>
          <p:cNvPr id="183" name="object 26">
            <a:extLst>
              <a:ext uri="{FF2B5EF4-FFF2-40B4-BE49-F238E27FC236}">
                <a16:creationId xmlns:a16="http://schemas.microsoft.com/office/drawing/2014/main" id="{BDC96805-AA0C-4624-80E6-2E9736D2B7CE}"/>
              </a:ext>
            </a:extLst>
          </p:cNvPr>
          <p:cNvSpPr/>
          <p:nvPr/>
        </p:nvSpPr>
        <p:spPr>
          <a:xfrm>
            <a:off x="2220350" y="4500645"/>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184" name="object 27">
            <a:extLst>
              <a:ext uri="{FF2B5EF4-FFF2-40B4-BE49-F238E27FC236}">
                <a16:creationId xmlns:a16="http://schemas.microsoft.com/office/drawing/2014/main" id="{615FCFAF-B53B-4958-B145-66A056701589}"/>
              </a:ext>
            </a:extLst>
          </p:cNvPr>
          <p:cNvSpPr txBox="1"/>
          <p:nvPr/>
        </p:nvSpPr>
        <p:spPr>
          <a:xfrm>
            <a:off x="2657796" y="4829769"/>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85" name="object 28">
            <a:extLst>
              <a:ext uri="{FF2B5EF4-FFF2-40B4-BE49-F238E27FC236}">
                <a16:creationId xmlns:a16="http://schemas.microsoft.com/office/drawing/2014/main" id="{865F4504-3672-49EC-9836-6AD20F69CEAC}"/>
              </a:ext>
            </a:extLst>
          </p:cNvPr>
          <p:cNvSpPr txBox="1"/>
          <p:nvPr/>
        </p:nvSpPr>
        <p:spPr>
          <a:xfrm>
            <a:off x="1143000" y="1630017"/>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86" name="object 29">
            <a:extLst>
              <a:ext uri="{FF2B5EF4-FFF2-40B4-BE49-F238E27FC236}">
                <a16:creationId xmlns:a16="http://schemas.microsoft.com/office/drawing/2014/main" id="{85110F8A-14C8-4812-932B-26117F50DBFA}"/>
              </a:ext>
            </a:extLst>
          </p:cNvPr>
          <p:cNvSpPr txBox="1"/>
          <p:nvPr/>
        </p:nvSpPr>
        <p:spPr>
          <a:xfrm>
            <a:off x="1147741" y="2733083"/>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87" name="object 30">
            <a:extLst>
              <a:ext uri="{FF2B5EF4-FFF2-40B4-BE49-F238E27FC236}">
                <a16:creationId xmlns:a16="http://schemas.microsoft.com/office/drawing/2014/main" id="{C178B291-1A09-4443-B1C5-14E7E10D32EC}"/>
              </a:ext>
            </a:extLst>
          </p:cNvPr>
          <p:cNvSpPr txBox="1"/>
          <p:nvPr/>
        </p:nvSpPr>
        <p:spPr>
          <a:xfrm>
            <a:off x="1148419" y="3757549"/>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aphicFrame>
        <p:nvGraphicFramePr>
          <p:cNvPr id="188" name="object 31">
            <a:extLst>
              <a:ext uri="{FF2B5EF4-FFF2-40B4-BE49-F238E27FC236}">
                <a16:creationId xmlns:a16="http://schemas.microsoft.com/office/drawing/2014/main" id="{819E26E6-42D0-468B-96EA-EAF496BE9CC2}"/>
              </a:ext>
            </a:extLst>
          </p:cNvPr>
          <p:cNvGraphicFramePr>
            <a:graphicFrameLocks noGrp="1"/>
          </p:cNvGraphicFramePr>
          <p:nvPr>
            <p:extLst>
              <p:ext uri="{D42A27DB-BD31-4B8C-83A1-F6EECF244321}">
                <p14:modId xmlns:p14="http://schemas.microsoft.com/office/powerpoint/2010/main" val="2874809158"/>
              </p:ext>
            </p:extLst>
          </p:nvPr>
        </p:nvGraphicFramePr>
        <p:xfrm>
          <a:off x="5885312"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89" name="object 32">
            <a:extLst>
              <a:ext uri="{FF2B5EF4-FFF2-40B4-BE49-F238E27FC236}">
                <a16:creationId xmlns:a16="http://schemas.microsoft.com/office/drawing/2014/main" id="{7150387C-4F0A-413F-A644-457A3C976381}"/>
              </a:ext>
            </a:extLst>
          </p:cNvPr>
          <p:cNvGrpSpPr/>
          <p:nvPr/>
        </p:nvGrpSpPr>
        <p:grpSpPr>
          <a:xfrm>
            <a:off x="4712094" y="940410"/>
            <a:ext cx="2001661" cy="3524250"/>
            <a:chOff x="3323844" y="1566671"/>
            <a:chExt cx="1801495" cy="3171825"/>
          </a:xfrm>
        </p:grpSpPr>
        <p:sp>
          <p:nvSpPr>
            <p:cNvPr id="190" name="object 33">
              <a:extLst>
                <a:ext uri="{FF2B5EF4-FFF2-40B4-BE49-F238E27FC236}">
                  <a16:creationId xmlns:a16="http://schemas.microsoft.com/office/drawing/2014/main" id="{7B38D3C1-3DB9-488C-947A-BFC55B6E30CE}"/>
                </a:ext>
              </a:extLst>
            </p:cNvPr>
            <p:cNvSpPr/>
            <p:nvPr/>
          </p:nvSpPr>
          <p:spPr>
            <a:xfrm>
              <a:off x="3323844" y="1566671"/>
              <a:ext cx="1801495" cy="3171825"/>
            </a:xfrm>
            <a:custGeom>
              <a:avLst/>
              <a:gdLst/>
              <a:ahLst/>
              <a:cxnLst/>
              <a:rect l="l" t="t" r="r" b="b"/>
              <a:pathLst>
                <a:path w="1801495" h="3171825">
                  <a:moveTo>
                    <a:pt x="1801368" y="1267206"/>
                  </a:moveTo>
                  <a:lnTo>
                    <a:pt x="0" y="1267206"/>
                  </a:lnTo>
                  <a:lnTo>
                    <a:pt x="0" y="3171444"/>
                  </a:lnTo>
                  <a:lnTo>
                    <a:pt x="1801368" y="3171444"/>
                  </a:lnTo>
                  <a:lnTo>
                    <a:pt x="1801368" y="1267206"/>
                  </a:lnTo>
                  <a:close/>
                </a:path>
                <a:path w="1801495" h="3171825">
                  <a:moveTo>
                    <a:pt x="1801368" y="0"/>
                  </a:moveTo>
                  <a:lnTo>
                    <a:pt x="0" y="0"/>
                  </a:lnTo>
                  <a:lnTo>
                    <a:pt x="0" y="1202436"/>
                  </a:lnTo>
                  <a:lnTo>
                    <a:pt x="1801368" y="1202436"/>
                  </a:lnTo>
                  <a:lnTo>
                    <a:pt x="1801368" y="0"/>
                  </a:lnTo>
                  <a:close/>
                </a:path>
              </a:pathLst>
            </a:custGeom>
            <a:solidFill>
              <a:srgbClr val="F7F7F7"/>
            </a:solidFill>
          </p:spPr>
          <p:txBody>
            <a:bodyPr wrap="square" lIns="0" tIns="0" rIns="0" bIns="0" rtlCol="0"/>
            <a:lstStyle/>
            <a:p>
              <a:endParaRPr sz="2000"/>
            </a:p>
          </p:txBody>
        </p:sp>
        <p:sp>
          <p:nvSpPr>
            <p:cNvPr id="191" name="object 34">
              <a:extLst>
                <a:ext uri="{FF2B5EF4-FFF2-40B4-BE49-F238E27FC236}">
                  <a16:creationId xmlns:a16="http://schemas.microsoft.com/office/drawing/2014/main" id="{7F7BF712-2597-49A0-9FBD-83A5D2F60E26}"/>
                </a:ext>
              </a:extLst>
            </p:cNvPr>
            <p:cNvSpPr/>
            <p:nvPr/>
          </p:nvSpPr>
          <p:spPr>
            <a:xfrm>
              <a:off x="4875276" y="2255517"/>
              <a:ext cx="169162" cy="195074"/>
            </a:xfrm>
            <a:prstGeom prst="rect">
              <a:avLst/>
            </a:prstGeom>
            <a:blipFill>
              <a:blip r:embed="rId3" cstate="print"/>
              <a:stretch>
                <a:fillRect/>
              </a:stretch>
            </a:blipFill>
          </p:spPr>
          <p:txBody>
            <a:bodyPr wrap="square" lIns="0" tIns="0" rIns="0" bIns="0" rtlCol="0"/>
            <a:lstStyle/>
            <a:p>
              <a:endParaRPr sz="2000"/>
            </a:p>
          </p:txBody>
        </p:sp>
        <p:sp>
          <p:nvSpPr>
            <p:cNvPr id="192" name="object 35">
              <a:extLst>
                <a:ext uri="{FF2B5EF4-FFF2-40B4-BE49-F238E27FC236}">
                  <a16:creationId xmlns:a16="http://schemas.microsoft.com/office/drawing/2014/main" id="{C38C62EF-76CC-497D-A111-A11D366D9CF1}"/>
                </a:ext>
              </a:extLst>
            </p:cNvPr>
            <p:cNvSpPr/>
            <p:nvPr/>
          </p:nvSpPr>
          <p:spPr>
            <a:xfrm>
              <a:off x="4875276" y="2255517"/>
              <a:ext cx="169545" cy="195580"/>
            </a:xfrm>
            <a:custGeom>
              <a:avLst/>
              <a:gdLst/>
              <a:ahLst/>
              <a:cxnLst/>
              <a:rect l="l" t="t" r="r" b="b"/>
              <a:pathLst>
                <a:path w="169545" h="195580">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93" name="object 36">
              <a:extLst>
                <a:ext uri="{FF2B5EF4-FFF2-40B4-BE49-F238E27FC236}">
                  <a16:creationId xmlns:a16="http://schemas.microsoft.com/office/drawing/2014/main" id="{C70414A8-724B-49DF-A6BA-6B34B246AF81}"/>
                </a:ext>
              </a:extLst>
            </p:cNvPr>
            <p:cNvSpPr/>
            <p:nvPr/>
          </p:nvSpPr>
          <p:spPr>
            <a:xfrm>
              <a:off x="4875276" y="2450594"/>
              <a:ext cx="169162" cy="195069"/>
            </a:xfrm>
            <a:prstGeom prst="rect">
              <a:avLst/>
            </a:prstGeom>
            <a:blipFill>
              <a:blip r:embed="rId4" cstate="print"/>
              <a:stretch>
                <a:fillRect/>
              </a:stretch>
            </a:blipFill>
          </p:spPr>
          <p:txBody>
            <a:bodyPr wrap="square" lIns="0" tIns="0" rIns="0" bIns="0" rtlCol="0"/>
            <a:lstStyle/>
            <a:p>
              <a:endParaRPr sz="2000"/>
            </a:p>
          </p:txBody>
        </p:sp>
        <p:sp>
          <p:nvSpPr>
            <p:cNvPr id="194" name="object 37">
              <a:extLst>
                <a:ext uri="{FF2B5EF4-FFF2-40B4-BE49-F238E27FC236}">
                  <a16:creationId xmlns:a16="http://schemas.microsoft.com/office/drawing/2014/main" id="{BCF75760-3B80-4AE2-BF56-64C0BBBE8403}"/>
                </a:ext>
              </a:extLst>
            </p:cNvPr>
            <p:cNvSpPr/>
            <p:nvPr/>
          </p:nvSpPr>
          <p:spPr>
            <a:xfrm>
              <a:off x="4875276" y="2450594"/>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95" name="object 38">
            <a:extLst>
              <a:ext uri="{FF2B5EF4-FFF2-40B4-BE49-F238E27FC236}">
                <a16:creationId xmlns:a16="http://schemas.microsoft.com/office/drawing/2014/main" id="{D9C90A5B-ED60-436A-83AB-1721709E0E83}"/>
              </a:ext>
            </a:extLst>
          </p:cNvPr>
          <p:cNvSpPr txBox="1"/>
          <p:nvPr/>
        </p:nvSpPr>
        <p:spPr>
          <a:xfrm>
            <a:off x="5654574" y="1615769"/>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dirty="0">
              <a:latin typeface="Arial"/>
              <a:cs typeface="Arial"/>
            </a:endParaRPr>
          </a:p>
        </p:txBody>
      </p:sp>
      <p:graphicFrame>
        <p:nvGraphicFramePr>
          <p:cNvPr id="196" name="object 39">
            <a:extLst>
              <a:ext uri="{FF2B5EF4-FFF2-40B4-BE49-F238E27FC236}">
                <a16:creationId xmlns:a16="http://schemas.microsoft.com/office/drawing/2014/main" id="{B86FE8AA-A20F-4BB1-A601-64A1CB2FCA5F}"/>
              </a:ext>
            </a:extLst>
          </p:cNvPr>
          <p:cNvGraphicFramePr>
            <a:graphicFrameLocks noGrp="1"/>
          </p:cNvGraphicFramePr>
          <p:nvPr>
            <p:extLst>
              <p:ext uri="{D42A27DB-BD31-4B8C-83A1-F6EECF244321}">
                <p14:modId xmlns:p14="http://schemas.microsoft.com/office/powerpoint/2010/main" val="3873124149"/>
              </p:ext>
            </p:extLst>
          </p:nvPr>
        </p:nvGraphicFramePr>
        <p:xfrm>
          <a:off x="5873437"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97" name="object 40">
            <a:extLst>
              <a:ext uri="{FF2B5EF4-FFF2-40B4-BE49-F238E27FC236}">
                <a16:creationId xmlns:a16="http://schemas.microsoft.com/office/drawing/2014/main" id="{01FE0133-9998-4642-A852-5E596F692625}"/>
              </a:ext>
            </a:extLst>
          </p:cNvPr>
          <p:cNvGrpSpPr/>
          <p:nvPr/>
        </p:nvGrpSpPr>
        <p:grpSpPr>
          <a:xfrm>
            <a:off x="5873437" y="2560651"/>
            <a:ext cx="757767" cy="1727906"/>
            <a:chOff x="4369054" y="3024888"/>
            <a:chExt cx="681990" cy="1555115"/>
          </a:xfrm>
        </p:grpSpPr>
        <p:sp>
          <p:nvSpPr>
            <p:cNvPr id="198" name="object 41">
              <a:extLst>
                <a:ext uri="{FF2B5EF4-FFF2-40B4-BE49-F238E27FC236}">
                  <a16:creationId xmlns:a16="http://schemas.microsoft.com/office/drawing/2014/main" id="{ACF5719E-657B-4FAB-A282-096514DBB01A}"/>
                </a:ext>
              </a:extLst>
            </p:cNvPr>
            <p:cNvSpPr/>
            <p:nvPr/>
          </p:nvSpPr>
          <p:spPr>
            <a:xfrm>
              <a:off x="4875276" y="3031238"/>
              <a:ext cx="169162" cy="195069"/>
            </a:xfrm>
            <a:prstGeom prst="rect">
              <a:avLst/>
            </a:prstGeom>
            <a:blipFill>
              <a:blip r:embed="rId5" cstate="print"/>
              <a:stretch>
                <a:fillRect/>
              </a:stretch>
            </a:blipFill>
          </p:spPr>
          <p:txBody>
            <a:bodyPr wrap="square" lIns="0" tIns="0" rIns="0" bIns="0" rtlCol="0"/>
            <a:lstStyle/>
            <a:p>
              <a:endParaRPr sz="2000"/>
            </a:p>
          </p:txBody>
        </p:sp>
        <p:sp>
          <p:nvSpPr>
            <p:cNvPr id="199" name="object 42">
              <a:extLst>
                <a:ext uri="{FF2B5EF4-FFF2-40B4-BE49-F238E27FC236}">
                  <a16:creationId xmlns:a16="http://schemas.microsoft.com/office/drawing/2014/main" id="{856F1740-559E-4836-931D-D52AD1231700}"/>
                </a:ext>
              </a:extLst>
            </p:cNvPr>
            <p:cNvSpPr/>
            <p:nvPr/>
          </p:nvSpPr>
          <p:spPr>
            <a:xfrm>
              <a:off x="4875276" y="3031238"/>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0" name="object 43">
              <a:extLst>
                <a:ext uri="{FF2B5EF4-FFF2-40B4-BE49-F238E27FC236}">
                  <a16:creationId xmlns:a16="http://schemas.microsoft.com/office/drawing/2014/main" id="{FCA20ACB-63E3-4DE5-9079-A9233D09237B}"/>
                </a:ext>
              </a:extLst>
            </p:cNvPr>
            <p:cNvSpPr/>
            <p:nvPr/>
          </p:nvSpPr>
          <p:spPr>
            <a:xfrm>
              <a:off x="4875276" y="3422901"/>
              <a:ext cx="169162" cy="195074"/>
            </a:xfrm>
            <a:prstGeom prst="rect">
              <a:avLst/>
            </a:prstGeom>
            <a:blipFill>
              <a:blip r:embed="rId6" cstate="print"/>
              <a:stretch>
                <a:fillRect/>
              </a:stretch>
            </a:blipFill>
          </p:spPr>
          <p:txBody>
            <a:bodyPr wrap="square" lIns="0" tIns="0" rIns="0" bIns="0" rtlCol="0"/>
            <a:lstStyle/>
            <a:p>
              <a:endParaRPr sz="2000"/>
            </a:p>
          </p:txBody>
        </p:sp>
        <p:sp>
          <p:nvSpPr>
            <p:cNvPr id="201" name="object 44">
              <a:extLst>
                <a:ext uri="{FF2B5EF4-FFF2-40B4-BE49-F238E27FC236}">
                  <a16:creationId xmlns:a16="http://schemas.microsoft.com/office/drawing/2014/main" id="{DF3E0B34-2CD2-4061-9D57-62C5F7C363A5}"/>
                </a:ext>
              </a:extLst>
            </p:cNvPr>
            <p:cNvSpPr/>
            <p:nvPr/>
          </p:nvSpPr>
          <p:spPr>
            <a:xfrm>
              <a:off x="4875276" y="3422901"/>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2" name="object 45">
              <a:extLst>
                <a:ext uri="{FF2B5EF4-FFF2-40B4-BE49-F238E27FC236}">
                  <a16:creationId xmlns:a16="http://schemas.microsoft.com/office/drawing/2014/main" id="{5B185941-C192-4048-8298-A7C82EAE9857}"/>
                </a:ext>
              </a:extLst>
            </p:cNvPr>
            <p:cNvSpPr/>
            <p:nvPr/>
          </p:nvSpPr>
          <p:spPr>
            <a:xfrm>
              <a:off x="4375404"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203" name="object 46">
              <a:extLst>
                <a:ext uri="{FF2B5EF4-FFF2-40B4-BE49-F238E27FC236}">
                  <a16:creationId xmlns:a16="http://schemas.microsoft.com/office/drawing/2014/main" id="{BA053566-C2FB-4B43-A936-2554AA7F9CF6}"/>
                </a:ext>
              </a:extLst>
            </p:cNvPr>
            <p:cNvSpPr/>
            <p:nvPr/>
          </p:nvSpPr>
          <p:spPr>
            <a:xfrm>
              <a:off x="4375404"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204" name="object 47">
              <a:extLst>
                <a:ext uri="{FF2B5EF4-FFF2-40B4-BE49-F238E27FC236}">
                  <a16:creationId xmlns:a16="http://schemas.microsoft.com/office/drawing/2014/main" id="{5E27022E-8B4A-4313-8E9C-7CC34048E34E}"/>
                </a:ext>
              </a:extLst>
            </p:cNvPr>
            <p:cNvSpPr/>
            <p:nvPr/>
          </p:nvSpPr>
          <p:spPr>
            <a:xfrm>
              <a:off x="4375404"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5" name="object 48">
              <a:extLst>
                <a:ext uri="{FF2B5EF4-FFF2-40B4-BE49-F238E27FC236}">
                  <a16:creationId xmlns:a16="http://schemas.microsoft.com/office/drawing/2014/main" id="{3549E976-70CC-4EF6-B727-B62994559A19}"/>
                </a:ext>
              </a:extLst>
            </p:cNvPr>
            <p:cNvSpPr/>
            <p:nvPr/>
          </p:nvSpPr>
          <p:spPr>
            <a:xfrm>
              <a:off x="4875276" y="3986782"/>
              <a:ext cx="169162" cy="196597"/>
            </a:xfrm>
            <a:prstGeom prst="rect">
              <a:avLst/>
            </a:prstGeom>
            <a:blipFill>
              <a:blip r:embed="rId7" cstate="print"/>
              <a:stretch>
                <a:fillRect/>
              </a:stretch>
            </a:blipFill>
          </p:spPr>
          <p:txBody>
            <a:bodyPr wrap="square" lIns="0" tIns="0" rIns="0" bIns="0" rtlCol="0"/>
            <a:lstStyle/>
            <a:p>
              <a:endParaRPr sz="2000"/>
            </a:p>
          </p:txBody>
        </p:sp>
        <p:sp>
          <p:nvSpPr>
            <p:cNvPr id="206" name="object 49">
              <a:extLst>
                <a:ext uri="{FF2B5EF4-FFF2-40B4-BE49-F238E27FC236}">
                  <a16:creationId xmlns:a16="http://schemas.microsoft.com/office/drawing/2014/main" id="{01AA0BC4-C738-4A6D-93DB-FC201EA9AAA5}"/>
                </a:ext>
              </a:extLst>
            </p:cNvPr>
            <p:cNvSpPr/>
            <p:nvPr/>
          </p:nvSpPr>
          <p:spPr>
            <a:xfrm>
              <a:off x="4875276" y="398678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07" name="object 50">
              <a:extLst>
                <a:ext uri="{FF2B5EF4-FFF2-40B4-BE49-F238E27FC236}">
                  <a16:creationId xmlns:a16="http://schemas.microsoft.com/office/drawing/2014/main" id="{9D51C02C-B490-42B7-B9D3-A651518C378A}"/>
                </a:ext>
              </a:extLst>
            </p:cNvPr>
            <p:cNvSpPr/>
            <p:nvPr/>
          </p:nvSpPr>
          <p:spPr>
            <a:xfrm>
              <a:off x="4875276" y="4183377"/>
              <a:ext cx="169162" cy="195074"/>
            </a:xfrm>
            <a:prstGeom prst="rect">
              <a:avLst/>
            </a:prstGeom>
            <a:blipFill>
              <a:blip r:embed="rId8" cstate="print"/>
              <a:stretch>
                <a:fillRect/>
              </a:stretch>
            </a:blipFill>
          </p:spPr>
          <p:txBody>
            <a:bodyPr wrap="square" lIns="0" tIns="0" rIns="0" bIns="0" rtlCol="0"/>
            <a:lstStyle/>
            <a:p>
              <a:endParaRPr sz="2000"/>
            </a:p>
          </p:txBody>
        </p:sp>
        <p:sp>
          <p:nvSpPr>
            <p:cNvPr id="208" name="object 51">
              <a:extLst>
                <a:ext uri="{FF2B5EF4-FFF2-40B4-BE49-F238E27FC236}">
                  <a16:creationId xmlns:a16="http://schemas.microsoft.com/office/drawing/2014/main" id="{6FCEDAA4-F2E4-4BE4-9DF2-067EC729EF65}"/>
                </a:ext>
              </a:extLst>
            </p:cNvPr>
            <p:cNvSpPr/>
            <p:nvPr/>
          </p:nvSpPr>
          <p:spPr>
            <a:xfrm>
              <a:off x="4875276" y="4183377"/>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9" name="object 52">
              <a:extLst>
                <a:ext uri="{FF2B5EF4-FFF2-40B4-BE49-F238E27FC236}">
                  <a16:creationId xmlns:a16="http://schemas.microsoft.com/office/drawing/2014/main" id="{78923D09-8192-4EC8-A0DE-37FB9532FB2E}"/>
                </a:ext>
              </a:extLst>
            </p:cNvPr>
            <p:cNvSpPr/>
            <p:nvPr/>
          </p:nvSpPr>
          <p:spPr>
            <a:xfrm>
              <a:off x="4875276" y="4378454"/>
              <a:ext cx="169162" cy="195069"/>
            </a:xfrm>
            <a:prstGeom prst="rect">
              <a:avLst/>
            </a:prstGeom>
            <a:blipFill>
              <a:blip r:embed="rId9" cstate="print"/>
              <a:stretch>
                <a:fillRect/>
              </a:stretch>
            </a:blipFill>
          </p:spPr>
          <p:txBody>
            <a:bodyPr wrap="square" lIns="0" tIns="0" rIns="0" bIns="0" rtlCol="0"/>
            <a:lstStyle/>
            <a:p>
              <a:endParaRPr sz="2000"/>
            </a:p>
          </p:txBody>
        </p:sp>
        <p:sp>
          <p:nvSpPr>
            <p:cNvPr id="210" name="object 53">
              <a:extLst>
                <a:ext uri="{FF2B5EF4-FFF2-40B4-BE49-F238E27FC236}">
                  <a16:creationId xmlns:a16="http://schemas.microsoft.com/office/drawing/2014/main" id="{2CC221C7-C836-4ADC-B535-C3EC1B0E2201}"/>
                </a:ext>
              </a:extLst>
            </p:cNvPr>
            <p:cNvSpPr/>
            <p:nvPr/>
          </p:nvSpPr>
          <p:spPr>
            <a:xfrm>
              <a:off x="4875276" y="4378454"/>
              <a:ext cx="169545" cy="195580"/>
            </a:xfrm>
            <a:custGeom>
              <a:avLst/>
              <a:gdLst/>
              <a:ahLst/>
              <a:cxnLst/>
              <a:rect l="l" t="t" r="r" b="b"/>
              <a:pathLst>
                <a:path w="169545" h="195579">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211" name="object 54">
            <a:extLst>
              <a:ext uri="{FF2B5EF4-FFF2-40B4-BE49-F238E27FC236}">
                <a16:creationId xmlns:a16="http://schemas.microsoft.com/office/drawing/2014/main" id="{E06E8605-8218-48CE-A8A1-780A436D0B41}"/>
              </a:ext>
            </a:extLst>
          </p:cNvPr>
          <p:cNvSpPr txBox="1"/>
          <p:nvPr/>
        </p:nvSpPr>
        <p:spPr>
          <a:xfrm>
            <a:off x="5654574" y="2695833"/>
            <a:ext cx="680156" cy="356202"/>
          </a:xfrm>
          <a:prstGeom prst="rect">
            <a:avLst/>
          </a:prstGeom>
        </p:spPr>
        <p:txBody>
          <a:bodyPr vert="horz" wrap="square" lIns="0" tIns="14111" rIns="0" bIns="0" rtlCol="0">
            <a:spAutoFit/>
          </a:bodyPr>
          <a:lstStyle/>
          <a:p>
            <a:pPr>
              <a:spcBef>
                <a:spcPts val="111"/>
              </a:spcBef>
              <a:tabLst>
                <a:tab pos="500234" algn="l"/>
              </a:tabLst>
            </a:pPr>
            <a:r>
              <a:rPr sz="2222" b="1" dirty="0">
                <a:latin typeface="Arial"/>
                <a:cs typeface="Arial"/>
              </a:rPr>
              <a:t>×	=</a:t>
            </a:r>
            <a:endParaRPr sz="2222" dirty="0">
              <a:latin typeface="Arial"/>
              <a:cs typeface="Arial"/>
            </a:endParaRPr>
          </a:p>
        </p:txBody>
      </p:sp>
      <p:graphicFrame>
        <p:nvGraphicFramePr>
          <p:cNvPr id="212" name="object 55">
            <a:extLst>
              <a:ext uri="{FF2B5EF4-FFF2-40B4-BE49-F238E27FC236}">
                <a16:creationId xmlns:a16="http://schemas.microsoft.com/office/drawing/2014/main" id="{535B6A78-EF1C-47E3-A659-6755DDF552A2}"/>
              </a:ext>
            </a:extLst>
          </p:cNvPr>
          <p:cNvGraphicFramePr>
            <a:graphicFrameLocks noGrp="1"/>
          </p:cNvGraphicFramePr>
          <p:nvPr>
            <p:extLst>
              <p:ext uri="{D42A27DB-BD31-4B8C-83A1-F6EECF244321}">
                <p14:modId xmlns:p14="http://schemas.microsoft.com/office/powerpoint/2010/main" val="1576215561"/>
              </p:ext>
            </p:extLst>
          </p:nvPr>
        </p:nvGraphicFramePr>
        <p:xfrm>
          <a:off x="4894691" y="3585114"/>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extLst>
                  <a:ext uri="{0D108BD9-81ED-4DB2-BD59-A6C34878D82A}">
                    <a16:rowId xmlns:a16="http://schemas.microsoft.com/office/drawing/2014/main" val="10000"/>
                  </a:ext>
                </a:extLst>
              </a:tr>
            </a:tbl>
          </a:graphicData>
        </a:graphic>
      </p:graphicFrame>
      <p:sp>
        <p:nvSpPr>
          <p:cNvPr id="213" name="object 56">
            <a:extLst>
              <a:ext uri="{FF2B5EF4-FFF2-40B4-BE49-F238E27FC236}">
                <a16:creationId xmlns:a16="http://schemas.microsoft.com/office/drawing/2014/main" id="{F61840EF-2DB2-4479-BE39-FCC424D13C1A}"/>
              </a:ext>
            </a:extLst>
          </p:cNvPr>
          <p:cNvSpPr txBox="1"/>
          <p:nvPr/>
        </p:nvSpPr>
        <p:spPr>
          <a:xfrm>
            <a:off x="5654574" y="3757497"/>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a:latin typeface="Arial"/>
              <a:cs typeface="Arial"/>
            </a:endParaRPr>
          </a:p>
        </p:txBody>
      </p:sp>
      <p:graphicFrame>
        <p:nvGraphicFramePr>
          <p:cNvPr id="214" name="object 57">
            <a:extLst>
              <a:ext uri="{FF2B5EF4-FFF2-40B4-BE49-F238E27FC236}">
                <a16:creationId xmlns:a16="http://schemas.microsoft.com/office/drawing/2014/main" id="{C0AAAEF1-8E89-4E7F-958A-49858B8D3A5D}"/>
              </a:ext>
            </a:extLst>
          </p:cNvPr>
          <p:cNvGraphicFramePr>
            <a:graphicFrameLocks noGrp="1"/>
          </p:cNvGraphicFramePr>
          <p:nvPr>
            <p:extLst>
              <p:ext uri="{D42A27DB-BD31-4B8C-83A1-F6EECF244321}">
                <p14:modId xmlns:p14="http://schemas.microsoft.com/office/powerpoint/2010/main" val="2041996832"/>
              </p:ext>
            </p:extLst>
          </p:nvPr>
        </p:nvGraphicFramePr>
        <p:xfrm>
          <a:off x="4894691" y="1443048"/>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215" name="object 58">
            <a:extLst>
              <a:ext uri="{FF2B5EF4-FFF2-40B4-BE49-F238E27FC236}">
                <a16:creationId xmlns:a16="http://schemas.microsoft.com/office/drawing/2014/main" id="{DE150305-212E-46C7-A2F1-C768771B44C0}"/>
              </a:ext>
            </a:extLst>
          </p:cNvPr>
          <p:cNvGraphicFramePr>
            <a:graphicFrameLocks noGrp="1"/>
          </p:cNvGraphicFramePr>
          <p:nvPr>
            <p:extLst>
              <p:ext uri="{D42A27DB-BD31-4B8C-83A1-F6EECF244321}">
                <p14:modId xmlns:p14="http://schemas.microsoft.com/office/powerpoint/2010/main" val="1730030979"/>
              </p:ext>
            </p:extLst>
          </p:nvPr>
        </p:nvGraphicFramePr>
        <p:xfrm>
          <a:off x="4894691" y="2523394"/>
          <a:ext cx="651229" cy="726441"/>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6441">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sp>
        <p:nvSpPr>
          <p:cNvPr id="216" name="object 60">
            <a:extLst>
              <a:ext uri="{FF2B5EF4-FFF2-40B4-BE49-F238E27FC236}">
                <a16:creationId xmlns:a16="http://schemas.microsoft.com/office/drawing/2014/main" id="{66D3DB39-35A2-4C2E-AADE-E45CAA47E356}"/>
              </a:ext>
            </a:extLst>
          </p:cNvPr>
          <p:cNvSpPr/>
          <p:nvPr/>
        </p:nvSpPr>
        <p:spPr>
          <a:xfrm>
            <a:off x="6435908" y="2784447"/>
            <a:ext cx="187958" cy="218441"/>
          </a:xfrm>
          <a:prstGeom prst="rect">
            <a:avLst/>
          </a:prstGeom>
          <a:blipFill>
            <a:blip r:embed="rId10" cstate="print"/>
            <a:stretch>
              <a:fillRect/>
            </a:stretch>
          </a:blipFill>
        </p:spPr>
        <p:txBody>
          <a:bodyPr wrap="square" lIns="0" tIns="0" rIns="0" bIns="0" rtlCol="0"/>
          <a:lstStyle/>
          <a:p>
            <a:endParaRPr sz="2000"/>
          </a:p>
        </p:txBody>
      </p:sp>
      <p:sp>
        <p:nvSpPr>
          <p:cNvPr id="217" name="object 61">
            <a:extLst>
              <a:ext uri="{FF2B5EF4-FFF2-40B4-BE49-F238E27FC236}">
                <a16:creationId xmlns:a16="http://schemas.microsoft.com/office/drawing/2014/main" id="{300801C2-3558-4154-8586-C2564159D8B1}"/>
              </a:ext>
            </a:extLst>
          </p:cNvPr>
          <p:cNvSpPr/>
          <p:nvPr/>
        </p:nvSpPr>
        <p:spPr>
          <a:xfrm>
            <a:off x="6435908" y="2784447"/>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18" name="object 62">
            <a:extLst>
              <a:ext uri="{FF2B5EF4-FFF2-40B4-BE49-F238E27FC236}">
                <a16:creationId xmlns:a16="http://schemas.microsoft.com/office/drawing/2014/main" id="{0A51BBD7-1612-4903-A5E3-826FEC255B49}"/>
              </a:ext>
            </a:extLst>
          </p:cNvPr>
          <p:cNvSpPr/>
          <p:nvPr/>
        </p:nvSpPr>
        <p:spPr>
          <a:xfrm>
            <a:off x="4765434" y="4500642"/>
            <a:ext cx="1913467" cy="298450"/>
          </a:xfrm>
          <a:custGeom>
            <a:avLst/>
            <a:gdLst/>
            <a:ahLst/>
            <a:cxnLst/>
            <a:rect l="l" t="t" r="r" b="b"/>
            <a:pathLst>
              <a:path w="1722120" h="268604">
                <a:moveTo>
                  <a:pt x="1722120" y="0"/>
                </a:moveTo>
                <a:lnTo>
                  <a:pt x="1712535" y="52190"/>
                </a:lnTo>
                <a:lnTo>
                  <a:pt x="1686401" y="94820"/>
                </a:lnTo>
                <a:lnTo>
                  <a:pt x="1647646" y="123567"/>
                </a:lnTo>
                <a:lnTo>
                  <a:pt x="1600200" y="134110"/>
                </a:lnTo>
                <a:lnTo>
                  <a:pt x="982980" y="134110"/>
                </a:lnTo>
                <a:lnTo>
                  <a:pt x="935533" y="144650"/>
                </a:lnTo>
                <a:lnTo>
                  <a:pt x="896778" y="173392"/>
                </a:lnTo>
                <a:lnTo>
                  <a:pt x="870644" y="216022"/>
                </a:lnTo>
                <a:lnTo>
                  <a:pt x="861060" y="268225"/>
                </a:lnTo>
                <a:lnTo>
                  <a:pt x="851475" y="216022"/>
                </a:lnTo>
                <a:lnTo>
                  <a:pt x="825341" y="173392"/>
                </a:lnTo>
                <a:lnTo>
                  <a:pt x="786586" y="144650"/>
                </a:lnTo>
                <a:lnTo>
                  <a:pt x="739140"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219" name="object 63">
            <a:extLst>
              <a:ext uri="{FF2B5EF4-FFF2-40B4-BE49-F238E27FC236}">
                <a16:creationId xmlns:a16="http://schemas.microsoft.com/office/drawing/2014/main" id="{9E8C662D-C26A-4C4B-8F4F-1ED1FB444851}"/>
              </a:ext>
            </a:extLst>
          </p:cNvPr>
          <p:cNvSpPr/>
          <p:nvPr/>
        </p:nvSpPr>
        <p:spPr>
          <a:xfrm>
            <a:off x="6435908" y="1487354"/>
            <a:ext cx="187958" cy="218441"/>
          </a:xfrm>
          <a:prstGeom prst="rect">
            <a:avLst/>
          </a:prstGeom>
          <a:blipFill>
            <a:blip r:embed="rId11" cstate="print"/>
            <a:stretch>
              <a:fillRect/>
            </a:stretch>
          </a:blipFill>
        </p:spPr>
        <p:txBody>
          <a:bodyPr wrap="square" lIns="0" tIns="0" rIns="0" bIns="0" rtlCol="0"/>
          <a:lstStyle/>
          <a:p>
            <a:endParaRPr sz="2000"/>
          </a:p>
        </p:txBody>
      </p:sp>
      <p:sp>
        <p:nvSpPr>
          <p:cNvPr id="220" name="object 64">
            <a:extLst>
              <a:ext uri="{FF2B5EF4-FFF2-40B4-BE49-F238E27FC236}">
                <a16:creationId xmlns:a16="http://schemas.microsoft.com/office/drawing/2014/main" id="{43CDB7D2-035F-47B1-BBC4-D87ADF3ED51F}"/>
              </a:ext>
            </a:extLst>
          </p:cNvPr>
          <p:cNvSpPr/>
          <p:nvPr/>
        </p:nvSpPr>
        <p:spPr>
          <a:xfrm>
            <a:off x="6435908" y="1487354"/>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21" name="object 65">
            <a:extLst>
              <a:ext uri="{FF2B5EF4-FFF2-40B4-BE49-F238E27FC236}">
                <a16:creationId xmlns:a16="http://schemas.microsoft.com/office/drawing/2014/main" id="{3DB0B4CD-31A3-499A-86D8-E06ED70E6813}"/>
              </a:ext>
            </a:extLst>
          </p:cNvPr>
          <p:cNvSpPr/>
          <p:nvPr/>
        </p:nvSpPr>
        <p:spPr>
          <a:xfrm>
            <a:off x="1222983" y="2321365"/>
            <a:ext cx="6054246" cy="1214087"/>
          </a:xfrm>
          <a:custGeom>
            <a:avLst/>
            <a:gdLst/>
            <a:ahLst/>
            <a:cxnLst/>
            <a:rect l="l" t="t" r="r" b="b"/>
            <a:pathLst>
              <a:path w="5489575" h="991870">
                <a:moveTo>
                  <a:pt x="0" y="26670"/>
                </a:moveTo>
                <a:lnTo>
                  <a:pt x="5489318" y="0"/>
                </a:lnTo>
              </a:path>
              <a:path w="5489575" h="991870">
                <a:moveTo>
                  <a:pt x="0" y="991616"/>
                </a:moveTo>
                <a:lnTo>
                  <a:pt x="5448805" y="915924"/>
                </a:lnTo>
              </a:path>
            </a:pathLst>
          </a:custGeom>
          <a:ln w="38100">
            <a:solidFill>
              <a:srgbClr val="008462"/>
            </a:solidFill>
            <a:prstDash val="lgDash"/>
          </a:ln>
        </p:spPr>
        <p:txBody>
          <a:bodyPr wrap="square" lIns="0" tIns="0" rIns="0" bIns="0" rtlCol="0"/>
          <a:lstStyle/>
          <a:p>
            <a:endParaRPr sz="2000"/>
          </a:p>
        </p:txBody>
      </p:sp>
      <p:sp>
        <p:nvSpPr>
          <p:cNvPr id="222" name="object 66">
            <a:extLst>
              <a:ext uri="{FF2B5EF4-FFF2-40B4-BE49-F238E27FC236}">
                <a16:creationId xmlns:a16="http://schemas.microsoft.com/office/drawing/2014/main" id="{7C06C2FF-7C6D-40BC-953A-2361FF1C85A9}"/>
              </a:ext>
            </a:extLst>
          </p:cNvPr>
          <p:cNvSpPr txBox="1"/>
          <p:nvPr/>
        </p:nvSpPr>
        <p:spPr>
          <a:xfrm>
            <a:off x="4927568" y="4829769"/>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2" dirty="0">
                <a:latin typeface="Arial"/>
                <a:cs typeface="Arial"/>
              </a:rPr>
              <a:t> </a:t>
            </a:r>
            <a:r>
              <a:rPr sz="1556" spc="-6" dirty="0">
                <a:latin typeface="Arial"/>
                <a:cs typeface="Arial"/>
              </a:rPr>
              <a:t>fwd</a:t>
            </a:r>
            <a:endParaRPr sz="1556">
              <a:latin typeface="Arial"/>
              <a:cs typeface="Arial"/>
            </a:endParaRPr>
          </a:p>
        </p:txBody>
      </p:sp>
      <p:graphicFrame>
        <p:nvGraphicFramePr>
          <p:cNvPr id="223" name="object 7">
            <a:extLst>
              <a:ext uri="{FF2B5EF4-FFF2-40B4-BE49-F238E27FC236}">
                <a16:creationId xmlns:a16="http://schemas.microsoft.com/office/drawing/2014/main" id="{5A14F94C-243B-438D-9988-6E2B12DF5F15}"/>
              </a:ext>
            </a:extLst>
          </p:cNvPr>
          <p:cNvGraphicFramePr>
            <a:graphicFrameLocks noGrp="1"/>
          </p:cNvGraphicFramePr>
          <p:nvPr>
            <p:extLst>
              <p:ext uri="{D42A27DB-BD31-4B8C-83A1-F6EECF244321}">
                <p14:modId xmlns:p14="http://schemas.microsoft.com/office/powerpoint/2010/main" val="2388405803"/>
              </p:ext>
            </p:extLst>
          </p:nvPr>
        </p:nvGraphicFramePr>
        <p:xfrm>
          <a:off x="5868600" y="1466798"/>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24" name="object 67">
            <a:extLst>
              <a:ext uri="{FF2B5EF4-FFF2-40B4-BE49-F238E27FC236}">
                <a16:creationId xmlns:a16="http://schemas.microsoft.com/office/drawing/2014/main" id="{622E30CE-531C-4C9A-A00E-B309680F1DD5}"/>
              </a:ext>
            </a:extLst>
          </p:cNvPr>
          <p:cNvSpPr txBox="1"/>
          <p:nvPr/>
        </p:nvSpPr>
        <p:spPr>
          <a:xfrm>
            <a:off x="2045948" y="1069452"/>
            <a:ext cx="6028683" cy="291961"/>
          </a:xfrm>
          <a:prstGeom prst="rect">
            <a:avLst/>
          </a:prstGeom>
        </p:spPr>
        <p:txBody>
          <a:bodyPr vert="horz" wrap="square" lIns="0" tIns="14817" rIns="0" bIns="0" rtlCol="0">
            <a:spAutoFit/>
          </a:bodyPr>
          <a:lstStyle/>
          <a:p>
            <a:pPr marL="14111">
              <a:spcBef>
                <a:spcPts val="117"/>
              </a:spcBef>
              <a:tabLst>
                <a:tab pos="2831366" algn="l"/>
              </a:tabLst>
            </a:pPr>
            <a:r>
              <a:rPr b="1" dirty="0">
                <a:solidFill>
                  <a:srgbClr val="6F2F9F"/>
                </a:solidFill>
                <a:latin typeface="Arial"/>
                <a:cs typeface="Arial"/>
              </a:rPr>
              <a:t>Row-wise</a:t>
            </a:r>
            <a:r>
              <a:rPr b="1" spc="-44" dirty="0">
                <a:solidFill>
                  <a:srgbClr val="6F2F9F"/>
                </a:solidFill>
                <a:latin typeface="Arial"/>
                <a:cs typeface="Arial"/>
              </a:rPr>
              <a:t> </a:t>
            </a:r>
            <a:r>
              <a:rPr b="1" spc="-6" dirty="0">
                <a:solidFill>
                  <a:srgbClr val="6F2F9F"/>
                </a:solidFill>
                <a:latin typeface="Arial"/>
                <a:cs typeface="Arial"/>
              </a:rPr>
              <a:t>partitioning</a:t>
            </a:r>
            <a:r>
              <a:rPr lang="en-US" b="1" spc="-6" dirty="0">
                <a:solidFill>
                  <a:srgbClr val="6F2F9F"/>
                </a:solidFill>
                <a:latin typeface="Arial"/>
                <a:cs typeface="Arial"/>
              </a:rPr>
              <a:t>    </a:t>
            </a:r>
            <a:r>
              <a:rPr b="1" spc="-6" dirty="0">
                <a:solidFill>
                  <a:srgbClr val="6F2F9F"/>
                </a:solidFill>
                <a:latin typeface="Arial"/>
                <a:cs typeface="Arial"/>
              </a:rPr>
              <a:t>Col</a:t>
            </a:r>
            <a:r>
              <a:rPr lang="en-US" b="1" spc="-6" dirty="0">
                <a:solidFill>
                  <a:srgbClr val="6F2F9F"/>
                </a:solidFill>
                <a:latin typeface="Arial"/>
                <a:cs typeface="Arial"/>
              </a:rPr>
              <a:t>umn-wise</a:t>
            </a:r>
            <a:r>
              <a:rPr b="1" spc="-67" dirty="0">
                <a:solidFill>
                  <a:srgbClr val="6F2F9F"/>
                </a:solidFill>
                <a:latin typeface="Arial"/>
                <a:cs typeface="Arial"/>
              </a:rPr>
              <a:t> </a:t>
            </a:r>
            <a:r>
              <a:rPr b="1" spc="-6" dirty="0">
                <a:solidFill>
                  <a:srgbClr val="6F2F9F"/>
                </a:solidFill>
                <a:latin typeface="Arial"/>
                <a:cs typeface="Arial"/>
              </a:rPr>
              <a:t>partitioning</a:t>
            </a:r>
            <a:endParaRPr dirty="0">
              <a:latin typeface="Arial"/>
              <a:cs typeface="Arial"/>
            </a:endParaRPr>
          </a:p>
        </p:txBody>
      </p:sp>
      <p:sp>
        <p:nvSpPr>
          <p:cNvPr id="225" name="object 4">
            <a:extLst>
              <a:ext uri="{FF2B5EF4-FFF2-40B4-BE49-F238E27FC236}">
                <a16:creationId xmlns:a16="http://schemas.microsoft.com/office/drawing/2014/main" id="{2BF273D2-C201-40AB-858D-772F5033D46E}"/>
              </a:ext>
            </a:extLst>
          </p:cNvPr>
          <p:cNvSpPr txBox="1"/>
          <p:nvPr/>
        </p:nvSpPr>
        <p:spPr>
          <a:xfrm>
            <a:off x="519333" y="5253370"/>
            <a:ext cx="8174634" cy="816463"/>
          </a:xfrm>
          <a:prstGeom prst="rect">
            <a:avLst/>
          </a:prstGeom>
        </p:spPr>
        <p:txBody>
          <a:bodyPr vert="horz" wrap="square" lIns="0" tIns="110067" rIns="0" bIns="0" rtlCol="0">
            <a:spAutoFit/>
          </a:bodyPr>
          <a:lstStyle/>
          <a:p>
            <a:pPr marL="332313" indent="-318908">
              <a:spcBef>
                <a:spcPts val="867"/>
              </a:spcBef>
              <a:buClr>
                <a:srgbClr val="B2B2B2"/>
              </a:buClr>
              <a:buFont typeface="Arial"/>
              <a:buChar char="•"/>
              <a:tabLst>
                <a:tab pos="332313" algn="l"/>
                <a:tab pos="333019" algn="l"/>
              </a:tabLst>
            </a:pPr>
            <a:r>
              <a:rPr sz="2000" b="1" spc="-6" dirty="0">
                <a:latin typeface="Trebuchet MS"/>
                <a:cs typeface="Trebuchet MS"/>
              </a:rPr>
              <a:t>Note: no </a:t>
            </a:r>
            <a:r>
              <a:rPr sz="2000" b="1" dirty="0">
                <a:latin typeface="Trebuchet MS"/>
                <a:cs typeface="Trebuchet MS"/>
              </a:rPr>
              <a:t>communication </a:t>
            </a:r>
            <a:r>
              <a:rPr sz="2000" b="1" spc="-6" dirty="0">
                <a:latin typeface="Trebuchet MS"/>
                <a:cs typeface="Trebuchet MS"/>
              </a:rPr>
              <a:t>is</a:t>
            </a:r>
            <a:r>
              <a:rPr sz="2000" b="1" spc="-100" dirty="0">
                <a:latin typeface="Trebuchet MS"/>
                <a:cs typeface="Trebuchet MS"/>
              </a:rPr>
              <a:t> </a:t>
            </a:r>
            <a:r>
              <a:rPr sz="2000" b="1" spc="-6" dirty="0">
                <a:latin typeface="Trebuchet MS"/>
                <a:cs typeface="Trebuchet MS"/>
              </a:rPr>
              <a:t>needed</a:t>
            </a:r>
            <a:r>
              <a:rPr lang="en-US" altLang="zh-CN" sz="2000" b="1" spc="-6" dirty="0">
                <a:latin typeface="Trebuchet MS"/>
                <a:cs typeface="Trebuchet MS"/>
              </a:rPr>
              <a:t> for two matrices</a:t>
            </a:r>
            <a:endParaRPr sz="2000" dirty="0">
              <a:latin typeface="Trebuchet MS"/>
              <a:cs typeface="Trebuchet MS"/>
            </a:endParaRPr>
          </a:p>
          <a:p>
            <a:pPr marL="332313" indent="-318908">
              <a:lnSpc>
                <a:spcPts val="2283"/>
              </a:lnSpc>
              <a:spcBef>
                <a:spcPts val="761"/>
              </a:spcBef>
              <a:buClr>
                <a:srgbClr val="B2B2B2"/>
              </a:buClr>
              <a:buFont typeface="Arial"/>
              <a:buChar char="•"/>
              <a:tabLst>
                <a:tab pos="332313" algn="l"/>
                <a:tab pos="333019" algn="l"/>
              </a:tabLst>
            </a:pPr>
            <a:r>
              <a:rPr sz="2000" b="1" spc="-6" dirty="0">
                <a:latin typeface="Trebuchet MS"/>
                <a:cs typeface="Trebuchet MS"/>
              </a:rPr>
              <a:t>Worker </a:t>
            </a:r>
            <a:r>
              <a:rPr sz="2000" b="1" i="1" dirty="0">
                <a:latin typeface="Trebuchet MS"/>
                <a:cs typeface="Trebuchet MS"/>
              </a:rPr>
              <a:t>i </a:t>
            </a:r>
            <a:r>
              <a:rPr sz="2000" b="1" spc="-6" dirty="0">
                <a:latin typeface="Trebuchet MS"/>
                <a:cs typeface="Trebuchet MS"/>
              </a:rPr>
              <a:t>produces output, </a:t>
            </a:r>
            <a:r>
              <a:rPr sz="2000" b="1" dirty="0">
                <a:latin typeface="Trebuchet MS"/>
                <a:cs typeface="Trebuchet MS"/>
              </a:rPr>
              <a:t>which</a:t>
            </a:r>
            <a:r>
              <a:rPr sz="2000" b="1" spc="-61" dirty="0">
                <a:latin typeface="Trebuchet MS"/>
                <a:cs typeface="Trebuchet MS"/>
              </a:rPr>
              <a:t> </a:t>
            </a:r>
            <a:r>
              <a:rPr sz="2000" b="1" spc="-6" dirty="0">
                <a:latin typeface="Trebuchet MS"/>
                <a:cs typeface="Trebuchet MS"/>
              </a:rPr>
              <a:t>is</a:t>
            </a:r>
            <a:r>
              <a:rPr lang="en-US" altLang="zh-CN" sz="2000" b="1" spc="-6" dirty="0">
                <a:latin typeface="Trebuchet MS"/>
                <a:cs typeface="Trebuchet MS"/>
              </a:rPr>
              <a:t> </a:t>
            </a:r>
            <a:r>
              <a:rPr sz="2000" b="1" spc="-6" dirty="0">
                <a:latin typeface="Trebuchet MS"/>
                <a:cs typeface="Trebuchet MS"/>
              </a:rPr>
              <a:t>its input for the next</a:t>
            </a:r>
            <a:r>
              <a:rPr sz="2000" b="1" spc="-17" dirty="0">
                <a:latin typeface="Trebuchet MS"/>
                <a:cs typeface="Trebuchet MS"/>
              </a:rPr>
              <a:t> </a:t>
            </a:r>
            <a:r>
              <a:rPr sz="2000" b="1" spc="-6" dirty="0">
                <a:latin typeface="Trebuchet MS"/>
                <a:cs typeface="Trebuchet MS"/>
              </a:rPr>
              <a:t>layer</a:t>
            </a:r>
            <a:endParaRPr sz="2000" dirty="0">
              <a:latin typeface="Trebuchet MS"/>
              <a:cs typeface="Trebuchet MS"/>
            </a:endParaRPr>
          </a:p>
        </p:txBody>
      </p:sp>
      <p:sp>
        <p:nvSpPr>
          <p:cNvPr id="226" name="Rectangle 59">
            <a:extLst>
              <a:ext uri="{FF2B5EF4-FFF2-40B4-BE49-F238E27FC236}">
                <a16:creationId xmlns:a16="http://schemas.microsoft.com/office/drawing/2014/main" id="{2B352BA7-5B90-4CD0-BF8C-71B5744D9500}"/>
              </a:ext>
            </a:extLst>
          </p:cNvPr>
          <p:cNvSpPr/>
          <p:nvPr/>
        </p:nvSpPr>
        <p:spPr>
          <a:xfrm>
            <a:off x="2477878" y="4295047"/>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227" name="Rectangle 59">
            <a:extLst>
              <a:ext uri="{FF2B5EF4-FFF2-40B4-BE49-F238E27FC236}">
                <a16:creationId xmlns:a16="http://schemas.microsoft.com/office/drawing/2014/main" id="{14CDCDBF-C277-4C55-9DA2-3250668FD76F}"/>
              </a:ext>
            </a:extLst>
          </p:cNvPr>
          <p:cNvSpPr/>
          <p:nvPr/>
        </p:nvSpPr>
        <p:spPr>
          <a:xfrm>
            <a:off x="5015229" y="4306604"/>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Tree>
    <p:extLst>
      <p:ext uri="{BB962C8B-B14F-4D97-AF65-F5344CB8AC3E}">
        <p14:creationId xmlns:p14="http://schemas.microsoft.com/office/powerpoint/2010/main" val="3927448708"/>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dirty="0"/>
              <a:t>Reducing </a:t>
            </a:r>
            <a:r>
              <a:rPr lang="en-US" altLang="zh-CN" sz="3200" spc="-6" dirty="0"/>
              <a:t>Synchronization By Alternating</a:t>
            </a:r>
            <a:r>
              <a:rPr lang="en-US" altLang="zh-CN" sz="3200" spc="-39" dirty="0"/>
              <a:t> </a:t>
            </a:r>
            <a:r>
              <a:rPr lang="en-US" altLang="zh-CN" sz="3200" spc="-6" dirty="0"/>
              <a:t>Partitioning</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125" name="object 2">
            <a:extLst>
              <a:ext uri="{FF2B5EF4-FFF2-40B4-BE49-F238E27FC236}">
                <a16:creationId xmlns:a16="http://schemas.microsoft.com/office/drawing/2014/main" id="{58738606-82DC-4453-BBCA-207D1FFD6262}"/>
              </a:ext>
            </a:extLst>
          </p:cNvPr>
          <p:cNvSpPr/>
          <p:nvPr/>
        </p:nvSpPr>
        <p:spPr>
          <a:xfrm>
            <a:off x="2168708" y="2348416"/>
            <a:ext cx="2001661" cy="2115960"/>
          </a:xfrm>
          <a:custGeom>
            <a:avLst/>
            <a:gdLst/>
            <a:ahLst/>
            <a:cxnLst/>
            <a:rect l="l" t="t" r="r" b="b"/>
            <a:pathLst>
              <a:path w="1801495" h="1904364">
                <a:moveTo>
                  <a:pt x="0" y="1904238"/>
                </a:moveTo>
                <a:lnTo>
                  <a:pt x="1801368" y="1904238"/>
                </a:lnTo>
                <a:lnTo>
                  <a:pt x="1801368" y="0"/>
                </a:lnTo>
                <a:lnTo>
                  <a:pt x="0" y="0"/>
                </a:lnTo>
                <a:lnTo>
                  <a:pt x="0" y="1904238"/>
                </a:lnTo>
                <a:close/>
              </a:path>
            </a:pathLst>
          </a:custGeom>
          <a:solidFill>
            <a:srgbClr val="F7F7F7"/>
          </a:solidFill>
        </p:spPr>
        <p:txBody>
          <a:bodyPr wrap="square" lIns="0" tIns="0" rIns="0" bIns="0" rtlCol="0"/>
          <a:lstStyle/>
          <a:p>
            <a:endParaRPr sz="2000"/>
          </a:p>
        </p:txBody>
      </p:sp>
      <p:sp>
        <p:nvSpPr>
          <p:cNvPr id="127" name="object 3">
            <a:extLst>
              <a:ext uri="{FF2B5EF4-FFF2-40B4-BE49-F238E27FC236}">
                <a16:creationId xmlns:a16="http://schemas.microsoft.com/office/drawing/2014/main" id="{7577740F-499F-4142-9B44-E41DAD028FAA}"/>
              </a:ext>
            </a:extLst>
          </p:cNvPr>
          <p:cNvSpPr/>
          <p:nvPr/>
        </p:nvSpPr>
        <p:spPr>
          <a:xfrm>
            <a:off x="2168708" y="940410"/>
            <a:ext cx="2001661" cy="1336322"/>
          </a:xfrm>
          <a:custGeom>
            <a:avLst/>
            <a:gdLst/>
            <a:ahLst/>
            <a:cxnLst/>
            <a:rect l="l" t="t" r="r" b="b"/>
            <a:pathLst>
              <a:path w="1801495" h="1202689">
                <a:moveTo>
                  <a:pt x="0" y="1202436"/>
                </a:moveTo>
                <a:lnTo>
                  <a:pt x="1801368" y="1202436"/>
                </a:lnTo>
                <a:lnTo>
                  <a:pt x="1801368" y="0"/>
                </a:lnTo>
                <a:lnTo>
                  <a:pt x="0" y="0"/>
                </a:lnTo>
                <a:lnTo>
                  <a:pt x="0" y="1202436"/>
                </a:lnTo>
                <a:close/>
              </a:path>
            </a:pathLst>
          </a:custGeom>
          <a:solidFill>
            <a:srgbClr val="F7F7F7"/>
          </a:solidFill>
        </p:spPr>
        <p:txBody>
          <a:bodyPr wrap="square" lIns="0" tIns="0" rIns="0" bIns="0" rtlCol="0"/>
          <a:lstStyle/>
          <a:p>
            <a:endParaRPr sz="2000"/>
          </a:p>
        </p:txBody>
      </p:sp>
      <p:graphicFrame>
        <p:nvGraphicFramePr>
          <p:cNvPr id="141" name="object 5">
            <a:extLst>
              <a:ext uri="{FF2B5EF4-FFF2-40B4-BE49-F238E27FC236}">
                <a16:creationId xmlns:a16="http://schemas.microsoft.com/office/drawing/2014/main" id="{AB79DC59-C9A5-4FAB-A430-8B9F1D78D1A4}"/>
              </a:ext>
            </a:extLst>
          </p:cNvPr>
          <p:cNvGraphicFramePr>
            <a:graphicFrameLocks noGrp="1"/>
          </p:cNvGraphicFramePr>
          <p:nvPr/>
        </p:nvGraphicFramePr>
        <p:xfrm>
          <a:off x="2312360" y="1480300"/>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3" name="object 6">
            <a:extLst>
              <a:ext uri="{FF2B5EF4-FFF2-40B4-BE49-F238E27FC236}">
                <a16:creationId xmlns:a16="http://schemas.microsoft.com/office/drawing/2014/main" id="{1E7F1D8F-4A0B-4D61-954F-8C2C5EC044C0}"/>
              </a:ext>
            </a:extLst>
          </p:cNvPr>
          <p:cNvGraphicFramePr>
            <a:graphicFrameLocks noGrp="1"/>
          </p:cNvGraphicFramePr>
          <p:nvPr/>
        </p:nvGraphicFramePr>
        <p:xfrm>
          <a:off x="3330050"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4" name="object 7">
            <a:extLst>
              <a:ext uri="{FF2B5EF4-FFF2-40B4-BE49-F238E27FC236}">
                <a16:creationId xmlns:a16="http://schemas.microsoft.com/office/drawing/2014/main" id="{2DEC4D42-18DB-40EA-BC7F-CB9FBB6BAEF9}"/>
              </a:ext>
            </a:extLst>
          </p:cNvPr>
          <p:cNvGraphicFramePr>
            <a:graphicFrameLocks noGrp="1"/>
          </p:cNvGraphicFramePr>
          <p:nvPr/>
        </p:nvGraphicFramePr>
        <p:xfrm>
          <a:off x="3885463"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5" name="object 8">
            <a:extLst>
              <a:ext uri="{FF2B5EF4-FFF2-40B4-BE49-F238E27FC236}">
                <a16:creationId xmlns:a16="http://schemas.microsoft.com/office/drawing/2014/main" id="{80840E73-1778-479B-BA21-0869281FB00C}"/>
              </a:ext>
            </a:extLst>
          </p:cNvPr>
          <p:cNvSpPr txBox="1"/>
          <p:nvPr/>
        </p:nvSpPr>
        <p:spPr>
          <a:xfrm>
            <a:off x="3110482" y="1615769"/>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graphicFrame>
        <p:nvGraphicFramePr>
          <p:cNvPr id="166" name="object 9">
            <a:extLst>
              <a:ext uri="{FF2B5EF4-FFF2-40B4-BE49-F238E27FC236}">
                <a16:creationId xmlns:a16="http://schemas.microsoft.com/office/drawing/2014/main" id="{3181D264-893E-45EF-A9B6-43BA327A3F59}"/>
              </a:ext>
            </a:extLst>
          </p:cNvPr>
          <p:cNvGraphicFramePr>
            <a:graphicFrameLocks noGrp="1"/>
          </p:cNvGraphicFramePr>
          <p:nvPr/>
        </p:nvGraphicFramePr>
        <p:xfrm>
          <a:off x="3330050"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7" name="object 10">
            <a:extLst>
              <a:ext uri="{FF2B5EF4-FFF2-40B4-BE49-F238E27FC236}">
                <a16:creationId xmlns:a16="http://schemas.microsoft.com/office/drawing/2014/main" id="{2E8B620D-CEBC-4FB1-8C20-2BCFC6CA8D1C}"/>
              </a:ext>
            </a:extLst>
          </p:cNvPr>
          <p:cNvGraphicFramePr>
            <a:graphicFrameLocks noGrp="1"/>
          </p:cNvGraphicFramePr>
          <p:nvPr/>
        </p:nvGraphicFramePr>
        <p:xfrm>
          <a:off x="2312360" y="2560651"/>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8" name="object 11">
            <a:extLst>
              <a:ext uri="{FF2B5EF4-FFF2-40B4-BE49-F238E27FC236}">
                <a16:creationId xmlns:a16="http://schemas.microsoft.com/office/drawing/2014/main" id="{5C1C691E-A937-4B44-A2C1-93CDABFA62A1}"/>
              </a:ext>
            </a:extLst>
          </p:cNvPr>
          <p:cNvGraphicFramePr>
            <a:graphicFrameLocks noGrp="1"/>
          </p:cNvGraphicFramePr>
          <p:nvPr/>
        </p:nvGraphicFramePr>
        <p:xfrm>
          <a:off x="3885463"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9" name="object 12">
            <a:extLst>
              <a:ext uri="{FF2B5EF4-FFF2-40B4-BE49-F238E27FC236}">
                <a16:creationId xmlns:a16="http://schemas.microsoft.com/office/drawing/2014/main" id="{A8F1E9E5-CA7B-4B8E-A14F-CBABE3ED7E9A}"/>
              </a:ext>
            </a:extLst>
          </p:cNvPr>
          <p:cNvSpPr txBox="1"/>
          <p:nvPr/>
        </p:nvSpPr>
        <p:spPr>
          <a:xfrm>
            <a:off x="3110482" y="2695833"/>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170" name="object 13">
            <a:extLst>
              <a:ext uri="{FF2B5EF4-FFF2-40B4-BE49-F238E27FC236}">
                <a16:creationId xmlns:a16="http://schemas.microsoft.com/office/drawing/2014/main" id="{BABA6A51-61AD-4F4D-9ADB-2C6C7E7BE06F}"/>
              </a:ext>
            </a:extLst>
          </p:cNvPr>
          <p:cNvGraphicFramePr>
            <a:graphicFrameLocks noGrp="1"/>
          </p:cNvGraphicFramePr>
          <p:nvPr/>
        </p:nvGraphicFramePr>
        <p:xfrm>
          <a:off x="2312360" y="3622366"/>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pSp>
        <p:nvGrpSpPr>
          <p:cNvPr id="171" name="object 14">
            <a:extLst>
              <a:ext uri="{FF2B5EF4-FFF2-40B4-BE49-F238E27FC236}">
                <a16:creationId xmlns:a16="http://schemas.microsoft.com/office/drawing/2014/main" id="{4CFA8EFA-7C71-4FF6-9EB7-9837285A1ABB}"/>
              </a:ext>
            </a:extLst>
          </p:cNvPr>
          <p:cNvGrpSpPr/>
          <p:nvPr/>
        </p:nvGrpSpPr>
        <p:grpSpPr>
          <a:xfrm>
            <a:off x="3330050" y="3622366"/>
            <a:ext cx="200378" cy="666044"/>
            <a:chOff x="2080005" y="3980432"/>
            <a:chExt cx="180340" cy="599440"/>
          </a:xfrm>
        </p:grpSpPr>
        <p:sp>
          <p:nvSpPr>
            <p:cNvPr id="172" name="object 15">
              <a:extLst>
                <a:ext uri="{FF2B5EF4-FFF2-40B4-BE49-F238E27FC236}">
                  <a16:creationId xmlns:a16="http://schemas.microsoft.com/office/drawing/2014/main" id="{864B946B-1494-4D97-8698-66164C31A241}"/>
                </a:ext>
              </a:extLst>
            </p:cNvPr>
            <p:cNvSpPr/>
            <p:nvPr/>
          </p:nvSpPr>
          <p:spPr>
            <a:xfrm>
              <a:off x="2086355" y="3986782"/>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173" name="object 16">
              <a:extLst>
                <a:ext uri="{FF2B5EF4-FFF2-40B4-BE49-F238E27FC236}">
                  <a16:creationId xmlns:a16="http://schemas.microsoft.com/office/drawing/2014/main" id="{5A1F9809-A6EA-4308-9CDF-1AC37C358E10}"/>
                </a:ext>
              </a:extLst>
            </p:cNvPr>
            <p:cNvSpPr/>
            <p:nvPr/>
          </p:nvSpPr>
          <p:spPr>
            <a:xfrm>
              <a:off x="2086355"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74" name="object 17">
              <a:extLst>
                <a:ext uri="{FF2B5EF4-FFF2-40B4-BE49-F238E27FC236}">
                  <a16:creationId xmlns:a16="http://schemas.microsoft.com/office/drawing/2014/main" id="{9ECCDF39-D09E-4175-9F2C-545AD0173195}"/>
                </a:ext>
              </a:extLst>
            </p:cNvPr>
            <p:cNvSpPr/>
            <p:nvPr/>
          </p:nvSpPr>
          <p:spPr>
            <a:xfrm>
              <a:off x="2086355" y="4183377"/>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175" name="object 18">
              <a:extLst>
                <a:ext uri="{FF2B5EF4-FFF2-40B4-BE49-F238E27FC236}">
                  <a16:creationId xmlns:a16="http://schemas.microsoft.com/office/drawing/2014/main" id="{A6381CB3-C495-4861-98C5-646C1602097E}"/>
                </a:ext>
              </a:extLst>
            </p:cNvPr>
            <p:cNvSpPr/>
            <p:nvPr/>
          </p:nvSpPr>
          <p:spPr>
            <a:xfrm>
              <a:off x="2086355"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76" name="object 19">
              <a:extLst>
                <a:ext uri="{FF2B5EF4-FFF2-40B4-BE49-F238E27FC236}">
                  <a16:creationId xmlns:a16="http://schemas.microsoft.com/office/drawing/2014/main" id="{CFE4303C-A4ED-46B3-AD12-B1DA191F16A8}"/>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177" name="object 20">
              <a:extLst>
                <a:ext uri="{FF2B5EF4-FFF2-40B4-BE49-F238E27FC236}">
                  <a16:creationId xmlns:a16="http://schemas.microsoft.com/office/drawing/2014/main" id="{A08C8FD0-EFFD-47A7-B4B4-FCA956FE22EE}"/>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grpSp>
        <p:nvGrpSpPr>
          <p:cNvPr id="178" name="object 21">
            <a:extLst>
              <a:ext uri="{FF2B5EF4-FFF2-40B4-BE49-F238E27FC236}">
                <a16:creationId xmlns:a16="http://schemas.microsoft.com/office/drawing/2014/main" id="{4AB28C0E-B068-4246-A766-024B34C7C2B2}"/>
              </a:ext>
            </a:extLst>
          </p:cNvPr>
          <p:cNvGrpSpPr/>
          <p:nvPr/>
        </p:nvGrpSpPr>
        <p:grpSpPr>
          <a:xfrm>
            <a:off x="3885463" y="3622366"/>
            <a:ext cx="200378" cy="666044"/>
            <a:chOff x="2579877" y="3980432"/>
            <a:chExt cx="180340" cy="599440"/>
          </a:xfrm>
        </p:grpSpPr>
        <p:sp>
          <p:nvSpPr>
            <p:cNvPr id="179" name="object 22">
              <a:extLst>
                <a:ext uri="{FF2B5EF4-FFF2-40B4-BE49-F238E27FC236}">
                  <a16:creationId xmlns:a16="http://schemas.microsoft.com/office/drawing/2014/main" id="{220E0C6A-79E2-482A-8A27-C2079FB6308F}"/>
                </a:ext>
              </a:extLst>
            </p:cNvPr>
            <p:cNvSpPr/>
            <p:nvPr/>
          </p:nvSpPr>
          <p:spPr>
            <a:xfrm>
              <a:off x="2586227"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BEBEBE"/>
              </a:solidFill>
            </a:ln>
          </p:spPr>
          <p:txBody>
            <a:bodyPr wrap="square" lIns="0" tIns="0" rIns="0" bIns="0" rtlCol="0"/>
            <a:lstStyle/>
            <a:p>
              <a:endParaRPr sz="2000"/>
            </a:p>
          </p:txBody>
        </p:sp>
        <p:sp>
          <p:nvSpPr>
            <p:cNvPr id="180" name="object 23">
              <a:extLst>
                <a:ext uri="{FF2B5EF4-FFF2-40B4-BE49-F238E27FC236}">
                  <a16:creationId xmlns:a16="http://schemas.microsoft.com/office/drawing/2014/main" id="{7E1FAC6E-C5CD-4C51-95F8-64DB049E723A}"/>
                </a:ext>
              </a:extLst>
            </p:cNvPr>
            <p:cNvSpPr/>
            <p:nvPr/>
          </p:nvSpPr>
          <p:spPr>
            <a:xfrm>
              <a:off x="2586227"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181" name="object 24">
              <a:extLst>
                <a:ext uri="{FF2B5EF4-FFF2-40B4-BE49-F238E27FC236}">
                  <a16:creationId xmlns:a16="http://schemas.microsoft.com/office/drawing/2014/main" id="{32D80A5B-5ABB-49AB-9521-3C2E7A8A6A80}"/>
                </a:ext>
              </a:extLst>
            </p:cNvPr>
            <p:cNvSpPr/>
            <p:nvPr/>
          </p:nvSpPr>
          <p:spPr>
            <a:xfrm>
              <a:off x="2586227"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82" name="object 25">
            <a:extLst>
              <a:ext uri="{FF2B5EF4-FFF2-40B4-BE49-F238E27FC236}">
                <a16:creationId xmlns:a16="http://schemas.microsoft.com/office/drawing/2014/main" id="{9B2CEC7E-F665-4716-86E9-9D82D161D895}"/>
              </a:ext>
            </a:extLst>
          </p:cNvPr>
          <p:cNvSpPr txBox="1"/>
          <p:nvPr/>
        </p:nvSpPr>
        <p:spPr>
          <a:xfrm>
            <a:off x="3110482" y="3757497"/>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sp>
        <p:nvSpPr>
          <p:cNvPr id="183" name="object 26">
            <a:extLst>
              <a:ext uri="{FF2B5EF4-FFF2-40B4-BE49-F238E27FC236}">
                <a16:creationId xmlns:a16="http://schemas.microsoft.com/office/drawing/2014/main" id="{BDC96805-AA0C-4624-80E6-2E9736D2B7CE}"/>
              </a:ext>
            </a:extLst>
          </p:cNvPr>
          <p:cNvSpPr/>
          <p:nvPr/>
        </p:nvSpPr>
        <p:spPr>
          <a:xfrm>
            <a:off x="2220350" y="4500645"/>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184" name="object 27">
            <a:extLst>
              <a:ext uri="{FF2B5EF4-FFF2-40B4-BE49-F238E27FC236}">
                <a16:creationId xmlns:a16="http://schemas.microsoft.com/office/drawing/2014/main" id="{615FCFAF-B53B-4958-B145-66A056701589}"/>
              </a:ext>
            </a:extLst>
          </p:cNvPr>
          <p:cNvSpPr txBox="1"/>
          <p:nvPr/>
        </p:nvSpPr>
        <p:spPr>
          <a:xfrm>
            <a:off x="2657796" y="4829769"/>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85" name="object 28">
            <a:extLst>
              <a:ext uri="{FF2B5EF4-FFF2-40B4-BE49-F238E27FC236}">
                <a16:creationId xmlns:a16="http://schemas.microsoft.com/office/drawing/2014/main" id="{865F4504-3672-49EC-9836-6AD20F69CEAC}"/>
              </a:ext>
            </a:extLst>
          </p:cNvPr>
          <p:cNvSpPr txBox="1"/>
          <p:nvPr/>
        </p:nvSpPr>
        <p:spPr>
          <a:xfrm>
            <a:off x="1143000" y="1630017"/>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86" name="object 29">
            <a:extLst>
              <a:ext uri="{FF2B5EF4-FFF2-40B4-BE49-F238E27FC236}">
                <a16:creationId xmlns:a16="http://schemas.microsoft.com/office/drawing/2014/main" id="{85110F8A-14C8-4812-932B-26117F50DBFA}"/>
              </a:ext>
            </a:extLst>
          </p:cNvPr>
          <p:cNvSpPr txBox="1"/>
          <p:nvPr/>
        </p:nvSpPr>
        <p:spPr>
          <a:xfrm>
            <a:off x="1147741" y="2733083"/>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87" name="object 30">
            <a:extLst>
              <a:ext uri="{FF2B5EF4-FFF2-40B4-BE49-F238E27FC236}">
                <a16:creationId xmlns:a16="http://schemas.microsoft.com/office/drawing/2014/main" id="{C178B291-1A09-4443-B1C5-14E7E10D32EC}"/>
              </a:ext>
            </a:extLst>
          </p:cNvPr>
          <p:cNvSpPr txBox="1"/>
          <p:nvPr/>
        </p:nvSpPr>
        <p:spPr>
          <a:xfrm>
            <a:off x="1148419" y="3757549"/>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aphicFrame>
        <p:nvGraphicFramePr>
          <p:cNvPr id="188" name="object 31">
            <a:extLst>
              <a:ext uri="{FF2B5EF4-FFF2-40B4-BE49-F238E27FC236}">
                <a16:creationId xmlns:a16="http://schemas.microsoft.com/office/drawing/2014/main" id="{819E26E6-42D0-468B-96EA-EAF496BE9CC2}"/>
              </a:ext>
            </a:extLst>
          </p:cNvPr>
          <p:cNvGraphicFramePr>
            <a:graphicFrameLocks noGrp="1"/>
          </p:cNvGraphicFramePr>
          <p:nvPr/>
        </p:nvGraphicFramePr>
        <p:xfrm>
          <a:off x="5885312"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89" name="object 32">
            <a:extLst>
              <a:ext uri="{FF2B5EF4-FFF2-40B4-BE49-F238E27FC236}">
                <a16:creationId xmlns:a16="http://schemas.microsoft.com/office/drawing/2014/main" id="{7150387C-4F0A-413F-A644-457A3C976381}"/>
              </a:ext>
            </a:extLst>
          </p:cNvPr>
          <p:cNvGrpSpPr/>
          <p:nvPr/>
        </p:nvGrpSpPr>
        <p:grpSpPr>
          <a:xfrm>
            <a:off x="4712094" y="940410"/>
            <a:ext cx="2001661" cy="3524250"/>
            <a:chOff x="3323844" y="1566671"/>
            <a:chExt cx="1801495" cy="3171825"/>
          </a:xfrm>
        </p:grpSpPr>
        <p:sp>
          <p:nvSpPr>
            <p:cNvPr id="190" name="object 33">
              <a:extLst>
                <a:ext uri="{FF2B5EF4-FFF2-40B4-BE49-F238E27FC236}">
                  <a16:creationId xmlns:a16="http://schemas.microsoft.com/office/drawing/2014/main" id="{7B38D3C1-3DB9-488C-947A-BFC55B6E30CE}"/>
                </a:ext>
              </a:extLst>
            </p:cNvPr>
            <p:cNvSpPr/>
            <p:nvPr/>
          </p:nvSpPr>
          <p:spPr>
            <a:xfrm>
              <a:off x="3323844" y="1566671"/>
              <a:ext cx="1801495" cy="3171825"/>
            </a:xfrm>
            <a:custGeom>
              <a:avLst/>
              <a:gdLst/>
              <a:ahLst/>
              <a:cxnLst/>
              <a:rect l="l" t="t" r="r" b="b"/>
              <a:pathLst>
                <a:path w="1801495" h="3171825">
                  <a:moveTo>
                    <a:pt x="1801368" y="1267206"/>
                  </a:moveTo>
                  <a:lnTo>
                    <a:pt x="0" y="1267206"/>
                  </a:lnTo>
                  <a:lnTo>
                    <a:pt x="0" y="3171444"/>
                  </a:lnTo>
                  <a:lnTo>
                    <a:pt x="1801368" y="3171444"/>
                  </a:lnTo>
                  <a:lnTo>
                    <a:pt x="1801368" y="1267206"/>
                  </a:lnTo>
                  <a:close/>
                </a:path>
                <a:path w="1801495" h="3171825">
                  <a:moveTo>
                    <a:pt x="1801368" y="0"/>
                  </a:moveTo>
                  <a:lnTo>
                    <a:pt x="0" y="0"/>
                  </a:lnTo>
                  <a:lnTo>
                    <a:pt x="0" y="1202436"/>
                  </a:lnTo>
                  <a:lnTo>
                    <a:pt x="1801368" y="1202436"/>
                  </a:lnTo>
                  <a:lnTo>
                    <a:pt x="1801368" y="0"/>
                  </a:lnTo>
                  <a:close/>
                </a:path>
              </a:pathLst>
            </a:custGeom>
            <a:solidFill>
              <a:srgbClr val="F7F7F7"/>
            </a:solidFill>
          </p:spPr>
          <p:txBody>
            <a:bodyPr wrap="square" lIns="0" tIns="0" rIns="0" bIns="0" rtlCol="0"/>
            <a:lstStyle/>
            <a:p>
              <a:endParaRPr sz="2000"/>
            </a:p>
          </p:txBody>
        </p:sp>
        <p:sp>
          <p:nvSpPr>
            <p:cNvPr id="191" name="object 34">
              <a:extLst>
                <a:ext uri="{FF2B5EF4-FFF2-40B4-BE49-F238E27FC236}">
                  <a16:creationId xmlns:a16="http://schemas.microsoft.com/office/drawing/2014/main" id="{7F7BF712-2597-49A0-9FBD-83A5D2F60E26}"/>
                </a:ext>
              </a:extLst>
            </p:cNvPr>
            <p:cNvSpPr/>
            <p:nvPr/>
          </p:nvSpPr>
          <p:spPr>
            <a:xfrm>
              <a:off x="4875276" y="2255517"/>
              <a:ext cx="169162" cy="195074"/>
            </a:xfrm>
            <a:prstGeom prst="rect">
              <a:avLst/>
            </a:prstGeom>
            <a:blipFill>
              <a:blip r:embed="rId3" cstate="print"/>
              <a:stretch>
                <a:fillRect/>
              </a:stretch>
            </a:blipFill>
          </p:spPr>
          <p:txBody>
            <a:bodyPr wrap="square" lIns="0" tIns="0" rIns="0" bIns="0" rtlCol="0"/>
            <a:lstStyle/>
            <a:p>
              <a:endParaRPr sz="2000"/>
            </a:p>
          </p:txBody>
        </p:sp>
        <p:sp>
          <p:nvSpPr>
            <p:cNvPr id="192" name="object 35">
              <a:extLst>
                <a:ext uri="{FF2B5EF4-FFF2-40B4-BE49-F238E27FC236}">
                  <a16:creationId xmlns:a16="http://schemas.microsoft.com/office/drawing/2014/main" id="{C38C62EF-76CC-497D-A111-A11D366D9CF1}"/>
                </a:ext>
              </a:extLst>
            </p:cNvPr>
            <p:cNvSpPr/>
            <p:nvPr/>
          </p:nvSpPr>
          <p:spPr>
            <a:xfrm>
              <a:off x="4875276" y="2255517"/>
              <a:ext cx="169545" cy="195580"/>
            </a:xfrm>
            <a:custGeom>
              <a:avLst/>
              <a:gdLst/>
              <a:ahLst/>
              <a:cxnLst/>
              <a:rect l="l" t="t" r="r" b="b"/>
              <a:pathLst>
                <a:path w="169545" h="195580">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93" name="object 36">
              <a:extLst>
                <a:ext uri="{FF2B5EF4-FFF2-40B4-BE49-F238E27FC236}">
                  <a16:creationId xmlns:a16="http://schemas.microsoft.com/office/drawing/2014/main" id="{C70414A8-724B-49DF-A6BA-6B34B246AF81}"/>
                </a:ext>
              </a:extLst>
            </p:cNvPr>
            <p:cNvSpPr/>
            <p:nvPr/>
          </p:nvSpPr>
          <p:spPr>
            <a:xfrm>
              <a:off x="4875276" y="2450594"/>
              <a:ext cx="169162" cy="195069"/>
            </a:xfrm>
            <a:prstGeom prst="rect">
              <a:avLst/>
            </a:prstGeom>
            <a:blipFill>
              <a:blip r:embed="rId4" cstate="print"/>
              <a:stretch>
                <a:fillRect/>
              </a:stretch>
            </a:blipFill>
          </p:spPr>
          <p:txBody>
            <a:bodyPr wrap="square" lIns="0" tIns="0" rIns="0" bIns="0" rtlCol="0"/>
            <a:lstStyle/>
            <a:p>
              <a:endParaRPr sz="2000"/>
            </a:p>
          </p:txBody>
        </p:sp>
        <p:sp>
          <p:nvSpPr>
            <p:cNvPr id="194" name="object 37">
              <a:extLst>
                <a:ext uri="{FF2B5EF4-FFF2-40B4-BE49-F238E27FC236}">
                  <a16:creationId xmlns:a16="http://schemas.microsoft.com/office/drawing/2014/main" id="{BCF75760-3B80-4AE2-BF56-64C0BBBE8403}"/>
                </a:ext>
              </a:extLst>
            </p:cNvPr>
            <p:cNvSpPr/>
            <p:nvPr/>
          </p:nvSpPr>
          <p:spPr>
            <a:xfrm>
              <a:off x="4875276" y="2450594"/>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95" name="object 38">
            <a:extLst>
              <a:ext uri="{FF2B5EF4-FFF2-40B4-BE49-F238E27FC236}">
                <a16:creationId xmlns:a16="http://schemas.microsoft.com/office/drawing/2014/main" id="{D9C90A5B-ED60-436A-83AB-1721709E0E83}"/>
              </a:ext>
            </a:extLst>
          </p:cNvPr>
          <p:cNvSpPr txBox="1"/>
          <p:nvPr/>
        </p:nvSpPr>
        <p:spPr>
          <a:xfrm>
            <a:off x="5654574" y="1615769"/>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dirty="0">
              <a:latin typeface="Arial"/>
              <a:cs typeface="Arial"/>
            </a:endParaRPr>
          </a:p>
        </p:txBody>
      </p:sp>
      <p:graphicFrame>
        <p:nvGraphicFramePr>
          <p:cNvPr id="196" name="object 39">
            <a:extLst>
              <a:ext uri="{FF2B5EF4-FFF2-40B4-BE49-F238E27FC236}">
                <a16:creationId xmlns:a16="http://schemas.microsoft.com/office/drawing/2014/main" id="{B86FE8AA-A20F-4BB1-A601-64A1CB2FCA5F}"/>
              </a:ext>
            </a:extLst>
          </p:cNvPr>
          <p:cNvGraphicFramePr>
            <a:graphicFrameLocks noGrp="1"/>
          </p:cNvGraphicFramePr>
          <p:nvPr/>
        </p:nvGraphicFramePr>
        <p:xfrm>
          <a:off x="5873437"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97" name="object 40">
            <a:extLst>
              <a:ext uri="{FF2B5EF4-FFF2-40B4-BE49-F238E27FC236}">
                <a16:creationId xmlns:a16="http://schemas.microsoft.com/office/drawing/2014/main" id="{01FE0133-9998-4642-A852-5E596F692625}"/>
              </a:ext>
            </a:extLst>
          </p:cNvPr>
          <p:cNvGrpSpPr/>
          <p:nvPr/>
        </p:nvGrpSpPr>
        <p:grpSpPr>
          <a:xfrm>
            <a:off x="5873437" y="2560651"/>
            <a:ext cx="757767" cy="1727906"/>
            <a:chOff x="4369054" y="3024888"/>
            <a:chExt cx="681990" cy="1555115"/>
          </a:xfrm>
        </p:grpSpPr>
        <p:sp>
          <p:nvSpPr>
            <p:cNvPr id="198" name="object 41">
              <a:extLst>
                <a:ext uri="{FF2B5EF4-FFF2-40B4-BE49-F238E27FC236}">
                  <a16:creationId xmlns:a16="http://schemas.microsoft.com/office/drawing/2014/main" id="{ACF5719E-657B-4FAB-A282-096514DBB01A}"/>
                </a:ext>
              </a:extLst>
            </p:cNvPr>
            <p:cNvSpPr/>
            <p:nvPr/>
          </p:nvSpPr>
          <p:spPr>
            <a:xfrm>
              <a:off x="4875276" y="3031238"/>
              <a:ext cx="169162" cy="195069"/>
            </a:xfrm>
            <a:prstGeom prst="rect">
              <a:avLst/>
            </a:prstGeom>
            <a:blipFill>
              <a:blip r:embed="rId5" cstate="print"/>
              <a:stretch>
                <a:fillRect/>
              </a:stretch>
            </a:blipFill>
          </p:spPr>
          <p:txBody>
            <a:bodyPr wrap="square" lIns="0" tIns="0" rIns="0" bIns="0" rtlCol="0"/>
            <a:lstStyle/>
            <a:p>
              <a:endParaRPr sz="2000"/>
            </a:p>
          </p:txBody>
        </p:sp>
        <p:sp>
          <p:nvSpPr>
            <p:cNvPr id="199" name="object 42">
              <a:extLst>
                <a:ext uri="{FF2B5EF4-FFF2-40B4-BE49-F238E27FC236}">
                  <a16:creationId xmlns:a16="http://schemas.microsoft.com/office/drawing/2014/main" id="{856F1740-559E-4836-931D-D52AD1231700}"/>
                </a:ext>
              </a:extLst>
            </p:cNvPr>
            <p:cNvSpPr/>
            <p:nvPr/>
          </p:nvSpPr>
          <p:spPr>
            <a:xfrm>
              <a:off x="4875276" y="3031238"/>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0" name="object 43">
              <a:extLst>
                <a:ext uri="{FF2B5EF4-FFF2-40B4-BE49-F238E27FC236}">
                  <a16:creationId xmlns:a16="http://schemas.microsoft.com/office/drawing/2014/main" id="{FCA20ACB-63E3-4DE5-9079-A9233D09237B}"/>
                </a:ext>
              </a:extLst>
            </p:cNvPr>
            <p:cNvSpPr/>
            <p:nvPr/>
          </p:nvSpPr>
          <p:spPr>
            <a:xfrm>
              <a:off x="4875276" y="3422901"/>
              <a:ext cx="169162" cy="195074"/>
            </a:xfrm>
            <a:prstGeom prst="rect">
              <a:avLst/>
            </a:prstGeom>
            <a:blipFill>
              <a:blip r:embed="rId6" cstate="print"/>
              <a:stretch>
                <a:fillRect/>
              </a:stretch>
            </a:blipFill>
          </p:spPr>
          <p:txBody>
            <a:bodyPr wrap="square" lIns="0" tIns="0" rIns="0" bIns="0" rtlCol="0"/>
            <a:lstStyle/>
            <a:p>
              <a:endParaRPr sz="2000"/>
            </a:p>
          </p:txBody>
        </p:sp>
        <p:sp>
          <p:nvSpPr>
            <p:cNvPr id="201" name="object 44">
              <a:extLst>
                <a:ext uri="{FF2B5EF4-FFF2-40B4-BE49-F238E27FC236}">
                  <a16:creationId xmlns:a16="http://schemas.microsoft.com/office/drawing/2014/main" id="{DF3E0B34-2CD2-4061-9D57-62C5F7C363A5}"/>
                </a:ext>
              </a:extLst>
            </p:cNvPr>
            <p:cNvSpPr/>
            <p:nvPr/>
          </p:nvSpPr>
          <p:spPr>
            <a:xfrm>
              <a:off x="4875276" y="3422901"/>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2" name="object 45">
              <a:extLst>
                <a:ext uri="{FF2B5EF4-FFF2-40B4-BE49-F238E27FC236}">
                  <a16:creationId xmlns:a16="http://schemas.microsoft.com/office/drawing/2014/main" id="{5B185941-C192-4048-8298-A7C82EAE9857}"/>
                </a:ext>
              </a:extLst>
            </p:cNvPr>
            <p:cNvSpPr/>
            <p:nvPr/>
          </p:nvSpPr>
          <p:spPr>
            <a:xfrm>
              <a:off x="4375404"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203" name="object 46">
              <a:extLst>
                <a:ext uri="{FF2B5EF4-FFF2-40B4-BE49-F238E27FC236}">
                  <a16:creationId xmlns:a16="http://schemas.microsoft.com/office/drawing/2014/main" id="{BA053566-C2FB-4B43-A936-2554AA7F9CF6}"/>
                </a:ext>
              </a:extLst>
            </p:cNvPr>
            <p:cNvSpPr/>
            <p:nvPr/>
          </p:nvSpPr>
          <p:spPr>
            <a:xfrm>
              <a:off x="4375404"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204" name="object 47">
              <a:extLst>
                <a:ext uri="{FF2B5EF4-FFF2-40B4-BE49-F238E27FC236}">
                  <a16:creationId xmlns:a16="http://schemas.microsoft.com/office/drawing/2014/main" id="{5E27022E-8B4A-4313-8E9C-7CC34048E34E}"/>
                </a:ext>
              </a:extLst>
            </p:cNvPr>
            <p:cNvSpPr/>
            <p:nvPr/>
          </p:nvSpPr>
          <p:spPr>
            <a:xfrm>
              <a:off x="4375404"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5" name="object 48">
              <a:extLst>
                <a:ext uri="{FF2B5EF4-FFF2-40B4-BE49-F238E27FC236}">
                  <a16:creationId xmlns:a16="http://schemas.microsoft.com/office/drawing/2014/main" id="{3549E976-70CC-4EF6-B727-B62994559A19}"/>
                </a:ext>
              </a:extLst>
            </p:cNvPr>
            <p:cNvSpPr/>
            <p:nvPr/>
          </p:nvSpPr>
          <p:spPr>
            <a:xfrm>
              <a:off x="4875276" y="3986782"/>
              <a:ext cx="169162" cy="196597"/>
            </a:xfrm>
            <a:prstGeom prst="rect">
              <a:avLst/>
            </a:prstGeom>
            <a:blipFill>
              <a:blip r:embed="rId7" cstate="print"/>
              <a:stretch>
                <a:fillRect/>
              </a:stretch>
            </a:blipFill>
          </p:spPr>
          <p:txBody>
            <a:bodyPr wrap="square" lIns="0" tIns="0" rIns="0" bIns="0" rtlCol="0"/>
            <a:lstStyle/>
            <a:p>
              <a:endParaRPr sz="2000"/>
            </a:p>
          </p:txBody>
        </p:sp>
        <p:sp>
          <p:nvSpPr>
            <p:cNvPr id="206" name="object 49">
              <a:extLst>
                <a:ext uri="{FF2B5EF4-FFF2-40B4-BE49-F238E27FC236}">
                  <a16:creationId xmlns:a16="http://schemas.microsoft.com/office/drawing/2014/main" id="{01AA0BC4-C738-4A6D-93DB-FC201EA9AAA5}"/>
                </a:ext>
              </a:extLst>
            </p:cNvPr>
            <p:cNvSpPr/>
            <p:nvPr/>
          </p:nvSpPr>
          <p:spPr>
            <a:xfrm>
              <a:off x="4875276" y="398678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07" name="object 50">
              <a:extLst>
                <a:ext uri="{FF2B5EF4-FFF2-40B4-BE49-F238E27FC236}">
                  <a16:creationId xmlns:a16="http://schemas.microsoft.com/office/drawing/2014/main" id="{9D51C02C-B490-42B7-B9D3-A651518C378A}"/>
                </a:ext>
              </a:extLst>
            </p:cNvPr>
            <p:cNvSpPr/>
            <p:nvPr/>
          </p:nvSpPr>
          <p:spPr>
            <a:xfrm>
              <a:off x="4875276" y="4183377"/>
              <a:ext cx="169162" cy="195074"/>
            </a:xfrm>
            <a:prstGeom prst="rect">
              <a:avLst/>
            </a:prstGeom>
            <a:blipFill>
              <a:blip r:embed="rId8" cstate="print"/>
              <a:stretch>
                <a:fillRect/>
              </a:stretch>
            </a:blipFill>
          </p:spPr>
          <p:txBody>
            <a:bodyPr wrap="square" lIns="0" tIns="0" rIns="0" bIns="0" rtlCol="0"/>
            <a:lstStyle/>
            <a:p>
              <a:endParaRPr sz="2000"/>
            </a:p>
          </p:txBody>
        </p:sp>
        <p:sp>
          <p:nvSpPr>
            <p:cNvPr id="208" name="object 51">
              <a:extLst>
                <a:ext uri="{FF2B5EF4-FFF2-40B4-BE49-F238E27FC236}">
                  <a16:creationId xmlns:a16="http://schemas.microsoft.com/office/drawing/2014/main" id="{6FCEDAA4-F2E4-4BE4-9DF2-067EC729EF65}"/>
                </a:ext>
              </a:extLst>
            </p:cNvPr>
            <p:cNvSpPr/>
            <p:nvPr/>
          </p:nvSpPr>
          <p:spPr>
            <a:xfrm>
              <a:off x="4875276" y="4183377"/>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9" name="object 52">
              <a:extLst>
                <a:ext uri="{FF2B5EF4-FFF2-40B4-BE49-F238E27FC236}">
                  <a16:creationId xmlns:a16="http://schemas.microsoft.com/office/drawing/2014/main" id="{78923D09-8192-4EC8-A0DE-37FB9532FB2E}"/>
                </a:ext>
              </a:extLst>
            </p:cNvPr>
            <p:cNvSpPr/>
            <p:nvPr/>
          </p:nvSpPr>
          <p:spPr>
            <a:xfrm>
              <a:off x="4875276" y="4378454"/>
              <a:ext cx="169162" cy="195069"/>
            </a:xfrm>
            <a:prstGeom prst="rect">
              <a:avLst/>
            </a:prstGeom>
            <a:blipFill>
              <a:blip r:embed="rId9" cstate="print"/>
              <a:stretch>
                <a:fillRect/>
              </a:stretch>
            </a:blipFill>
          </p:spPr>
          <p:txBody>
            <a:bodyPr wrap="square" lIns="0" tIns="0" rIns="0" bIns="0" rtlCol="0"/>
            <a:lstStyle/>
            <a:p>
              <a:endParaRPr sz="2000"/>
            </a:p>
          </p:txBody>
        </p:sp>
        <p:sp>
          <p:nvSpPr>
            <p:cNvPr id="210" name="object 53">
              <a:extLst>
                <a:ext uri="{FF2B5EF4-FFF2-40B4-BE49-F238E27FC236}">
                  <a16:creationId xmlns:a16="http://schemas.microsoft.com/office/drawing/2014/main" id="{2CC221C7-C836-4ADC-B535-C3EC1B0E2201}"/>
                </a:ext>
              </a:extLst>
            </p:cNvPr>
            <p:cNvSpPr/>
            <p:nvPr/>
          </p:nvSpPr>
          <p:spPr>
            <a:xfrm>
              <a:off x="4875276" y="4378454"/>
              <a:ext cx="169545" cy="195580"/>
            </a:xfrm>
            <a:custGeom>
              <a:avLst/>
              <a:gdLst/>
              <a:ahLst/>
              <a:cxnLst/>
              <a:rect l="l" t="t" r="r" b="b"/>
              <a:pathLst>
                <a:path w="169545" h="195579">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211" name="object 54">
            <a:extLst>
              <a:ext uri="{FF2B5EF4-FFF2-40B4-BE49-F238E27FC236}">
                <a16:creationId xmlns:a16="http://schemas.microsoft.com/office/drawing/2014/main" id="{E06E8605-8218-48CE-A8A1-780A436D0B41}"/>
              </a:ext>
            </a:extLst>
          </p:cNvPr>
          <p:cNvSpPr txBox="1"/>
          <p:nvPr/>
        </p:nvSpPr>
        <p:spPr>
          <a:xfrm>
            <a:off x="5654574" y="2695833"/>
            <a:ext cx="680156" cy="356202"/>
          </a:xfrm>
          <a:prstGeom prst="rect">
            <a:avLst/>
          </a:prstGeom>
        </p:spPr>
        <p:txBody>
          <a:bodyPr vert="horz" wrap="square" lIns="0" tIns="14111" rIns="0" bIns="0" rtlCol="0">
            <a:spAutoFit/>
          </a:bodyPr>
          <a:lstStyle/>
          <a:p>
            <a:pPr>
              <a:spcBef>
                <a:spcPts val="111"/>
              </a:spcBef>
              <a:tabLst>
                <a:tab pos="500234" algn="l"/>
              </a:tabLst>
            </a:pPr>
            <a:r>
              <a:rPr sz="2222" b="1" dirty="0">
                <a:latin typeface="Arial"/>
                <a:cs typeface="Arial"/>
              </a:rPr>
              <a:t>×	=</a:t>
            </a:r>
            <a:endParaRPr sz="2222" dirty="0">
              <a:latin typeface="Arial"/>
              <a:cs typeface="Arial"/>
            </a:endParaRPr>
          </a:p>
        </p:txBody>
      </p:sp>
      <p:graphicFrame>
        <p:nvGraphicFramePr>
          <p:cNvPr id="212" name="object 55">
            <a:extLst>
              <a:ext uri="{FF2B5EF4-FFF2-40B4-BE49-F238E27FC236}">
                <a16:creationId xmlns:a16="http://schemas.microsoft.com/office/drawing/2014/main" id="{535B6A78-EF1C-47E3-A659-6755DDF552A2}"/>
              </a:ext>
            </a:extLst>
          </p:cNvPr>
          <p:cNvGraphicFramePr>
            <a:graphicFrameLocks noGrp="1"/>
          </p:cNvGraphicFramePr>
          <p:nvPr/>
        </p:nvGraphicFramePr>
        <p:xfrm>
          <a:off x="4894691" y="3585114"/>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extLst>
                  <a:ext uri="{0D108BD9-81ED-4DB2-BD59-A6C34878D82A}">
                    <a16:rowId xmlns:a16="http://schemas.microsoft.com/office/drawing/2014/main" val="10000"/>
                  </a:ext>
                </a:extLst>
              </a:tr>
            </a:tbl>
          </a:graphicData>
        </a:graphic>
      </p:graphicFrame>
      <p:sp>
        <p:nvSpPr>
          <p:cNvPr id="213" name="object 56">
            <a:extLst>
              <a:ext uri="{FF2B5EF4-FFF2-40B4-BE49-F238E27FC236}">
                <a16:creationId xmlns:a16="http://schemas.microsoft.com/office/drawing/2014/main" id="{F61840EF-2DB2-4479-BE39-FCC424D13C1A}"/>
              </a:ext>
            </a:extLst>
          </p:cNvPr>
          <p:cNvSpPr txBox="1"/>
          <p:nvPr/>
        </p:nvSpPr>
        <p:spPr>
          <a:xfrm>
            <a:off x="5654574" y="3757497"/>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a:latin typeface="Arial"/>
              <a:cs typeface="Arial"/>
            </a:endParaRPr>
          </a:p>
        </p:txBody>
      </p:sp>
      <p:graphicFrame>
        <p:nvGraphicFramePr>
          <p:cNvPr id="214" name="object 57">
            <a:extLst>
              <a:ext uri="{FF2B5EF4-FFF2-40B4-BE49-F238E27FC236}">
                <a16:creationId xmlns:a16="http://schemas.microsoft.com/office/drawing/2014/main" id="{C0AAAEF1-8E89-4E7F-958A-49858B8D3A5D}"/>
              </a:ext>
            </a:extLst>
          </p:cNvPr>
          <p:cNvGraphicFramePr>
            <a:graphicFrameLocks noGrp="1"/>
          </p:cNvGraphicFramePr>
          <p:nvPr/>
        </p:nvGraphicFramePr>
        <p:xfrm>
          <a:off x="4894691" y="1443048"/>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215" name="object 58">
            <a:extLst>
              <a:ext uri="{FF2B5EF4-FFF2-40B4-BE49-F238E27FC236}">
                <a16:creationId xmlns:a16="http://schemas.microsoft.com/office/drawing/2014/main" id="{DE150305-212E-46C7-A2F1-C768771B44C0}"/>
              </a:ext>
            </a:extLst>
          </p:cNvPr>
          <p:cNvGraphicFramePr>
            <a:graphicFrameLocks noGrp="1"/>
          </p:cNvGraphicFramePr>
          <p:nvPr/>
        </p:nvGraphicFramePr>
        <p:xfrm>
          <a:off x="4894691" y="2523394"/>
          <a:ext cx="651229" cy="726441"/>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6441">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sp>
        <p:nvSpPr>
          <p:cNvPr id="216" name="object 60">
            <a:extLst>
              <a:ext uri="{FF2B5EF4-FFF2-40B4-BE49-F238E27FC236}">
                <a16:creationId xmlns:a16="http://schemas.microsoft.com/office/drawing/2014/main" id="{66D3DB39-35A2-4C2E-AADE-E45CAA47E356}"/>
              </a:ext>
            </a:extLst>
          </p:cNvPr>
          <p:cNvSpPr/>
          <p:nvPr/>
        </p:nvSpPr>
        <p:spPr>
          <a:xfrm>
            <a:off x="6435908" y="2784447"/>
            <a:ext cx="187958" cy="218441"/>
          </a:xfrm>
          <a:prstGeom prst="rect">
            <a:avLst/>
          </a:prstGeom>
          <a:blipFill>
            <a:blip r:embed="rId10" cstate="print"/>
            <a:stretch>
              <a:fillRect/>
            </a:stretch>
          </a:blipFill>
        </p:spPr>
        <p:txBody>
          <a:bodyPr wrap="square" lIns="0" tIns="0" rIns="0" bIns="0" rtlCol="0"/>
          <a:lstStyle/>
          <a:p>
            <a:endParaRPr sz="2000"/>
          </a:p>
        </p:txBody>
      </p:sp>
      <p:sp>
        <p:nvSpPr>
          <p:cNvPr id="217" name="object 61">
            <a:extLst>
              <a:ext uri="{FF2B5EF4-FFF2-40B4-BE49-F238E27FC236}">
                <a16:creationId xmlns:a16="http://schemas.microsoft.com/office/drawing/2014/main" id="{300801C2-3558-4154-8586-C2564159D8B1}"/>
              </a:ext>
            </a:extLst>
          </p:cNvPr>
          <p:cNvSpPr/>
          <p:nvPr/>
        </p:nvSpPr>
        <p:spPr>
          <a:xfrm>
            <a:off x="6435908" y="2784447"/>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18" name="object 62">
            <a:extLst>
              <a:ext uri="{FF2B5EF4-FFF2-40B4-BE49-F238E27FC236}">
                <a16:creationId xmlns:a16="http://schemas.microsoft.com/office/drawing/2014/main" id="{0A51BBD7-1612-4903-A5E3-826FEC255B49}"/>
              </a:ext>
            </a:extLst>
          </p:cNvPr>
          <p:cNvSpPr/>
          <p:nvPr/>
        </p:nvSpPr>
        <p:spPr>
          <a:xfrm>
            <a:off x="4765434" y="4500642"/>
            <a:ext cx="1913467" cy="298450"/>
          </a:xfrm>
          <a:custGeom>
            <a:avLst/>
            <a:gdLst/>
            <a:ahLst/>
            <a:cxnLst/>
            <a:rect l="l" t="t" r="r" b="b"/>
            <a:pathLst>
              <a:path w="1722120" h="268604">
                <a:moveTo>
                  <a:pt x="1722120" y="0"/>
                </a:moveTo>
                <a:lnTo>
                  <a:pt x="1712535" y="52190"/>
                </a:lnTo>
                <a:lnTo>
                  <a:pt x="1686401" y="94820"/>
                </a:lnTo>
                <a:lnTo>
                  <a:pt x="1647646" y="123567"/>
                </a:lnTo>
                <a:lnTo>
                  <a:pt x="1600200" y="134110"/>
                </a:lnTo>
                <a:lnTo>
                  <a:pt x="982980" y="134110"/>
                </a:lnTo>
                <a:lnTo>
                  <a:pt x="935533" y="144650"/>
                </a:lnTo>
                <a:lnTo>
                  <a:pt x="896778" y="173392"/>
                </a:lnTo>
                <a:lnTo>
                  <a:pt x="870644" y="216022"/>
                </a:lnTo>
                <a:lnTo>
                  <a:pt x="861060" y="268225"/>
                </a:lnTo>
                <a:lnTo>
                  <a:pt x="851475" y="216022"/>
                </a:lnTo>
                <a:lnTo>
                  <a:pt x="825341" y="173392"/>
                </a:lnTo>
                <a:lnTo>
                  <a:pt x="786586" y="144650"/>
                </a:lnTo>
                <a:lnTo>
                  <a:pt x="739140"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219" name="object 63">
            <a:extLst>
              <a:ext uri="{FF2B5EF4-FFF2-40B4-BE49-F238E27FC236}">
                <a16:creationId xmlns:a16="http://schemas.microsoft.com/office/drawing/2014/main" id="{9E8C662D-C26A-4C4B-8F4F-1ED1FB444851}"/>
              </a:ext>
            </a:extLst>
          </p:cNvPr>
          <p:cNvSpPr/>
          <p:nvPr/>
        </p:nvSpPr>
        <p:spPr>
          <a:xfrm>
            <a:off x="6435908" y="1487354"/>
            <a:ext cx="187958" cy="218441"/>
          </a:xfrm>
          <a:prstGeom prst="rect">
            <a:avLst/>
          </a:prstGeom>
          <a:blipFill>
            <a:blip r:embed="rId11" cstate="print"/>
            <a:stretch>
              <a:fillRect/>
            </a:stretch>
          </a:blipFill>
        </p:spPr>
        <p:txBody>
          <a:bodyPr wrap="square" lIns="0" tIns="0" rIns="0" bIns="0" rtlCol="0"/>
          <a:lstStyle/>
          <a:p>
            <a:endParaRPr sz="2000"/>
          </a:p>
        </p:txBody>
      </p:sp>
      <p:sp>
        <p:nvSpPr>
          <p:cNvPr id="220" name="object 64">
            <a:extLst>
              <a:ext uri="{FF2B5EF4-FFF2-40B4-BE49-F238E27FC236}">
                <a16:creationId xmlns:a16="http://schemas.microsoft.com/office/drawing/2014/main" id="{43CDB7D2-035F-47B1-BBC4-D87ADF3ED51F}"/>
              </a:ext>
            </a:extLst>
          </p:cNvPr>
          <p:cNvSpPr/>
          <p:nvPr/>
        </p:nvSpPr>
        <p:spPr>
          <a:xfrm>
            <a:off x="6435908" y="1487354"/>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21" name="object 65">
            <a:extLst>
              <a:ext uri="{FF2B5EF4-FFF2-40B4-BE49-F238E27FC236}">
                <a16:creationId xmlns:a16="http://schemas.microsoft.com/office/drawing/2014/main" id="{3DB0B4CD-31A3-499A-86D8-E06ED70E6813}"/>
              </a:ext>
            </a:extLst>
          </p:cNvPr>
          <p:cNvSpPr/>
          <p:nvPr/>
        </p:nvSpPr>
        <p:spPr>
          <a:xfrm>
            <a:off x="1222983" y="2321365"/>
            <a:ext cx="6054246" cy="1214087"/>
          </a:xfrm>
          <a:custGeom>
            <a:avLst/>
            <a:gdLst/>
            <a:ahLst/>
            <a:cxnLst/>
            <a:rect l="l" t="t" r="r" b="b"/>
            <a:pathLst>
              <a:path w="5489575" h="991870">
                <a:moveTo>
                  <a:pt x="0" y="26670"/>
                </a:moveTo>
                <a:lnTo>
                  <a:pt x="5489318" y="0"/>
                </a:lnTo>
              </a:path>
              <a:path w="5489575" h="991870">
                <a:moveTo>
                  <a:pt x="0" y="991616"/>
                </a:moveTo>
                <a:lnTo>
                  <a:pt x="5448805" y="915924"/>
                </a:lnTo>
              </a:path>
            </a:pathLst>
          </a:custGeom>
          <a:ln w="38100">
            <a:solidFill>
              <a:srgbClr val="008462"/>
            </a:solidFill>
            <a:prstDash val="lgDash"/>
          </a:ln>
        </p:spPr>
        <p:txBody>
          <a:bodyPr wrap="square" lIns="0" tIns="0" rIns="0" bIns="0" rtlCol="0"/>
          <a:lstStyle/>
          <a:p>
            <a:endParaRPr sz="2000"/>
          </a:p>
        </p:txBody>
      </p:sp>
      <p:sp>
        <p:nvSpPr>
          <p:cNvPr id="222" name="object 66">
            <a:extLst>
              <a:ext uri="{FF2B5EF4-FFF2-40B4-BE49-F238E27FC236}">
                <a16:creationId xmlns:a16="http://schemas.microsoft.com/office/drawing/2014/main" id="{7C06C2FF-7C6D-40BC-953A-2361FF1C85A9}"/>
              </a:ext>
            </a:extLst>
          </p:cNvPr>
          <p:cNvSpPr txBox="1"/>
          <p:nvPr/>
        </p:nvSpPr>
        <p:spPr>
          <a:xfrm>
            <a:off x="4927568" y="4829769"/>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2" dirty="0">
                <a:latin typeface="Arial"/>
                <a:cs typeface="Arial"/>
              </a:rPr>
              <a:t> </a:t>
            </a:r>
            <a:r>
              <a:rPr sz="1556" spc="-6" dirty="0">
                <a:latin typeface="Arial"/>
                <a:cs typeface="Arial"/>
              </a:rPr>
              <a:t>fwd</a:t>
            </a:r>
            <a:endParaRPr sz="1556">
              <a:latin typeface="Arial"/>
              <a:cs typeface="Arial"/>
            </a:endParaRPr>
          </a:p>
        </p:txBody>
      </p:sp>
      <p:graphicFrame>
        <p:nvGraphicFramePr>
          <p:cNvPr id="223" name="object 7">
            <a:extLst>
              <a:ext uri="{FF2B5EF4-FFF2-40B4-BE49-F238E27FC236}">
                <a16:creationId xmlns:a16="http://schemas.microsoft.com/office/drawing/2014/main" id="{5A14F94C-243B-438D-9988-6E2B12DF5F15}"/>
              </a:ext>
            </a:extLst>
          </p:cNvPr>
          <p:cNvGraphicFramePr>
            <a:graphicFrameLocks noGrp="1"/>
          </p:cNvGraphicFramePr>
          <p:nvPr/>
        </p:nvGraphicFramePr>
        <p:xfrm>
          <a:off x="5868600" y="1466798"/>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24" name="object 67">
            <a:extLst>
              <a:ext uri="{FF2B5EF4-FFF2-40B4-BE49-F238E27FC236}">
                <a16:creationId xmlns:a16="http://schemas.microsoft.com/office/drawing/2014/main" id="{622E30CE-531C-4C9A-A00E-B309680F1DD5}"/>
              </a:ext>
            </a:extLst>
          </p:cNvPr>
          <p:cNvSpPr txBox="1"/>
          <p:nvPr/>
        </p:nvSpPr>
        <p:spPr>
          <a:xfrm>
            <a:off x="2045948" y="1069452"/>
            <a:ext cx="6028683" cy="291961"/>
          </a:xfrm>
          <a:prstGeom prst="rect">
            <a:avLst/>
          </a:prstGeom>
        </p:spPr>
        <p:txBody>
          <a:bodyPr vert="horz" wrap="square" lIns="0" tIns="14817" rIns="0" bIns="0" rtlCol="0">
            <a:spAutoFit/>
          </a:bodyPr>
          <a:lstStyle/>
          <a:p>
            <a:pPr marL="14111">
              <a:spcBef>
                <a:spcPts val="117"/>
              </a:spcBef>
              <a:tabLst>
                <a:tab pos="2831366" algn="l"/>
              </a:tabLst>
            </a:pPr>
            <a:r>
              <a:rPr b="1" dirty="0">
                <a:solidFill>
                  <a:srgbClr val="6F2F9F"/>
                </a:solidFill>
                <a:latin typeface="Arial"/>
                <a:cs typeface="Arial"/>
              </a:rPr>
              <a:t>Row-wise</a:t>
            </a:r>
            <a:r>
              <a:rPr b="1" spc="-44" dirty="0">
                <a:solidFill>
                  <a:srgbClr val="6F2F9F"/>
                </a:solidFill>
                <a:latin typeface="Arial"/>
                <a:cs typeface="Arial"/>
              </a:rPr>
              <a:t> </a:t>
            </a:r>
            <a:r>
              <a:rPr b="1" spc="-6" dirty="0">
                <a:solidFill>
                  <a:srgbClr val="6F2F9F"/>
                </a:solidFill>
                <a:latin typeface="Arial"/>
                <a:cs typeface="Arial"/>
              </a:rPr>
              <a:t>partitioning</a:t>
            </a:r>
            <a:r>
              <a:rPr lang="en-US" b="1" spc="-6" dirty="0">
                <a:solidFill>
                  <a:srgbClr val="6F2F9F"/>
                </a:solidFill>
                <a:latin typeface="Arial"/>
                <a:cs typeface="Arial"/>
              </a:rPr>
              <a:t>    </a:t>
            </a:r>
            <a:r>
              <a:rPr b="1" spc="-6" dirty="0">
                <a:solidFill>
                  <a:srgbClr val="6F2F9F"/>
                </a:solidFill>
                <a:latin typeface="Arial"/>
                <a:cs typeface="Arial"/>
              </a:rPr>
              <a:t>Col</a:t>
            </a:r>
            <a:r>
              <a:rPr lang="en-US" b="1" spc="-6" dirty="0">
                <a:solidFill>
                  <a:srgbClr val="6F2F9F"/>
                </a:solidFill>
                <a:latin typeface="Arial"/>
                <a:cs typeface="Arial"/>
              </a:rPr>
              <a:t>umn-wise</a:t>
            </a:r>
            <a:r>
              <a:rPr b="1" spc="-67" dirty="0">
                <a:solidFill>
                  <a:srgbClr val="6F2F9F"/>
                </a:solidFill>
                <a:latin typeface="Arial"/>
                <a:cs typeface="Arial"/>
              </a:rPr>
              <a:t> </a:t>
            </a:r>
            <a:r>
              <a:rPr b="1" spc="-6" dirty="0">
                <a:solidFill>
                  <a:srgbClr val="6F2F9F"/>
                </a:solidFill>
                <a:latin typeface="Arial"/>
                <a:cs typeface="Arial"/>
              </a:rPr>
              <a:t>partitioning</a:t>
            </a:r>
            <a:endParaRPr dirty="0">
              <a:latin typeface="Arial"/>
              <a:cs typeface="Arial"/>
            </a:endParaRPr>
          </a:p>
        </p:txBody>
      </p:sp>
      <p:sp>
        <p:nvSpPr>
          <p:cNvPr id="225" name="object 4">
            <a:extLst>
              <a:ext uri="{FF2B5EF4-FFF2-40B4-BE49-F238E27FC236}">
                <a16:creationId xmlns:a16="http://schemas.microsoft.com/office/drawing/2014/main" id="{2BF273D2-C201-40AB-858D-772F5033D46E}"/>
              </a:ext>
            </a:extLst>
          </p:cNvPr>
          <p:cNvSpPr txBox="1"/>
          <p:nvPr/>
        </p:nvSpPr>
        <p:spPr>
          <a:xfrm>
            <a:off x="519333" y="5253370"/>
            <a:ext cx="8174634" cy="816463"/>
          </a:xfrm>
          <a:prstGeom prst="rect">
            <a:avLst/>
          </a:prstGeom>
        </p:spPr>
        <p:txBody>
          <a:bodyPr vert="horz" wrap="square" lIns="0" tIns="110067" rIns="0" bIns="0" rtlCol="0">
            <a:spAutoFit/>
          </a:bodyPr>
          <a:lstStyle/>
          <a:p>
            <a:pPr marL="332313" indent="-318908">
              <a:spcBef>
                <a:spcPts val="867"/>
              </a:spcBef>
              <a:buClr>
                <a:srgbClr val="B2B2B2"/>
              </a:buClr>
              <a:buFont typeface="Arial"/>
              <a:buChar char="•"/>
              <a:tabLst>
                <a:tab pos="332313" algn="l"/>
                <a:tab pos="333019" algn="l"/>
              </a:tabLst>
            </a:pPr>
            <a:r>
              <a:rPr sz="2000" b="1" spc="-6" dirty="0">
                <a:latin typeface="Trebuchet MS"/>
                <a:cs typeface="Trebuchet MS"/>
              </a:rPr>
              <a:t>Note: no </a:t>
            </a:r>
            <a:r>
              <a:rPr sz="2000" b="1" dirty="0">
                <a:latin typeface="Trebuchet MS"/>
                <a:cs typeface="Trebuchet MS"/>
              </a:rPr>
              <a:t>communication </a:t>
            </a:r>
            <a:r>
              <a:rPr sz="2000" b="1" spc="-6" dirty="0">
                <a:latin typeface="Trebuchet MS"/>
                <a:cs typeface="Trebuchet MS"/>
              </a:rPr>
              <a:t>is</a:t>
            </a:r>
            <a:r>
              <a:rPr sz="2000" b="1" spc="-100" dirty="0">
                <a:latin typeface="Trebuchet MS"/>
                <a:cs typeface="Trebuchet MS"/>
              </a:rPr>
              <a:t> </a:t>
            </a:r>
            <a:r>
              <a:rPr sz="2000" b="1" spc="-6" dirty="0">
                <a:latin typeface="Trebuchet MS"/>
                <a:cs typeface="Trebuchet MS"/>
              </a:rPr>
              <a:t>needed</a:t>
            </a:r>
            <a:r>
              <a:rPr lang="en-US" altLang="zh-CN" sz="2000" b="1" spc="-6" dirty="0">
                <a:latin typeface="Trebuchet MS"/>
                <a:cs typeface="Trebuchet MS"/>
              </a:rPr>
              <a:t> for two matrices</a:t>
            </a:r>
            <a:endParaRPr sz="2000" dirty="0">
              <a:latin typeface="Trebuchet MS"/>
              <a:cs typeface="Trebuchet MS"/>
            </a:endParaRPr>
          </a:p>
          <a:p>
            <a:pPr marL="332313" indent="-318908">
              <a:lnSpc>
                <a:spcPts val="2283"/>
              </a:lnSpc>
              <a:spcBef>
                <a:spcPts val="761"/>
              </a:spcBef>
              <a:buClr>
                <a:srgbClr val="B2B2B2"/>
              </a:buClr>
              <a:buFont typeface="Arial"/>
              <a:buChar char="•"/>
              <a:tabLst>
                <a:tab pos="332313" algn="l"/>
                <a:tab pos="333019" algn="l"/>
              </a:tabLst>
            </a:pPr>
            <a:r>
              <a:rPr sz="2000" b="1" spc="-6" dirty="0">
                <a:latin typeface="Trebuchet MS"/>
                <a:cs typeface="Trebuchet MS"/>
              </a:rPr>
              <a:t>Worker </a:t>
            </a:r>
            <a:r>
              <a:rPr sz="2000" b="1" i="1" dirty="0">
                <a:latin typeface="Trebuchet MS"/>
                <a:cs typeface="Trebuchet MS"/>
              </a:rPr>
              <a:t>i </a:t>
            </a:r>
            <a:r>
              <a:rPr sz="2000" b="1" spc="-6" dirty="0">
                <a:latin typeface="Trebuchet MS"/>
                <a:cs typeface="Trebuchet MS"/>
              </a:rPr>
              <a:t>produces output, </a:t>
            </a:r>
            <a:r>
              <a:rPr sz="2000" b="1" dirty="0">
                <a:latin typeface="Trebuchet MS"/>
                <a:cs typeface="Trebuchet MS"/>
              </a:rPr>
              <a:t>which</a:t>
            </a:r>
            <a:r>
              <a:rPr sz="2000" b="1" spc="-61" dirty="0">
                <a:latin typeface="Trebuchet MS"/>
                <a:cs typeface="Trebuchet MS"/>
              </a:rPr>
              <a:t> </a:t>
            </a:r>
            <a:r>
              <a:rPr sz="2000" b="1" spc="-6" dirty="0">
                <a:latin typeface="Trebuchet MS"/>
                <a:cs typeface="Trebuchet MS"/>
              </a:rPr>
              <a:t>is</a:t>
            </a:r>
            <a:r>
              <a:rPr lang="en-US" altLang="zh-CN" sz="2000" b="1" spc="-6" dirty="0">
                <a:latin typeface="Trebuchet MS"/>
                <a:cs typeface="Trebuchet MS"/>
              </a:rPr>
              <a:t> </a:t>
            </a:r>
            <a:r>
              <a:rPr sz="2000" b="1" spc="-6" dirty="0">
                <a:latin typeface="Trebuchet MS"/>
                <a:cs typeface="Trebuchet MS"/>
              </a:rPr>
              <a:t>its input for the next</a:t>
            </a:r>
            <a:r>
              <a:rPr sz="2000" b="1" spc="-17" dirty="0">
                <a:latin typeface="Trebuchet MS"/>
                <a:cs typeface="Trebuchet MS"/>
              </a:rPr>
              <a:t> </a:t>
            </a:r>
            <a:r>
              <a:rPr sz="2000" b="1" spc="-6" dirty="0">
                <a:latin typeface="Trebuchet MS"/>
                <a:cs typeface="Trebuchet MS"/>
              </a:rPr>
              <a:t>layer</a:t>
            </a:r>
            <a:endParaRPr sz="2000" dirty="0">
              <a:latin typeface="Trebuchet MS"/>
              <a:cs typeface="Trebuchet MS"/>
            </a:endParaRPr>
          </a:p>
        </p:txBody>
      </p:sp>
      <p:sp>
        <p:nvSpPr>
          <p:cNvPr id="226" name="Rectangle 59">
            <a:extLst>
              <a:ext uri="{FF2B5EF4-FFF2-40B4-BE49-F238E27FC236}">
                <a16:creationId xmlns:a16="http://schemas.microsoft.com/office/drawing/2014/main" id="{2B352BA7-5B90-4CD0-BF8C-71B5744D9500}"/>
              </a:ext>
            </a:extLst>
          </p:cNvPr>
          <p:cNvSpPr/>
          <p:nvPr/>
        </p:nvSpPr>
        <p:spPr>
          <a:xfrm>
            <a:off x="2477878" y="4295047"/>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227" name="Rectangle 59">
            <a:extLst>
              <a:ext uri="{FF2B5EF4-FFF2-40B4-BE49-F238E27FC236}">
                <a16:creationId xmlns:a16="http://schemas.microsoft.com/office/drawing/2014/main" id="{14CDCDBF-C277-4C55-9DA2-3250668FD76F}"/>
              </a:ext>
            </a:extLst>
          </p:cNvPr>
          <p:cNvSpPr/>
          <p:nvPr/>
        </p:nvSpPr>
        <p:spPr>
          <a:xfrm>
            <a:off x="5015229" y="4306604"/>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2" name="文本框 1">
            <a:extLst>
              <a:ext uri="{FF2B5EF4-FFF2-40B4-BE49-F238E27FC236}">
                <a16:creationId xmlns:a16="http://schemas.microsoft.com/office/drawing/2014/main" id="{8BB04BA2-5A7D-4289-96B5-D413235B1723}"/>
              </a:ext>
            </a:extLst>
          </p:cNvPr>
          <p:cNvSpPr txBox="1"/>
          <p:nvPr/>
        </p:nvSpPr>
        <p:spPr>
          <a:xfrm>
            <a:off x="6896352" y="2743742"/>
            <a:ext cx="1459054" cy="461665"/>
          </a:xfrm>
          <a:prstGeom prst="rect">
            <a:avLst/>
          </a:prstGeom>
          <a:noFill/>
        </p:spPr>
        <p:txBody>
          <a:bodyPr wrap="none" rtlCol="0">
            <a:spAutoFit/>
          </a:bodyPr>
          <a:lstStyle/>
          <a:p>
            <a:r>
              <a:rPr lang="en-US" altLang="zh-CN" sz="2400" dirty="0">
                <a:solidFill>
                  <a:srgbClr val="00B0F0"/>
                </a:solidFill>
                <a:latin typeface="Arial Narrow" panose="020B0606020202030204" pitchFamily="34" charset="0"/>
              </a:rPr>
              <a:t>+Next two?</a:t>
            </a:r>
            <a:endParaRPr lang="zh-CN" altLang="en-US" sz="2400" dirty="0">
              <a:solidFill>
                <a:srgbClr val="00B0F0"/>
              </a:solidFill>
              <a:latin typeface="Arial Narrow" panose="020B0606020202030204" pitchFamily="34" charset="0"/>
            </a:endParaRPr>
          </a:p>
        </p:txBody>
      </p:sp>
    </p:spTree>
    <p:extLst>
      <p:ext uri="{BB962C8B-B14F-4D97-AF65-F5344CB8AC3E}">
        <p14:creationId xmlns:p14="http://schemas.microsoft.com/office/powerpoint/2010/main" val="1675817106"/>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dirty="0"/>
              <a:t>Reducing </a:t>
            </a:r>
            <a:r>
              <a:rPr lang="en-US" altLang="zh-CN" sz="3200" spc="-6" dirty="0"/>
              <a:t>Synchronization By Alternating</a:t>
            </a:r>
            <a:r>
              <a:rPr lang="en-US" altLang="zh-CN" sz="3200" spc="-39" dirty="0"/>
              <a:t> </a:t>
            </a:r>
            <a:r>
              <a:rPr lang="en-US" altLang="zh-CN" sz="3200" spc="-6" dirty="0"/>
              <a:t>Partitioning</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73</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4" name="object 2">
            <a:extLst>
              <a:ext uri="{FF2B5EF4-FFF2-40B4-BE49-F238E27FC236}">
                <a16:creationId xmlns:a16="http://schemas.microsoft.com/office/drawing/2014/main" id="{CEB00BA9-32F4-49CD-9F3E-36B264DEDEE4}"/>
              </a:ext>
            </a:extLst>
          </p:cNvPr>
          <p:cNvSpPr/>
          <p:nvPr/>
        </p:nvSpPr>
        <p:spPr>
          <a:xfrm>
            <a:off x="1038408" y="1641466"/>
            <a:ext cx="2001661" cy="3524250"/>
          </a:xfrm>
          <a:custGeom>
            <a:avLst/>
            <a:gdLst/>
            <a:ahLst/>
            <a:cxnLst/>
            <a:rect l="l" t="t" r="r" b="b"/>
            <a:pathLst>
              <a:path w="1801495" h="3171825">
                <a:moveTo>
                  <a:pt x="1801368" y="0"/>
                </a:moveTo>
                <a:lnTo>
                  <a:pt x="0" y="0"/>
                </a:lnTo>
                <a:lnTo>
                  <a:pt x="0" y="3171444"/>
                </a:lnTo>
                <a:lnTo>
                  <a:pt x="1801368" y="3171444"/>
                </a:lnTo>
                <a:lnTo>
                  <a:pt x="1801368" y="0"/>
                </a:lnTo>
                <a:close/>
              </a:path>
            </a:pathLst>
          </a:custGeom>
          <a:solidFill>
            <a:srgbClr val="F7F7F7"/>
          </a:solidFill>
        </p:spPr>
        <p:txBody>
          <a:bodyPr wrap="square" lIns="0" tIns="0" rIns="0" bIns="0" rtlCol="0"/>
          <a:lstStyle/>
          <a:p>
            <a:endParaRPr sz="2000"/>
          </a:p>
        </p:txBody>
      </p:sp>
      <p:graphicFrame>
        <p:nvGraphicFramePr>
          <p:cNvPr id="75" name="object 4">
            <a:extLst>
              <a:ext uri="{FF2B5EF4-FFF2-40B4-BE49-F238E27FC236}">
                <a16:creationId xmlns:a16="http://schemas.microsoft.com/office/drawing/2014/main" id="{42FAA0A4-02F2-4E79-BC3F-6353D2F3177E}"/>
              </a:ext>
            </a:extLst>
          </p:cNvPr>
          <p:cNvGraphicFramePr>
            <a:graphicFrameLocks noGrp="1"/>
          </p:cNvGraphicFramePr>
          <p:nvPr>
            <p:extLst>
              <p:ext uri="{D42A27DB-BD31-4B8C-83A1-F6EECF244321}">
                <p14:modId xmlns:p14="http://schemas.microsoft.com/office/powerpoint/2010/main" val="3310882099"/>
              </p:ext>
            </p:extLst>
          </p:nvPr>
        </p:nvGraphicFramePr>
        <p:xfrm>
          <a:off x="1182060" y="2181356"/>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76" name="object 5">
            <a:extLst>
              <a:ext uri="{FF2B5EF4-FFF2-40B4-BE49-F238E27FC236}">
                <a16:creationId xmlns:a16="http://schemas.microsoft.com/office/drawing/2014/main" id="{291C8CAD-2909-44C8-81E5-F732E5665BB8}"/>
              </a:ext>
            </a:extLst>
          </p:cNvPr>
          <p:cNvGraphicFramePr>
            <a:graphicFrameLocks noGrp="1"/>
          </p:cNvGraphicFramePr>
          <p:nvPr>
            <p:extLst>
              <p:ext uri="{D42A27DB-BD31-4B8C-83A1-F6EECF244321}">
                <p14:modId xmlns:p14="http://schemas.microsoft.com/office/powerpoint/2010/main" val="137303020"/>
              </p:ext>
            </p:extLst>
          </p:nvPr>
        </p:nvGraphicFramePr>
        <p:xfrm>
          <a:off x="2199750"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77" name="object 6">
            <a:extLst>
              <a:ext uri="{FF2B5EF4-FFF2-40B4-BE49-F238E27FC236}">
                <a16:creationId xmlns:a16="http://schemas.microsoft.com/office/drawing/2014/main" id="{E094D7DB-B651-41BD-91A6-DBE7E0BD5CDC}"/>
              </a:ext>
            </a:extLst>
          </p:cNvPr>
          <p:cNvGraphicFramePr>
            <a:graphicFrameLocks noGrp="1"/>
          </p:cNvGraphicFramePr>
          <p:nvPr>
            <p:extLst>
              <p:ext uri="{D42A27DB-BD31-4B8C-83A1-F6EECF244321}">
                <p14:modId xmlns:p14="http://schemas.microsoft.com/office/powerpoint/2010/main" val="1127468075"/>
              </p:ext>
            </p:extLst>
          </p:nvPr>
        </p:nvGraphicFramePr>
        <p:xfrm>
          <a:off x="2755163"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78" name="object 7">
            <a:extLst>
              <a:ext uri="{FF2B5EF4-FFF2-40B4-BE49-F238E27FC236}">
                <a16:creationId xmlns:a16="http://schemas.microsoft.com/office/drawing/2014/main" id="{3860000F-D779-4999-940B-1B1851181482}"/>
              </a:ext>
            </a:extLst>
          </p:cNvPr>
          <p:cNvSpPr txBox="1"/>
          <p:nvPr/>
        </p:nvSpPr>
        <p:spPr>
          <a:xfrm>
            <a:off x="1966071" y="2316825"/>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79" name="object 8">
            <a:extLst>
              <a:ext uri="{FF2B5EF4-FFF2-40B4-BE49-F238E27FC236}">
                <a16:creationId xmlns:a16="http://schemas.microsoft.com/office/drawing/2014/main" id="{FE1B444C-B86C-43F9-A6A2-1F2ACDB628C7}"/>
              </a:ext>
            </a:extLst>
          </p:cNvPr>
          <p:cNvGrpSpPr/>
          <p:nvPr/>
        </p:nvGrpSpPr>
        <p:grpSpPr>
          <a:xfrm>
            <a:off x="2199749" y="3261707"/>
            <a:ext cx="756356" cy="666044"/>
            <a:chOff x="2080005" y="3024888"/>
            <a:chExt cx="680720" cy="599440"/>
          </a:xfrm>
        </p:grpSpPr>
        <p:sp>
          <p:nvSpPr>
            <p:cNvPr id="80" name="object 9">
              <a:extLst>
                <a:ext uri="{FF2B5EF4-FFF2-40B4-BE49-F238E27FC236}">
                  <a16:creationId xmlns:a16="http://schemas.microsoft.com/office/drawing/2014/main" id="{34428F98-79C3-4664-9DE5-5569A90D39FB}"/>
                </a:ext>
              </a:extLst>
            </p:cNvPr>
            <p:cNvSpPr/>
            <p:nvPr/>
          </p:nvSpPr>
          <p:spPr>
            <a:xfrm>
              <a:off x="2086355" y="3031238"/>
              <a:ext cx="167640" cy="195580"/>
            </a:xfrm>
            <a:custGeom>
              <a:avLst/>
              <a:gdLst/>
              <a:ahLst/>
              <a:cxnLst/>
              <a:rect l="l" t="t" r="r" b="b"/>
              <a:pathLst>
                <a:path w="167639" h="195580">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81" name="object 10">
              <a:extLst>
                <a:ext uri="{FF2B5EF4-FFF2-40B4-BE49-F238E27FC236}">
                  <a16:creationId xmlns:a16="http://schemas.microsoft.com/office/drawing/2014/main" id="{4DDFC1F3-5C01-485D-B68D-081DF6BF45D2}"/>
                </a:ext>
              </a:extLst>
            </p:cNvPr>
            <p:cNvSpPr/>
            <p:nvPr/>
          </p:nvSpPr>
          <p:spPr>
            <a:xfrm>
              <a:off x="2086355" y="3031238"/>
              <a:ext cx="167640" cy="195580"/>
            </a:xfrm>
            <a:custGeom>
              <a:avLst/>
              <a:gdLst/>
              <a:ahLst/>
              <a:cxnLst/>
              <a:rect l="l" t="t" r="r" b="b"/>
              <a:pathLst>
                <a:path w="167639"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82" name="object 11">
              <a:extLst>
                <a:ext uri="{FF2B5EF4-FFF2-40B4-BE49-F238E27FC236}">
                  <a16:creationId xmlns:a16="http://schemas.microsoft.com/office/drawing/2014/main" id="{35C38E93-1F42-4E87-B69C-4DB1436CD806}"/>
                </a:ext>
              </a:extLst>
            </p:cNvPr>
            <p:cNvSpPr/>
            <p:nvPr/>
          </p:nvSpPr>
          <p:spPr>
            <a:xfrm>
              <a:off x="2086355"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83" name="object 12">
              <a:extLst>
                <a:ext uri="{FF2B5EF4-FFF2-40B4-BE49-F238E27FC236}">
                  <a16:creationId xmlns:a16="http://schemas.microsoft.com/office/drawing/2014/main" id="{FC41762E-5EAF-4250-B318-D9069686545E}"/>
                </a:ext>
              </a:extLst>
            </p:cNvPr>
            <p:cNvSpPr/>
            <p:nvPr/>
          </p:nvSpPr>
          <p:spPr>
            <a:xfrm>
              <a:off x="2086355"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84" name="object 13">
              <a:extLst>
                <a:ext uri="{FF2B5EF4-FFF2-40B4-BE49-F238E27FC236}">
                  <a16:creationId xmlns:a16="http://schemas.microsoft.com/office/drawing/2014/main" id="{BF8508BB-8CAE-4482-9D25-430C3B6694E6}"/>
                </a:ext>
              </a:extLst>
            </p:cNvPr>
            <p:cNvSpPr/>
            <p:nvPr/>
          </p:nvSpPr>
          <p:spPr>
            <a:xfrm>
              <a:off x="2086355" y="3422901"/>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85" name="object 14">
              <a:extLst>
                <a:ext uri="{FF2B5EF4-FFF2-40B4-BE49-F238E27FC236}">
                  <a16:creationId xmlns:a16="http://schemas.microsoft.com/office/drawing/2014/main" id="{2C49478E-1D79-4916-A9EE-65997B6424ED}"/>
                </a:ext>
              </a:extLst>
            </p:cNvPr>
            <p:cNvSpPr/>
            <p:nvPr/>
          </p:nvSpPr>
          <p:spPr>
            <a:xfrm>
              <a:off x="2086355" y="3422901"/>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86" name="object 15">
              <a:extLst>
                <a:ext uri="{FF2B5EF4-FFF2-40B4-BE49-F238E27FC236}">
                  <a16:creationId xmlns:a16="http://schemas.microsoft.com/office/drawing/2014/main" id="{FF90F98E-F511-4280-89E5-14350C3C5CF7}"/>
                </a:ext>
              </a:extLst>
            </p:cNvPr>
            <p:cNvSpPr/>
            <p:nvPr/>
          </p:nvSpPr>
          <p:spPr>
            <a:xfrm>
              <a:off x="2586227" y="3031238"/>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1662"/>
                  </a:lnTo>
                  <a:lnTo>
                    <a:pt x="0" y="391662"/>
                  </a:lnTo>
                  <a:lnTo>
                    <a:pt x="0" y="586737"/>
                  </a:lnTo>
                  <a:close/>
                </a:path>
              </a:pathLst>
            </a:custGeom>
            <a:ln w="12700">
              <a:solidFill>
                <a:srgbClr val="BEBEBE"/>
              </a:solidFill>
            </a:ln>
          </p:spPr>
          <p:txBody>
            <a:bodyPr wrap="square" lIns="0" tIns="0" rIns="0" bIns="0" rtlCol="0"/>
            <a:lstStyle/>
            <a:p>
              <a:endParaRPr sz="2000"/>
            </a:p>
          </p:txBody>
        </p:sp>
      </p:grpSp>
      <p:graphicFrame>
        <p:nvGraphicFramePr>
          <p:cNvPr id="87" name="object 16">
            <a:extLst>
              <a:ext uri="{FF2B5EF4-FFF2-40B4-BE49-F238E27FC236}">
                <a16:creationId xmlns:a16="http://schemas.microsoft.com/office/drawing/2014/main" id="{55676F95-2147-4F0A-A374-4ADF776FD1C8}"/>
              </a:ext>
            </a:extLst>
          </p:cNvPr>
          <p:cNvGraphicFramePr>
            <a:graphicFrameLocks noGrp="1"/>
          </p:cNvGraphicFramePr>
          <p:nvPr>
            <p:extLst>
              <p:ext uri="{D42A27DB-BD31-4B8C-83A1-F6EECF244321}">
                <p14:modId xmlns:p14="http://schemas.microsoft.com/office/powerpoint/2010/main" val="1931633618"/>
              </p:ext>
            </p:extLst>
          </p:nvPr>
        </p:nvGraphicFramePr>
        <p:xfrm>
          <a:off x="1182060" y="3261707"/>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88" name="object 17">
            <a:extLst>
              <a:ext uri="{FF2B5EF4-FFF2-40B4-BE49-F238E27FC236}">
                <a16:creationId xmlns:a16="http://schemas.microsoft.com/office/drawing/2014/main" id="{ECAAA21A-63F0-42C4-B7A7-401E9E543669}"/>
              </a:ext>
            </a:extLst>
          </p:cNvPr>
          <p:cNvSpPr txBox="1"/>
          <p:nvPr/>
        </p:nvSpPr>
        <p:spPr>
          <a:xfrm>
            <a:off x="1966071" y="3396889"/>
            <a:ext cx="694267" cy="356202"/>
          </a:xfrm>
          <a:prstGeom prst="rect">
            <a:avLst/>
          </a:prstGeom>
        </p:spPr>
        <p:txBody>
          <a:bodyPr vert="horz" wrap="square" lIns="0" tIns="14111" rIns="0" bIns="0" rtlCol="0">
            <a:spAutoFit/>
          </a:bodyPr>
          <a:lstStyle/>
          <a:p>
            <a:pPr marL="14111">
              <a:spcBef>
                <a:spcPts val="111"/>
              </a:spcBef>
              <a:tabLst>
                <a:tab pos="513639" algn="l"/>
              </a:tabLst>
            </a:pPr>
            <a:r>
              <a:rPr sz="2222" b="1" dirty="0">
                <a:latin typeface="Arial"/>
                <a:cs typeface="Arial"/>
              </a:rPr>
              <a:t>×	=</a:t>
            </a:r>
            <a:endParaRPr sz="2222">
              <a:latin typeface="Arial"/>
              <a:cs typeface="Arial"/>
            </a:endParaRPr>
          </a:p>
        </p:txBody>
      </p:sp>
      <p:graphicFrame>
        <p:nvGraphicFramePr>
          <p:cNvPr id="89" name="object 18">
            <a:extLst>
              <a:ext uri="{FF2B5EF4-FFF2-40B4-BE49-F238E27FC236}">
                <a16:creationId xmlns:a16="http://schemas.microsoft.com/office/drawing/2014/main" id="{86BFD2BD-658A-4A86-A3F8-43B9166756D8}"/>
              </a:ext>
            </a:extLst>
          </p:cNvPr>
          <p:cNvGraphicFramePr>
            <a:graphicFrameLocks noGrp="1"/>
          </p:cNvGraphicFramePr>
          <p:nvPr>
            <p:extLst>
              <p:ext uri="{D42A27DB-BD31-4B8C-83A1-F6EECF244321}">
                <p14:modId xmlns:p14="http://schemas.microsoft.com/office/powerpoint/2010/main" val="1465001099"/>
              </p:ext>
            </p:extLst>
          </p:nvPr>
        </p:nvGraphicFramePr>
        <p:xfrm>
          <a:off x="1182060" y="4323422"/>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pSp>
        <p:nvGrpSpPr>
          <p:cNvPr id="90" name="object 19">
            <a:extLst>
              <a:ext uri="{FF2B5EF4-FFF2-40B4-BE49-F238E27FC236}">
                <a16:creationId xmlns:a16="http://schemas.microsoft.com/office/drawing/2014/main" id="{4914FDE0-2B58-4472-9A61-BBC205759985}"/>
              </a:ext>
            </a:extLst>
          </p:cNvPr>
          <p:cNvGrpSpPr/>
          <p:nvPr/>
        </p:nvGrpSpPr>
        <p:grpSpPr>
          <a:xfrm>
            <a:off x="2199749" y="4323422"/>
            <a:ext cx="756356" cy="666044"/>
            <a:chOff x="2080005" y="3980432"/>
            <a:chExt cx="680720" cy="599440"/>
          </a:xfrm>
        </p:grpSpPr>
        <p:sp>
          <p:nvSpPr>
            <p:cNvPr id="91" name="object 20">
              <a:extLst>
                <a:ext uri="{FF2B5EF4-FFF2-40B4-BE49-F238E27FC236}">
                  <a16:creationId xmlns:a16="http://schemas.microsoft.com/office/drawing/2014/main" id="{A625D50F-6416-4168-9181-4ABD38CE6827}"/>
                </a:ext>
              </a:extLst>
            </p:cNvPr>
            <p:cNvSpPr/>
            <p:nvPr/>
          </p:nvSpPr>
          <p:spPr>
            <a:xfrm>
              <a:off x="2086355" y="3986782"/>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92" name="object 21">
              <a:extLst>
                <a:ext uri="{FF2B5EF4-FFF2-40B4-BE49-F238E27FC236}">
                  <a16:creationId xmlns:a16="http://schemas.microsoft.com/office/drawing/2014/main" id="{8B71593B-F02D-4651-9D2F-8C92D885227A}"/>
                </a:ext>
              </a:extLst>
            </p:cNvPr>
            <p:cNvSpPr/>
            <p:nvPr/>
          </p:nvSpPr>
          <p:spPr>
            <a:xfrm>
              <a:off x="2086355"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93" name="object 22">
              <a:extLst>
                <a:ext uri="{FF2B5EF4-FFF2-40B4-BE49-F238E27FC236}">
                  <a16:creationId xmlns:a16="http://schemas.microsoft.com/office/drawing/2014/main" id="{7D5ADB58-7791-4DD1-B971-C7829A849D2E}"/>
                </a:ext>
              </a:extLst>
            </p:cNvPr>
            <p:cNvSpPr/>
            <p:nvPr/>
          </p:nvSpPr>
          <p:spPr>
            <a:xfrm>
              <a:off x="2086355" y="4183377"/>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94" name="object 23">
              <a:extLst>
                <a:ext uri="{FF2B5EF4-FFF2-40B4-BE49-F238E27FC236}">
                  <a16:creationId xmlns:a16="http://schemas.microsoft.com/office/drawing/2014/main" id="{9F09AE8B-4C5E-48C7-994A-79E5E009F617}"/>
                </a:ext>
              </a:extLst>
            </p:cNvPr>
            <p:cNvSpPr/>
            <p:nvPr/>
          </p:nvSpPr>
          <p:spPr>
            <a:xfrm>
              <a:off x="2086355"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95" name="object 24">
              <a:extLst>
                <a:ext uri="{FF2B5EF4-FFF2-40B4-BE49-F238E27FC236}">
                  <a16:creationId xmlns:a16="http://schemas.microsoft.com/office/drawing/2014/main" id="{D8C414D3-B9CD-456F-8141-2720F9D0C187}"/>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96" name="object 25">
              <a:extLst>
                <a:ext uri="{FF2B5EF4-FFF2-40B4-BE49-F238E27FC236}">
                  <a16:creationId xmlns:a16="http://schemas.microsoft.com/office/drawing/2014/main" id="{81CF7AFE-29CC-4D1D-9B79-A32450C1451E}"/>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97" name="object 26">
              <a:extLst>
                <a:ext uri="{FF2B5EF4-FFF2-40B4-BE49-F238E27FC236}">
                  <a16:creationId xmlns:a16="http://schemas.microsoft.com/office/drawing/2014/main" id="{2E03D526-5800-4ECA-9810-D35CDAFCF6E2}"/>
                </a:ext>
              </a:extLst>
            </p:cNvPr>
            <p:cNvSpPr/>
            <p:nvPr/>
          </p:nvSpPr>
          <p:spPr>
            <a:xfrm>
              <a:off x="2586227"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BEBEBE"/>
              </a:solidFill>
            </a:ln>
          </p:spPr>
          <p:txBody>
            <a:bodyPr wrap="square" lIns="0" tIns="0" rIns="0" bIns="0" rtlCol="0"/>
            <a:lstStyle/>
            <a:p>
              <a:endParaRPr sz="2000"/>
            </a:p>
          </p:txBody>
        </p:sp>
        <p:sp>
          <p:nvSpPr>
            <p:cNvPr id="98" name="object 27">
              <a:extLst>
                <a:ext uri="{FF2B5EF4-FFF2-40B4-BE49-F238E27FC236}">
                  <a16:creationId xmlns:a16="http://schemas.microsoft.com/office/drawing/2014/main" id="{24B8F077-B00F-4210-A876-9EFDEF00F2C4}"/>
                </a:ext>
              </a:extLst>
            </p:cNvPr>
            <p:cNvSpPr/>
            <p:nvPr/>
          </p:nvSpPr>
          <p:spPr>
            <a:xfrm>
              <a:off x="2586227"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99" name="object 28">
              <a:extLst>
                <a:ext uri="{FF2B5EF4-FFF2-40B4-BE49-F238E27FC236}">
                  <a16:creationId xmlns:a16="http://schemas.microsoft.com/office/drawing/2014/main" id="{FF9CA40D-66CC-4C65-97E0-1AA8B9D1C15A}"/>
                </a:ext>
              </a:extLst>
            </p:cNvPr>
            <p:cNvSpPr/>
            <p:nvPr/>
          </p:nvSpPr>
          <p:spPr>
            <a:xfrm>
              <a:off x="2586227"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00" name="object 29">
            <a:extLst>
              <a:ext uri="{FF2B5EF4-FFF2-40B4-BE49-F238E27FC236}">
                <a16:creationId xmlns:a16="http://schemas.microsoft.com/office/drawing/2014/main" id="{6A5E823A-A1F0-470C-8EFD-897275C6F417}"/>
              </a:ext>
            </a:extLst>
          </p:cNvPr>
          <p:cNvSpPr txBox="1"/>
          <p:nvPr/>
        </p:nvSpPr>
        <p:spPr>
          <a:xfrm>
            <a:off x="1966071" y="4458553"/>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101" name="object 30">
            <a:extLst>
              <a:ext uri="{FF2B5EF4-FFF2-40B4-BE49-F238E27FC236}">
                <a16:creationId xmlns:a16="http://schemas.microsoft.com/office/drawing/2014/main" id="{23AE8D6F-227D-48AA-8214-E297C67416F8}"/>
              </a:ext>
            </a:extLst>
          </p:cNvPr>
          <p:cNvGrpSpPr/>
          <p:nvPr/>
        </p:nvGrpSpPr>
        <p:grpSpPr>
          <a:xfrm>
            <a:off x="1074174" y="3478449"/>
            <a:ext cx="1947333" cy="2037644"/>
            <a:chOff x="1066987" y="3219956"/>
            <a:chExt cx="1752600" cy="1833880"/>
          </a:xfrm>
        </p:grpSpPr>
        <p:sp>
          <p:nvSpPr>
            <p:cNvPr id="102" name="object 31">
              <a:extLst>
                <a:ext uri="{FF2B5EF4-FFF2-40B4-BE49-F238E27FC236}">
                  <a16:creationId xmlns:a16="http://schemas.microsoft.com/office/drawing/2014/main" id="{5BF44BA6-099A-4EC4-98FB-334BBA29F5E1}"/>
                </a:ext>
              </a:extLst>
            </p:cNvPr>
            <p:cNvSpPr/>
            <p:nvPr/>
          </p:nvSpPr>
          <p:spPr>
            <a:xfrm>
              <a:off x="2586227"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D0FF7C"/>
            </a:solidFill>
          </p:spPr>
          <p:txBody>
            <a:bodyPr wrap="square" lIns="0" tIns="0" rIns="0" bIns="0" rtlCol="0"/>
            <a:lstStyle/>
            <a:p>
              <a:endParaRPr sz="2000"/>
            </a:p>
          </p:txBody>
        </p:sp>
        <p:sp>
          <p:nvSpPr>
            <p:cNvPr id="103" name="object 32">
              <a:extLst>
                <a:ext uri="{FF2B5EF4-FFF2-40B4-BE49-F238E27FC236}">
                  <a16:creationId xmlns:a16="http://schemas.microsoft.com/office/drawing/2014/main" id="{C805BBF8-F6EC-4620-A353-429A4B5FE910}"/>
                </a:ext>
              </a:extLst>
            </p:cNvPr>
            <p:cNvSpPr/>
            <p:nvPr/>
          </p:nvSpPr>
          <p:spPr>
            <a:xfrm>
              <a:off x="2586227"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04" name="object 33">
              <a:extLst>
                <a:ext uri="{FF2B5EF4-FFF2-40B4-BE49-F238E27FC236}">
                  <a16:creationId xmlns:a16="http://schemas.microsoft.com/office/drawing/2014/main" id="{A6AA22D5-7998-4D5E-A93E-486B91B327F0}"/>
                </a:ext>
              </a:extLst>
            </p:cNvPr>
            <p:cNvSpPr/>
            <p:nvPr/>
          </p:nvSpPr>
          <p:spPr>
            <a:xfrm>
              <a:off x="1081275" y="4770882"/>
              <a:ext cx="1724025" cy="268605"/>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grpSp>
      <p:sp>
        <p:nvSpPr>
          <p:cNvPr id="105" name="object 34">
            <a:extLst>
              <a:ext uri="{FF2B5EF4-FFF2-40B4-BE49-F238E27FC236}">
                <a16:creationId xmlns:a16="http://schemas.microsoft.com/office/drawing/2014/main" id="{7C7DC530-1D66-4AA0-932A-89D21C8C0994}"/>
              </a:ext>
            </a:extLst>
          </p:cNvPr>
          <p:cNvSpPr txBox="1"/>
          <p:nvPr/>
        </p:nvSpPr>
        <p:spPr>
          <a:xfrm>
            <a:off x="1527496" y="5530825"/>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06" name="object 35">
            <a:extLst>
              <a:ext uri="{FF2B5EF4-FFF2-40B4-BE49-F238E27FC236}">
                <a16:creationId xmlns:a16="http://schemas.microsoft.com/office/drawing/2014/main" id="{A203FD73-8C31-4A9D-9BF4-04397AA69458}"/>
              </a:ext>
            </a:extLst>
          </p:cNvPr>
          <p:cNvSpPr txBox="1"/>
          <p:nvPr/>
        </p:nvSpPr>
        <p:spPr>
          <a:xfrm>
            <a:off x="12700" y="2331073"/>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07" name="object 36">
            <a:extLst>
              <a:ext uri="{FF2B5EF4-FFF2-40B4-BE49-F238E27FC236}">
                <a16:creationId xmlns:a16="http://schemas.microsoft.com/office/drawing/2014/main" id="{D27E9AEA-07DA-42D3-A465-CDFE2B3759A5}"/>
              </a:ext>
            </a:extLst>
          </p:cNvPr>
          <p:cNvSpPr txBox="1"/>
          <p:nvPr/>
        </p:nvSpPr>
        <p:spPr>
          <a:xfrm>
            <a:off x="17441" y="3434139"/>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08" name="object 37">
            <a:extLst>
              <a:ext uri="{FF2B5EF4-FFF2-40B4-BE49-F238E27FC236}">
                <a16:creationId xmlns:a16="http://schemas.microsoft.com/office/drawing/2014/main" id="{EE60FCE7-D078-4093-AD92-234DD2E6ABEB}"/>
              </a:ext>
            </a:extLst>
          </p:cNvPr>
          <p:cNvSpPr txBox="1"/>
          <p:nvPr/>
        </p:nvSpPr>
        <p:spPr>
          <a:xfrm>
            <a:off x="18119" y="4458605"/>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aphicFrame>
        <p:nvGraphicFramePr>
          <p:cNvPr id="109" name="object 38">
            <a:extLst>
              <a:ext uri="{FF2B5EF4-FFF2-40B4-BE49-F238E27FC236}">
                <a16:creationId xmlns:a16="http://schemas.microsoft.com/office/drawing/2014/main" id="{2D8E3089-7743-45EB-A571-B29C1A2AB914}"/>
              </a:ext>
            </a:extLst>
          </p:cNvPr>
          <p:cNvGraphicFramePr>
            <a:graphicFrameLocks noGrp="1"/>
          </p:cNvGraphicFramePr>
          <p:nvPr>
            <p:extLst>
              <p:ext uri="{D42A27DB-BD31-4B8C-83A1-F6EECF244321}">
                <p14:modId xmlns:p14="http://schemas.microsoft.com/office/powerpoint/2010/main" val="2205077064"/>
              </p:ext>
            </p:extLst>
          </p:nvPr>
        </p:nvGraphicFramePr>
        <p:xfrm>
          <a:off x="4743137"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10" name="object 39">
            <a:extLst>
              <a:ext uri="{FF2B5EF4-FFF2-40B4-BE49-F238E27FC236}">
                <a16:creationId xmlns:a16="http://schemas.microsoft.com/office/drawing/2014/main" id="{D2116B9F-3BB4-4DEE-BCCE-11BEED1008A5}"/>
              </a:ext>
            </a:extLst>
          </p:cNvPr>
          <p:cNvGrpSpPr/>
          <p:nvPr/>
        </p:nvGrpSpPr>
        <p:grpSpPr>
          <a:xfrm>
            <a:off x="3581792" y="1641466"/>
            <a:ext cx="3408397" cy="3541183"/>
            <a:chOff x="3323844" y="1566671"/>
            <a:chExt cx="3066415" cy="3187065"/>
          </a:xfrm>
        </p:grpSpPr>
        <p:sp>
          <p:nvSpPr>
            <p:cNvPr id="111" name="object 40">
              <a:extLst>
                <a:ext uri="{FF2B5EF4-FFF2-40B4-BE49-F238E27FC236}">
                  <a16:creationId xmlns:a16="http://schemas.microsoft.com/office/drawing/2014/main" id="{03BB85BF-B0A0-4065-A1C9-F6885D27047C}"/>
                </a:ext>
              </a:extLst>
            </p:cNvPr>
            <p:cNvSpPr/>
            <p:nvPr/>
          </p:nvSpPr>
          <p:spPr>
            <a:xfrm>
              <a:off x="5204460" y="1581911"/>
              <a:ext cx="1186180" cy="3171825"/>
            </a:xfrm>
            <a:custGeom>
              <a:avLst/>
              <a:gdLst/>
              <a:ahLst/>
              <a:cxnLst/>
              <a:rect l="l" t="t" r="r" b="b"/>
              <a:pathLst>
                <a:path w="1186179" h="3171825">
                  <a:moveTo>
                    <a:pt x="1185674" y="0"/>
                  </a:moveTo>
                  <a:lnTo>
                    <a:pt x="0" y="0"/>
                  </a:lnTo>
                  <a:lnTo>
                    <a:pt x="0" y="3171444"/>
                  </a:lnTo>
                  <a:lnTo>
                    <a:pt x="1185674" y="3171444"/>
                  </a:lnTo>
                  <a:lnTo>
                    <a:pt x="1185674" y="0"/>
                  </a:lnTo>
                  <a:close/>
                </a:path>
              </a:pathLst>
            </a:custGeom>
            <a:solidFill>
              <a:srgbClr val="F3E5FB"/>
            </a:solidFill>
          </p:spPr>
          <p:txBody>
            <a:bodyPr wrap="square" lIns="0" tIns="0" rIns="0" bIns="0" rtlCol="0"/>
            <a:lstStyle/>
            <a:p>
              <a:endParaRPr sz="2000"/>
            </a:p>
          </p:txBody>
        </p:sp>
        <p:sp>
          <p:nvSpPr>
            <p:cNvPr id="112" name="object 41">
              <a:extLst>
                <a:ext uri="{FF2B5EF4-FFF2-40B4-BE49-F238E27FC236}">
                  <a16:creationId xmlns:a16="http://schemas.microsoft.com/office/drawing/2014/main" id="{90D08653-76D9-4B43-BA23-D1C799AC609A}"/>
                </a:ext>
              </a:extLst>
            </p:cNvPr>
            <p:cNvSpPr/>
            <p:nvPr/>
          </p:nvSpPr>
          <p:spPr>
            <a:xfrm>
              <a:off x="3323844" y="1566671"/>
              <a:ext cx="1801495" cy="3171825"/>
            </a:xfrm>
            <a:custGeom>
              <a:avLst/>
              <a:gdLst/>
              <a:ahLst/>
              <a:cxnLst/>
              <a:rect l="l" t="t" r="r" b="b"/>
              <a:pathLst>
                <a:path w="1801495" h="3171825">
                  <a:moveTo>
                    <a:pt x="1801368" y="0"/>
                  </a:moveTo>
                  <a:lnTo>
                    <a:pt x="0" y="0"/>
                  </a:lnTo>
                  <a:lnTo>
                    <a:pt x="0" y="3171444"/>
                  </a:lnTo>
                  <a:lnTo>
                    <a:pt x="1801368" y="3171444"/>
                  </a:lnTo>
                  <a:lnTo>
                    <a:pt x="1801368" y="0"/>
                  </a:lnTo>
                  <a:close/>
                </a:path>
              </a:pathLst>
            </a:custGeom>
            <a:solidFill>
              <a:srgbClr val="F7F7F7"/>
            </a:solidFill>
          </p:spPr>
          <p:txBody>
            <a:bodyPr wrap="square" lIns="0" tIns="0" rIns="0" bIns="0" rtlCol="0"/>
            <a:lstStyle/>
            <a:p>
              <a:endParaRPr sz="2000"/>
            </a:p>
          </p:txBody>
        </p:sp>
        <p:sp>
          <p:nvSpPr>
            <p:cNvPr id="113" name="object 42">
              <a:extLst>
                <a:ext uri="{FF2B5EF4-FFF2-40B4-BE49-F238E27FC236}">
                  <a16:creationId xmlns:a16="http://schemas.microsoft.com/office/drawing/2014/main" id="{2AFEE8CA-BDC6-4F3D-AED0-1583773F9E67}"/>
                </a:ext>
              </a:extLst>
            </p:cNvPr>
            <p:cNvSpPr/>
            <p:nvPr/>
          </p:nvSpPr>
          <p:spPr>
            <a:xfrm>
              <a:off x="4875276" y="2255517"/>
              <a:ext cx="169162" cy="195074"/>
            </a:xfrm>
            <a:prstGeom prst="rect">
              <a:avLst/>
            </a:prstGeom>
            <a:blipFill>
              <a:blip r:embed="rId3" cstate="print"/>
              <a:stretch>
                <a:fillRect/>
              </a:stretch>
            </a:blipFill>
          </p:spPr>
          <p:txBody>
            <a:bodyPr wrap="square" lIns="0" tIns="0" rIns="0" bIns="0" rtlCol="0"/>
            <a:lstStyle/>
            <a:p>
              <a:endParaRPr sz="2000"/>
            </a:p>
          </p:txBody>
        </p:sp>
        <p:sp>
          <p:nvSpPr>
            <p:cNvPr id="114" name="object 43">
              <a:extLst>
                <a:ext uri="{FF2B5EF4-FFF2-40B4-BE49-F238E27FC236}">
                  <a16:creationId xmlns:a16="http://schemas.microsoft.com/office/drawing/2014/main" id="{6F52A7FE-99B1-4A59-A878-7BDCA73079D0}"/>
                </a:ext>
              </a:extLst>
            </p:cNvPr>
            <p:cNvSpPr/>
            <p:nvPr/>
          </p:nvSpPr>
          <p:spPr>
            <a:xfrm>
              <a:off x="4875276" y="2255517"/>
              <a:ext cx="169545" cy="195580"/>
            </a:xfrm>
            <a:custGeom>
              <a:avLst/>
              <a:gdLst/>
              <a:ahLst/>
              <a:cxnLst/>
              <a:rect l="l" t="t" r="r" b="b"/>
              <a:pathLst>
                <a:path w="169545" h="195580">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15" name="object 44">
              <a:extLst>
                <a:ext uri="{FF2B5EF4-FFF2-40B4-BE49-F238E27FC236}">
                  <a16:creationId xmlns:a16="http://schemas.microsoft.com/office/drawing/2014/main" id="{55A71A6D-9973-4C5A-B712-864A686D6204}"/>
                </a:ext>
              </a:extLst>
            </p:cNvPr>
            <p:cNvSpPr/>
            <p:nvPr/>
          </p:nvSpPr>
          <p:spPr>
            <a:xfrm>
              <a:off x="4875276" y="2450594"/>
              <a:ext cx="169162" cy="195069"/>
            </a:xfrm>
            <a:prstGeom prst="rect">
              <a:avLst/>
            </a:prstGeom>
            <a:blipFill>
              <a:blip r:embed="rId4" cstate="print"/>
              <a:stretch>
                <a:fillRect/>
              </a:stretch>
            </a:blipFill>
          </p:spPr>
          <p:txBody>
            <a:bodyPr wrap="square" lIns="0" tIns="0" rIns="0" bIns="0" rtlCol="0"/>
            <a:lstStyle/>
            <a:p>
              <a:endParaRPr sz="2000"/>
            </a:p>
          </p:txBody>
        </p:sp>
        <p:sp>
          <p:nvSpPr>
            <p:cNvPr id="116" name="object 45">
              <a:extLst>
                <a:ext uri="{FF2B5EF4-FFF2-40B4-BE49-F238E27FC236}">
                  <a16:creationId xmlns:a16="http://schemas.microsoft.com/office/drawing/2014/main" id="{A20C0144-7E09-4C64-B6AE-9FE8B83622E8}"/>
                </a:ext>
              </a:extLst>
            </p:cNvPr>
            <p:cNvSpPr/>
            <p:nvPr/>
          </p:nvSpPr>
          <p:spPr>
            <a:xfrm>
              <a:off x="4875276" y="2450594"/>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17" name="object 46">
            <a:extLst>
              <a:ext uri="{FF2B5EF4-FFF2-40B4-BE49-F238E27FC236}">
                <a16:creationId xmlns:a16="http://schemas.microsoft.com/office/drawing/2014/main" id="{E56E5F55-D7D1-496F-8FE5-5CE738759B96}"/>
              </a:ext>
            </a:extLst>
          </p:cNvPr>
          <p:cNvSpPr txBox="1"/>
          <p:nvPr/>
        </p:nvSpPr>
        <p:spPr>
          <a:xfrm>
            <a:off x="4510163" y="2316825"/>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118" name="object 47">
            <a:extLst>
              <a:ext uri="{FF2B5EF4-FFF2-40B4-BE49-F238E27FC236}">
                <a16:creationId xmlns:a16="http://schemas.microsoft.com/office/drawing/2014/main" id="{F5927C14-5316-4950-90F0-7E2E658C9AEB}"/>
              </a:ext>
            </a:extLst>
          </p:cNvPr>
          <p:cNvGrpSpPr/>
          <p:nvPr/>
        </p:nvGrpSpPr>
        <p:grpSpPr>
          <a:xfrm>
            <a:off x="4743137" y="3261707"/>
            <a:ext cx="757767" cy="666044"/>
            <a:chOff x="4369054" y="3024888"/>
            <a:chExt cx="681990" cy="599440"/>
          </a:xfrm>
        </p:grpSpPr>
        <p:sp>
          <p:nvSpPr>
            <p:cNvPr id="119" name="object 48">
              <a:extLst>
                <a:ext uri="{FF2B5EF4-FFF2-40B4-BE49-F238E27FC236}">
                  <a16:creationId xmlns:a16="http://schemas.microsoft.com/office/drawing/2014/main" id="{A3A038DD-1AF8-45F9-9C39-C2416505876A}"/>
                </a:ext>
              </a:extLst>
            </p:cNvPr>
            <p:cNvSpPr/>
            <p:nvPr/>
          </p:nvSpPr>
          <p:spPr>
            <a:xfrm>
              <a:off x="4375404" y="3031238"/>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1662"/>
                  </a:lnTo>
                  <a:lnTo>
                    <a:pt x="0" y="391662"/>
                  </a:lnTo>
                  <a:lnTo>
                    <a:pt x="0" y="586737"/>
                  </a:lnTo>
                  <a:close/>
                </a:path>
              </a:pathLst>
            </a:custGeom>
            <a:ln w="12700">
              <a:solidFill>
                <a:srgbClr val="D9D9D9"/>
              </a:solidFill>
            </a:ln>
          </p:spPr>
          <p:txBody>
            <a:bodyPr wrap="square" lIns="0" tIns="0" rIns="0" bIns="0" rtlCol="0"/>
            <a:lstStyle/>
            <a:p>
              <a:endParaRPr sz="2000"/>
            </a:p>
          </p:txBody>
        </p:sp>
        <p:sp>
          <p:nvSpPr>
            <p:cNvPr id="120" name="object 49">
              <a:extLst>
                <a:ext uri="{FF2B5EF4-FFF2-40B4-BE49-F238E27FC236}">
                  <a16:creationId xmlns:a16="http://schemas.microsoft.com/office/drawing/2014/main" id="{557EA5B1-038D-4EF9-86FD-16F7B0FE9E0C}"/>
                </a:ext>
              </a:extLst>
            </p:cNvPr>
            <p:cNvSpPr/>
            <p:nvPr/>
          </p:nvSpPr>
          <p:spPr>
            <a:xfrm>
              <a:off x="4375404"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D0FF7C"/>
            </a:solidFill>
          </p:spPr>
          <p:txBody>
            <a:bodyPr wrap="square" lIns="0" tIns="0" rIns="0" bIns="0" rtlCol="0"/>
            <a:lstStyle/>
            <a:p>
              <a:endParaRPr sz="2000"/>
            </a:p>
          </p:txBody>
        </p:sp>
        <p:sp>
          <p:nvSpPr>
            <p:cNvPr id="121" name="object 50">
              <a:extLst>
                <a:ext uri="{FF2B5EF4-FFF2-40B4-BE49-F238E27FC236}">
                  <a16:creationId xmlns:a16="http://schemas.microsoft.com/office/drawing/2014/main" id="{F9DD70C3-549A-409D-B186-305196BC7392}"/>
                </a:ext>
              </a:extLst>
            </p:cNvPr>
            <p:cNvSpPr/>
            <p:nvPr/>
          </p:nvSpPr>
          <p:spPr>
            <a:xfrm>
              <a:off x="4375404"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22" name="object 51">
              <a:extLst>
                <a:ext uri="{FF2B5EF4-FFF2-40B4-BE49-F238E27FC236}">
                  <a16:creationId xmlns:a16="http://schemas.microsoft.com/office/drawing/2014/main" id="{E33D0503-7E40-41D2-80A4-54CDAC9407F9}"/>
                </a:ext>
              </a:extLst>
            </p:cNvPr>
            <p:cNvSpPr/>
            <p:nvPr/>
          </p:nvSpPr>
          <p:spPr>
            <a:xfrm>
              <a:off x="4875276" y="3031238"/>
              <a:ext cx="169162" cy="195069"/>
            </a:xfrm>
            <a:prstGeom prst="rect">
              <a:avLst/>
            </a:prstGeom>
            <a:blipFill>
              <a:blip r:embed="rId5" cstate="print"/>
              <a:stretch>
                <a:fillRect/>
              </a:stretch>
            </a:blipFill>
          </p:spPr>
          <p:txBody>
            <a:bodyPr wrap="square" lIns="0" tIns="0" rIns="0" bIns="0" rtlCol="0"/>
            <a:lstStyle/>
            <a:p>
              <a:endParaRPr sz="2000"/>
            </a:p>
          </p:txBody>
        </p:sp>
        <p:sp>
          <p:nvSpPr>
            <p:cNvPr id="123" name="object 52">
              <a:extLst>
                <a:ext uri="{FF2B5EF4-FFF2-40B4-BE49-F238E27FC236}">
                  <a16:creationId xmlns:a16="http://schemas.microsoft.com/office/drawing/2014/main" id="{F322F3C8-2EE9-48F4-B9B2-75E26EC40A2A}"/>
                </a:ext>
              </a:extLst>
            </p:cNvPr>
            <p:cNvSpPr/>
            <p:nvPr/>
          </p:nvSpPr>
          <p:spPr>
            <a:xfrm>
              <a:off x="4875276" y="3031238"/>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24" name="object 53">
              <a:extLst>
                <a:ext uri="{FF2B5EF4-FFF2-40B4-BE49-F238E27FC236}">
                  <a16:creationId xmlns:a16="http://schemas.microsoft.com/office/drawing/2014/main" id="{4924FF68-E431-45ED-A1D2-AE91F3C566BA}"/>
                </a:ext>
              </a:extLst>
            </p:cNvPr>
            <p:cNvSpPr/>
            <p:nvPr/>
          </p:nvSpPr>
          <p:spPr>
            <a:xfrm>
              <a:off x="4875276" y="3422901"/>
              <a:ext cx="169162" cy="195074"/>
            </a:xfrm>
            <a:prstGeom prst="rect">
              <a:avLst/>
            </a:prstGeom>
            <a:blipFill>
              <a:blip r:embed="rId6" cstate="print"/>
              <a:stretch>
                <a:fillRect/>
              </a:stretch>
            </a:blipFill>
          </p:spPr>
          <p:txBody>
            <a:bodyPr wrap="square" lIns="0" tIns="0" rIns="0" bIns="0" rtlCol="0"/>
            <a:lstStyle/>
            <a:p>
              <a:endParaRPr sz="2000"/>
            </a:p>
          </p:txBody>
        </p:sp>
        <p:sp>
          <p:nvSpPr>
            <p:cNvPr id="126" name="object 54">
              <a:extLst>
                <a:ext uri="{FF2B5EF4-FFF2-40B4-BE49-F238E27FC236}">
                  <a16:creationId xmlns:a16="http://schemas.microsoft.com/office/drawing/2014/main" id="{4493532A-61DA-4C58-A361-44C01C22122B}"/>
                </a:ext>
              </a:extLst>
            </p:cNvPr>
            <p:cNvSpPr/>
            <p:nvPr/>
          </p:nvSpPr>
          <p:spPr>
            <a:xfrm>
              <a:off x="4875276" y="3422901"/>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grpSp>
      <p:sp>
        <p:nvSpPr>
          <p:cNvPr id="128" name="object 55">
            <a:extLst>
              <a:ext uri="{FF2B5EF4-FFF2-40B4-BE49-F238E27FC236}">
                <a16:creationId xmlns:a16="http://schemas.microsoft.com/office/drawing/2014/main" id="{B08E9335-C1EB-404E-AF6E-82BA21A63720}"/>
              </a:ext>
            </a:extLst>
          </p:cNvPr>
          <p:cNvSpPr txBox="1"/>
          <p:nvPr/>
        </p:nvSpPr>
        <p:spPr>
          <a:xfrm>
            <a:off x="4510163" y="3396889"/>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a:latin typeface="Arial"/>
              <a:cs typeface="Arial"/>
            </a:endParaRPr>
          </a:p>
        </p:txBody>
      </p:sp>
      <p:graphicFrame>
        <p:nvGraphicFramePr>
          <p:cNvPr id="129" name="object 56">
            <a:extLst>
              <a:ext uri="{FF2B5EF4-FFF2-40B4-BE49-F238E27FC236}">
                <a16:creationId xmlns:a16="http://schemas.microsoft.com/office/drawing/2014/main" id="{8A6FB8F0-5B5D-48A4-9EC0-63127B1E8955}"/>
              </a:ext>
            </a:extLst>
          </p:cNvPr>
          <p:cNvGraphicFramePr>
            <a:graphicFrameLocks noGrp="1"/>
          </p:cNvGraphicFramePr>
          <p:nvPr>
            <p:extLst>
              <p:ext uri="{D42A27DB-BD31-4B8C-83A1-F6EECF244321}">
                <p14:modId xmlns:p14="http://schemas.microsoft.com/office/powerpoint/2010/main" val="3458308890"/>
              </p:ext>
            </p:extLst>
          </p:nvPr>
        </p:nvGraphicFramePr>
        <p:xfrm>
          <a:off x="3764391" y="4286170"/>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extLst>
                  <a:ext uri="{0D108BD9-81ED-4DB2-BD59-A6C34878D82A}">
                    <a16:rowId xmlns:a16="http://schemas.microsoft.com/office/drawing/2014/main" val="10000"/>
                  </a:ext>
                </a:extLst>
              </a:tr>
            </a:tbl>
          </a:graphicData>
        </a:graphic>
      </p:graphicFrame>
      <p:grpSp>
        <p:nvGrpSpPr>
          <p:cNvPr id="130" name="object 57">
            <a:extLst>
              <a:ext uri="{FF2B5EF4-FFF2-40B4-BE49-F238E27FC236}">
                <a16:creationId xmlns:a16="http://schemas.microsoft.com/office/drawing/2014/main" id="{A0F1F6EB-FF60-455A-9D06-C2FB0E10091A}"/>
              </a:ext>
            </a:extLst>
          </p:cNvPr>
          <p:cNvGrpSpPr/>
          <p:nvPr/>
        </p:nvGrpSpPr>
        <p:grpSpPr>
          <a:xfrm>
            <a:off x="4743137" y="4323422"/>
            <a:ext cx="757767" cy="666044"/>
            <a:chOff x="4369054" y="3980432"/>
            <a:chExt cx="681990" cy="599440"/>
          </a:xfrm>
        </p:grpSpPr>
        <p:sp>
          <p:nvSpPr>
            <p:cNvPr id="131" name="object 58">
              <a:extLst>
                <a:ext uri="{FF2B5EF4-FFF2-40B4-BE49-F238E27FC236}">
                  <a16:creationId xmlns:a16="http://schemas.microsoft.com/office/drawing/2014/main" id="{2FDE0F7C-5ECB-4071-B1EC-E034AC6AA018}"/>
                </a:ext>
              </a:extLst>
            </p:cNvPr>
            <p:cNvSpPr/>
            <p:nvPr/>
          </p:nvSpPr>
          <p:spPr>
            <a:xfrm>
              <a:off x="4375404"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132" name="object 59">
              <a:extLst>
                <a:ext uri="{FF2B5EF4-FFF2-40B4-BE49-F238E27FC236}">
                  <a16:creationId xmlns:a16="http://schemas.microsoft.com/office/drawing/2014/main" id="{34DB9043-9738-4451-BC96-51A7453777BC}"/>
                </a:ext>
              </a:extLst>
            </p:cNvPr>
            <p:cNvSpPr/>
            <p:nvPr/>
          </p:nvSpPr>
          <p:spPr>
            <a:xfrm>
              <a:off x="4375404"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133" name="object 60">
              <a:extLst>
                <a:ext uri="{FF2B5EF4-FFF2-40B4-BE49-F238E27FC236}">
                  <a16:creationId xmlns:a16="http://schemas.microsoft.com/office/drawing/2014/main" id="{D269D0C4-5C6A-438D-9462-D1F894CC559E}"/>
                </a:ext>
              </a:extLst>
            </p:cNvPr>
            <p:cNvSpPr/>
            <p:nvPr/>
          </p:nvSpPr>
          <p:spPr>
            <a:xfrm>
              <a:off x="4375404"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34" name="object 61">
              <a:extLst>
                <a:ext uri="{FF2B5EF4-FFF2-40B4-BE49-F238E27FC236}">
                  <a16:creationId xmlns:a16="http://schemas.microsoft.com/office/drawing/2014/main" id="{69522723-AAAC-434D-B82F-C596AC0543F5}"/>
                </a:ext>
              </a:extLst>
            </p:cNvPr>
            <p:cNvSpPr/>
            <p:nvPr/>
          </p:nvSpPr>
          <p:spPr>
            <a:xfrm>
              <a:off x="4875276" y="3986782"/>
              <a:ext cx="169162" cy="196597"/>
            </a:xfrm>
            <a:prstGeom prst="rect">
              <a:avLst/>
            </a:prstGeom>
            <a:blipFill>
              <a:blip r:embed="rId7" cstate="print"/>
              <a:stretch>
                <a:fillRect/>
              </a:stretch>
            </a:blipFill>
          </p:spPr>
          <p:txBody>
            <a:bodyPr wrap="square" lIns="0" tIns="0" rIns="0" bIns="0" rtlCol="0"/>
            <a:lstStyle/>
            <a:p>
              <a:endParaRPr sz="2000"/>
            </a:p>
          </p:txBody>
        </p:sp>
        <p:sp>
          <p:nvSpPr>
            <p:cNvPr id="135" name="object 62">
              <a:extLst>
                <a:ext uri="{FF2B5EF4-FFF2-40B4-BE49-F238E27FC236}">
                  <a16:creationId xmlns:a16="http://schemas.microsoft.com/office/drawing/2014/main" id="{EA19476F-A43C-4745-8B1A-5B489D2A0493}"/>
                </a:ext>
              </a:extLst>
            </p:cNvPr>
            <p:cNvSpPr/>
            <p:nvPr/>
          </p:nvSpPr>
          <p:spPr>
            <a:xfrm>
              <a:off x="4875276" y="398678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36" name="object 63">
              <a:extLst>
                <a:ext uri="{FF2B5EF4-FFF2-40B4-BE49-F238E27FC236}">
                  <a16:creationId xmlns:a16="http://schemas.microsoft.com/office/drawing/2014/main" id="{69FA01F4-C2C3-4A46-8B5E-A782BBD9CDE2}"/>
                </a:ext>
              </a:extLst>
            </p:cNvPr>
            <p:cNvSpPr/>
            <p:nvPr/>
          </p:nvSpPr>
          <p:spPr>
            <a:xfrm>
              <a:off x="4875276" y="4183377"/>
              <a:ext cx="169162" cy="195074"/>
            </a:xfrm>
            <a:prstGeom prst="rect">
              <a:avLst/>
            </a:prstGeom>
            <a:blipFill>
              <a:blip r:embed="rId8" cstate="print"/>
              <a:stretch>
                <a:fillRect/>
              </a:stretch>
            </a:blipFill>
          </p:spPr>
          <p:txBody>
            <a:bodyPr wrap="square" lIns="0" tIns="0" rIns="0" bIns="0" rtlCol="0"/>
            <a:lstStyle/>
            <a:p>
              <a:endParaRPr sz="2000"/>
            </a:p>
          </p:txBody>
        </p:sp>
        <p:sp>
          <p:nvSpPr>
            <p:cNvPr id="137" name="object 64">
              <a:extLst>
                <a:ext uri="{FF2B5EF4-FFF2-40B4-BE49-F238E27FC236}">
                  <a16:creationId xmlns:a16="http://schemas.microsoft.com/office/drawing/2014/main" id="{9E0DADDA-0877-411A-BA49-71B97F3AFCA1}"/>
                </a:ext>
              </a:extLst>
            </p:cNvPr>
            <p:cNvSpPr/>
            <p:nvPr/>
          </p:nvSpPr>
          <p:spPr>
            <a:xfrm>
              <a:off x="4875276" y="4183377"/>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38" name="object 65">
              <a:extLst>
                <a:ext uri="{FF2B5EF4-FFF2-40B4-BE49-F238E27FC236}">
                  <a16:creationId xmlns:a16="http://schemas.microsoft.com/office/drawing/2014/main" id="{85909A81-A4C3-4071-90EA-6C88ACA483CF}"/>
                </a:ext>
              </a:extLst>
            </p:cNvPr>
            <p:cNvSpPr/>
            <p:nvPr/>
          </p:nvSpPr>
          <p:spPr>
            <a:xfrm>
              <a:off x="4875276" y="4378454"/>
              <a:ext cx="169162" cy="195069"/>
            </a:xfrm>
            <a:prstGeom prst="rect">
              <a:avLst/>
            </a:prstGeom>
            <a:blipFill>
              <a:blip r:embed="rId9" cstate="print"/>
              <a:stretch>
                <a:fillRect/>
              </a:stretch>
            </a:blipFill>
          </p:spPr>
          <p:txBody>
            <a:bodyPr wrap="square" lIns="0" tIns="0" rIns="0" bIns="0" rtlCol="0"/>
            <a:lstStyle/>
            <a:p>
              <a:endParaRPr sz="2000"/>
            </a:p>
          </p:txBody>
        </p:sp>
        <p:sp>
          <p:nvSpPr>
            <p:cNvPr id="139" name="object 66">
              <a:extLst>
                <a:ext uri="{FF2B5EF4-FFF2-40B4-BE49-F238E27FC236}">
                  <a16:creationId xmlns:a16="http://schemas.microsoft.com/office/drawing/2014/main" id="{1A1ED32B-EEA7-4D21-ABBE-0BCC09F07B3C}"/>
                </a:ext>
              </a:extLst>
            </p:cNvPr>
            <p:cNvSpPr/>
            <p:nvPr/>
          </p:nvSpPr>
          <p:spPr>
            <a:xfrm>
              <a:off x="4875276" y="4378454"/>
              <a:ext cx="169545" cy="195580"/>
            </a:xfrm>
            <a:custGeom>
              <a:avLst/>
              <a:gdLst/>
              <a:ahLst/>
              <a:cxnLst/>
              <a:rect l="l" t="t" r="r" b="b"/>
              <a:pathLst>
                <a:path w="169545" h="195579">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40" name="object 67">
            <a:extLst>
              <a:ext uri="{FF2B5EF4-FFF2-40B4-BE49-F238E27FC236}">
                <a16:creationId xmlns:a16="http://schemas.microsoft.com/office/drawing/2014/main" id="{C28CB0B1-5E8B-4C14-BDE9-B47C795E5F2C}"/>
              </a:ext>
            </a:extLst>
          </p:cNvPr>
          <p:cNvSpPr txBox="1"/>
          <p:nvPr/>
        </p:nvSpPr>
        <p:spPr>
          <a:xfrm>
            <a:off x="4510163" y="4458553"/>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aphicFrame>
        <p:nvGraphicFramePr>
          <p:cNvPr id="142" name="object 68">
            <a:extLst>
              <a:ext uri="{FF2B5EF4-FFF2-40B4-BE49-F238E27FC236}">
                <a16:creationId xmlns:a16="http://schemas.microsoft.com/office/drawing/2014/main" id="{4C5DA40F-16F1-4FD0-BE09-5EEFEFA498F9}"/>
              </a:ext>
            </a:extLst>
          </p:cNvPr>
          <p:cNvGraphicFramePr>
            <a:graphicFrameLocks noGrp="1"/>
          </p:cNvGraphicFramePr>
          <p:nvPr>
            <p:extLst>
              <p:ext uri="{D42A27DB-BD31-4B8C-83A1-F6EECF244321}">
                <p14:modId xmlns:p14="http://schemas.microsoft.com/office/powerpoint/2010/main" val="2911383635"/>
              </p:ext>
            </p:extLst>
          </p:nvPr>
        </p:nvGraphicFramePr>
        <p:xfrm>
          <a:off x="6612577"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143" name="object 69">
            <a:extLst>
              <a:ext uri="{FF2B5EF4-FFF2-40B4-BE49-F238E27FC236}">
                <a16:creationId xmlns:a16="http://schemas.microsoft.com/office/drawing/2014/main" id="{F792460D-96C2-4E3C-856F-E1A5B606D6C4}"/>
              </a:ext>
            </a:extLst>
          </p:cNvPr>
          <p:cNvGraphicFramePr>
            <a:graphicFrameLocks noGrp="1"/>
          </p:cNvGraphicFramePr>
          <p:nvPr>
            <p:extLst>
              <p:ext uri="{D42A27DB-BD31-4B8C-83A1-F6EECF244321}">
                <p14:modId xmlns:p14="http://schemas.microsoft.com/office/powerpoint/2010/main" val="241945584"/>
              </p:ext>
            </p:extLst>
          </p:nvPr>
        </p:nvGraphicFramePr>
        <p:xfrm>
          <a:off x="6619633" y="3261707"/>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144" name="object 70">
            <a:extLst>
              <a:ext uri="{FF2B5EF4-FFF2-40B4-BE49-F238E27FC236}">
                <a16:creationId xmlns:a16="http://schemas.microsoft.com/office/drawing/2014/main" id="{BB98EDCA-4CEA-4EAD-B77D-538414DBEF54}"/>
              </a:ext>
            </a:extLst>
          </p:cNvPr>
          <p:cNvGraphicFramePr>
            <a:graphicFrameLocks noGrp="1"/>
          </p:cNvGraphicFramePr>
          <p:nvPr>
            <p:extLst>
              <p:ext uri="{D42A27DB-BD31-4B8C-83A1-F6EECF244321}">
                <p14:modId xmlns:p14="http://schemas.microsoft.com/office/powerpoint/2010/main" val="3016934053"/>
              </p:ext>
            </p:extLst>
          </p:nvPr>
        </p:nvGraphicFramePr>
        <p:xfrm>
          <a:off x="6612577" y="4323422"/>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145" name="object 71">
            <a:extLst>
              <a:ext uri="{FF2B5EF4-FFF2-40B4-BE49-F238E27FC236}">
                <a16:creationId xmlns:a16="http://schemas.microsoft.com/office/drawing/2014/main" id="{EF1B1E8F-0070-4F6D-B2D8-E3A5A28DC33A}"/>
              </a:ext>
            </a:extLst>
          </p:cNvPr>
          <p:cNvGraphicFramePr>
            <a:graphicFrameLocks noGrp="1"/>
          </p:cNvGraphicFramePr>
          <p:nvPr>
            <p:extLst>
              <p:ext uri="{D42A27DB-BD31-4B8C-83A1-F6EECF244321}">
                <p14:modId xmlns:p14="http://schemas.microsoft.com/office/powerpoint/2010/main" val="2820238776"/>
              </p:ext>
            </p:extLst>
          </p:nvPr>
        </p:nvGraphicFramePr>
        <p:xfrm>
          <a:off x="3764391" y="2144104"/>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46" name="object 72">
            <a:extLst>
              <a:ext uri="{FF2B5EF4-FFF2-40B4-BE49-F238E27FC236}">
                <a16:creationId xmlns:a16="http://schemas.microsoft.com/office/drawing/2014/main" id="{5F7D650A-8BBA-443D-80CD-775FAC30B2E4}"/>
              </a:ext>
            </a:extLst>
          </p:cNvPr>
          <p:cNvGraphicFramePr>
            <a:graphicFrameLocks noGrp="1"/>
          </p:cNvGraphicFramePr>
          <p:nvPr>
            <p:extLst>
              <p:ext uri="{D42A27DB-BD31-4B8C-83A1-F6EECF244321}">
                <p14:modId xmlns:p14="http://schemas.microsoft.com/office/powerpoint/2010/main" val="3187135185"/>
              </p:ext>
            </p:extLst>
          </p:nvPr>
        </p:nvGraphicFramePr>
        <p:xfrm>
          <a:off x="3764391" y="3224450"/>
          <a:ext cx="651229" cy="726441"/>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6441">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pSp>
        <p:nvGrpSpPr>
          <p:cNvPr id="147" name="object 73">
            <a:extLst>
              <a:ext uri="{FF2B5EF4-FFF2-40B4-BE49-F238E27FC236}">
                <a16:creationId xmlns:a16="http://schemas.microsoft.com/office/drawing/2014/main" id="{E3325ADF-464D-4D4F-B3B2-5D2908F35006}"/>
              </a:ext>
            </a:extLst>
          </p:cNvPr>
          <p:cNvGrpSpPr/>
          <p:nvPr/>
        </p:nvGrpSpPr>
        <p:grpSpPr>
          <a:xfrm>
            <a:off x="5298551" y="2181355"/>
            <a:ext cx="1707444" cy="3334456"/>
            <a:chOff x="4868926" y="2052572"/>
            <a:chExt cx="1536700" cy="3001010"/>
          </a:xfrm>
        </p:grpSpPr>
        <p:sp>
          <p:nvSpPr>
            <p:cNvPr id="148" name="object 74">
              <a:extLst>
                <a:ext uri="{FF2B5EF4-FFF2-40B4-BE49-F238E27FC236}">
                  <a16:creationId xmlns:a16="http://schemas.microsoft.com/office/drawing/2014/main" id="{74459456-327F-49F4-B18B-6460FC33F9CF}"/>
                </a:ext>
              </a:extLst>
            </p:cNvPr>
            <p:cNvSpPr/>
            <p:nvPr/>
          </p:nvSpPr>
          <p:spPr>
            <a:xfrm>
              <a:off x="4875276" y="2058922"/>
              <a:ext cx="169162" cy="196597"/>
            </a:xfrm>
            <a:prstGeom prst="rect">
              <a:avLst/>
            </a:prstGeom>
            <a:blipFill>
              <a:blip r:embed="rId10" cstate="print"/>
              <a:stretch>
                <a:fillRect/>
              </a:stretch>
            </a:blipFill>
          </p:spPr>
          <p:txBody>
            <a:bodyPr wrap="square" lIns="0" tIns="0" rIns="0" bIns="0" rtlCol="0"/>
            <a:lstStyle/>
            <a:p>
              <a:endParaRPr sz="2000"/>
            </a:p>
          </p:txBody>
        </p:sp>
        <p:sp>
          <p:nvSpPr>
            <p:cNvPr id="149" name="object 75">
              <a:extLst>
                <a:ext uri="{FF2B5EF4-FFF2-40B4-BE49-F238E27FC236}">
                  <a16:creationId xmlns:a16="http://schemas.microsoft.com/office/drawing/2014/main" id="{69378A71-CB86-4FD0-842E-A3C7EC7D66CA}"/>
                </a:ext>
              </a:extLst>
            </p:cNvPr>
            <p:cNvSpPr/>
            <p:nvPr/>
          </p:nvSpPr>
          <p:spPr>
            <a:xfrm>
              <a:off x="4875276" y="205892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50" name="object 76">
              <a:extLst>
                <a:ext uri="{FF2B5EF4-FFF2-40B4-BE49-F238E27FC236}">
                  <a16:creationId xmlns:a16="http://schemas.microsoft.com/office/drawing/2014/main" id="{DFEAAFB1-D348-4489-9DB4-8636E4D2FFB5}"/>
                </a:ext>
              </a:extLst>
            </p:cNvPr>
            <p:cNvSpPr/>
            <p:nvPr/>
          </p:nvSpPr>
          <p:spPr>
            <a:xfrm>
              <a:off x="4875276" y="3226306"/>
              <a:ext cx="169162" cy="196597"/>
            </a:xfrm>
            <a:prstGeom prst="rect">
              <a:avLst/>
            </a:prstGeom>
            <a:blipFill>
              <a:blip r:embed="rId11" cstate="print"/>
              <a:stretch>
                <a:fillRect/>
              </a:stretch>
            </a:blipFill>
          </p:spPr>
          <p:txBody>
            <a:bodyPr wrap="square" lIns="0" tIns="0" rIns="0" bIns="0" rtlCol="0"/>
            <a:lstStyle/>
            <a:p>
              <a:endParaRPr sz="2000"/>
            </a:p>
          </p:txBody>
        </p:sp>
        <p:sp>
          <p:nvSpPr>
            <p:cNvPr id="151" name="object 77">
              <a:extLst>
                <a:ext uri="{FF2B5EF4-FFF2-40B4-BE49-F238E27FC236}">
                  <a16:creationId xmlns:a16="http://schemas.microsoft.com/office/drawing/2014/main" id="{B4E14ECD-A48C-4E74-876D-ECCB6C840242}"/>
                </a:ext>
              </a:extLst>
            </p:cNvPr>
            <p:cNvSpPr/>
            <p:nvPr/>
          </p:nvSpPr>
          <p:spPr>
            <a:xfrm>
              <a:off x="4875276" y="3226306"/>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52" name="object 78">
              <a:extLst>
                <a:ext uri="{FF2B5EF4-FFF2-40B4-BE49-F238E27FC236}">
                  <a16:creationId xmlns:a16="http://schemas.microsoft.com/office/drawing/2014/main" id="{4A76FA53-626C-4331-9F65-ABD954E16140}"/>
                </a:ext>
              </a:extLst>
            </p:cNvPr>
            <p:cNvSpPr/>
            <p:nvPr/>
          </p:nvSpPr>
          <p:spPr>
            <a:xfrm>
              <a:off x="5038344" y="2131059"/>
              <a:ext cx="547370" cy="1955800"/>
            </a:xfrm>
            <a:custGeom>
              <a:avLst/>
              <a:gdLst/>
              <a:ahLst/>
              <a:cxnLst/>
              <a:rect l="l" t="t" r="r" b="b"/>
              <a:pathLst>
                <a:path w="547370" h="1955800">
                  <a:moveTo>
                    <a:pt x="480187" y="25400"/>
                  </a:moveTo>
                  <a:lnTo>
                    <a:pt x="467487" y="19050"/>
                  </a:lnTo>
                  <a:lnTo>
                    <a:pt x="429387" y="0"/>
                  </a:lnTo>
                  <a:lnTo>
                    <a:pt x="429387" y="19050"/>
                  </a:lnTo>
                  <a:lnTo>
                    <a:pt x="6096" y="19050"/>
                  </a:lnTo>
                  <a:lnTo>
                    <a:pt x="6096" y="31750"/>
                  </a:lnTo>
                  <a:lnTo>
                    <a:pt x="429387" y="31750"/>
                  </a:lnTo>
                  <a:lnTo>
                    <a:pt x="429387" y="50800"/>
                  </a:lnTo>
                  <a:lnTo>
                    <a:pt x="467487" y="31750"/>
                  </a:lnTo>
                  <a:lnTo>
                    <a:pt x="480187" y="25400"/>
                  </a:lnTo>
                  <a:close/>
                </a:path>
                <a:path w="547370" h="1955800">
                  <a:moveTo>
                    <a:pt x="546989" y="143637"/>
                  </a:moveTo>
                  <a:lnTo>
                    <a:pt x="543039" y="122809"/>
                  </a:lnTo>
                  <a:lnTo>
                    <a:pt x="536448" y="87884"/>
                  </a:lnTo>
                  <a:lnTo>
                    <a:pt x="498094" y="129794"/>
                  </a:lnTo>
                  <a:lnTo>
                    <a:pt x="516470" y="135001"/>
                  </a:lnTo>
                  <a:lnTo>
                    <a:pt x="0" y="1952117"/>
                  </a:lnTo>
                  <a:lnTo>
                    <a:pt x="12192" y="1955546"/>
                  </a:lnTo>
                  <a:lnTo>
                    <a:pt x="528650" y="138455"/>
                  </a:lnTo>
                  <a:lnTo>
                    <a:pt x="546989" y="143637"/>
                  </a:lnTo>
                  <a:close/>
                </a:path>
              </a:pathLst>
            </a:custGeom>
            <a:solidFill>
              <a:srgbClr val="000000"/>
            </a:solidFill>
          </p:spPr>
          <p:txBody>
            <a:bodyPr wrap="square" lIns="0" tIns="0" rIns="0" bIns="0" rtlCol="0"/>
            <a:lstStyle/>
            <a:p>
              <a:endParaRPr sz="2000"/>
            </a:p>
          </p:txBody>
        </p:sp>
        <p:sp>
          <p:nvSpPr>
            <p:cNvPr id="153" name="object 79">
              <a:extLst>
                <a:ext uri="{FF2B5EF4-FFF2-40B4-BE49-F238E27FC236}">
                  <a16:creationId xmlns:a16="http://schemas.microsoft.com/office/drawing/2014/main" id="{9E671214-8F96-43C9-A62C-660B55D113D8}"/>
                </a:ext>
              </a:extLst>
            </p:cNvPr>
            <p:cNvSpPr/>
            <p:nvPr/>
          </p:nvSpPr>
          <p:spPr>
            <a:xfrm>
              <a:off x="5228082" y="4770881"/>
              <a:ext cx="1163320" cy="268605"/>
            </a:xfrm>
            <a:custGeom>
              <a:avLst/>
              <a:gdLst/>
              <a:ahLst/>
              <a:cxnLst/>
              <a:rect l="l" t="t" r="r" b="b"/>
              <a:pathLst>
                <a:path w="1163320" h="268604">
                  <a:moveTo>
                    <a:pt x="1162812" y="0"/>
                  </a:moveTo>
                  <a:lnTo>
                    <a:pt x="1153227" y="52190"/>
                  </a:lnTo>
                  <a:lnTo>
                    <a:pt x="1127093" y="94820"/>
                  </a:lnTo>
                  <a:lnTo>
                    <a:pt x="1088338" y="123567"/>
                  </a:lnTo>
                  <a:lnTo>
                    <a:pt x="1040892" y="134110"/>
                  </a:lnTo>
                  <a:lnTo>
                    <a:pt x="703326" y="134110"/>
                  </a:lnTo>
                  <a:lnTo>
                    <a:pt x="655879" y="144650"/>
                  </a:lnTo>
                  <a:lnTo>
                    <a:pt x="617124" y="173392"/>
                  </a:lnTo>
                  <a:lnTo>
                    <a:pt x="590990" y="216022"/>
                  </a:lnTo>
                  <a:lnTo>
                    <a:pt x="581406" y="268225"/>
                  </a:lnTo>
                  <a:lnTo>
                    <a:pt x="571821" y="216022"/>
                  </a:lnTo>
                  <a:lnTo>
                    <a:pt x="545687" y="173392"/>
                  </a:lnTo>
                  <a:lnTo>
                    <a:pt x="506932" y="144650"/>
                  </a:lnTo>
                  <a:lnTo>
                    <a:pt x="459486"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grpSp>
      <p:sp>
        <p:nvSpPr>
          <p:cNvPr id="154" name="object 80">
            <a:extLst>
              <a:ext uri="{FF2B5EF4-FFF2-40B4-BE49-F238E27FC236}">
                <a16:creationId xmlns:a16="http://schemas.microsoft.com/office/drawing/2014/main" id="{215BB7A5-5D45-498B-9971-AD4F27C5731E}"/>
              </a:ext>
            </a:extLst>
          </p:cNvPr>
          <p:cNvSpPr txBox="1"/>
          <p:nvPr/>
        </p:nvSpPr>
        <p:spPr>
          <a:xfrm>
            <a:off x="5655561" y="5530488"/>
            <a:ext cx="1456972" cy="493098"/>
          </a:xfrm>
          <a:prstGeom prst="rect">
            <a:avLst/>
          </a:prstGeom>
        </p:spPr>
        <p:txBody>
          <a:bodyPr vert="horz" wrap="square" lIns="0" tIns="14111" rIns="0" bIns="0" rtlCol="0">
            <a:spAutoFit/>
          </a:bodyPr>
          <a:lstStyle/>
          <a:p>
            <a:pPr marL="315380" marR="5644" indent="-301975">
              <a:spcBef>
                <a:spcPts val="111"/>
              </a:spcBef>
            </a:pPr>
            <a:r>
              <a:rPr sz="1556" spc="-11" dirty="0">
                <a:solidFill>
                  <a:srgbClr val="00B0F0"/>
                </a:solidFill>
                <a:latin typeface="Arial"/>
                <a:cs typeface="Arial"/>
              </a:rPr>
              <a:t>C</a:t>
            </a:r>
            <a:r>
              <a:rPr sz="1556" dirty="0">
                <a:solidFill>
                  <a:srgbClr val="00B0F0"/>
                </a:solidFill>
                <a:latin typeface="Arial"/>
                <a:cs typeface="Arial"/>
              </a:rPr>
              <a:t>o</a:t>
            </a:r>
            <a:r>
              <a:rPr sz="1556" spc="-11" dirty="0">
                <a:solidFill>
                  <a:srgbClr val="00B0F0"/>
                </a:solidFill>
                <a:latin typeface="Arial"/>
                <a:cs typeface="Arial"/>
              </a:rPr>
              <a:t>mm</a:t>
            </a:r>
            <a:r>
              <a:rPr sz="1556" dirty="0">
                <a:solidFill>
                  <a:srgbClr val="00B0F0"/>
                </a:solidFill>
                <a:latin typeface="Arial"/>
                <a:cs typeface="Arial"/>
              </a:rPr>
              <a:t>unicatio</a:t>
            </a:r>
            <a:r>
              <a:rPr sz="1556" spc="-17" dirty="0">
                <a:solidFill>
                  <a:srgbClr val="00B0F0"/>
                </a:solidFill>
                <a:latin typeface="Arial"/>
                <a:cs typeface="Arial"/>
              </a:rPr>
              <a:t>n</a:t>
            </a:r>
            <a:r>
              <a:rPr sz="1556" dirty="0">
                <a:solidFill>
                  <a:srgbClr val="00B0F0"/>
                </a:solidFill>
                <a:latin typeface="Arial"/>
                <a:cs typeface="Arial"/>
              </a:rPr>
              <a:t>:  </a:t>
            </a:r>
            <a:r>
              <a:rPr sz="1556" spc="-6" dirty="0">
                <a:solidFill>
                  <a:srgbClr val="00B0F0"/>
                </a:solidFill>
                <a:latin typeface="Arial"/>
                <a:cs typeface="Arial"/>
              </a:rPr>
              <a:t>Allreduce</a:t>
            </a:r>
            <a:endParaRPr sz="1556" dirty="0">
              <a:solidFill>
                <a:srgbClr val="00B0F0"/>
              </a:solidFill>
              <a:latin typeface="Arial"/>
              <a:cs typeface="Arial"/>
            </a:endParaRPr>
          </a:p>
        </p:txBody>
      </p:sp>
      <p:sp>
        <p:nvSpPr>
          <p:cNvPr id="155" name="object 81">
            <a:extLst>
              <a:ext uri="{FF2B5EF4-FFF2-40B4-BE49-F238E27FC236}">
                <a16:creationId xmlns:a16="http://schemas.microsoft.com/office/drawing/2014/main" id="{5B73FF1E-6E5E-44A7-B416-EA0D4D507AC0}"/>
              </a:ext>
            </a:extLst>
          </p:cNvPr>
          <p:cNvSpPr/>
          <p:nvPr/>
        </p:nvSpPr>
        <p:spPr>
          <a:xfrm>
            <a:off x="3635133" y="5201701"/>
            <a:ext cx="1913467" cy="298450"/>
          </a:xfrm>
          <a:custGeom>
            <a:avLst/>
            <a:gdLst/>
            <a:ahLst/>
            <a:cxnLst/>
            <a:rect l="l" t="t" r="r" b="b"/>
            <a:pathLst>
              <a:path w="1722120" h="268604">
                <a:moveTo>
                  <a:pt x="1722120" y="0"/>
                </a:moveTo>
                <a:lnTo>
                  <a:pt x="1712535" y="52190"/>
                </a:lnTo>
                <a:lnTo>
                  <a:pt x="1686401" y="94820"/>
                </a:lnTo>
                <a:lnTo>
                  <a:pt x="1647646" y="123567"/>
                </a:lnTo>
                <a:lnTo>
                  <a:pt x="1600200" y="134110"/>
                </a:lnTo>
                <a:lnTo>
                  <a:pt x="982980" y="134110"/>
                </a:lnTo>
                <a:lnTo>
                  <a:pt x="935533" y="144650"/>
                </a:lnTo>
                <a:lnTo>
                  <a:pt x="896778" y="173392"/>
                </a:lnTo>
                <a:lnTo>
                  <a:pt x="870644" y="216022"/>
                </a:lnTo>
                <a:lnTo>
                  <a:pt x="861060" y="268225"/>
                </a:lnTo>
                <a:lnTo>
                  <a:pt x="851475" y="216022"/>
                </a:lnTo>
                <a:lnTo>
                  <a:pt x="825341" y="173392"/>
                </a:lnTo>
                <a:lnTo>
                  <a:pt x="786586" y="144650"/>
                </a:lnTo>
                <a:lnTo>
                  <a:pt x="739140"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156" name="object 82">
            <a:extLst>
              <a:ext uri="{FF2B5EF4-FFF2-40B4-BE49-F238E27FC236}">
                <a16:creationId xmlns:a16="http://schemas.microsoft.com/office/drawing/2014/main" id="{FD975A98-35F9-4733-9B85-BB5E4AFE1AEC}"/>
              </a:ext>
            </a:extLst>
          </p:cNvPr>
          <p:cNvSpPr txBox="1"/>
          <p:nvPr/>
        </p:nvSpPr>
        <p:spPr>
          <a:xfrm>
            <a:off x="3797268" y="5530825"/>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2" dirty="0">
                <a:latin typeface="Arial"/>
                <a:cs typeface="Arial"/>
              </a:rPr>
              <a:t> </a:t>
            </a:r>
            <a:r>
              <a:rPr sz="1556" spc="-6" dirty="0">
                <a:latin typeface="Arial"/>
                <a:cs typeface="Arial"/>
              </a:rPr>
              <a:t>fwd</a:t>
            </a:r>
            <a:endParaRPr sz="1556">
              <a:latin typeface="Arial"/>
              <a:cs typeface="Arial"/>
            </a:endParaRPr>
          </a:p>
        </p:txBody>
      </p:sp>
      <p:sp>
        <p:nvSpPr>
          <p:cNvPr id="157" name="object 83">
            <a:extLst>
              <a:ext uri="{FF2B5EF4-FFF2-40B4-BE49-F238E27FC236}">
                <a16:creationId xmlns:a16="http://schemas.microsoft.com/office/drawing/2014/main" id="{1E0FF299-C941-4D4D-8FD8-558616065BFD}"/>
              </a:ext>
            </a:extLst>
          </p:cNvPr>
          <p:cNvSpPr/>
          <p:nvPr/>
        </p:nvSpPr>
        <p:spPr>
          <a:xfrm>
            <a:off x="6018429" y="2227289"/>
            <a:ext cx="127141" cy="140688"/>
          </a:xfrm>
          <a:prstGeom prst="rect">
            <a:avLst/>
          </a:prstGeom>
          <a:blipFill>
            <a:blip r:embed="rId12" cstate="print"/>
            <a:stretch>
              <a:fillRect/>
            </a:stretch>
          </a:blipFill>
        </p:spPr>
        <p:txBody>
          <a:bodyPr wrap="square" lIns="0" tIns="0" rIns="0" bIns="0" rtlCol="0"/>
          <a:lstStyle/>
          <a:p>
            <a:endParaRPr sz="2000"/>
          </a:p>
        </p:txBody>
      </p:sp>
      <p:sp>
        <p:nvSpPr>
          <p:cNvPr id="158" name="object 84">
            <a:extLst>
              <a:ext uri="{FF2B5EF4-FFF2-40B4-BE49-F238E27FC236}">
                <a16:creationId xmlns:a16="http://schemas.microsoft.com/office/drawing/2014/main" id="{0C7481EE-E8F2-4F5B-8B84-A214A5141FD2}"/>
              </a:ext>
            </a:extLst>
          </p:cNvPr>
          <p:cNvSpPr txBox="1"/>
          <p:nvPr/>
        </p:nvSpPr>
        <p:spPr>
          <a:xfrm>
            <a:off x="6019346" y="2177406"/>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159" name="object 85">
            <a:extLst>
              <a:ext uri="{FF2B5EF4-FFF2-40B4-BE49-F238E27FC236}">
                <a16:creationId xmlns:a16="http://schemas.microsoft.com/office/drawing/2014/main" id="{9C1202AC-3EA7-4DCE-8B0A-08357004A090}"/>
              </a:ext>
            </a:extLst>
          </p:cNvPr>
          <p:cNvGrpSpPr/>
          <p:nvPr/>
        </p:nvGrpSpPr>
        <p:grpSpPr>
          <a:xfrm>
            <a:off x="5487358" y="2345892"/>
            <a:ext cx="661811" cy="2314222"/>
            <a:chOff x="5038852" y="2200655"/>
            <a:chExt cx="595630" cy="2082800"/>
          </a:xfrm>
        </p:grpSpPr>
        <p:sp>
          <p:nvSpPr>
            <p:cNvPr id="160" name="object 86">
              <a:extLst>
                <a:ext uri="{FF2B5EF4-FFF2-40B4-BE49-F238E27FC236}">
                  <a16:creationId xmlns:a16="http://schemas.microsoft.com/office/drawing/2014/main" id="{FF98FC6D-A06B-4F7E-9B8F-52DDACFB180D}"/>
                </a:ext>
              </a:extLst>
            </p:cNvPr>
            <p:cNvSpPr/>
            <p:nvPr/>
          </p:nvSpPr>
          <p:spPr>
            <a:xfrm>
              <a:off x="5038852" y="2200655"/>
              <a:ext cx="499109" cy="2082800"/>
            </a:xfrm>
            <a:custGeom>
              <a:avLst/>
              <a:gdLst/>
              <a:ahLst/>
              <a:cxnLst/>
              <a:rect l="l" t="t" r="r" b="b"/>
              <a:pathLst>
                <a:path w="499110" h="2082800">
                  <a:moveTo>
                    <a:pt x="498729" y="1170432"/>
                  </a:moveTo>
                  <a:lnTo>
                    <a:pt x="452120" y="1202944"/>
                  </a:lnTo>
                  <a:lnTo>
                    <a:pt x="468922" y="1212075"/>
                  </a:lnTo>
                  <a:lnTo>
                    <a:pt x="0" y="2076577"/>
                  </a:lnTo>
                  <a:lnTo>
                    <a:pt x="11176" y="2082673"/>
                  </a:lnTo>
                  <a:lnTo>
                    <a:pt x="480110" y="1218145"/>
                  </a:lnTo>
                  <a:lnTo>
                    <a:pt x="496824" y="1227201"/>
                  </a:lnTo>
                  <a:lnTo>
                    <a:pt x="497700" y="1200912"/>
                  </a:lnTo>
                  <a:lnTo>
                    <a:pt x="498729" y="1170432"/>
                  </a:lnTo>
                  <a:close/>
                </a:path>
                <a:path w="499110" h="2082800">
                  <a:moveTo>
                    <a:pt x="498729" y="1083564"/>
                  </a:moveTo>
                  <a:lnTo>
                    <a:pt x="497967" y="1052957"/>
                  </a:lnTo>
                  <a:lnTo>
                    <a:pt x="497332" y="1026795"/>
                  </a:lnTo>
                  <a:lnTo>
                    <a:pt x="480441" y="1035748"/>
                  </a:lnTo>
                  <a:lnTo>
                    <a:pt x="217944" y="540004"/>
                  </a:lnTo>
                  <a:lnTo>
                    <a:pt x="478078" y="47879"/>
                  </a:lnTo>
                  <a:lnTo>
                    <a:pt x="494919" y="56769"/>
                  </a:lnTo>
                  <a:lnTo>
                    <a:pt x="495490" y="30734"/>
                  </a:lnTo>
                  <a:lnTo>
                    <a:pt x="496189" y="0"/>
                  </a:lnTo>
                  <a:lnTo>
                    <a:pt x="449961" y="33020"/>
                  </a:lnTo>
                  <a:lnTo>
                    <a:pt x="466775" y="41910"/>
                  </a:lnTo>
                  <a:lnTo>
                    <a:pt x="210743" y="526402"/>
                  </a:lnTo>
                  <a:lnTo>
                    <a:pt x="11176" y="149479"/>
                  </a:lnTo>
                  <a:lnTo>
                    <a:pt x="0" y="155321"/>
                  </a:lnTo>
                  <a:lnTo>
                    <a:pt x="203606" y="539915"/>
                  </a:lnTo>
                  <a:lnTo>
                    <a:pt x="0" y="925195"/>
                  </a:lnTo>
                  <a:lnTo>
                    <a:pt x="11176" y="931164"/>
                  </a:lnTo>
                  <a:lnTo>
                    <a:pt x="210794" y="553516"/>
                  </a:lnTo>
                  <a:lnTo>
                    <a:pt x="469252" y="1041679"/>
                  </a:lnTo>
                  <a:lnTo>
                    <a:pt x="452501" y="1050544"/>
                  </a:lnTo>
                  <a:lnTo>
                    <a:pt x="498729" y="1083564"/>
                  </a:lnTo>
                  <a:close/>
                </a:path>
              </a:pathLst>
            </a:custGeom>
            <a:solidFill>
              <a:srgbClr val="000000"/>
            </a:solidFill>
          </p:spPr>
          <p:txBody>
            <a:bodyPr wrap="square" lIns="0" tIns="0" rIns="0" bIns="0" rtlCol="0"/>
            <a:lstStyle/>
            <a:p>
              <a:endParaRPr sz="2000"/>
            </a:p>
          </p:txBody>
        </p:sp>
        <p:sp>
          <p:nvSpPr>
            <p:cNvPr id="161" name="object 87">
              <a:extLst>
                <a:ext uri="{FF2B5EF4-FFF2-40B4-BE49-F238E27FC236}">
                  <a16:creationId xmlns:a16="http://schemas.microsoft.com/office/drawing/2014/main" id="{B575B80C-A148-47BC-BA25-04213CD50151}"/>
                </a:ext>
              </a:extLst>
            </p:cNvPr>
            <p:cNvSpPr/>
            <p:nvPr/>
          </p:nvSpPr>
          <p:spPr>
            <a:xfrm>
              <a:off x="5518340" y="3264344"/>
              <a:ext cx="115951" cy="126619"/>
            </a:xfrm>
            <a:prstGeom prst="rect">
              <a:avLst/>
            </a:prstGeom>
            <a:blipFill>
              <a:blip r:embed="rId13" cstate="print"/>
              <a:stretch>
                <a:fillRect/>
              </a:stretch>
            </a:blipFill>
          </p:spPr>
          <p:txBody>
            <a:bodyPr wrap="square" lIns="0" tIns="0" rIns="0" bIns="0" rtlCol="0"/>
            <a:lstStyle/>
            <a:p>
              <a:endParaRPr sz="2000"/>
            </a:p>
          </p:txBody>
        </p:sp>
      </p:grpSp>
      <p:sp>
        <p:nvSpPr>
          <p:cNvPr id="162" name="object 88">
            <a:extLst>
              <a:ext uri="{FF2B5EF4-FFF2-40B4-BE49-F238E27FC236}">
                <a16:creationId xmlns:a16="http://schemas.microsoft.com/office/drawing/2014/main" id="{C671C62F-2866-49A1-9FE1-EE1573A6D53F}"/>
              </a:ext>
            </a:extLst>
          </p:cNvPr>
          <p:cNvSpPr txBox="1"/>
          <p:nvPr/>
        </p:nvSpPr>
        <p:spPr>
          <a:xfrm>
            <a:off x="6022027" y="3478170"/>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228" name="object 89">
            <a:extLst>
              <a:ext uri="{FF2B5EF4-FFF2-40B4-BE49-F238E27FC236}">
                <a16:creationId xmlns:a16="http://schemas.microsoft.com/office/drawing/2014/main" id="{58DC4D74-97D5-4F3C-AD4E-5645DDA023E9}"/>
              </a:ext>
            </a:extLst>
          </p:cNvPr>
          <p:cNvGrpSpPr/>
          <p:nvPr/>
        </p:nvGrpSpPr>
        <p:grpSpPr>
          <a:xfrm>
            <a:off x="5486794" y="2729997"/>
            <a:ext cx="697794" cy="2215444"/>
            <a:chOff x="5038344" y="2546349"/>
            <a:chExt cx="628015" cy="1993900"/>
          </a:xfrm>
        </p:grpSpPr>
        <p:sp>
          <p:nvSpPr>
            <p:cNvPr id="229" name="object 90">
              <a:extLst>
                <a:ext uri="{FF2B5EF4-FFF2-40B4-BE49-F238E27FC236}">
                  <a16:creationId xmlns:a16="http://schemas.microsoft.com/office/drawing/2014/main" id="{4BFB0C56-02EB-4995-B39B-45C617A17156}"/>
                </a:ext>
              </a:extLst>
            </p:cNvPr>
            <p:cNvSpPr/>
            <p:nvPr/>
          </p:nvSpPr>
          <p:spPr>
            <a:xfrm>
              <a:off x="5038344" y="2546349"/>
              <a:ext cx="581025" cy="1955800"/>
            </a:xfrm>
            <a:custGeom>
              <a:avLst/>
              <a:gdLst/>
              <a:ahLst/>
              <a:cxnLst/>
              <a:rect l="l" t="t" r="r" b="b"/>
              <a:pathLst>
                <a:path w="581025" h="1955800">
                  <a:moveTo>
                    <a:pt x="514731" y="1930019"/>
                  </a:moveTo>
                  <a:lnTo>
                    <a:pt x="463931" y="1904492"/>
                  </a:lnTo>
                  <a:lnTo>
                    <a:pt x="463931" y="1923669"/>
                  </a:lnTo>
                  <a:lnTo>
                    <a:pt x="6096" y="1923288"/>
                  </a:lnTo>
                  <a:lnTo>
                    <a:pt x="6096" y="1935988"/>
                  </a:lnTo>
                  <a:lnTo>
                    <a:pt x="463931" y="1936369"/>
                  </a:lnTo>
                  <a:lnTo>
                    <a:pt x="463931" y="1955292"/>
                  </a:lnTo>
                  <a:lnTo>
                    <a:pt x="501954" y="1936369"/>
                  </a:lnTo>
                  <a:lnTo>
                    <a:pt x="514731" y="1930019"/>
                  </a:lnTo>
                  <a:close/>
                </a:path>
                <a:path w="581025" h="1955800">
                  <a:moveTo>
                    <a:pt x="580517" y="1812163"/>
                  </a:moveTo>
                  <a:lnTo>
                    <a:pt x="562229" y="1817662"/>
                  </a:lnTo>
                  <a:lnTo>
                    <a:pt x="250317" y="786930"/>
                  </a:lnTo>
                  <a:lnTo>
                    <a:pt x="431888" y="788085"/>
                  </a:lnTo>
                  <a:lnTo>
                    <a:pt x="431800" y="807085"/>
                  </a:lnTo>
                  <a:lnTo>
                    <a:pt x="470306" y="788162"/>
                  </a:lnTo>
                  <a:lnTo>
                    <a:pt x="482727" y="782066"/>
                  </a:lnTo>
                  <a:lnTo>
                    <a:pt x="432054" y="756285"/>
                  </a:lnTo>
                  <a:lnTo>
                    <a:pt x="431952" y="775385"/>
                  </a:lnTo>
                  <a:lnTo>
                    <a:pt x="246468" y="774204"/>
                  </a:lnTo>
                  <a:lnTo>
                    <a:pt x="12192" y="0"/>
                  </a:lnTo>
                  <a:lnTo>
                    <a:pt x="0" y="3556"/>
                  </a:lnTo>
                  <a:lnTo>
                    <a:pt x="233210" y="774128"/>
                  </a:lnTo>
                  <a:lnTo>
                    <a:pt x="6096" y="772668"/>
                  </a:lnTo>
                  <a:lnTo>
                    <a:pt x="6096" y="785368"/>
                  </a:lnTo>
                  <a:lnTo>
                    <a:pt x="237058" y="786853"/>
                  </a:lnTo>
                  <a:lnTo>
                    <a:pt x="550138" y="1821281"/>
                  </a:lnTo>
                  <a:lnTo>
                    <a:pt x="531876" y="1826768"/>
                  </a:lnTo>
                  <a:lnTo>
                    <a:pt x="570992" y="1868043"/>
                  </a:lnTo>
                  <a:lnTo>
                    <a:pt x="576872" y="1833499"/>
                  </a:lnTo>
                  <a:lnTo>
                    <a:pt x="580517" y="1812163"/>
                  </a:lnTo>
                  <a:close/>
                </a:path>
              </a:pathLst>
            </a:custGeom>
            <a:solidFill>
              <a:srgbClr val="000000"/>
            </a:solidFill>
          </p:spPr>
          <p:txBody>
            <a:bodyPr wrap="square" lIns="0" tIns="0" rIns="0" bIns="0" rtlCol="0"/>
            <a:lstStyle/>
            <a:p>
              <a:endParaRPr sz="2000"/>
            </a:p>
          </p:txBody>
        </p:sp>
        <p:sp>
          <p:nvSpPr>
            <p:cNvPr id="230" name="object 91">
              <a:extLst>
                <a:ext uri="{FF2B5EF4-FFF2-40B4-BE49-F238E27FC236}">
                  <a16:creationId xmlns:a16="http://schemas.microsoft.com/office/drawing/2014/main" id="{DEA42677-B1EA-41F3-8286-26E8EF4767C3}"/>
                </a:ext>
              </a:extLst>
            </p:cNvPr>
            <p:cNvSpPr/>
            <p:nvPr/>
          </p:nvSpPr>
          <p:spPr>
            <a:xfrm>
              <a:off x="5550344" y="4413440"/>
              <a:ext cx="115951" cy="126619"/>
            </a:xfrm>
            <a:prstGeom prst="rect">
              <a:avLst/>
            </a:prstGeom>
            <a:blipFill>
              <a:blip r:embed="rId14" cstate="print"/>
              <a:stretch>
                <a:fillRect/>
              </a:stretch>
            </a:blipFill>
          </p:spPr>
          <p:txBody>
            <a:bodyPr wrap="square" lIns="0" tIns="0" rIns="0" bIns="0" rtlCol="0"/>
            <a:lstStyle/>
            <a:p>
              <a:endParaRPr sz="2000"/>
            </a:p>
          </p:txBody>
        </p:sp>
      </p:grpSp>
      <p:sp>
        <p:nvSpPr>
          <p:cNvPr id="231" name="object 92">
            <a:extLst>
              <a:ext uri="{FF2B5EF4-FFF2-40B4-BE49-F238E27FC236}">
                <a16:creationId xmlns:a16="http://schemas.microsoft.com/office/drawing/2014/main" id="{0989B85B-565A-43D8-B775-57082CE259ED}"/>
              </a:ext>
            </a:extLst>
          </p:cNvPr>
          <p:cNvSpPr txBox="1"/>
          <p:nvPr/>
        </p:nvSpPr>
        <p:spPr>
          <a:xfrm>
            <a:off x="6057870" y="4754943"/>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232" name="object 93">
            <a:extLst>
              <a:ext uri="{FF2B5EF4-FFF2-40B4-BE49-F238E27FC236}">
                <a16:creationId xmlns:a16="http://schemas.microsoft.com/office/drawing/2014/main" id="{DC0C1CCE-4F4E-485C-A3FE-44467A5E0D21}"/>
              </a:ext>
            </a:extLst>
          </p:cNvPr>
          <p:cNvGrpSpPr/>
          <p:nvPr/>
        </p:nvGrpSpPr>
        <p:grpSpPr>
          <a:xfrm>
            <a:off x="5487499" y="1658399"/>
            <a:ext cx="3625847" cy="3524250"/>
            <a:chOff x="5038979" y="1581911"/>
            <a:chExt cx="3778885" cy="3171825"/>
          </a:xfrm>
        </p:grpSpPr>
        <p:sp>
          <p:nvSpPr>
            <p:cNvPr id="233" name="object 94">
              <a:extLst>
                <a:ext uri="{FF2B5EF4-FFF2-40B4-BE49-F238E27FC236}">
                  <a16:creationId xmlns:a16="http://schemas.microsoft.com/office/drawing/2014/main" id="{0ED95421-4E3F-4B47-A142-80184DE58FBE}"/>
                </a:ext>
              </a:extLst>
            </p:cNvPr>
            <p:cNvSpPr/>
            <p:nvPr/>
          </p:nvSpPr>
          <p:spPr>
            <a:xfrm>
              <a:off x="5038979" y="2131059"/>
              <a:ext cx="1018540" cy="2370455"/>
            </a:xfrm>
            <a:custGeom>
              <a:avLst/>
              <a:gdLst/>
              <a:ahLst/>
              <a:cxnLst/>
              <a:rect l="l" t="t" r="r" b="b"/>
              <a:pathLst>
                <a:path w="1018539" h="2370454">
                  <a:moveTo>
                    <a:pt x="530606" y="2302002"/>
                  </a:moveTo>
                  <a:lnTo>
                    <a:pt x="528866" y="2272157"/>
                  </a:lnTo>
                  <a:lnTo>
                    <a:pt x="527304" y="2245233"/>
                  </a:lnTo>
                  <a:lnTo>
                    <a:pt x="510679" y="2254821"/>
                  </a:lnTo>
                  <a:lnTo>
                    <a:pt x="10922" y="1386205"/>
                  </a:lnTo>
                  <a:lnTo>
                    <a:pt x="0" y="1392555"/>
                  </a:lnTo>
                  <a:lnTo>
                    <a:pt x="499732" y="2261120"/>
                  </a:lnTo>
                  <a:lnTo>
                    <a:pt x="483235" y="2270633"/>
                  </a:lnTo>
                  <a:lnTo>
                    <a:pt x="530606" y="2302002"/>
                  </a:lnTo>
                  <a:close/>
                </a:path>
                <a:path w="1018539" h="2370454">
                  <a:moveTo>
                    <a:pt x="1017778" y="25400"/>
                  </a:moveTo>
                  <a:lnTo>
                    <a:pt x="1005078" y="19050"/>
                  </a:lnTo>
                  <a:lnTo>
                    <a:pt x="966978" y="0"/>
                  </a:lnTo>
                  <a:lnTo>
                    <a:pt x="966978" y="19050"/>
                  </a:lnTo>
                  <a:lnTo>
                    <a:pt x="590677" y="19050"/>
                  </a:lnTo>
                  <a:lnTo>
                    <a:pt x="590677" y="31750"/>
                  </a:lnTo>
                  <a:lnTo>
                    <a:pt x="966978" y="31750"/>
                  </a:lnTo>
                  <a:lnTo>
                    <a:pt x="966978" y="50800"/>
                  </a:lnTo>
                  <a:lnTo>
                    <a:pt x="1005078" y="31750"/>
                  </a:lnTo>
                  <a:lnTo>
                    <a:pt x="1017778" y="25400"/>
                  </a:lnTo>
                  <a:close/>
                </a:path>
                <a:path w="1018539" h="2370454">
                  <a:moveTo>
                    <a:pt x="1018286" y="2344928"/>
                  </a:moveTo>
                  <a:lnTo>
                    <a:pt x="1005586" y="2338578"/>
                  </a:lnTo>
                  <a:lnTo>
                    <a:pt x="967486" y="2319528"/>
                  </a:lnTo>
                  <a:lnTo>
                    <a:pt x="967524" y="2338603"/>
                  </a:lnTo>
                  <a:lnTo>
                    <a:pt x="625729" y="2338959"/>
                  </a:lnTo>
                  <a:lnTo>
                    <a:pt x="625729" y="2351659"/>
                  </a:lnTo>
                  <a:lnTo>
                    <a:pt x="967562" y="2351303"/>
                  </a:lnTo>
                  <a:lnTo>
                    <a:pt x="967613" y="2370328"/>
                  </a:lnTo>
                  <a:lnTo>
                    <a:pt x="1018286" y="2344928"/>
                  </a:lnTo>
                  <a:close/>
                </a:path>
                <a:path w="1018539" h="2370454">
                  <a:moveTo>
                    <a:pt x="1018413" y="1194308"/>
                  </a:moveTo>
                  <a:lnTo>
                    <a:pt x="1005967" y="1188212"/>
                  </a:lnTo>
                  <a:lnTo>
                    <a:pt x="967359" y="1169289"/>
                  </a:lnTo>
                  <a:lnTo>
                    <a:pt x="967498" y="1188313"/>
                  </a:lnTo>
                  <a:lnTo>
                    <a:pt x="593725" y="1191006"/>
                  </a:lnTo>
                  <a:lnTo>
                    <a:pt x="593725" y="1203706"/>
                  </a:lnTo>
                  <a:lnTo>
                    <a:pt x="967587" y="1201013"/>
                  </a:lnTo>
                  <a:lnTo>
                    <a:pt x="967740" y="1220089"/>
                  </a:lnTo>
                  <a:lnTo>
                    <a:pt x="1018413" y="1194308"/>
                  </a:lnTo>
                  <a:close/>
                </a:path>
              </a:pathLst>
            </a:custGeom>
            <a:solidFill>
              <a:srgbClr val="000000"/>
            </a:solidFill>
          </p:spPr>
          <p:txBody>
            <a:bodyPr wrap="square" lIns="0" tIns="0" rIns="0" bIns="0" rtlCol="0"/>
            <a:lstStyle/>
            <a:p>
              <a:endParaRPr sz="2000"/>
            </a:p>
          </p:txBody>
        </p:sp>
        <p:sp>
          <p:nvSpPr>
            <p:cNvPr id="234" name="object 95">
              <a:extLst>
                <a:ext uri="{FF2B5EF4-FFF2-40B4-BE49-F238E27FC236}">
                  <a16:creationId xmlns:a16="http://schemas.microsoft.com/office/drawing/2014/main" id="{4335F422-9E64-484D-BA92-D31F6A22C3CC}"/>
                </a:ext>
              </a:extLst>
            </p:cNvPr>
            <p:cNvSpPr/>
            <p:nvPr/>
          </p:nvSpPr>
          <p:spPr>
            <a:xfrm>
              <a:off x="7016496" y="1581911"/>
              <a:ext cx="1801495" cy="3171825"/>
            </a:xfrm>
            <a:custGeom>
              <a:avLst/>
              <a:gdLst/>
              <a:ahLst/>
              <a:cxnLst/>
              <a:rect l="l" t="t" r="r" b="b"/>
              <a:pathLst>
                <a:path w="1801495" h="3171825">
                  <a:moveTo>
                    <a:pt x="1801368" y="0"/>
                  </a:moveTo>
                  <a:lnTo>
                    <a:pt x="0" y="0"/>
                  </a:lnTo>
                  <a:lnTo>
                    <a:pt x="0" y="3171444"/>
                  </a:lnTo>
                  <a:lnTo>
                    <a:pt x="1801368" y="3171444"/>
                  </a:lnTo>
                  <a:lnTo>
                    <a:pt x="1801368" y="0"/>
                  </a:lnTo>
                  <a:close/>
                </a:path>
              </a:pathLst>
            </a:custGeom>
            <a:solidFill>
              <a:srgbClr val="F7F7F7"/>
            </a:solidFill>
          </p:spPr>
          <p:txBody>
            <a:bodyPr wrap="square" lIns="0" tIns="0" rIns="0" bIns="0" rtlCol="0"/>
            <a:lstStyle/>
            <a:p>
              <a:endParaRPr sz="2000"/>
            </a:p>
          </p:txBody>
        </p:sp>
      </p:grpSp>
      <p:graphicFrame>
        <p:nvGraphicFramePr>
          <p:cNvPr id="235" name="object 96">
            <a:extLst>
              <a:ext uri="{FF2B5EF4-FFF2-40B4-BE49-F238E27FC236}">
                <a16:creationId xmlns:a16="http://schemas.microsoft.com/office/drawing/2014/main" id="{377725BE-DC1D-4867-9B5E-69928CB23E92}"/>
              </a:ext>
            </a:extLst>
          </p:cNvPr>
          <p:cNvGraphicFramePr>
            <a:graphicFrameLocks noGrp="1"/>
          </p:cNvGraphicFramePr>
          <p:nvPr>
            <p:extLst>
              <p:ext uri="{D42A27DB-BD31-4B8C-83A1-F6EECF244321}">
                <p14:modId xmlns:p14="http://schemas.microsoft.com/office/powerpoint/2010/main" val="3593148064"/>
              </p:ext>
            </p:extLst>
          </p:nvPr>
        </p:nvGraphicFramePr>
        <p:xfrm>
          <a:off x="8180493" y="2188392"/>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236" name="object 97">
            <a:extLst>
              <a:ext uri="{FF2B5EF4-FFF2-40B4-BE49-F238E27FC236}">
                <a16:creationId xmlns:a16="http://schemas.microsoft.com/office/drawing/2014/main" id="{2A449C53-7937-44DF-A351-39F3E90C4307}"/>
              </a:ext>
            </a:extLst>
          </p:cNvPr>
          <p:cNvGraphicFramePr>
            <a:graphicFrameLocks noGrp="1"/>
          </p:cNvGraphicFramePr>
          <p:nvPr>
            <p:extLst>
              <p:ext uri="{D42A27DB-BD31-4B8C-83A1-F6EECF244321}">
                <p14:modId xmlns:p14="http://schemas.microsoft.com/office/powerpoint/2010/main" val="1637169102"/>
              </p:ext>
            </p:extLst>
          </p:nvPr>
        </p:nvGraphicFramePr>
        <p:xfrm>
          <a:off x="7162800" y="2188392"/>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6462"/>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237" name="object 98">
            <a:extLst>
              <a:ext uri="{FF2B5EF4-FFF2-40B4-BE49-F238E27FC236}">
                <a16:creationId xmlns:a16="http://schemas.microsoft.com/office/drawing/2014/main" id="{0E7ED27C-747C-4670-AF0B-29B1E573A932}"/>
              </a:ext>
            </a:extLst>
          </p:cNvPr>
          <p:cNvGraphicFramePr>
            <a:graphicFrameLocks noGrp="1"/>
          </p:cNvGraphicFramePr>
          <p:nvPr>
            <p:extLst>
              <p:ext uri="{D42A27DB-BD31-4B8C-83A1-F6EECF244321}">
                <p14:modId xmlns:p14="http://schemas.microsoft.com/office/powerpoint/2010/main" val="2138643549"/>
              </p:ext>
            </p:extLst>
          </p:nvPr>
        </p:nvGraphicFramePr>
        <p:xfrm>
          <a:off x="8735906" y="2188392"/>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4B87F"/>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38" name="object 99">
            <a:extLst>
              <a:ext uri="{FF2B5EF4-FFF2-40B4-BE49-F238E27FC236}">
                <a16:creationId xmlns:a16="http://schemas.microsoft.com/office/drawing/2014/main" id="{166CC673-4964-4AC7-8D41-6AA62BE8B95A}"/>
              </a:ext>
            </a:extLst>
          </p:cNvPr>
          <p:cNvSpPr txBox="1"/>
          <p:nvPr/>
        </p:nvSpPr>
        <p:spPr>
          <a:xfrm>
            <a:off x="7947236" y="2323580"/>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239" name="object 100">
            <a:extLst>
              <a:ext uri="{FF2B5EF4-FFF2-40B4-BE49-F238E27FC236}">
                <a16:creationId xmlns:a16="http://schemas.microsoft.com/office/drawing/2014/main" id="{F9B2379B-C7AF-4DE0-9FD5-CB6361122F5D}"/>
              </a:ext>
            </a:extLst>
          </p:cNvPr>
          <p:cNvGrpSpPr/>
          <p:nvPr/>
        </p:nvGrpSpPr>
        <p:grpSpPr>
          <a:xfrm>
            <a:off x="8180493" y="3268744"/>
            <a:ext cx="756356" cy="666044"/>
            <a:chOff x="8061706" y="3040128"/>
            <a:chExt cx="680720" cy="599440"/>
          </a:xfrm>
        </p:grpSpPr>
        <p:sp>
          <p:nvSpPr>
            <p:cNvPr id="240" name="object 101">
              <a:extLst>
                <a:ext uri="{FF2B5EF4-FFF2-40B4-BE49-F238E27FC236}">
                  <a16:creationId xmlns:a16="http://schemas.microsoft.com/office/drawing/2014/main" id="{EF3B33B1-E79E-4295-BB32-5925E2188C46}"/>
                </a:ext>
              </a:extLst>
            </p:cNvPr>
            <p:cNvSpPr/>
            <p:nvPr/>
          </p:nvSpPr>
          <p:spPr>
            <a:xfrm>
              <a:off x="8068056" y="3046478"/>
              <a:ext cx="167640" cy="195580"/>
            </a:xfrm>
            <a:custGeom>
              <a:avLst/>
              <a:gdLst/>
              <a:ahLst/>
              <a:cxnLst/>
              <a:rect l="l" t="t" r="r" b="b"/>
              <a:pathLst>
                <a:path w="167640" h="195580">
                  <a:moveTo>
                    <a:pt x="167640" y="0"/>
                  </a:moveTo>
                  <a:lnTo>
                    <a:pt x="0" y="0"/>
                  </a:lnTo>
                  <a:lnTo>
                    <a:pt x="0" y="195069"/>
                  </a:lnTo>
                  <a:lnTo>
                    <a:pt x="167640" y="195069"/>
                  </a:lnTo>
                  <a:lnTo>
                    <a:pt x="167640" y="0"/>
                  </a:lnTo>
                  <a:close/>
                </a:path>
              </a:pathLst>
            </a:custGeom>
            <a:solidFill>
              <a:srgbClr val="598A00"/>
            </a:solidFill>
          </p:spPr>
          <p:txBody>
            <a:bodyPr wrap="square" lIns="0" tIns="0" rIns="0" bIns="0" rtlCol="0"/>
            <a:lstStyle/>
            <a:p>
              <a:endParaRPr sz="2000"/>
            </a:p>
          </p:txBody>
        </p:sp>
        <p:sp>
          <p:nvSpPr>
            <p:cNvPr id="241" name="object 102">
              <a:extLst>
                <a:ext uri="{FF2B5EF4-FFF2-40B4-BE49-F238E27FC236}">
                  <a16:creationId xmlns:a16="http://schemas.microsoft.com/office/drawing/2014/main" id="{4A4E853A-93FB-4EF9-895B-C6823842FDAA}"/>
                </a:ext>
              </a:extLst>
            </p:cNvPr>
            <p:cNvSpPr/>
            <p:nvPr/>
          </p:nvSpPr>
          <p:spPr>
            <a:xfrm>
              <a:off x="8068056" y="3046478"/>
              <a:ext cx="167640" cy="195580"/>
            </a:xfrm>
            <a:custGeom>
              <a:avLst/>
              <a:gdLst/>
              <a:ahLst/>
              <a:cxnLst/>
              <a:rect l="l" t="t" r="r" b="b"/>
              <a:pathLst>
                <a:path w="167640"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42" name="object 103">
              <a:extLst>
                <a:ext uri="{FF2B5EF4-FFF2-40B4-BE49-F238E27FC236}">
                  <a16:creationId xmlns:a16="http://schemas.microsoft.com/office/drawing/2014/main" id="{D5E10D4E-9CB3-4C5F-B5A7-BF8567619D3C}"/>
                </a:ext>
              </a:extLst>
            </p:cNvPr>
            <p:cNvSpPr/>
            <p:nvPr/>
          </p:nvSpPr>
          <p:spPr>
            <a:xfrm>
              <a:off x="8068056" y="3241546"/>
              <a:ext cx="167640" cy="196850"/>
            </a:xfrm>
            <a:custGeom>
              <a:avLst/>
              <a:gdLst/>
              <a:ahLst/>
              <a:cxnLst/>
              <a:rect l="l" t="t" r="r" b="b"/>
              <a:pathLst>
                <a:path w="167640" h="196850">
                  <a:moveTo>
                    <a:pt x="167640" y="0"/>
                  </a:moveTo>
                  <a:lnTo>
                    <a:pt x="0" y="0"/>
                  </a:lnTo>
                  <a:lnTo>
                    <a:pt x="0" y="196597"/>
                  </a:lnTo>
                  <a:lnTo>
                    <a:pt x="167640" y="196597"/>
                  </a:lnTo>
                  <a:lnTo>
                    <a:pt x="167640" y="0"/>
                  </a:lnTo>
                  <a:close/>
                </a:path>
              </a:pathLst>
            </a:custGeom>
            <a:solidFill>
              <a:srgbClr val="598A00"/>
            </a:solidFill>
          </p:spPr>
          <p:txBody>
            <a:bodyPr wrap="square" lIns="0" tIns="0" rIns="0" bIns="0" rtlCol="0"/>
            <a:lstStyle/>
            <a:p>
              <a:endParaRPr sz="2000"/>
            </a:p>
          </p:txBody>
        </p:sp>
        <p:sp>
          <p:nvSpPr>
            <p:cNvPr id="243" name="object 104">
              <a:extLst>
                <a:ext uri="{FF2B5EF4-FFF2-40B4-BE49-F238E27FC236}">
                  <a16:creationId xmlns:a16="http://schemas.microsoft.com/office/drawing/2014/main" id="{85072E11-7918-4A7B-B9E4-A58467BC0175}"/>
                </a:ext>
              </a:extLst>
            </p:cNvPr>
            <p:cNvSpPr/>
            <p:nvPr/>
          </p:nvSpPr>
          <p:spPr>
            <a:xfrm>
              <a:off x="8068056" y="3241546"/>
              <a:ext cx="167640" cy="196850"/>
            </a:xfrm>
            <a:custGeom>
              <a:avLst/>
              <a:gdLst/>
              <a:ahLst/>
              <a:cxnLst/>
              <a:rect l="l" t="t" r="r" b="b"/>
              <a:pathLst>
                <a:path w="167640"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44" name="object 105">
              <a:extLst>
                <a:ext uri="{FF2B5EF4-FFF2-40B4-BE49-F238E27FC236}">
                  <a16:creationId xmlns:a16="http://schemas.microsoft.com/office/drawing/2014/main" id="{5544C2A8-FDE9-48D0-9B8F-FFE2381C9923}"/>
                </a:ext>
              </a:extLst>
            </p:cNvPr>
            <p:cNvSpPr/>
            <p:nvPr/>
          </p:nvSpPr>
          <p:spPr>
            <a:xfrm>
              <a:off x="8068056" y="3438141"/>
              <a:ext cx="167640" cy="195580"/>
            </a:xfrm>
            <a:custGeom>
              <a:avLst/>
              <a:gdLst/>
              <a:ahLst/>
              <a:cxnLst/>
              <a:rect l="l" t="t" r="r" b="b"/>
              <a:pathLst>
                <a:path w="167640" h="195579">
                  <a:moveTo>
                    <a:pt x="167640" y="0"/>
                  </a:moveTo>
                  <a:lnTo>
                    <a:pt x="0" y="0"/>
                  </a:lnTo>
                  <a:lnTo>
                    <a:pt x="0" y="195074"/>
                  </a:lnTo>
                  <a:lnTo>
                    <a:pt x="167640" y="195074"/>
                  </a:lnTo>
                  <a:lnTo>
                    <a:pt x="167640" y="0"/>
                  </a:lnTo>
                  <a:close/>
                </a:path>
              </a:pathLst>
            </a:custGeom>
            <a:solidFill>
              <a:srgbClr val="598A00"/>
            </a:solidFill>
          </p:spPr>
          <p:txBody>
            <a:bodyPr wrap="square" lIns="0" tIns="0" rIns="0" bIns="0" rtlCol="0"/>
            <a:lstStyle/>
            <a:p>
              <a:endParaRPr sz="2000"/>
            </a:p>
          </p:txBody>
        </p:sp>
        <p:sp>
          <p:nvSpPr>
            <p:cNvPr id="245" name="object 106">
              <a:extLst>
                <a:ext uri="{FF2B5EF4-FFF2-40B4-BE49-F238E27FC236}">
                  <a16:creationId xmlns:a16="http://schemas.microsoft.com/office/drawing/2014/main" id="{22EC0291-25F4-4DA1-981C-0E7EA352A184}"/>
                </a:ext>
              </a:extLst>
            </p:cNvPr>
            <p:cNvSpPr/>
            <p:nvPr/>
          </p:nvSpPr>
          <p:spPr>
            <a:xfrm>
              <a:off x="8068056" y="3438141"/>
              <a:ext cx="167640" cy="195580"/>
            </a:xfrm>
            <a:custGeom>
              <a:avLst/>
              <a:gdLst/>
              <a:ahLst/>
              <a:cxnLst/>
              <a:rect l="l" t="t" r="r" b="b"/>
              <a:pathLst>
                <a:path w="167640"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46" name="object 107">
              <a:extLst>
                <a:ext uri="{FF2B5EF4-FFF2-40B4-BE49-F238E27FC236}">
                  <a16:creationId xmlns:a16="http://schemas.microsoft.com/office/drawing/2014/main" id="{3CB4A07D-8C0B-44CA-BF49-B5264F8D6444}"/>
                </a:ext>
              </a:extLst>
            </p:cNvPr>
            <p:cNvSpPr/>
            <p:nvPr/>
          </p:nvSpPr>
          <p:spPr>
            <a:xfrm>
              <a:off x="8567928" y="3046478"/>
              <a:ext cx="167640" cy="586740"/>
            </a:xfrm>
            <a:custGeom>
              <a:avLst/>
              <a:gdLst/>
              <a:ahLst/>
              <a:cxnLst/>
              <a:rect l="l" t="t" r="r" b="b"/>
              <a:pathLst>
                <a:path w="167640" h="586739">
                  <a:moveTo>
                    <a:pt x="0" y="195069"/>
                  </a:moveTo>
                  <a:lnTo>
                    <a:pt x="167634" y="195069"/>
                  </a:lnTo>
                  <a:lnTo>
                    <a:pt x="167634" y="0"/>
                  </a:lnTo>
                  <a:lnTo>
                    <a:pt x="0" y="0"/>
                  </a:lnTo>
                  <a:lnTo>
                    <a:pt x="0" y="195069"/>
                  </a:lnTo>
                  <a:close/>
                </a:path>
                <a:path w="167640" h="586739">
                  <a:moveTo>
                    <a:pt x="0" y="586737"/>
                  </a:moveTo>
                  <a:lnTo>
                    <a:pt x="167634" y="586737"/>
                  </a:lnTo>
                  <a:lnTo>
                    <a:pt x="167634" y="391662"/>
                  </a:lnTo>
                  <a:lnTo>
                    <a:pt x="0" y="391662"/>
                  </a:lnTo>
                  <a:lnTo>
                    <a:pt x="0" y="586737"/>
                  </a:lnTo>
                  <a:close/>
                </a:path>
              </a:pathLst>
            </a:custGeom>
            <a:ln w="12700">
              <a:solidFill>
                <a:srgbClr val="BEBEBE"/>
              </a:solidFill>
            </a:ln>
          </p:spPr>
          <p:txBody>
            <a:bodyPr wrap="square" lIns="0" tIns="0" rIns="0" bIns="0" rtlCol="0"/>
            <a:lstStyle/>
            <a:p>
              <a:endParaRPr sz="2000"/>
            </a:p>
          </p:txBody>
        </p:sp>
      </p:grpSp>
      <p:graphicFrame>
        <p:nvGraphicFramePr>
          <p:cNvPr id="247" name="object 108">
            <a:extLst>
              <a:ext uri="{FF2B5EF4-FFF2-40B4-BE49-F238E27FC236}">
                <a16:creationId xmlns:a16="http://schemas.microsoft.com/office/drawing/2014/main" id="{63AB4D1A-A1D0-46DD-BE83-F18664CD3A12}"/>
              </a:ext>
            </a:extLst>
          </p:cNvPr>
          <p:cNvGraphicFramePr>
            <a:graphicFrameLocks noGrp="1"/>
          </p:cNvGraphicFramePr>
          <p:nvPr>
            <p:extLst>
              <p:ext uri="{D42A27DB-BD31-4B8C-83A1-F6EECF244321}">
                <p14:modId xmlns:p14="http://schemas.microsoft.com/office/powerpoint/2010/main" val="1202912609"/>
              </p:ext>
            </p:extLst>
          </p:nvPr>
        </p:nvGraphicFramePr>
        <p:xfrm>
          <a:off x="7162800" y="3268744"/>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6462"/>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48" name="object 109">
            <a:extLst>
              <a:ext uri="{FF2B5EF4-FFF2-40B4-BE49-F238E27FC236}">
                <a16:creationId xmlns:a16="http://schemas.microsoft.com/office/drawing/2014/main" id="{DBEF209D-21C2-4236-8E1A-61945AA5B606}"/>
              </a:ext>
            </a:extLst>
          </p:cNvPr>
          <p:cNvSpPr txBox="1"/>
          <p:nvPr/>
        </p:nvSpPr>
        <p:spPr>
          <a:xfrm>
            <a:off x="7947236" y="3403644"/>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a:latin typeface="Arial"/>
              <a:cs typeface="Arial"/>
            </a:endParaRPr>
          </a:p>
        </p:txBody>
      </p:sp>
      <p:graphicFrame>
        <p:nvGraphicFramePr>
          <p:cNvPr id="249" name="object 110">
            <a:extLst>
              <a:ext uri="{FF2B5EF4-FFF2-40B4-BE49-F238E27FC236}">
                <a16:creationId xmlns:a16="http://schemas.microsoft.com/office/drawing/2014/main" id="{B0EFBF32-984B-47F3-BD2A-6D36122EC507}"/>
              </a:ext>
            </a:extLst>
          </p:cNvPr>
          <p:cNvGraphicFramePr>
            <a:graphicFrameLocks noGrp="1"/>
          </p:cNvGraphicFramePr>
          <p:nvPr>
            <p:extLst>
              <p:ext uri="{D42A27DB-BD31-4B8C-83A1-F6EECF244321}">
                <p14:modId xmlns:p14="http://schemas.microsoft.com/office/powerpoint/2010/main" val="3229358248"/>
              </p:ext>
            </p:extLst>
          </p:nvPr>
        </p:nvGraphicFramePr>
        <p:xfrm>
          <a:off x="7162800" y="4330459"/>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6462"/>
                    </a:solidFill>
                  </a:tcPr>
                </a:tc>
                <a:extLst>
                  <a:ext uri="{0D108BD9-81ED-4DB2-BD59-A6C34878D82A}">
                    <a16:rowId xmlns:a16="http://schemas.microsoft.com/office/drawing/2014/main" val="10002"/>
                  </a:ext>
                </a:extLst>
              </a:tr>
            </a:tbl>
          </a:graphicData>
        </a:graphic>
      </p:graphicFrame>
      <p:grpSp>
        <p:nvGrpSpPr>
          <p:cNvPr id="250" name="object 111">
            <a:extLst>
              <a:ext uri="{FF2B5EF4-FFF2-40B4-BE49-F238E27FC236}">
                <a16:creationId xmlns:a16="http://schemas.microsoft.com/office/drawing/2014/main" id="{2E70B53D-DAB2-412D-A6E2-696419124B97}"/>
              </a:ext>
            </a:extLst>
          </p:cNvPr>
          <p:cNvGrpSpPr/>
          <p:nvPr/>
        </p:nvGrpSpPr>
        <p:grpSpPr>
          <a:xfrm>
            <a:off x="8180493" y="4330459"/>
            <a:ext cx="756356" cy="666044"/>
            <a:chOff x="8061706" y="3995671"/>
            <a:chExt cx="680720" cy="599440"/>
          </a:xfrm>
        </p:grpSpPr>
        <p:sp>
          <p:nvSpPr>
            <p:cNvPr id="251" name="object 112">
              <a:extLst>
                <a:ext uri="{FF2B5EF4-FFF2-40B4-BE49-F238E27FC236}">
                  <a16:creationId xmlns:a16="http://schemas.microsoft.com/office/drawing/2014/main" id="{6BC2F6CD-41E6-4F50-AE10-27A19F8D8B54}"/>
                </a:ext>
              </a:extLst>
            </p:cNvPr>
            <p:cNvSpPr/>
            <p:nvPr/>
          </p:nvSpPr>
          <p:spPr>
            <a:xfrm>
              <a:off x="8068056" y="4002021"/>
              <a:ext cx="167640" cy="195580"/>
            </a:xfrm>
            <a:custGeom>
              <a:avLst/>
              <a:gdLst/>
              <a:ahLst/>
              <a:cxnLst/>
              <a:rect l="l" t="t" r="r" b="b"/>
              <a:pathLst>
                <a:path w="167640" h="195579">
                  <a:moveTo>
                    <a:pt x="167640" y="0"/>
                  </a:moveTo>
                  <a:lnTo>
                    <a:pt x="0" y="0"/>
                  </a:lnTo>
                  <a:lnTo>
                    <a:pt x="0" y="195074"/>
                  </a:lnTo>
                  <a:lnTo>
                    <a:pt x="167640" y="195074"/>
                  </a:lnTo>
                  <a:lnTo>
                    <a:pt x="167640" y="0"/>
                  </a:lnTo>
                  <a:close/>
                </a:path>
              </a:pathLst>
            </a:custGeom>
            <a:solidFill>
              <a:srgbClr val="598A00"/>
            </a:solidFill>
          </p:spPr>
          <p:txBody>
            <a:bodyPr wrap="square" lIns="0" tIns="0" rIns="0" bIns="0" rtlCol="0"/>
            <a:lstStyle/>
            <a:p>
              <a:endParaRPr sz="2000"/>
            </a:p>
          </p:txBody>
        </p:sp>
        <p:sp>
          <p:nvSpPr>
            <p:cNvPr id="252" name="object 113">
              <a:extLst>
                <a:ext uri="{FF2B5EF4-FFF2-40B4-BE49-F238E27FC236}">
                  <a16:creationId xmlns:a16="http://schemas.microsoft.com/office/drawing/2014/main" id="{4FAF493E-895A-4981-8044-22C8D436A45C}"/>
                </a:ext>
              </a:extLst>
            </p:cNvPr>
            <p:cNvSpPr/>
            <p:nvPr/>
          </p:nvSpPr>
          <p:spPr>
            <a:xfrm>
              <a:off x="8068056" y="4002021"/>
              <a:ext cx="167640" cy="195580"/>
            </a:xfrm>
            <a:custGeom>
              <a:avLst/>
              <a:gdLst/>
              <a:ahLst/>
              <a:cxnLst/>
              <a:rect l="l" t="t" r="r" b="b"/>
              <a:pathLst>
                <a:path w="167640"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53" name="object 114">
              <a:extLst>
                <a:ext uri="{FF2B5EF4-FFF2-40B4-BE49-F238E27FC236}">
                  <a16:creationId xmlns:a16="http://schemas.microsoft.com/office/drawing/2014/main" id="{69394451-F34A-41CA-BFB6-95520E426ACE}"/>
                </a:ext>
              </a:extLst>
            </p:cNvPr>
            <p:cNvSpPr/>
            <p:nvPr/>
          </p:nvSpPr>
          <p:spPr>
            <a:xfrm>
              <a:off x="8068056" y="4197094"/>
              <a:ext cx="167640" cy="196850"/>
            </a:xfrm>
            <a:custGeom>
              <a:avLst/>
              <a:gdLst/>
              <a:ahLst/>
              <a:cxnLst/>
              <a:rect l="l" t="t" r="r" b="b"/>
              <a:pathLst>
                <a:path w="167640" h="196850">
                  <a:moveTo>
                    <a:pt x="167640" y="0"/>
                  </a:moveTo>
                  <a:lnTo>
                    <a:pt x="0" y="0"/>
                  </a:lnTo>
                  <a:lnTo>
                    <a:pt x="0" y="196597"/>
                  </a:lnTo>
                  <a:lnTo>
                    <a:pt x="167640" y="196597"/>
                  </a:lnTo>
                  <a:lnTo>
                    <a:pt x="167640" y="0"/>
                  </a:lnTo>
                  <a:close/>
                </a:path>
              </a:pathLst>
            </a:custGeom>
            <a:solidFill>
              <a:srgbClr val="598A00"/>
            </a:solidFill>
          </p:spPr>
          <p:txBody>
            <a:bodyPr wrap="square" lIns="0" tIns="0" rIns="0" bIns="0" rtlCol="0"/>
            <a:lstStyle/>
            <a:p>
              <a:endParaRPr sz="2000"/>
            </a:p>
          </p:txBody>
        </p:sp>
        <p:sp>
          <p:nvSpPr>
            <p:cNvPr id="254" name="object 115">
              <a:extLst>
                <a:ext uri="{FF2B5EF4-FFF2-40B4-BE49-F238E27FC236}">
                  <a16:creationId xmlns:a16="http://schemas.microsoft.com/office/drawing/2014/main" id="{2D38DE8C-20C4-40E3-97FE-AFD6A8A287D9}"/>
                </a:ext>
              </a:extLst>
            </p:cNvPr>
            <p:cNvSpPr/>
            <p:nvPr/>
          </p:nvSpPr>
          <p:spPr>
            <a:xfrm>
              <a:off x="8068056" y="4197094"/>
              <a:ext cx="167640" cy="196850"/>
            </a:xfrm>
            <a:custGeom>
              <a:avLst/>
              <a:gdLst/>
              <a:ahLst/>
              <a:cxnLst/>
              <a:rect l="l" t="t" r="r" b="b"/>
              <a:pathLst>
                <a:path w="167640"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55" name="object 116">
              <a:extLst>
                <a:ext uri="{FF2B5EF4-FFF2-40B4-BE49-F238E27FC236}">
                  <a16:creationId xmlns:a16="http://schemas.microsoft.com/office/drawing/2014/main" id="{87BD7492-625A-49D4-83B6-CFBED7171B91}"/>
                </a:ext>
              </a:extLst>
            </p:cNvPr>
            <p:cNvSpPr/>
            <p:nvPr/>
          </p:nvSpPr>
          <p:spPr>
            <a:xfrm>
              <a:off x="8068056" y="4393694"/>
              <a:ext cx="167640" cy="195580"/>
            </a:xfrm>
            <a:custGeom>
              <a:avLst/>
              <a:gdLst/>
              <a:ahLst/>
              <a:cxnLst/>
              <a:rect l="l" t="t" r="r" b="b"/>
              <a:pathLst>
                <a:path w="167640" h="195579">
                  <a:moveTo>
                    <a:pt x="167640" y="0"/>
                  </a:moveTo>
                  <a:lnTo>
                    <a:pt x="0" y="0"/>
                  </a:lnTo>
                  <a:lnTo>
                    <a:pt x="0" y="195069"/>
                  </a:lnTo>
                  <a:lnTo>
                    <a:pt x="167640" y="195069"/>
                  </a:lnTo>
                  <a:lnTo>
                    <a:pt x="167640" y="0"/>
                  </a:lnTo>
                  <a:close/>
                </a:path>
              </a:pathLst>
            </a:custGeom>
            <a:solidFill>
              <a:srgbClr val="598A00"/>
            </a:solidFill>
          </p:spPr>
          <p:txBody>
            <a:bodyPr wrap="square" lIns="0" tIns="0" rIns="0" bIns="0" rtlCol="0"/>
            <a:lstStyle/>
            <a:p>
              <a:endParaRPr sz="2000"/>
            </a:p>
          </p:txBody>
        </p:sp>
        <p:sp>
          <p:nvSpPr>
            <p:cNvPr id="256" name="object 117">
              <a:extLst>
                <a:ext uri="{FF2B5EF4-FFF2-40B4-BE49-F238E27FC236}">
                  <a16:creationId xmlns:a16="http://schemas.microsoft.com/office/drawing/2014/main" id="{7507A2EB-8CC0-46B3-93E9-A259ADAA5F87}"/>
                </a:ext>
              </a:extLst>
            </p:cNvPr>
            <p:cNvSpPr/>
            <p:nvPr/>
          </p:nvSpPr>
          <p:spPr>
            <a:xfrm>
              <a:off x="8068056" y="4393694"/>
              <a:ext cx="167640" cy="195580"/>
            </a:xfrm>
            <a:custGeom>
              <a:avLst/>
              <a:gdLst/>
              <a:ahLst/>
              <a:cxnLst/>
              <a:rect l="l" t="t" r="r" b="b"/>
              <a:pathLst>
                <a:path w="167640"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57" name="object 118">
              <a:extLst>
                <a:ext uri="{FF2B5EF4-FFF2-40B4-BE49-F238E27FC236}">
                  <a16:creationId xmlns:a16="http://schemas.microsoft.com/office/drawing/2014/main" id="{3879442D-EB0A-4C9C-A40F-A3B2F501D58D}"/>
                </a:ext>
              </a:extLst>
            </p:cNvPr>
            <p:cNvSpPr/>
            <p:nvPr/>
          </p:nvSpPr>
          <p:spPr>
            <a:xfrm>
              <a:off x="8567928" y="4002021"/>
              <a:ext cx="167640" cy="391795"/>
            </a:xfrm>
            <a:custGeom>
              <a:avLst/>
              <a:gdLst/>
              <a:ahLst/>
              <a:cxnLst/>
              <a:rect l="l" t="t" r="r" b="b"/>
              <a:pathLst>
                <a:path w="167640" h="391795">
                  <a:moveTo>
                    <a:pt x="0" y="195074"/>
                  </a:moveTo>
                  <a:lnTo>
                    <a:pt x="167634" y="195074"/>
                  </a:lnTo>
                  <a:lnTo>
                    <a:pt x="167634" y="0"/>
                  </a:lnTo>
                  <a:lnTo>
                    <a:pt x="0" y="0"/>
                  </a:lnTo>
                  <a:lnTo>
                    <a:pt x="0" y="195074"/>
                  </a:lnTo>
                  <a:close/>
                </a:path>
                <a:path w="167640" h="391795">
                  <a:moveTo>
                    <a:pt x="0" y="391670"/>
                  </a:moveTo>
                  <a:lnTo>
                    <a:pt x="167634" y="391670"/>
                  </a:lnTo>
                  <a:lnTo>
                    <a:pt x="167634" y="195073"/>
                  </a:lnTo>
                  <a:lnTo>
                    <a:pt x="0" y="195073"/>
                  </a:lnTo>
                  <a:lnTo>
                    <a:pt x="0" y="391670"/>
                  </a:lnTo>
                  <a:close/>
                </a:path>
              </a:pathLst>
            </a:custGeom>
            <a:ln w="12700">
              <a:solidFill>
                <a:srgbClr val="BEBEBE"/>
              </a:solidFill>
            </a:ln>
          </p:spPr>
          <p:txBody>
            <a:bodyPr wrap="square" lIns="0" tIns="0" rIns="0" bIns="0" rtlCol="0"/>
            <a:lstStyle/>
            <a:p>
              <a:endParaRPr sz="2000"/>
            </a:p>
          </p:txBody>
        </p:sp>
        <p:sp>
          <p:nvSpPr>
            <p:cNvPr id="258" name="object 119">
              <a:extLst>
                <a:ext uri="{FF2B5EF4-FFF2-40B4-BE49-F238E27FC236}">
                  <a16:creationId xmlns:a16="http://schemas.microsoft.com/office/drawing/2014/main" id="{4304EE63-5BBF-49D5-A453-4DB206D3A192}"/>
                </a:ext>
              </a:extLst>
            </p:cNvPr>
            <p:cNvSpPr/>
            <p:nvPr/>
          </p:nvSpPr>
          <p:spPr>
            <a:xfrm>
              <a:off x="8567928" y="4393694"/>
              <a:ext cx="167640" cy="195580"/>
            </a:xfrm>
            <a:custGeom>
              <a:avLst/>
              <a:gdLst/>
              <a:ahLst/>
              <a:cxnLst/>
              <a:rect l="l" t="t" r="r" b="b"/>
              <a:pathLst>
                <a:path w="167640" h="195579">
                  <a:moveTo>
                    <a:pt x="167634" y="0"/>
                  </a:moveTo>
                  <a:lnTo>
                    <a:pt x="0" y="0"/>
                  </a:lnTo>
                  <a:lnTo>
                    <a:pt x="0" y="195069"/>
                  </a:lnTo>
                  <a:lnTo>
                    <a:pt x="167634" y="195069"/>
                  </a:lnTo>
                  <a:lnTo>
                    <a:pt x="167634" y="0"/>
                  </a:lnTo>
                  <a:close/>
                </a:path>
              </a:pathLst>
            </a:custGeom>
            <a:solidFill>
              <a:srgbClr val="C4B87F"/>
            </a:solidFill>
          </p:spPr>
          <p:txBody>
            <a:bodyPr wrap="square" lIns="0" tIns="0" rIns="0" bIns="0" rtlCol="0"/>
            <a:lstStyle/>
            <a:p>
              <a:endParaRPr sz="2000"/>
            </a:p>
          </p:txBody>
        </p:sp>
        <p:sp>
          <p:nvSpPr>
            <p:cNvPr id="259" name="object 120">
              <a:extLst>
                <a:ext uri="{FF2B5EF4-FFF2-40B4-BE49-F238E27FC236}">
                  <a16:creationId xmlns:a16="http://schemas.microsoft.com/office/drawing/2014/main" id="{F044E9F2-88D5-4208-A4E1-54656DD8EA23}"/>
                </a:ext>
              </a:extLst>
            </p:cNvPr>
            <p:cNvSpPr/>
            <p:nvPr/>
          </p:nvSpPr>
          <p:spPr>
            <a:xfrm>
              <a:off x="8567928" y="4393694"/>
              <a:ext cx="167640" cy="195580"/>
            </a:xfrm>
            <a:custGeom>
              <a:avLst/>
              <a:gdLst/>
              <a:ahLst/>
              <a:cxnLst/>
              <a:rect l="l" t="t" r="r" b="b"/>
              <a:pathLst>
                <a:path w="167640" h="195579">
                  <a:moveTo>
                    <a:pt x="0" y="195069"/>
                  </a:moveTo>
                  <a:lnTo>
                    <a:pt x="167634" y="195069"/>
                  </a:lnTo>
                  <a:lnTo>
                    <a:pt x="167634"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260" name="object 121">
            <a:extLst>
              <a:ext uri="{FF2B5EF4-FFF2-40B4-BE49-F238E27FC236}">
                <a16:creationId xmlns:a16="http://schemas.microsoft.com/office/drawing/2014/main" id="{4D7B0ECD-F585-4D88-9D6A-67529DE8FE2D}"/>
              </a:ext>
            </a:extLst>
          </p:cNvPr>
          <p:cNvSpPr txBox="1"/>
          <p:nvPr/>
        </p:nvSpPr>
        <p:spPr>
          <a:xfrm>
            <a:off x="7947236" y="4465308"/>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261" name="object 122">
            <a:extLst>
              <a:ext uri="{FF2B5EF4-FFF2-40B4-BE49-F238E27FC236}">
                <a16:creationId xmlns:a16="http://schemas.microsoft.com/office/drawing/2014/main" id="{CF24A7E0-FE87-497D-87B3-2DFE62B79428}"/>
              </a:ext>
            </a:extLst>
          </p:cNvPr>
          <p:cNvGrpSpPr/>
          <p:nvPr/>
        </p:nvGrpSpPr>
        <p:grpSpPr>
          <a:xfrm>
            <a:off x="92683" y="2342788"/>
            <a:ext cx="9051318" cy="3174296"/>
            <a:chOff x="183645" y="2197861"/>
            <a:chExt cx="8146186" cy="2856866"/>
          </a:xfrm>
        </p:grpSpPr>
        <p:sp>
          <p:nvSpPr>
            <p:cNvPr id="262" name="object 123">
              <a:extLst>
                <a:ext uri="{FF2B5EF4-FFF2-40B4-BE49-F238E27FC236}">
                  <a16:creationId xmlns:a16="http://schemas.microsoft.com/office/drawing/2014/main" id="{03BAD619-09D0-4E11-B706-386D10EF2F27}"/>
                </a:ext>
              </a:extLst>
            </p:cNvPr>
            <p:cNvSpPr/>
            <p:nvPr/>
          </p:nvSpPr>
          <p:spPr>
            <a:xfrm>
              <a:off x="5608193" y="2197861"/>
              <a:ext cx="462915" cy="2237740"/>
            </a:xfrm>
            <a:custGeom>
              <a:avLst/>
              <a:gdLst/>
              <a:ahLst/>
              <a:cxnLst/>
              <a:rect l="l" t="t" r="r" b="b"/>
              <a:pathLst>
                <a:path w="462914" h="2237740">
                  <a:moveTo>
                    <a:pt x="462915" y="405257"/>
                  </a:moveTo>
                  <a:lnTo>
                    <a:pt x="458025" y="386207"/>
                  </a:lnTo>
                  <a:lnTo>
                    <a:pt x="448818" y="350266"/>
                  </a:lnTo>
                  <a:lnTo>
                    <a:pt x="413258" y="394462"/>
                  </a:lnTo>
                  <a:lnTo>
                    <a:pt x="431914" y="398526"/>
                  </a:lnTo>
                  <a:lnTo>
                    <a:pt x="360222" y="728700"/>
                  </a:lnTo>
                  <a:lnTo>
                    <a:pt x="355815" y="719493"/>
                  </a:lnTo>
                  <a:lnTo>
                    <a:pt x="355815" y="748982"/>
                  </a:lnTo>
                  <a:lnTo>
                    <a:pt x="275513" y="1118793"/>
                  </a:lnTo>
                  <a:lnTo>
                    <a:pt x="183857" y="729462"/>
                  </a:lnTo>
                  <a:lnTo>
                    <a:pt x="264807" y="558571"/>
                  </a:lnTo>
                  <a:lnTo>
                    <a:pt x="355815" y="748982"/>
                  </a:lnTo>
                  <a:lnTo>
                    <a:pt x="355815" y="719493"/>
                  </a:lnTo>
                  <a:lnTo>
                    <a:pt x="271818" y="543750"/>
                  </a:lnTo>
                  <a:lnTo>
                    <a:pt x="432854" y="203835"/>
                  </a:lnTo>
                  <a:lnTo>
                    <a:pt x="450088" y="211963"/>
                  </a:lnTo>
                  <a:lnTo>
                    <a:pt x="449516" y="186944"/>
                  </a:lnTo>
                  <a:lnTo>
                    <a:pt x="448818" y="155194"/>
                  </a:lnTo>
                  <a:lnTo>
                    <a:pt x="404114" y="190246"/>
                  </a:lnTo>
                  <a:lnTo>
                    <a:pt x="421411" y="198424"/>
                  </a:lnTo>
                  <a:lnTo>
                    <a:pt x="264782" y="529031"/>
                  </a:lnTo>
                  <a:lnTo>
                    <a:pt x="257771" y="514375"/>
                  </a:lnTo>
                  <a:lnTo>
                    <a:pt x="257771" y="543852"/>
                  </a:lnTo>
                  <a:lnTo>
                    <a:pt x="179197" y="709701"/>
                  </a:lnTo>
                  <a:lnTo>
                    <a:pt x="25971" y="58889"/>
                  </a:lnTo>
                  <a:lnTo>
                    <a:pt x="257771" y="543852"/>
                  </a:lnTo>
                  <a:lnTo>
                    <a:pt x="257771" y="514375"/>
                  </a:lnTo>
                  <a:lnTo>
                    <a:pt x="11938" y="0"/>
                  </a:lnTo>
                  <a:lnTo>
                    <a:pt x="6223" y="2794"/>
                  </a:lnTo>
                  <a:lnTo>
                    <a:pt x="0" y="4191"/>
                  </a:lnTo>
                  <a:lnTo>
                    <a:pt x="170484" y="728103"/>
                  </a:lnTo>
                  <a:lnTo>
                    <a:pt x="2032" y="1083691"/>
                  </a:lnTo>
                  <a:lnTo>
                    <a:pt x="13462" y="1089152"/>
                  </a:lnTo>
                  <a:lnTo>
                    <a:pt x="175133" y="747864"/>
                  </a:lnTo>
                  <a:lnTo>
                    <a:pt x="269265" y="1147597"/>
                  </a:lnTo>
                  <a:lnTo>
                    <a:pt x="186728" y="1527683"/>
                  </a:lnTo>
                  <a:lnTo>
                    <a:pt x="13462" y="1170432"/>
                  </a:lnTo>
                  <a:lnTo>
                    <a:pt x="2032" y="1176020"/>
                  </a:lnTo>
                  <a:lnTo>
                    <a:pt x="182372" y="1547799"/>
                  </a:lnTo>
                  <a:lnTo>
                    <a:pt x="33528" y="2233295"/>
                  </a:lnTo>
                  <a:lnTo>
                    <a:pt x="37553" y="2234158"/>
                  </a:lnTo>
                  <a:lnTo>
                    <a:pt x="45593" y="2237740"/>
                  </a:lnTo>
                  <a:lnTo>
                    <a:pt x="272008" y="1732572"/>
                  </a:lnTo>
                  <a:lnTo>
                    <a:pt x="420941" y="2039556"/>
                  </a:lnTo>
                  <a:lnTo>
                    <a:pt x="403860" y="2047875"/>
                  </a:lnTo>
                  <a:lnTo>
                    <a:pt x="448818" y="2082419"/>
                  </a:lnTo>
                  <a:lnTo>
                    <a:pt x="449160" y="2050923"/>
                  </a:lnTo>
                  <a:lnTo>
                    <a:pt x="449453" y="2025650"/>
                  </a:lnTo>
                  <a:lnTo>
                    <a:pt x="432333" y="2034006"/>
                  </a:lnTo>
                  <a:lnTo>
                    <a:pt x="278777" y="1717459"/>
                  </a:lnTo>
                  <a:lnTo>
                    <a:pt x="360527" y="1535087"/>
                  </a:lnTo>
                  <a:lnTo>
                    <a:pt x="432066" y="1838820"/>
                  </a:lnTo>
                  <a:lnTo>
                    <a:pt x="413512" y="1843151"/>
                  </a:lnTo>
                  <a:lnTo>
                    <a:pt x="449834" y="1886839"/>
                  </a:lnTo>
                  <a:lnTo>
                    <a:pt x="458279" y="1851152"/>
                  </a:lnTo>
                  <a:lnTo>
                    <a:pt x="462915" y="1831594"/>
                  </a:lnTo>
                  <a:lnTo>
                    <a:pt x="444385" y="1835937"/>
                  </a:lnTo>
                  <a:lnTo>
                    <a:pt x="369062" y="1516049"/>
                  </a:lnTo>
                  <a:lnTo>
                    <a:pt x="433832" y="1371536"/>
                  </a:lnTo>
                  <a:lnTo>
                    <a:pt x="451231" y="1379347"/>
                  </a:lnTo>
                  <a:lnTo>
                    <a:pt x="450176" y="1354709"/>
                  </a:lnTo>
                  <a:lnTo>
                    <a:pt x="448818" y="1322578"/>
                  </a:lnTo>
                  <a:lnTo>
                    <a:pt x="404876" y="1358519"/>
                  </a:lnTo>
                  <a:lnTo>
                    <a:pt x="422262" y="1366342"/>
                  </a:lnTo>
                  <a:lnTo>
                    <a:pt x="364261" y="1495691"/>
                  </a:lnTo>
                  <a:lnTo>
                    <a:pt x="355727" y="1459445"/>
                  </a:lnTo>
                  <a:lnTo>
                    <a:pt x="355727" y="1514729"/>
                  </a:lnTo>
                  <a:lnTo>
                    <a:pt x="271538" y="1702511"/>
                  </a:lnTo>
                  <a:lnTo>
                    <a:pt x="264756" y="1688541"/>
                  </a:lnTo>
                  <a:lnTo>
                    <a:pt x="264756" y="1717624"/>
                  </a:lnTo>
                  <a:lnTo>
                    <a:pt x="58737" y="2177148"/>
                  </a:lnTo>
                  <a:lnTo>
                    <a:pt x="191338" y="1566278"/>
                  </a:lnTo>
                  <a:lnTo>
                    <a:pt x="264756" y="1717624"/>
                  </a:lnTo>
                  <a:lnTo>
                    <a:pt x="264756" y="1688541"/>
                  </a:lnTo>
                  <a:lnTo>
                    <a:pt x="195694" y="1546174"/>
                  </a:lnTo>
                  <a:lnTo>
                    <a:pt x="275996" y="1176223"/>
                  </a:lnTo>
                  <a:lnTo>
                    <a:pt x="355727" y="1514729"/>
                  </a:lnTo>
                  <a:lnTo>
                    <a:pt x="355727" y="1459445"/>
                  </a:lnTo>
                  <a:lnTo>
                    <a:pt x="282257" y="1147406"/>
                  </a:lnTo>
                  <a:lnTo>
                    <a:pt x="364705" y="767575"/>
                  </a:lnTo>
                  <a:lnTo>
                    <a:pt x="422211" y="887869"/>
                  </a:lnTo>
                  <a:lnTo>
                    <a:pt x="405003" y="896112"/>
                  </a:lnTo>
                  <a:lnTo>
                    <a:pt x="449834" y="931037"/>
                  </a:lnTo>
                  <a:lnTo>
                    <a:pt x="450392" y="899414"/>
                  </a:lnTo>
                  <a:lnTo>
                    <a:pt x="450850" y="874141"/>
                  </a:lnTo>
                  <a:lnTo>
                    <a:pt x="433679" y="882370"/>
                  </a:lnTo>
                  <a:lnTo>
                    <a:pt x="369100" y="747293"/>
                  </a:lnTo>
                  <a:lnTo>
                    <a:pt x="444233" y="401205"/>
                  </a:lnTo>
                  <a:lnTo>
                    <a:pt x="462915" y="405257"/>
                  </a:lnTo>
                  <a:close/>
                </a:path>
              </a:pathLst>
            </a:custGeom>
            <a:solidFill>
              <a:srgbClr val="000000"/>
            </a:solidFill>
          </p:spPr>
          <p:txBody>
            <a:bodyPr wrap="square" lIns="0" tIns="0" rIns="0" bIns="0" rtlCol="0"/>
            <a:lstStyle/>
            <a:p>
              <a:endParaRPr sz="2000"/>
            </a:p>
          </p:txBody>
        </p:sp>
        <p:sp>
          <p:nvSpPr>
            <p:cNvPr id="263" name="object 124">
              <a:extLst>
                <a:ext uri="{FF2B5EF4-FFF2-40B4-BE49-F238E27FC236}">
                  <a16:creationId xmlns:a16="http://schemas.microsoft.com/office/drawing/2014/main" id="{C62CC8B2-0622-40F4-83A1-2C7BC5494C3D}"/>
                </a:ext>
              </a:extLst>
            </p:cNvPr>
            <p:cNvSpPr/>
            <p:nvPr/>
          </p:nvSpPr>
          <p:spPr>
            <a:xfrm>
              <a:off x="7965955" y="3211533"/>
              <a:ext cx="167640" cy="196850"/>
            </a:xfrm>
            <a:custGeom>
              <a:avLst/>
              <a:gdLst/>
              <a:ahLst/>
              <a:cxnLst/>
              <a:rect l="l" t="t" r="r" b="b"/>
              <a:pathLst>
                <a:path w="167640" h="196850">
                  <a:moveTo>
                    <a:pt x="167634" y="0"/>
                  </a:moveTo>
                  <a:lnTo>
                    <a:pt x="0" y="0"/>
                  </a:lnTo>
                  <a:lnTo>
                    <a:pt x="0" y="196597"/>
                  </a:lnTo>
                  <a:lnTo>
                    <a:pt x="167634" y="196597"/>
                  </a:lnTo>
                  <a:lnTo>
                    <a:pt x="167634" y="0"/>
                  </a:lnTo>
                  <a:close/>
                </a:path>
              </a:pathLst>
            </a:custGeom>
            <a:solidFill>
              <a:srgbClr val="C4B87F"/>
            </a:solidFill>
          </p:spPr>
          <p:txBody>
            <a:bodyPr wrap="square" lIns="0" tIns="0" rIns="0" bIns="0" rtlCol="0"/>
            <a:lstStyle/>
            <a:p>
              <a:endParaRPr sz="2000"/>
            </a:p>
          </p:txBody>
        </p:sp>
        <p:sp>
          <p:nvSpPr>
            <p:cNvPr id="264" name="object 125">
              <a:extLst>
                <a:ext uri="{FF2B5EF4-FFF2-40B4-BE49-F238E27FC236}">
                  <a16:creationId xmlns:a16="http://schemas.microsoft.com/office/drawing/2014/main" id="{E5111AE4-88CB-4817-8412-CF6C42643969}"/>
                </a:ext>
              </a:extLst>
            </p:cNvPr>
            <p:cNvSpPr/>
            <p:nvPr/>
          </p:nvSpPr>
          <p:spPr>
            <a:xfrm>
              <a:off x="7974175" y="3226305"/>
              <a:ext cx="167640" cy="196850"/>
            </a:xfrm>
            <a:custGeom>
              <a:avLst/>
              <a:gdLst/>
              <a:ahLst/>
              <a:cxnLst/>
              <a:rect l="l" t="t" r="r" b="b"/>
              <a:pathLst>
                <a:path w="167640" h="196850">
                  <a:moveTo>
                    <a:pt x="0" y="196597"/>
                  </a:moveTo>
                  <a:lnTo>
                    <a:pt x="167634" y="196597"/>
                  </a:lnTo>
                  <a:lnTo>
                    <a:pt x="167634"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65" name="object 126">
              <a:extLst>
                <a:ext uri="{FF2B5EF4-FFF2-40B4-BE49-F238E27FC236}">
                  <a16:creationId xmlns:a16="http://schemas.microsoft.com/office/drawing/2014/main" id="{1DEE1900-8DC1-4484-8231-B5968E646D3E}"/>
                </a:ext>
              </a:extLst>
            </p:cNvPr>
            <p:cNvSpPr/>
            <p:nvPr/>
          </p:nvSpPr>
          <p:spPr>
            <a:xfrm>
              <a:off x="6478170" y="4786122"/>
              <a:ext cx="1724025" cy="268605"/>
            </a:xfrm>
            <a:custGeom>
              <a:avLst/>
              <a:gdLst/>
              <a:ahLst/>
              <a:cxnLst/>
              <a:rect l="l" t="t" r="r" b="b"/>
              <a:pathLst>
                <a:path w="1724025" h="268604">
                  <a:moveTo>
                    <a:pt x="1723644" y="0"/>
                  </a:moveTo>
                  <a:lnTo>
                    <a:pt x="1714059" y="52190"/>
                  </a:lnTo>
                  <a:lnTo>
                    <a:pt x="1687925" y="94820"/>
                  </a:lnTo>
                  <a:lnTo>
                    <a:pt x="1649170" y="123567"/>
                  </a:lnTo>
                  <a:lnTo>
                    <a:pt x="1601724" y="134110"/>
                  </a:lnTo>
                  <a:lnTo>
                    <a:pt x="983742" y="134110"/>
                  </a:lnTo>
                  <a:lnTo>
                    <a:pt x="936295" y="144650"/>
                  </a:lnTo>
                  <a:lnTo>
                    <a:pt x="897540" y="173392"/>
                  </a:lnTo>
                  <a:lnTo>
                    <a:pt x="871406" y="216022"/>
                  </a:lnTo>
                  <a:lnTo>
                    <a:pt x="861822" y="268225"/>
                  </a:lnTo>
                  <a:lnTo>
                    <a:pt x="852237" y="216022"/>
                  </a:lnTo>
                  <a:lnTo>
                    <a:pt x="826103" y="173392"/>
                  </a:lnTo>
                  <a:lnTo>
                    <a:pt x="787348" y="144650"/>
                  </a:lnTo>
                  <a:lnTo>
                    <a:pt x="739902"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266" name="object 127">
              <a:extLst>
                <a:ext uri="{FF2B5EF4-FFF2-40B4-BE49-F238E27FC236}">
                  <a16:creationId xmlns:a16="http://schemas.microsoft.com/office/drawing/2014/main" id="{A75AD4AE-AEC1-4F80-8785-A0A550B879BB}"/>
                </a:ext>
              </a:extLst>
            </p:cNvPr>
            <p:cNvSpPr/>
            <p:nvPr/>
          </p:nvSpPr>
          <p:spPr>
            <a:xfrm>
              <a:off x="183645" y="2750058"/>
              <a:ext cx="8146186" cy="1029969"/>
            </a:xfrm>
            <a:custGeom>
              <a:avLst/>
              <a:gdLst/>
              <a:ahLst/>
              <a:cxnLst/>
              <a:rect l="l" t="t" r="r" b="b"/>
              <a:pathLst>
                <a:path w="8817610" h="1029970">
                  <a:moveTo>
                    <a:pt x="0" y="1029970"/>
                  </a:moveTo>
                  <a:lnTo>
                    <a:pt x="8817099" y="989076"/>
                  </a:lnTo>
                </a:path>
                <a:path w="8817610" h="1029970">
                  <a:moveTo>
                    <a:pt x="0" y="65024"/>
                  </a:moveTo>
                  <a:lnTo>
                    <a:pt x="8817099" y="0"/>
                  </a:lnTo>
                </a:path>
              </a:pathLst>
            </a:custGeom>
            <a:ln w="38100">
              <a:solidFill>
                <a:srgbClr val="008462"/>
              </a:solidFill>
              <a:prstDash val="lgDash"/>
            </a:ln>
          </p:spPr>
          <p:txBody>
            <a:bodyPr wrap="square" lIns="0" tIns="0" rIns="0" bIns="0" rtlCol="0"/>
            <a:lstStyle/>
            <a:p>
              <a:endParaRPr sz="2000"/>
            </a:p>
          </p:txBody>
        </p:sp>
      </p:grpSp>
      <p:sp>
        <p:nvSpPr>
          <p:cNvPr id="267" name="object 128">
            <a:extLst>
              <a:ext uri="{FF2B5EF4-FFF2-40B4-BE49-F238E27FC236}">
                <a16:creationId xmlns:a16="http://schemas.microsoft.com/office/drawing/2014/main" id="{85C086CF-C333-42FB-80B0-E329DEABB94E}"/>
              </a:ext>
            </a:extLst>
          </p:cNvPr>
          <p:cNvSpPr txBox="1"/>
          <p:nvPr/>
        </p:nvSpPr>
        <p:spPr>
          <a:xfrm>
            <a:off x="7302076" y="5537527"/>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+ 2)</a:t>
            </a:r>
            <a:r>
              <a:rPr sz="1556" spc="-127" dirty="0">
                <a:latin typeface="Arial"/>
                <a:cs typeface="Arial"/>
              </a:rPr>
              <a:t> </a:t>
            </a:r>
            <a:r>
              <a:rPr sz="1556" spc="-6" dirty="0">
                <a:latin typeface="Arial"/>
                <a:cs typeface="Arial"/>
              </a:rPr>
              <a:t>fwd</a:t>
            </a:r>
            <a:endParaRPr sz="1556" dirty="0">
              <a:latin typeface="Arial"/>
              <a:cs typeface="Arial"/>
            </a:endParaRPr>
          </a:p>
        </p:txBody>
      </p:sp>
      <p:sp>
        <p:nvSpPr>
          <p:cNvPr id="268" name="object 129">
            <a:extLst>
              <a:ext uri="{FF2B5EF4-FFF2-40B4-BE49-F238E27FC236}">
                <a16:creationId xmlns:a16="http://schemas.microsoft.com/office/drawing/2014/main" id="{66CAC212-2356-443B-8584-1F48E424E5B7}"/>
              </a:ext>
            </a:extLst>
          </p:cNvPr>
          <p:cNvSpPr txBox="1"/>
          <p:nvPr/>
        </p:nvSpPr>
        <p:spPr>
          <a:xfrm>
            <a:off x="992121" y="1209062"/>
            <a:ext cx="8121347" cy="254386"/>
          </a:xfrm>
          <a:prstGeom prst="rect">
            <a:avLst/>
          </a:prstGeom>
        </p:spPr>
        <p:txBody>
          <a:bodyPr vert="horz" wrap="square" lIns="0" tIns="14817" rIns="0" bIns="0" rtlCol="0">
            <a:spAutoFit/>
          </a:bodyPr>
          <a:lstStyle/>
          <a:p>
            <a:pPr marL="14111">
              <a:spcBef>
                <a:spcPts val="117"/>
              </a:spcBef>
              <a:tabLst>
                <a:tab pos="2831366" algn="l"/>
                <a:tab pos="6660378" algn="l"/>
              </a:tabLst>
            </a:pPr>
            <a:r>
              <a:rPr sz="1556" b="1" dirty="0">
                <a:solidFill>
                  <a:srgbClr val="6F2F9F"/>
                </a:solidFill>
                <a:latin typeface="Arial"/>
                <a:cs typeface="Arial"/>
              </a:rPr>
              <a:t>Row-wise</a:t>
            </a:r>
            <a:r>
              <a:rPr sz="1556" b="1" spc="-44" dirty="0">
                <a:solidFill>
                  <a:srgbClr val="6F2F9F"/>
                </a:solidFill>
                <a:latin typeface="Arial"/>
                <a:cs typeface="Arial"/>
              </a:rPr>
              <a:t> </a:t>
            </a:r>
            <a:r>
              <a:rPr sz="1556" b="1" spc="-6" dirty="0">
                <a:solidFill>
                  <a:srgbClr val="6F2F9F"/>
                </a:solidFill>
                <a:latin typeface="Arial"/>
                <a:cs typeface="Arial"/>
              </a:rPr>
              <a:t>partitioning</a:t>
            </a:r>
            <a:r>
              <a:rPr lang="en-US" sz="1556" b="1" spc="-6" dirty="0">
                <a:solidFill>
                  <a:srgbClr val="6F2F9F"/>
                </a:solidFill>
                <a:latin typeface="Arial"/>
                <a:cs typeface="Arial"/>
              </a:rPr>
              <a:t>      </a:t>
            </a:r>
            <a:r>
              <a:rPr sz="1556" b="1" spc="-6" dirty="0">
                <a:solidFill>
                  <a:srgbClr val="6F2F9F"/>
                </a:solidFill>
                <a:latin typeface="Arial"/>
                <a:cs typeface="Arial"/>
              </a:rPr>
              <a:t>Col</a:t>
            </a:r>
            <a:r>
              <a:rPr lang="en-US" sz="1556" b="1" spc="-6" dirty="0">
                <a:solidFill>
                  <a:srgbClr val="6F2F9F"/>
                </a:solidFill>
                <a:latin typeface="Arial"/>
                <a:cs typeface="Arial"/>
              </a:rPr>
              <a:t>umn-wise</a:t>
            </a:r>
            <a:r>
              <a:rPr sz="1556" b="1" spc="6" dirty="0">
                <a:solidFill>
                  <a:srgbClr val="6F2F9F"/>
                </a:solidFill>
                <a:latin typeface="Arial"/>
                <a:cs typeface="Arial"/>
              </a:rPr>
              <a:t> </a:t>
            </a:r>
            <a:r>
              <a:rPr sz="1556" b="1" spc="-6" dirty="0">
                <a:solidFill>
                  <a:srgbClr val="6F2F9F"/>
                </a:solidFill>
                <a:latin typeface="Arial"/>
                <a:cs typeface="Arial"/>
              </a:rPr>
              <a:t>partitioning</a:t>
            </a:r>
            <a:r>
              <a:rPr lang="en-US" sz="1556" b="1" spc="-6" dirty="0">
                <a:solidFill>
                  <a:srgbClr val="6F2F9F"/>
                </a:solidFill>
                <a:latin typeface="Arial"/>
                <a:cs typeface="Arial"/>
              </a:rPr>
              <a:t>                       </a:t>
            </a:r>
            <a:r>
              <a:rPr sz="1556" b="1" dirty="0">
                <a:solidFill>
                  <a:srgbClr val="6F2F9F"/>
                </a:solidFill>
                <a:latin typeface="Arial"/>
                <a:cs typeface="Arial"/>
              </a:rPr>
              <a:t>Row-wise</a:t>
            </a:r>
            <a:r>
              <a:rPr sz="1556" b="1" spc="-106" dirty="0">
                <a:solidFill>
                  <a:srgbClr val="6F2F9F"/>
                </a:solidFill>
                <a:latin typeface="Arial"/>
                <a:cs typeface="Arial"/>
              </a:rPr>
              <a:t> </a:t>
            </a:r>
            <a:r>
              <a:rPr sz="1556" b="1" spc="-6" dirty="0">
                <a:solidFill>
                  <a:srgbClr val="6F2F9F"/>
                </a:solidFill>
                <a:latin typeface="Arial"/>
                <a:cs typeface="Arial"/>
              </a:rPr>
              <a:t>partitioning</a:t>
            </a:r>
            <a:endParaRPr sz="1556" dirty="0">
              <a:latin typeface="Arial"/>
              <a:cs typeface="Arial"/>
            </a:endParaRPr>
          </a:p>
        </p:txBody>
      </p:sp>
      <p:graphicFrame>
        <p:nvGraphicFramePr>
          <p:cNvPr id="269" name="object 31">
            <a:extLst>
              <a:ext uri="{FF2B5EF4-FFF2-40B4-BE49-F238E27FC236}">
                <a16:creationId xmlns:a16="http://schemas.microsoft.com/office/drawing/2014/main" id="{0F2BF1A8-5BFE-479D-9408-AB30354D4669}"/>
              </a:ext>
            </a:extLst>
          </p:cNvPr>
          <p:cNvGraphicFramePr>
            <a:graphicFrameLocks noGrp="1"/>
          </p:cNvGraphicFramePr>
          <p:nvPr>
            <p:extLst>
              <p:ext uri="{D42A27DB-BD31-4B8C-83A1-F6EECF244321}">
                <p14:modId xmlns:p14="http://schemas.microsoft.com/office/powerpoint/2010/main" val="2910894905"/>
              </p:ext>
            </p:extLst>
          </p:nvPr>
        </p:nvGraphicFramePr>
        <p:xfrm>
          <a:off x="4755012"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99189258"/>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76200" y="231790"/>
            <a:ext cx="8834438" cy="660452"/>
          </a:xfrm>
        </p:spPr>
        <p:txBody>
          <a:bodyPr/>
          <a:lstStyle/>
          <a:p>
            <a:r>
              <a:rPr lang="en-US" altLang="zh-CN" sz="3600" spc="-6" dirty="0"/>
              <a:t>Intra-Layer Parallel:</a:t>
            </a:r>
            <a:r>
              <a:rPr lang="en-US" altLang="zh-CN" sz="3600" spc="39" dirty="0"/>
              <a:t> </a:t>
            </a:r>
            <a:r>
              <a:rPr lang="en-US" altLang="zh-CN" sz="3600" spc="-6" dirty="0"/>
              <a:t>Communication</a:t>
            </a:r>
            <a:endParaRPr lang="en-US" altLang="en-US" sz="36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74</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141" name="object 3">
            <a:extLst>
              <a:ext uri="{FF2B5EF4-FFF2-40B4-BE49-F238E27FC236}">
                <a16:creationId xmlns:a16="http://schemas.microsoft.com/office/drawing/2014/main" id="{A3990877-FC03-4567-9235-56007533973F}"/>
              </a:ext>
            </a:extLst>
          </p:cNvPr>
          <p:cNvSpPr txBox="1"/>
          <p:nvPr/>
        </p:nvSpPr>
        <p:spPr>
          <a:xfrm>
            <a:off x="228600" y="1159974"/>
            <a:ext cx="9621292" cy="4805784"/>
          </a:xfrm>
          <a:prstGeom prst="rect">
            <a:avLst/>
          </a:prstGeom>
        </p:spPr>
        <p:txBody>
          <a:bodyPr vert="horz" wrap="square" lIns="0" tIns="110772" rIns="0" bIns="0" rtlCol="0">
            <a:spAutoFit/>
          </a:bodyPr>
          <a:lstStyle/>
          <a:p>
            <a:pPr marL="332313" indent="-318908">
              <a:spcBef>
                <a:spcPts val="872"/>
              </a:spcBef>
              <a:buClr>
                <a:srgbClr val="B2B2B2"/>
              </a:buClr>
              <a:buFont typeface="Arial"/>
              <a:buChar char="•"/>
              <a:tabLst>
                <a:tab pos="332313" algn="l"/>
                <a:tab pos="333019" algn="l"/>
              </a:tabLst>
            </a:pPr>
            <a:r>
              <a:rPr sz="2400" b="1" dirty="0">
                <a:latin typeface="Trebuchet MS"/>
                <a:cs typeface="Trebuchet MS"/>
              </a:rPr>
              <a:t>Row-wise </a:t>
            </a:r>
            <a:r>
              <a:rPr sz="2400" b="1" spc="-6" dirty="0">
                <a:latin typeface="Trebuchet MS"/>
                <a:cs typeface="Trebuchet MS"/>
              </a:rPr>
              <a:t>in </a:t>
            </a:r>
            <a:r>
              <a:rPr lang="en-US" sz="2400" b="1" dirty="0">
                <a:latin typeface="Trebuchet MS"/>
                <a:cs typeface="Trebuchet MS"/>
              </a:rPr>
              <a:t>forward</a:t>
            </a:r>
            <a:r>
              <a:rPr sz="2400" b="1" dirty="0">
                <a:latin typeface="Trebuchet MS"/>
                <a:cs typeface="Trebuchet MS"/>
              </a:rPr>
              <a:t> </a:t>
            </a:r>
            <a:r>
              <a:rPr sz="2400" b="1" spc="-6" dirty="0">
                <a:latin typeface="Trebuchet MS"/>
                <a:cs typeface="Trebuchet MS"/>
              </a:rPr>
              <a:t>becomes </a:t>
            </a:r>
            <a:r>
              <a:rPr sz="2400" b="1" dirty="0">
                <a:latin typeface="Trebuchet MS"/>
                <a:cs typeface="Trebuchet MS"/>
              </a:rPr>
              <a:t>Col-wise </a:t>
            </a:r>
            <a:r>
              <a:rPr sz="2400" b="1" spc="-6" dirty="0">
                <a:latin typeface="Trebuchet MS"/>
                <a:cs typeface="Trebuchet MS"/>
              </a:rPr>
              <a:t>in</a:t>
            </a:r>
            <a:r>
              <a:rPr sz="2400" b="1" spc="-106" dirty="0">
                <a:latin typeface="Trebuchet MS"/>
                <a:cs typeface="Trebuchet MS"/>
              </a:rPr>
              <a:t> </a:t>
            </a:r>
            <a:r>
              <a:rPr lang="en-US" sz="2400" b="1" dirty="0">
                <a:latin typeface="Trebuchet MS"/>
                <a:cs typeface="Trebuchet MS"/>
              </a:rPr>
              <a:t>backward</a:t>
            </a:r>
            <a:endParaRPr sz="2400" dirty="0">
              <a:latin typeface="Trebuchet MS"/>
              <a:cs typeface="Trebuchet MS"/>
            </a:endParaRPr>
          </a:p>
          <a:p>
            <a:pPr marL="332313" indent="-318908">
              <a:spcBef>
                <a:spcPts val="756"/>
              </a:spcBef>
              <a:buClr>
                <a:srgbClr val="B2B2B2"/>
              </a:buClr>
              <a:buFont typeface="Arial"/>
              <a:buChar char="•"/>
              <a:tabLst>
                <a:tab pos="332313" algn="l"/>
                <a:tab pos="333019" algn="l"/>
              </a:tabLst>
            </a:pPr>
            <a:r>
              <a:rPr sz="2400" b="1" dirty="0">
                <a:latin typeface="Trebuchet MS"/>
                <a:cs typeface="Trebuchet MS"/>
              </a:rPr>
              <a:t>Col-wise </a:t>
            </a:r>
            <a:r>
              <a:rPr sz="2400" b="1" spc="-6" dirty="0">
                <a:latin typeface="Trebuchet MS"/>
                <a:cs typeface="Trebuchet MS"/>
              </a:rPr>
              <a:t>in </a:t>
            </a:r>
            <a:r>
              <a:rPr lang="en-US" sz="2400" b="1" dirty="0">
                <a:latin typeface="Trebuchet MS"/>
                <a:cs typeface="Trebuchet MS"/>
              </a:rPr>
              <a:t>forward</a:t>
            </a:r>
            <a:r>
              <a:rPr sz="2400" b="1" spc="-6" dirty="0">
                <a:latin typeface="Trebuchet MS"/>
                <a:cs typeface="Trebuchet MS"/>
              </a:rPr>
              <a:t> becomes </a:t>
            </a:r>
            <a:r>
              <a:rPr sz="2400" b="1" dirty="0">
                <a:latin typeface="Trebuchet MS"/>
                <a:cs typeface="Trebuchet MS"/>
              </a:rPr>
              <a:t>Row-wise </a:t>
            </a:r>
            <a:r>
              <a:rPr sz="2400" b="1" spc="-6" dirty="0">
                <a:latin typeface="Trebuchet MS"/>
                <a:cs typeface="Trebuchet MS"/>
              </a:rPr>
              <a:t>in</a:t>
            </a:r>
            <a:r>
              <a:rPr sz="2400" b="1" spc="-78" dirty="0">
                <a:latin typeface="Trebuchet MS"/>
                <a:cs typeface="Trebuchet MS"/>
              </a:rPr>
              <a:t> </a:t>
            </a:r>
            <a:r>
              <a:rPr lang="en-US" sz="2400" b="1" dirty="0">
                <a:latin typeface="Trebuchet MS"/>
                <a:cs typeface="Trebuchet MS"/>
              </a:rPr>
              <a:t>backward</a:t>
            </a:r>
            <a:endParaRPr sz="2400" dirty="0">
              <a:latin typeface="Trebuchet MS"/>
              <a:cs typeface="Trebuchet MS"/>
            </a:endParaRPr>
          </a:p>
          <a:p>
            <a:pPr marL="332313" indent="-318908">
              <a:spcBef>
                <a:spcPts val="761"/>
              </a:spcBef>
              <a:buClr>
                <a:srgbClr val="B2B2B2"/>
              </a:buClr>
              <a:buFont typeface="Arial"/>
              <a:buChar char="•"/>
              <a:tabLst>
                <a:tab pos="332313" algn="l"/>
                <a:tab pos="333019" algn="l"/>
              </a:tabLst>
            </a:pPr>
            <a:r>
              <a:rPr sz="2400" b="1" dirty="0">
                <a:latin typeface="Trebuchet MS"/>
                <a:cs typeface="Trebuchet MS"/>
              </a:rPr>
              <a:t>Row-wise:</a:t>
            </a:r>
            <a:endParaRPr sz="24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b="1" spc="-6" dirty="0">
                <a:latin typeface="Trebuchet MS"/>
                <a:cs typeface="Trebuchet MS"/>
              </a:rPr>
              <a:t>Fwd</a:t>
            </a:r>
            <a:r>
              <a:rPr spc="-6" dirty="0">
                <a:latin typeface="Trebuchet MS"/>
                <a:cs typeface="Trebuchet MS"/>
              </a:rPr>
              <a:t>: allgather</a:t>
            </a:r>
            <a:endParaRPr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b="1" spc="-6" dirty="0">
                <a:latin typeface="Trebuchet MS"/>
                <a:cs typeface="Trebuchet MS"/>
              </a:rPr>
              <a:t>Bwd</a:t>
            </a:r>
            <a:r>
              <a:rPr spc="-6" dirty="0">
                <a:latin typeface="Trebuchet MS"/>
                <a:cs typeface="Trebuchet MS"/>
              </a:rPr>
              <a:t>: reduce_scatter</a:t>
            </a:r>
            <a:endParaRPr dirty="0">
              <a:latin typeface="Trebuchet MS"/>
              <a:cs typeface="Trebuchet MS"/>
            </a:endParaRPr>
          </a:p>
          <a:p>
            <a:pPr marL="332313" indent="-318908">
              <a:spcBef>
                <a:spcPts val="761"/>
              </a:spcBef>
              <a:buClr>
                <a:srgbClr val="B2B2B2"/>
              </a:buClr>
              <a:buFont typeface="Arial"/>
              <a:buChar char="•"/>
              <a:tabLst>
                <a:tab pos="332313" algn="l"/>
                <a:tab pos="333019" algn="l"/>
              </a:tabLst>
            </a:pPr>
            <a:r>
              <a:rPr sz="2400" b="1" dirty="0">
                <a:latin typeface="Trebuchet MS"/>
                <a:cs typeface="Trebuchet MS"/>
              </a:rPr>
              <a:t>Col-wise:</a:t>
            </a:r>
            <a:endParaRPr sz="24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b="1" spc="-6" dirty="0">
                <a:latin typeface="Trebuchet MS"/>
                <a:cs typeface="Trebuchet MS"/>
              </a:rPr>
              <a:t>Fwd</a:t>
            </a:r>
            <a:r>
              <a:rPr spc="-6" dirty="0">
                <a:latin typeface="Trebuchet MS"/>
                <a:cs typeface="Trebuchet MS"/>
              </a:rPr>
              <a:t>: reduce_scatter</a:t>
            </a:r>
            <a:endParaRPr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b="1" spc="-6" dirty="0">
                <a:latin typeface="Trebuchet MS"/>
                <a:cs typeface="Trebuchet MS"/>
              </a:rPr>
              <a:t>Bwd</a:t>
            </a:r>
            <a:r>
              <a:rPr spc="-6" dirty="0">
                <a:latin typeface="Trebuchet MS"/>
                <a:cs typeface="Trebuchet MS"/>
              </a:rPr>
              <a:t>: allgather</a:t>
            </a:r>
            <a:endParaRPr dirty="0">
              <a:latin typeface="Trebuchet MS"/>
              <a:cs typeface="Trebuchet MS"/>
            </a:endParaRPr>
          </a:p>
          <a:p>
            <a:pPr marL="332313" indent="-318908">
              <a:spcBef>
                <a:spcPts val="767"/>
              </a:spcBef>
              <a:buClr>
                <a:srgbClr val="B2B2B2"/>
              </a:buClr>
              <a:buFont typeface="Arial"/>
              <a:buChar char="•"/>
              <a:tabLst>
                <a:tab pos="332313" algn="l"/>
                <a:tab pos="333019" algn="l"/>
              </a:tabLst>
            </a:pPr>
            <a:r>
              <a:rPr sz="2400" b="1" dirty="0">
                <a:latin typeface="Trebuchet MS"/>
                <a:cs typeface="Trebuchet MS"/>
              </a:rPr>
              <a:t>When </a:t>
            </a:r>
            <a:r>
              <a:rPr sz="2400" b="1" spc="-6" dirty="0">
                <a:latin typeface="Trebuchet MS"/>
                <a:cs typeface="Trebuchet MS"/>
              </a:rPr>
              <a:t>row- </a:t>
            </a:r>
            <a:r>
              <a:rPr sz="2400" b="1" dirty="0">
                <a:latin typeface="Trebuchet MS"/>
                <a:cs typeface="Trebuchet MS"/>
              </a:rPr>
              <a:t>and col- are</a:t>
            </a:r>
            <a:r>
              <a:rPr sz="2400" b="1" spc="-44" dirty="0">
                <a:latin typeface="Trebuchet MS"/>
                <a:cs typeface="Trebuchet MS"/>
              </a:rPr>
              <a:t> </a:t>
            </a:r>
            <a:r>
              <a:rPr sz="2400" b="1" spc="-6" dirty="0">
                <a:latin typeface="Trebuchet MS"/>
                <a:cs typeface="Trebuchet MS"/>
              </a:rPr>
              <a:t>alternated:</a:t>
            </a:r>
            <a:endParaRPr sz="24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pc="-6" dirty="0">
                <a:latin typeface="Trebuchet MS"/>
                <a:cs typeface="Trebuchet MS"/>
              </a:rPr>
              <a:t>Allreduce every </a:t>
            </a:r>
            <a:r>
              <a:rPr spc="-11" dirty="0">
                <a:latin typeface="Trebuchet MS"/>
                <a:cs typeface="Trebuchet MS"/>
              </a:rPr>
              <a:t>two </a:t>
            </a:r>
            <a:r>
              <a:rPr spc="-6" dirty="0">
                <a:latin typeface="Trebuchet MS"/>
                <a:cs typeface="Trebuchet MS"/>
              </a:rPr>
              <a:t>layers, in fwd and</a:t>
            </a:r>
            <a:r>
              <a:rPr spc="122" dirty="0">
                <a:latin typeface="Trebuchet MS"/>
                <a:cs typeface="Trebuchet MS"/>
              </a:rPr>
              <a:t> </a:t>
            </a:r>
            <a:r>
              <a:rPr spc="-11" dirty="0">
                <a:latin typeface="Trebuchet MS"/>
                <a:cs typeface="Trebuchet MS"/>
              </a:rPr>
              <a:t>bwd</a:t>
            </a:r>
            <a:endParaRPr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pc="-11" dirty="0">
                <a:latin typeface="Trebuchet MS"/>
                <a:cs typeface="Trebuchet MS"/>
              </a:rPr>
              <a:t>Halves </a:t>
            </a:r>
            <a:r>
              <a:rPr spc="-6" dirty="0">
                <a:latin typeface="Trebuchet MS"/>
                <a:cs typeface="Trebuchet MS"/>
              </a:rPr>
              <a:t>the synchronizations </a:t>
            </a:r>
            <a:r>
              <a:rPr spc="-11" dirty="0">
                <a:latin typeface="Trebuchet MS"/>
                <a:cs typeface="Trebuchet MS"/>
              </a:rPr>
              <a:t>compared </a:t>
            </a:r>
            <a:r>
              <a:rPr spc="-6" dirty="0">
                <a:latin typeface="Trebuchet MS"/>
                <a:cs typeface="Trebuchet MS"/>
              </a:rPr>
              <a:t>to </a:t>
            </a:r>
            <a:r>
              <a:rPr spc="-11" dirty="0">
                <a:latin typeface="Trebuchet MS"/>
                <a:cs typeface="Trebuchet MS"/>
              </a:rPr>
              <a:t>not</a:t>
            </a:r>
            <a:r>
              <a:rPr spc="167" dirty="0">
                <a:latin typeface="Trebuchet MS"/>
                <a:cs typeface="Trebuchet MS"/>
              </a:rPr>
              <a:t> </a:t>
            </a:r>
            <a:r>
              <a:rPr spc="-6" dirty="0">
                <a:latin typeface="Trebuchet MS"/>
                <a:cs typeface="Trebuchet MS"/>
              </a:rPr>
              <a:t>alternating</a:t>
            </a:r>
            <a:endParaRPr dirty="0">
              <a:latin typeface="Trebuchet MS"/>
              <a:cs typeface="Trebuchet MS"/>
            </a:endParaRPr>
          </a:p>
        </p:txBody>
      </p:sp>
    </p:spTree>
    <p:extLst>
      <p:ext uri="{BB962C8B-B14F-4D97-AF65-F5344CB8AC3E}">
        <p14:creationId xmlns:p14="http://schemas.microsoft.com/office/powerpoint/2010/main" val="3138448591"/>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Tensor Parallelism for Transformer Block</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75</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3" name="object 4">
            <a:extLst>
              <a:ext uri="{FF2B5EF4-FFF2-40B4-BE49-F238E27FC236}">
                <a16:creationId xmlns:a16="http://schemas.microsoft.com/office/drawing/2014/main" id="{67093D89-918A-4FBD-A791-22E7F6F72A38}"/>
              </a:ext>
            </a:extLst>
          </p:cNvPr>
          <p:cNvSpPr txBox="1"/>
          <p:nvPr/>
        </p:nvSpPr>
        <p:spPr>
          <a:xfrm>
            <a:off x="311967" y="3327527"/>
            <a:ext cx="8382000" cy="1140690"/>
          </a:xfrm>
          <a:prstGeom prst="rect">
            <a:avLst/>
          </a:prstGeom>
        </p:spPr>
        <p:txBody>
          <a:bodyPr vert="horz" wrap="square" lIns="0" tIns="113594" rIns="0" bIns="0" rtlCol="0">
            <a:spAutoFit/>
          </a:bodyPr>
          <a:lstStyle/>
          <a:p>
            <a:pPr marL="332313" indent="-318908">
              <a:spcBef>
                <a:spcPts val="789"/>
              </a:spcBef>
              <a:buClr>
                <a:srgbClr val="B2B2B2"/>
              </a:buClr>
              <a:buFont typeface="Arial"/>
              <a:buChar char="•"/>
              <a:tabLst>
                <a:tab pos="332313" algn="l"/>
                <a:tab pos="333019" algn="l"/>
              </a:tabLst>
            </a:pPr>
            <a:r>
              <a:rPr lang="en-US" altLang="zh-CN" sz="1778" b="1" spc="-6" dirty="0">
                <a:latin typeface="Trebuchet MS"/>
                <a:cs typeface="Trebuchet MS"/>
              </a:rPr>
              <a:t>Tensor Parallelism:</a:t>
            </a:r>
          </a:p>
          <a:p>
            <a:pPr marL="789513" lvl="1" indent="-318908">
              <a:spcBef>
                <a:spcPts val="789"/>
              </a:spcBef>
              <a:buClr>
                <a:srgbClr val="B2B2B2"/>
              </a:buClr>
              <a:buFont typeface="Arial"/>
              <a:buChar char="•"/>
              <a:tabLst>
                <a:tab pos="332313" algn="l"/>
                <a:tab pos="333019" algn="l"/>
              </a:tabLst>
            </a:pPr>
            <a:r>
              <a:rPr lang="en-US" altLang="zh-CN" sz="1778" b="1" spc="-6" dirty="0">
                <a:latin typeface="Trebuchet MS"/>
                <a:cs typeface="Trebuchet MS"/>
              </a:rPr>
              <a:t>Attention: </a:t>
            </a:r>
            <a:r>
              <a:rPr lang="en-US" altLang="zh-CN" sz="1778" spc="-6" dirty="0">
                <a:latin typeface="Trebuchet MS"/>
                <a:cs typeface="Trebuchet MS"/>
              </a:rPr>
              <a:t>column-wise + row-wise.</a:t>
            </a:r>
            <a:endParaRPr lang="en-US" altLang="zh-CN" sz="1778" b="1" spc="-6" dirty="0">
              <a:latin typeface="Trebuchet MS"/>
              <a:cs typeface="Trebuchet MS"/>
            </a:endParaRPr>
          </a:p>
          <a:p>
            <a:pPr marL="789513" lvl="1" indent="-318908">
              <a:spcBef>
                <a:spcPts val="789"/>
              </a:spcBef>
              <a:buClr>
                <a:srgbClr val="B2B2B2"/>
              </a:buClr>
              <a:buFont typeface="Arial"/>
              <a:buChar char="•"/>
              <a:tabLst>
                <a:tab pos="332313" algn="l"/>
                <a:tab pos="333019" algn="l"/>
              </a:tabLst>
            </a:pPr>
            <a:r>
              <a:rPr lang="en-US" altLang="zh-CN" sz="1778" b="1" spc="-6" dirty="0">
                <a:latin typeface="Trebuchet MS"/>
                <a:cs typeface="Trebuchet MS"/>
              </a:rPr>
              <a:t>MLP</a:t>
            </a:r>
            <a:r>
              <a:rPr lang="en-US" altLang="zh-CN" sz="1778" spc="-6" dirty="0">
                <a:latin typeface="Trebuchet MS"/>
                <a:cs typeface="Trebuchet MS"/>
              </a:rPr>
              <a:t>: column-wise + row-wise.</a:t>
            </a:r>
            <a:endParaRPr sz="1778" dirty="0">
              <a:latin typeface="Trebuchet MS"/>
              <a:cs typeface="Trebuchet MS"/>
            </a:endParaRPr>
          </a:p>
        </p:txBody>
      </p:sp>
      <p:pic>
        <p:nvPicPr>
          <p:cNvPr id="2" name="图片 1">
            <a:extLst>
              <a:ext uri="{FF2B5EF4-FFF2-40B4-BE49-F238E27FC236}">
                <a16:creationId xmlns:a16="http://schemas.microsoft.com/office/drawing/2014/main" id="{A0C9E4B5-86C5-4DFA-952D-2DA8E5C2636E}"/>
              </a:ext>
            </a:extLst>
          </p:cNvPr>
          <p:cNvPicPr>
            <a:picLocks noChangeAspect="1"/>
          </p:cNvPicPr>
          <p:nvPr/>
        </p:nvPicPr>
        <p:blipFill>
          <a:blip r:embed="rId2"/>
          <a:stretch>
            <a:fillRect/>
          </a:stretch>
        </p:blipFill>
        <p:spPr>
          <a:xfrm>
            <a:off x="-6350" y="1379856"/>
            <a:ext cx="9144000" cy="1506574"/>
          </a:xfrm>
          <a:prstGeom prst="rect">
            <a:avLst/>
          </a:prstGeom>
        </p:spPr>
      </p:pic>
      <p:sp>
        <p:nvSpPr>
          <p:cNvPr id="3" name="矩形 2">
            <a:extLst>
              <a:ext uri="{FF2B5EF4-FFF2-40B4-BE49-F238E27FC236}">
                <a16:creationId xmlns:a16="http://schemas.microsoft.com/office/drawing/2014/main" id="{EEE8B039-D1FE-4D9A-8C65-A7D827286482}"/>
              </a:ext>
            </a:extLst>
          </p:cNvPr>
          <p:cNvSpPr/>
          <p:nvPr/>
        </p:nvSpPr>
        <p:spPr>
          <a:xfrm>
            <a:off x="457200" y="1020286"/>
            <a:ext cx="1492268" cy="369332"/>
          </a:xfrm>
          <a:prstGeom prst="rect">
            <a:avLst/>
          </a:prstGeom>
        </p:spPr>
        <p:txBody>
          <a:bodyPr wrap="none">
            <a:spAutoFit/>
          </a:bodyPr>
          <a:lstStyle/>
          <a:p>
            <a:r>
              <a:rPr lang="en-US" altLang="zh-CN" spc="-6" dirty="0">
                <a:latin typeface="Trebuchet MS"/>
                <a:cs typeface="Trebuchet MS"/>
              </a:rPr>
              <a:t>Column-wise</a:t>
            </a:r>
            <a:endParaRPr lang="zh-CN" altLang="en-US" dirty="0"/>
          </a:p>
        </p:txBody>
      </p:sp>
      <p:sp>
        <p:nvSpPr>
          <p:cNvPr id="11" name="矩形 10">
            <a:extLst>
              <a:ext uri="{FF2B5EF4-FFF2-40B4-BE49-F238E27FC236}">
                <a16:creationId xmlns:a16="http://schemas.microsoft.com/office/drawing/2014/main" id="{FD23FDC5-0B6B-4A25-9391-DD1EAF2A1521}"/>
              </a:ext>
            </a:extLst>
          </p:cNvPr>
          <p:cNvSpPr/>
          <p:nvPr/>
        </p:nvSpPr>
        <p:spPr>
          <a:xfrm>
            <a:off x="5315166" y="992566"/>
            <a:ext cx="1492268" cy="369332"/>
          </a:xfrm>
          <a:prstGeom prst="rect">
            <a:avLst/>
          </a:prstGeom>
        </p:spPr>
        <p:txBody>
          <a:bodyPr wrap="none">
            <a:spAutoFit/>
          </a:bodyPr>
          <a:lstStyle/>
          <a:p>
            <a:r>
              <a:rPr lang="en-US" altLang="zh-CN" spc="-6" dirty="0">
                <a:latin typeface="Trebuchet MS"/>
                <a:cs typeface="Trebuchet MS"/>
              </a:rPr>
              <a:t>Column-wise</a:t>
            </a:r>
            <a:endParaRPr lang="zh-CN" altLang="en-US" dirty="0"/>
          </a:p>
        </p:txBody>
      </p:sp>
      <p:sp>
        <p:nvSpPr>
          <p:cNvPr id="4" name="矩形 3">
            <a:extLst>
              <a:ext uri="{FF2B5EF4-FFF2-40B4-BE49-F238E27FC236}">
                <a16:creationId xmlns:a16="http://schemas.microsoft.com/office/drawing/2014/main" id="{8F63FF06-22C3-417B-A1CE-38A61F81126D}"/>
              </a:ext>
            </a:extLst>
          </p:cNvPr>
          <p:cNvSpPr/>
          <p:nvPr/>
        </p:nvSpPr>
        <p:spPr>
          <a:xfrm>
            <a:off x="3080471" y="1029811"/>
            <a:ext cx="1140569" cy="369332"/>
          </a:xfrm>
          <a:prstGeom prst="rect">
            <a:avLst/>
          </a:prstGeom>
        </p:spPr>
        <p:txBody>
          <a:bodyPr wrap="none">
            <a:spAutoFit/>
          </a:bodyPr>
          <a:lstStyle/>
          <a:p>
            <a:r>
              <a:rPr lang="en-US" altLang="zh-CN" spc="-6" dirty="0">
                <a:latin typeface="Trebuchet MS"/>
                <a:cs typeface="Trebuchet MS"/>
              </a:rPr>
              <a:t>Row-wise</a:t>
            </a:r>
            <a:endParaRPr lang="zh-CN" altLang="en-US" dirty="0"/>
          </a:p>
        </p:txBody>
      </p:sp>
      <p:sp>
        <p:nvSpPr>
          <p:cNvPr id="5" name="矩形 4">
            <a:extLst>
              <a:ext uri="{FF2B5EF4-FFF2-40B4-BE49-F238E27FC236}">
                <a16:creationId xmlns:a16="http://schemas.microsoft.com/office/drawing/2014/main" id="{A87CE030-ED33-4F2B-9225-49F910992D53}"/>
              </a:ext>
            </a:extLst>
          </p:cNvPr>
          <p:cNvSpPr/>
          <p:nvPr/>
        </p:nvSpPr>
        <p:spPr>
          <a:xfrm>
            <a:off x="7162800" y="991711"/>
            <a:ext cx="1140569" cy="369332"/>
          </a:xfrm>
          <a:prstGeom prst="rect">
            <a:avLst/>
          </a:prstGeom>
        </p:spPr>
        <p:txBody>
          <a:bodyPr wrap="none">
            <a:spAutoFit/>
          </a:bodyPr>
          <a:lstStyle/>
          <a:p>
            <a:r>
              <a:rPr lang="en-US" altLang="zh-CN" spc="-6" dirty="0">
                <a:latin typeface="Trebuchet MS"/>
                <a:cs typeface="Trebuchet MS"/>
              </a:rPr>
              <a:t>Row-wise</a:t>
            </a:r>
            <a:endParaRPr lang="zh-CN" altLang="en-US" dirty="0"/>
          </a:p>
        </p:txBody>
      </p:sp>
    </p:spTree>
    <p:extLst>
      <p:ext uri="{BB962C8B-B14F-4D97-AF65-F5344CB8AC3E}">
        <p14:creationId xmlns:p14="http://schemas.microsoft.com/office/powerpoint/2010/main" val="1832278552"/>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Outline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76</a:t>
            </a:fld>
            <a:endParaRPr lang="en-US" altLang="en-US" sz="1600">
              <a:solidFill>
                <a:srgbClr val="000000"/>
              </a:solidFill>
              <a:latin typeface="Garamond" panose="02020404030301010803" pitchFamily="18" charset="0"/>
            </a:endParaRPr>
          </a:p>
        </p:txBody>
      </p:sp>
      <p:sp>
        <p:nvSpPr>
          <p:cNvPr id="1043" name="Rectangle 4">
            <a:extLst>
              <a:ext uri="{FF2B5EF4-FFF2-40B4-BE49-F238E27FC236}">
                <a16:creationId xmlns:a16="http://schemas.microsoft.com/office/drawing/2014/main" id="{56556AFD-81E5-4C91-ACD1-3EDE2EE2191D}"/>
              </a:ext>
            </a:extLst>
          </p:cNvPr>
          <p:cNvSpPr/>
          <p:nvPr/>
        </p:nvSpPr>
        <p:spPr>
          <a:xfrm>
            <a:off x="521428" y="1410212"/>
            <a:ext cx="7772116" cy="4681025"/>
          </a:xfrm>
          <a:prstGeom prst="rect">
            <a:avLst/>
          </a:prstGeom>
        </p:spPr>
        <p:txBody>
          <a:bodyPr wrap="square">
            <a:spAutoFit/>
          </a:bodyPr>
          <a:lstStyle/>
          <a:p>
            <a:pPr marL="457200" indent="-457200">
              <a:lnSpc>
                <a:spcPct val="150000"/>
              </a:lnSpc>
              <a:spcBef>
                <a:spcPts val="600"/>
              </a:spcBef>
              <a:buClr>
                <a:schemeClr val="tx1"/>
              </a:buClr>
              <a:buFont typeface="Arial" panose="020B0604020202020204" pitchFamily="34" charset="0"/>
              <a:buChar char="•"/>
            </a:pPr>
            <a:r>
              <a:rPr lang="en-US" altLang="zh-CN" sz="2600" b="1" dirty="0">
                <a:solidFill>
                  <a:schemeClr val="bg1">
                    <a:lumMod val="50000"/>
                  </a:schemeClr>
                </a:solidFill>
              </a:rPr>
              <a:t>Why Distributed Training</a:t>
            </a:r>
            <a:r>
              <a:rPr lang="zh-CN" altLang="en-US" sz="2600" b="1" dirty="0">
                <a:solidFill>
                  <a:schemeClr val="bg1">
                    <a:lumMod val="50000"/>
                  </a:schemeClr>
                </a:solidFill>
              </a:rPr>
              <a:t>？</a:t>
            </a:r>
            <a:endParaRPr lang="en-US" altLang="zh-CN" sz="2600" b="1" dirty="0">
              <a:solidFill>
                <a:schemeClr val="bg1">
                  <a:lumMod val="50000"/>
                </a:schemeClr>
              </a:solidFill>
            </a:endParaRP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chemeClr val="bg1">
                    <a:lumMod val="50000"/>
                  </a:schemeClr>
                </a:solidFill>
              </a:rPr>
              <a:t>Data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chemeClr val="bg1">
                    <a:lumMod val="50000"/>
                  </a:schemeClr>
                </a:solidFill>
              </a:rPr>
              <a:t>Model Parallelism</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Pipeline</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chemeClr val="bg1">
                    <a:lumMod val="50000"/>
                  </a:schemeClr>
                </a:solidFill>
              </a:rPr>
              <a:t>Intra-layer</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t>Communication Pattern Review</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Summary</a:t>
            </a:r>
          </a:p>
        </p:txBody>
      </p:sp>
    </p:spTree>
    <p:extLst>
      <p:ext uri="{BB962C8B-B14F-4D97-AF65-F5344CB8AC3E}">
        <p14:creationId xmlns:p14="http://schemas.microsoft.com/office/powerpoint/2010/main" val="1451258913"/>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dirty="0"/>
              <a:t>Communication Pattern</a:t>
            </a:r>
            <a:r>
              <a:rPr lang="en-US" altLang="zh-CN" spc="-117" dirty="0"/>
              <a:t> </a:t>
            </a:r>
            <a:r>
              <a:rPr lang="en-US" altLang="zh-CN" spc="-6" dirty="0"/>
              <a:t>Summary</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77</a:t>
            </a:fld>
            <a:endParaRPr lang="en-US" altLang="en-US" sz="1600">
              <a:solidFill>
                <a:srgbClr val="000000"/>
              </a:solidFill>
              <a:latin typeface="Garamond" panose="02020404030301010803" pitchFamily="18" charset="0"/>
            </a:endParaRPr>
          </a:p>
        </p:txBody>
      </p:sp>
      <p:sp>
        <p:nvSpPr>
          <p:cNvPr id="5" name="object 3">
            <a:extLst>
              <a:ext uri="{FF2B5EF4-FFF2-40B4-BE49-F238E27FC236}">
                <a16:creationId xmlns:a16="http://schemas.microsoft.com/office/drawing/2014/main" id="{9FE04725-DBC2-4366-993A-F578EA6EF725}"/>
              </a:ext>
            </a:extLst>
          </p:cNvPr>
          <p:cNvSpPr txBox="1"/>
          <p:nvPr/>
        </p:nvSpPr>
        <p:spPr>
          <a:xfrm>
            <a:off x="228601" y="1143000"/>
            <a:ext cx="8763000" cy="4843349"/>
          </a:xfrm>
          <a:prstGeom prst="rect">
            <a:avLst/>
          </a:prstGeom>
        </p:spPr>
        <p:txBody>
          <a:bodyPr vert="horz" wrap="square" lIns="0" tIns="41628" rIns="0" bIns="0" rtlCol="0">
            <a:spAutoFit/>
          </a:bodyPr>
          <a:lstStyle/>
          <a:p>
            <a:pPr marL="332313" indent="-318908">
              <a:spcBef>
                <a:spcPts val="328"/>
              </a:spcBef>
              <a:buClr>
                <a:srgbClr val="B2B2B2"/>
              </a:buClr>
              <a:buSzPct val="120000"/>
              <a:buFont typeface="Arial"/>
              <a:buChar char="•"/>
              <a:tabLst>
                <a:tab pos="332313" algn="l"/>
                <a:tab pos="333019" algn="l"/>
              </a:tabLst>
            </a:pPr>
            <a:r>
              <a:rPr sz="2400" b="1" dirty="0">
                <a:latin typeface="Trebuchet MS"/>
                <a:cs typeface="Trebuchet MS"/>
              </a:rPr>
              <a:t>Data</a:t>
            </a:r>
            <a:r>
              <a:rPr sz="2400" b="1" spc="-11" dirty="0">
                <a:latin typeface="Trebuchet MS"/>
                <a:cs typeface="Trebuchet MS"/>
              </a:rPr>
              <a:t> </a:t>
            </a:r>
            <a:r>
              <a:rPr sz="2400" b="1" spc="-6" dirty="0">
                <a:latin typeface="Trebuchet MS"/>
                <a:cs typeface="Trebuchet MS"/>
              </a:rPr>
              <a:t>Parallel:</a:t>
            </a:r>
            <a:endParaRPr sz="24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Allreduce</a:t>
            </a:r>
            <a:r>
              <a:rPr sz="2000" i="1" spc="-6" dirty="0">
                <a:latin typeface="Trebuchet MS"/>
                <a:cs typeface="Trebuchet MS"/>
              </a:rPr>
              <a:t> </a:t>
            </a:r>
            <a:r>
              <a:rPr sz="2000" dirty="0">
                <a:latin typeface="Trebuchet MS"/>
                <a:cs typeface="Trebuchet MS"/>
              </a:rPr>
              <a:t>of</a:t>
            </a:r>
            <a:r>
              <a:rPr sz="2000" spc="-17" dirty="0">
                <a:latin typeface="Trebuchet MS"/>
                <a:cs typeface="Trebuchet MS"/>
              </a:rPr>
              <a:t> </a:t>
            </a:r>
            <a:r>
              <a:rPr sz="2000" spc="-6" dirty="0">
                <a:solidFill>
                  <a:srgbClr val="005493"/>
                </a:solidFill>
                <a:latin typeface="Trebuchet MS"/>
                <a:cs typeface="Trebuchet MS"/>
              </a:rPr>
              <a:t>weights</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spc="-6" dirty="0">
                <a:solidFill>
                  <a:srgbClr val="598A00"/>
                </a:solidFill>
                <a:latin typeface="Trebuchet MS"/>
                <a:cs typeface="Trebuchet MS"/>
              </a:rPr>
              <a:t>Can be overlapped with</a:t>
            </a:r>
            <a:r>
              <a:rPr sz="2000" spc="-33" dirty="0">
                <a:solidFill>
                  <a:srgbClr val="598A00"/>
                </a:solidFill>
                <a:latin typeface="Trebuchet MS"/>
                <a:cs typeface="Trebuchet MS"/>
              </a:rPr>
              <a:t> </a:t>
            </a:r>
            <a:r>
              <a:rPr sz="2000" spc="-6" dirty="0">
                <a:solidFill>
                  <a:srgbClr val="598A00"/>
                </a:solidFill>
                <a:latin typeface="Trebuchet MS"/>
                <a:cs typeface="Trebuchet MS"/>
              </a:rPr>
              <a:t>computation</a:t>
            </a:r>
            <a:endParaRPr lang="en-US" altLang="zh-CN" sz="2000" spc="-6" dirty="0">
              <a:solidFill>
                <a:srgbClr val="598A00"/>
              </a:solidFill>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endParaRPr sz="2000" dirty="0">
              <a:latin typeface="Trebuchet MS"/>
              <a:cs typeface="Trebuchet MS"/>
            </a:endParaRPr>
          </a:p>
          <a:p>
            <a:pPr marL="332313" indent="-318908">
              <a:spcBef>
                <a:spcPts val="399"/>
              </a:spcBef>
              <a:buClr>
                <a:srgbClr val="B2B2B2"/>
              </a:buClr>
              <a:buSzPct val="120000"/>
              <a:buFont typeface="Arial"/>
              <a:buChar char="•"/>
              <a:tabLst>
                <a:tab pos="332313" algn="l"/>
                <a:tab pos="333019" algn="l"/>
              </a:tabLst>
            </a:pPr>
            <a:r>
              <a:rPr sz="2400" b="1" spc="-6" dirty="0">
                <a:latin typeface="Trebuchet MS"/>
                <a:cs typeface="Trebuchet MS"/>
              </a:rPr>
              <a:t>Pipeline</a:t>
            </a:r>
            <a:r>
              <a:rPr sz="2400" b="1" spc="-11" dirty="0">
                <a:latin typeface="Trebuchet MS"/>
                <a:cs typeface="Trebuchet MS"/>
              </a:rPr>
              <a:t> </a:t>
            </a:r>
            <a:r>
              <a:rPr sz="2400" b="1" spc="-6" dirty="0">
                <a:latin typeface="Trebuchet MS"/>
                <a:cs typeface="Trebuchet MS"/>
              </a:rPr>
              <a:t>Parallel:</a:t>
            </a:r>
            <a:endParaRPr sz="24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Point-wise</a:t>
            </a:r>
            <a:r>
              <a:rPr sz="2000" i="1" spc="-6" dirty="0">
                <a:latin typeface="Trebuchet MS"/>
                <a:cs typeface="Trebuchet MS"/>
              </a:rPr>
              <a:t> </a:t>
            </a:r>
            <a:r>
              <a:rPr sz="2000" spc="-6" dirty="0">
                <a:latin typeface="Trebuchet MS"/>
                <a:cs typeface="Trebuchet MS"/>
              </a:rPr>
              <a:t>communication </a:t>
            </a:r>
            <a:r>
              <a:rPr sz="2000" dirty="0">
                <a:latin typeface="Trebuchet MS"/>
                <a:cs typeface="Trebuchet MS"/>
              </a:rPr>
              <a:t>of </a:t>
            </a:r>
            <a:r>
              <a:rPr sz="2000" spc="-6" dirty="0">
                <a:solidFill>
                  <a:srgbClr val="6F2F9F"/>
                </a:solidFill>
                <a:latin typeface="Trebuchet MS"/>
                <a:cs typeface="Trebuchet MS"/>
              </a:rPr>
              <a:t>activations and activation</a:t>
            </a:r>
            <a:r>
              <a:rPr sz="2000" spc="-56" dirty="0">
                <a:solidFill>
                  <a:srgbClr val="6F2F9F"/>
                </a:solidFill>
                <a:latin typeface="Trebuchet MS"/>
                <a:cs typeface="Trebuchet MS"/>
              </a:rPr>
              <a:t> </a:t>
            </a:r>
            <a:r>
              <a:rPr sz="2000" spc="-6" dirty="0">
                <a:solidFill>
                  <a:srgbClr val="6F2F9F"/>
                </a:solidFill>
                <a:latin typeface="Trebuchet MS"/>
                <a:cs typeface="Trebuchet MS"/>
              </a:rPr>
              <a:t>gradients</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spc="-6" dirty="0">
                <a:solidFill>
                  <a:srgbClr val="C00000"/>
                </a:solidFill>
                <a:latin typeface="Trebuchet MS"/>
                <a:cs typeface="Trebuchet MS"/>
              </a:rPr>
              <a:t>Hard to overlap with</a:t>
            </a:r>
            <a:r>
              <a:rPr sz="2000" spc="-17" dirty="0">
                <a:solidFill>
                  <a:srgbClr val="C00000"/>
                </a:solidFill>
                <a:latin typeface="Trebuchet MS"/>
                <a:cs typeface="Trebuchet MS"/>
              </a:rPr>
              <a:t> </a:t>
            </a:r>
            <a:r>
              <a:rPr sz="2000" spc="-6" dirty="0">
                <a:solidFill>
                  <a:srgbClr val="C00000"/>
                </a:solidFill>
                <a:latin typeface="Trebuchet MS"/>
                <a:cs typeface="Trebuchet MS"/>
              </a:rPr>
              <a:t>computation</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spc="-6" dirty="0">
                <a:latin typeface="Trebuchet MS"/>
                <a:cs typeface="Trebuchet MS"/>
              </a:rPr>
              <a:t>Hard to</a:t>
            </a:r>
            <a:r>
              <a:rPr sz="2000" spc="-11" dirty="0">
                <a:latin typeface="Trebuchet MS"/>
                <a:cs typeface="Trebuchet MS"/>
              </a:rPr>
              <a:t> </a:t>
            </a:r>
            <a:r>
              <a:rPr sz="2000" spc="-6" dirty="0">
                <a:latin typeface="Trebuchet MS"/>
                <a:cs typeface="Trebuchet MS"/>
              </a:rPr>
              <a:t>load-balance</a:t>
            </a:r>
            <a:endParaRPr lang="en-US" altLang="zh-CN" sz="2000" spc="-6"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endParaRPr sz="2000" dirty="0">
              <a:latin typeface="Trebuchet MS"/>
              <a:cs typeface="Trebuchet MS"/>
            </a:endParaRPr>
          </a:p>
          <a:p>
            <a:pPr marL="332313" indent="-318908">
              <a:spcBef>
                <a:spcPts val="399"/>
              </a:spcBef>
              <a:buClr>
                <a:srgbClr val="B2B2B2"/>
              </a:buClr>
              <a:buSzPct val="120000"/>
              <a:buFont typeface="Arial"/>
              <a:buChar char="•"/>
              <a:tabLst>
                <a:tab pos="332313" algn="l"/>
                <a:tab pos="333019" algn="l"/>
              </a:tabLst>
            </a:pPr>
            <a:r>
              <a:rPr lang="en-US" sz="2400" b="1" spc="-6" dirty="0">
                <a:latin typeface="Trebuchet MS"/>
                <a:cs typeface="Trebuchet MS"/>
              </a:rPr>
              <a:t>Tensor</a:t>
            </a:r>
            <a:r>
              <a:rPr sz="2400" b="1" spc="-44" dirty="0">
                <a:latin typeface="Trebuchet MS"/>
                <a:cs typeface="Trebuchet MS"/>
              </a:rPr>
              <a:t> </a:t>
            </a:r>
            <a:r>
              <a:rPr sz="2400" b="1" spc="-6" dirty="0">
                <a:latin typeface="Trebuchet MS"/>
                <a:cs typeface="Trebuchet MS"/>
              </a:rPr>
              <a:t>Parallel:</a:t>
            </a:r>
            <a:endParaRPr sz="24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Allgather, </a:t>
            </a:r>
            <a:r>
              <a:rPr sz="2000" i="1" u="sng" dirty="0">
                <a:uFill>
                  <a:solidFill>
                    <a:srgbClr val="000000"/>
                  </a:solidFill>
                </a:uFill>
                <a:latin typeface="Trebuchet MS"/>
                <a:cs typeface="Trebuchet MS"/>
              </a:rPr>
              <a:t>Reduce_scatter</a:t>
            </a:r>
            <a:r>
              <a:rPr sz="2000" i="1" dirty="0">
                <a:latin typeface="Trebuchet MS"/>
                <a:cs typeface="Trebuchet MS"/>
              </a:rPr>
              <a:t> </a:t>
            </a:r>
            <a:r>
              <a:rPr sz="2000" dirty="0">
                <a:latin typeface="Trebuchet MS"/>
                <a:cs typeface="Trebuchet MS"/>
              </a:rPr>
              <a:t>of </a:t>
            </a:r>
            <a:r>
              <a:rPr sz="2000" spc="-6" dirty="0">
                <a:solidFill>
                  <a:srgbClr val="6F2F9F"/>
                </a:solidFill>
                <a:latin typeface="Trebuchet MS"/>
                <a:cs typeface="Trebuchet MS"/>
              </a:rPr>
              <a:t>activations and activation</a:t>
            </a:r>
            <a:r>
              <a:rPr sz="2000" spc="-17" dirty="0">
                <a:solidFill>
                  <a:srgbClr val="6F2F9F"/>
                </a:solidFill>
                <a:latin typeface="Trebuchet MS"/>
                <a:cs typeface="Trebuchet MS"/>
              </a:rPr>
              <a:t> </a:t>
            </a:r>
            <a:r>
              <a:rPr sz="2000" spc="-6" dirty="0">
                <a:solidFill>
                  <a:srgbClr val="6F2F9F"/>
                </a:solidFill>
                <a:latin typeface="Trebuchet MS"/>
                <a:cs typeface="Trebuchet MS"/>
              </a:rPr>
              <a:t>gradients</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Allreduce</a:t>
            </a:r>
            <a:r>
              <a:rPr sz="2000" i="1" spc="-6" dirty="0">
                <a:latin typeface="Trebuchet MS"/>
                <a:cs typeface="Trebuchet MS"/>
              </a:rPr>
              <a:t> </a:t>
            </a:r>
            <a:r>
              <a:rPr sz="2000" spc="-6" dirty="0">
                <a:latin typeface="Trebuchet MS"/>
                <a:cs typeface="Trebuchet MS"/>
              </a:rPr>
              <a:t>if row-wise and col-wise partitioning is</a:t>
            </a:r>
            <a:r>
              <a:rPr sz="2000" spc="-44" dirty="0">
                <a:latin typeface="Trebuchet MS"/>
                <a:cs typeface="Trebuchet MS"/>
              </a:rPr>
              <a:t> </a:t>
            </a:r>
            <a:r>
              <a:rPr sz="2000" spc="-6" dirty="0">
                <a:latin typeface="Trebuchet MS"/>
                <a:cs typeface="Trebuchet MS"/>
              </a:rPr>
              <a:t>alternated</a:t>
            </a:r>
            <a:endParaRPr sz="20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spc="-6" dirty="0">
                <a:solidFill>
                  <a:srgbClr val="C00000"/>
                </a:solidFill>
                <a:latin typeface="Trebuchet MS"/>
                <a:cs typeface="Trebuchet MS"/>
              </a:rPr>
              <a:t>Hard to overlap with</a:t>
            </a:r>
            <a:r>
              <a:rPr sz="2000" spc="-17" dirty="0">
                <a:solidFill>
                  <a:srgbClr val="C00000"/>
                </a:solidFill>
                <a:latin typeface="Trebuchet MS"/>
                <a:cs typeface="Trebuchet MS"/>
              </a:rPr>
              <a:t> </a:t>
            </a:r>
            <a:r>
              <a:rPr sz="2000" spc="-6" dirty="0">
                <a:solidFill>
                  <a:srgbClr val="C00000"/>
                </a:solidFill>
                <a:latin typeface="Trebuchet MS"/>
                <a:cs typeface="Trebuchet MS"/>
              </a:rPr>
              <a:t>computation</a:t>
            </a:r>
            <a:endParaRPr sz="2000" dirty="0">
              <a:latin typeface="Trebuchet MS"/>
              <a:cs typeface="Trebuchet MS"/>
            </a:endParaRPr>
          </a:p>
        </p:txBody>
      </p:sp>
    </p:spTree>
    <p:extLst>
      <p:ext uri="{BB962C8B-B14F-4D97-AF65-F5344CB8AC3E}">
        <p14:creationId xmlns:p14="http://schemas.microsoft.com/office/powerpoint/2010/main" val="1591710818"/>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dirty="0"/>
              <a:t>Memory Size for a Huge Model</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78</a:t>
            </a:fld>
            <a:endParaRPr lang="en-US" altLang="en-US" sz="1600">
              <a:solidFill>
                <a:srgbClr val="000000"/>
              </a:solidFill>
              <a:latin typeface="Garamond" panose="02020404030301010803" pitchFamily="18" charset="0"/>
            </a:endParaRPr>
          </a:p>
        </p:txBody>
      </p:sp>
      <p:sp>
        <p:nvSpPr>
          <p:cNvPr id="5" name="object 3">
            <a:extLst>
              <a:ext uri="{FF2B5EF4-FFF2-40B4-BE49-F238E27FC236}">
                <a16:creationId xmlns:a16="http://schemas.microsoft.com/office/drawing/2014/main" id="{9FE04725-DBC2-4366-993A-F578EA6EF725}"/>
              </a:ext>
            </a:extLst>
          </p:cNvPr>
          <p:cNvSpPr txBox="1"/>
          <p:nvPr/>
        </p:nvSpPr>
        <p:spPr>
          <a:xfrm>
            <a:off x="228601" y="1143000"/>
            <a:ext cx="8763000" cy="2863320"/>
          </a:xfrm>
          <a:prstGeom prst="rect">
            <a:avLst/>
          </a:prstGeom>
        </p:spPr>
        <p:txBody>
          <a:bodyPr vert="horz" wrap="square" lIns="0" tIns="41628" rIns="0" bIns="0" rtlCol="0">
            <a:spAutoFit/>
          </a:bodyPr>
          <a:lstStyle/>
          <a:p>
            <a:pPr marL="332313" indent="-318908">
              <a:spcBef>
                <a:spcPts val="328"/>
              </a:spcBef>
              <a:buClr>
                <a:srgbClr val="B2B2B2"/>
              </a:buClr>
              <a:buSzPct val="120000"/>
              <a:buFont typeface="Arial"/>
              <a:buChar char="•"/>
              <a:tabLst>
                <a:tab pos="332313" algn="l"/>
                <a:tab pos="333019" algn="l"/>
              </a:tabLst>
            </a:pPr>
            <a:r>
              <a:rPr lang="en-US" altLang="zh-CN" sz="2000" dirty="0"/>
              <a:t>Memory Size Needed when Training GPT3-175B</a:t>
            </a:r>
            <a:endParaRPr lang="en-US" sz="20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lang="en-US" sz="2000" spc="-6" dirty="0">
                <a:solidFill>
                  <a:srgbClr val="C00000"/>
                </a:solidFill>
                <a:latin typeface="Trebuchet MS"/>
                <a:cs typeface="Trebuchet MS"/>
              </a:rPr>
              <a:t>Optimizer: </a:t>
            </a:r>
            <a:r>
              <a:rPr lang="en-US" altLang="zh-CN" sz="2000" dirty="0">
                <a:solidFill>
                  <a:schemeClr val="accent1"/>
                </a:solidFill>
              </a:rPr>
              <a:t>3259</a:t>
            </a:r>
            <a:r>
              <a:rPr lang="en-US" altLang="zh-CN" sz="2000" dirty="0">
                <a:solidFill>
                  <a:srgbClr val="FF0000"/>
                </a:solidFill>
              </a:rPr>
              <a:t> </a:t>
            </a:r>
            <a:r>
              <a:rPr lang="en-US" altLang="zh-CN" sz="2000" dirty="0"/>
              <a:t>GB</a:t>
            </a:r>
          </a:p>
          <a:p>
            <a:pPr marL="1170510" lvl="2" indent="-319613">
              <a:spcBef>
                <a:spcPts val="444"/>
              </a:spcBef>
              <a:buClr>
                <a:srgbClr val="B2B2B2"/>
              </a:buClr>
              <a:buSzPct val="114285"/>
              <a:buFont typeface="Arial"/>
              <a:buChar char="•"/>
              <a:tabLst>
                <a:tab pos="713310" algn="l"/>
                <a:tab pos="714015" algn="l"/>
              </a:tabLst>
            </a:pPr>
            <a:r>
              <a:rPr lang="en-US" sz="2000" dirty="0">
                <a:latin typeface="Trebuchet MS"/>
                <a:cs typeface="Trebuchet MS"/>
              </a:rPr>
              <a:t>Parameters</a:t>
            </a:r>
          </a:p>
          <a:p>
            <a:pPr marL="1170510" lvl="2" indent="-319613">
              <a:spcBef>
                <a:spcPts val="444"/>
              </a:spcBef>
              <a:buClr>
                <a:srgbClr val="B2B2B2"/>
              </a:buClr>
              <a:buSzPct val="114285"/>
              <a:buFont typeface="Arial"/>
              <a:buChar char="•"/>
              <a:tabLst>
                <a:tab pos="713310" algn="l"/>
                <a:tab pos="714015" algn="l"/>
              </a:tabLst>
            </a:pPr>
            <a:r>
              <a:rPr lang="en-US" sz="2000" dirty="0">
                <a:latin typeface="Trebuchet MS"/>
                <a:cs typeface="Trebuchet MS"/>
              </a:rPr>
              <a:t>Gradients</a:t>
            </a:r>
          </a:p>
          <a:p>
            <a:pPr marL="1170510" lvl="2" indent="-319613">
              <a:spcBef>
                <a:spcPts val="444"/>
              </a:spcBef>
              <a:buClr>
                <a:srgbClr val="B2B2B2"/>
              </a:buClr>
              <a:buSzPct val="114285"/>
              <a:buFont typeface="Arial"/>
              <a:buChar char="•"/>
              <a:tabLst>
                <a:tab pos="713310" algn="l"/>
                <a:tab pos="714015" algn="l"/>
              </a:tabLst>
            </a:pPr>
            <a:r>
              <a:rPr lang="en-US" sz="2000" dirty="0">
                <a:latin typeface="Trebuchet MS"/>
                <a:cs typeface="Trebuchet MS"/>
              </a:rPr>
              <a:t>Optimizer states</a:t>
            </a:r>
          </a:p>
          <a:p>
            <a:pPr marL="713310" lvl="1" indent="-319613">
              <a:spcBef>
                <a:spcPts val="444"/>
              </a:spcBef>
              <a:buClr>
                <a:srgbClr val="B2B2B2"/>
              </a:buClr>
              <a:buSzPct val="114285"/>
              <a:buFont typeface="Arial"/>
              <a:buChar char="•"/>
              <a:tabLst>
                <a:tab pos="713310" algn="l"/>
                <a:tab pos="714015" algn="l"/>
              </a:tabLst>
            </a:pPr>
            <a:r>
              <a:rPr lang="en-US" sz="2000" dirty="0">
                <a:latin typeface="Trebuchet MS"/>
                <a:cs typeface="Trebuchet MS"/>
              </a:rPr>
              <a:t>Activation (without checkpoint): </a:t>
            </a:r>
            <a:r>
              <a:rPr lang="en-US" altLang="zh-CN" sz="2000" dirty="0">
                <a:solidFill>
                  <a:srgbClr val="FF0000"/>
                </a:solidFill>
              </a:rPr>
              <a:t>360 GB</a:t>
            </a:r>
            <a:r>
              <a:rPr lang="en-US" altLang="zh-CN" sz="2000" dirty="0"/>
              <a:t> </a:t>
            </a:r>
            <a:r>
              <a:rPr lang="zh-CN" altLang="en-US" sz="2000" dirty="0"/>
              <a:t>（</a:t>
            </a:r>
            <a:r>
              <a:rPr lang="en-US" altLang="zh-CN" sz="2000" dirty="0"/>
              <a:t>seq=1024</a:t>
            </a:r>
            <a:r>
              <a:rPr lang="zh-CN" altLang="en-US" sz="2000" dirty="0"/>
              <a:t>，</a:t>
            </a:r>
            <a:r>
              <a:rPr lang="en-US" altLang="zh-CN" sz="2000" dirty="0" err="1"/>
              <a:t>bsz</a:t>
            </a:r>
            <a:r>
              <a:rPr lang="en-US" altLang="zh-CN" sz="2000" dirty="0"/>
              <a:t>=8</a:t>
            </a:r>
            <a:r>
              <a:rPr lang="zh-CN" altLang="en-US" sz="2000" dirty="0"/>
              <a:t>） </a:t>
            </a:r>
            <a:endParaRPr lang="en-US" altLang="zh-CN" sz="2000" dirty="0"/>
          </a:p>
          <a:p>
            <a:pPr marL="713310" lvl="1" indent="-319613">
              <a:spcBef>
                <a:spcPts val="444"/>
              </a:spcBef>
              <a:buClr>
                <a:srgbClr val="B2B2B2"/>
              </a:buClr>
              <a:buSzPct val="114285"/>
              <a:buFont typeface="Arial"/>
              <a:buChar char="•"/>
              <a:tabLst>
                <a:tab pos="713310" algn="l"/>
                <a:tab pos="714015" algn="l"/>
              </a:tabLst>
            </a:pPr>
            <a:r>
              <a:rPr lang="en-US" altLang="zh-CN" sz="2000" dirty="0">
                <a:latin typeface="Trebuchet MS"/>
                <a:cs typeface="Trebuchet MS"/>
              </a:rPr>
              <a:t>Activation (with checkpoint): </a:t>
            </a:r>
            <a:r>
              <a:rPr lang="en-US" altLang="zh-CN" sz="2000" dirty="0">
                <a:solidFill>
                  <a:srgbClr val="FF0000"/>
                </a:solidFill>
              </a:rPr>
              <a:t>3.75 GB </a:t>
            </a:r>
            <a:r>
              <a:rPr lang="zh-CN" altLang="en-US" sz="2000" dirty="0"/>
              <a:t>（</a:t>
            </a:r>
            <a:r>
              <a:rPr lang="en-US" altLang="zh-CN" sz="2000" dirty="0"/>
              <a:t>seq=1024</a:t>
            </a:r>
            <a:r>
              <a:rPr lang="zh-CN" altLang="en-US" sz="2000" dirty="0"/>
              <a:t>，</a:t>
            </a:r>
            <a:r>
              <a:rPr lang="en-US" altLang="zh-CN" sz="2000" dirty="0" err="1"/>
              <a:t>bsz</a:t>
            </a:r>
            <a:r>
              <a:rPr lang="en-US" altLang="zh-CN" sz="2000" dirty="0"/>
              <a:t>=8</a:t>
            </a:r>
            <a:r>
              <a:rPr lang="zh-CN" altLang="en-US" sz="2000" dirty="0"/>
              <a:t>，</a:t>
            </a:r>
            <a:r>
              <a:rPr lang="en-US" altLang="zh-CN" sz="2000" dirty="0"/>
              <a:t> each block </a:t>
            </a:r>
            <a:r>
              <a:rPr lang="zh-CN" altLang="en-US" sz="2000" dirty="0"/>
              <a:t>）</a:t>
            </a:r>
            <a:endParaRPr lang="en-US" altLang="zh-CN" sz="2000" dirty="0"/>
          </a:p>
          <a:p>
            <a:pPr marL="713310" lvl="1" indent="-319613">
              <a:spcBef>
                <a:spcPts val="444"/>
              </a:spcBef>
              <a:buClr>
                <a:srgbClr val="B2B2B2"/>
              </a:buClr>
              <a:buSzPct val="114285"/>
              <a:buFont typeface="Arial"/>
              <a:buChar char="•"/>
              <a:tabLst>
                <a:tab pos="713310" algn="l"/>
                <a:tab pos="714015" algn="l"/>
              </a:tabLst>
            </a:pPr>
            <a:endParaRPr lang="en-US" sz="2000" dirty="0">
              <a:latin typeface="Trebuchet MS"/>
              <a:cs typeface="Trebuchet MS"/>
            </a:endParaRPr>
          </a:p>
        </p:txBody>
      </p:sp>
    </p:spTree>
    <p:extLst>
      <p:ext uri="{BB962C8B-B14F-4D97-AF65-F5344CB8AC3E}">
        <p14:creationId xmlns:p14="http://schemas.microsoft.com/office/powerpoint/2010/main" val="904767758"/>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B84044-2FDB-5BDD-A820-773FE8752054}"/>
              </a:ext>
            </a:extLst>
          </p:cNvPr>
          <p:cNvSpPr>
            <a:spLocks noGrp="1"/>
          </p:cNvSpPr>
          <p:nvPr>
            <p:ph type="title"/>
          </p:nvPr>
        </p:nvSpPr>
        <p:spPr>
          <a:xfrm>
            <a:off x="76200" y="228600"/>
            <a:ext cx="5174959" cy="690734"/>
          </a:xfrm>
        </p:spPr>
        <p:txBody>
          <a:bodyPr>
            <a:normAutofit fontScale="90000"/>
          </a:bodyPr>
          <a:lstStyle/>
          <a:p>
            <a:r>
              <a:rPr lang="zh-CN" altLang="en-US" sz="2700" dirty="0"/>
              <a:t>基于</a:t>
            </a:r>
            <a:r>
              <a:rPr lang="en-US" altLang="zh-CN" sz="2700" dirty="0"/>
              <a:t>transformer</a:t>
            </a:r>
            <a:r>
              <a:rPr lang="zh-CN" altLang="en-US" sz="2700" dirty="0"/>
              <a:t>的模型的显存占用</a:t>
            </a:r>
          </a:p>
        </p:txBody>
      </p:sp>
      <p:pic>
        <p:nvPicPr>
          <p:cNvPr id="5" name="图片 4">
            <a:extLst>
              <a:ext uri="{FF2B5EF4-FFF2-40B4-BE49-F238E27FC236}">
                <a16:creationId xmlns:a16="http://schemas.microsoft.com/office/drawing/2014/main" id="{DFA40EC2-91D5-05B8-9566-FF7A8FE68B82}"/>
              </a:ext>
            </a:extLst>
          </p:cNvPr>
          <p:cNvPicPr>
            <a:picLocks noChangeAspect="1"/>
          </p:cNvPicPr>
          <p:nvPr/>
        </p:nvPicPr>
        <p:blipFill>
          <a:blip r:embed="rId2"/>
          <a:stretch>
            <a:fillRect/>
          </a:stretch>
        </p:blipFill>
        <p:spPr>
          <a:xfrm>
            <a:off x="0" y="990600"/>
            <a:ext cx="9144000" cy="1645426"/>
          </a:xfrm>
          <a:prstGeom prst="rect">
            <a:avLst/>
          </a:prstGeom>
        </p:spPr>
      </p:pic>
      <p:sp>
        <p:nvSpPr>
          <p:cNvPr id="6" name="文本框 5">
            <a:extLst>
              <a:ext uri="{FF2B5EF4-FFF2-40B4-BE49-F238E27FC236}">
                <a16:creationId xmlns:a16="http://schemas.microsoft.com/office/drawing/2014/main" id="{DFD3C13E-5593-EE3E-790F-31E6525CEC0D}"/>
              </a:ext>
            </a:extLst>
          </p:cNvPr>
          <p:cNvSpPr txBox="1"/>
          <p:nvPr/>
        </p:nvSpPr>
        <p:spPr>
          <a:xfrm>
            <a:off x="0" y="2802987"/>
            <a:ext cx="9144000" cy="3108543"/>
          </a:xfrm>
          <a:prstGeom prst="rect">
            <a:avLst/>
          </a:prstGeom>
          <a:noFill/>
        </p:spPr>
        <p:txBody>
          <a:bodyPr wrap="square" rtlCol="0">
            <a:spAutoFit/>
          </a:bodyPr>
          <a:lstStyle/>
          <a:p>
            <a:r>
              <a:rPr lang="en-US" altLang="zh-CN" sz="1600" b="1" dirty="0"/>
              <a:t>Transformer layer</a:t>
            </a:r>
          </a:p>
          <a:p>
            <a:r>
              <a:rPr lang="en-US" altLang="zh-CN" sz="1600" dirty="0"/>
              <a:t>	param : 		</a:t>
            </a:r>
            <a:r>
              <a:rPr lang="sv-SE" altLang="zh-CN" sz="1600" dirty="0"/>
              <a:t>12 * hid * hid </a:t>
            </a:r>
          </a:p>
          <a:p>
            <a:r>
              <a:rPr lang="sv-SE" altLang="zh-CN" sz="1600" dirty="0"/>
              <a:t>	activation : 	20 * bsz * seq * hid + n_h * bsz * seq * seq </a:t>
            </a:r>
            <a:r>
              <a:rPr lang="zh-CN" altLang="en-US" sz="1600" dirty="0"/>
              <a:t>（</a:t>
            </a:r>
            <a:r>
              <a:rPr lang="en-US" altLang="zh-CN" sz="1600" dirty="0"/>
              <a:t>QK</a:t>
            </a:r>
            <a:r>
              <a:rPr lang="zh-CN" altLang="en-US" sz="1600" dirty="0"/>
              <a:t>乘积）</a:t>
            </a:r>
            <a:endParaRPr lang="sv-SE" altLang="zh-CN" sz="1600" dirty="0"/>
          </a:p>
          <a:p>
            <a:endParaRPr lang="sv-SE" altLang="zh-CN" sz="1600" dirty="0"/>
          </a:p>
          <a:p>
            <a:r>
              <a:rPr lang="sv-SE" altLang="zh-CN" sz="1600" b="1" dirty="0"/>
              <a:t>Embedding</a:t>
            </a:r>
            <a:r>
              <a:rPr lang="sv-SE" altLang="zh-CN" sz="1600" dirty="0"/>
              <a:t> </a:t>
            </a:r>
          </a:p>
          <a:p>
            <a:r>
              <a:rPr lang="sv-SE" altLang="zh-CN" sz="1600" dirty="0"/>
              <a:t>	param : 		voc * hid</a:t>
            </a:r>
          </a:p>
          <a:p>
            <a:r>
              <a:rPr lang="sv-SE" altLang="zh-CN" sz="1600" dirty="0"/>
              <a:t>	activation : 	bsz * seq * hid</a:t>
            </a:r>
          </a:p>
          <a:p>
            <a:endParaRPr lang="sv-SE" altLang="zh-CN" sz="1600" dirty="0"/>
          </a:p>
          <a:p>
            <a:r>
              <a:rPr lang="zh-CN" altLang="en-US" sz="1600" dirty="0"/>
              <a:t>混合精度训练：</a:t>
            </a:r>
            <a:r>
              <a:rPr lang="en-US" altLang="zh-CN" sz="1600" dirty="0"/>
              <a:t>		FP32</a:t>
            </a:r>
            <a:r>
              <a:rPr lang="zh-CN" altLang="en-US" sz="1600" dirty="0"/>
              <a:t>的参数，梯度和优化器参数（动量，方差）</a:t>
            </a:r>
            <a:r>
              <a:rPr lang="en-US" altLang="zh-CN" sz="1600" dirty="0"/>
              <a:t>	4</a:t>
            </a:r>
            <a:r>
              <a:rPr lang="zh-CN" altLang="en-US" sz="1600" dirty="0"/>
              <a:t> </a:t>
            </a:r>
            <a:r>
              <a:rPr lang="en-US" altLang="zh-CN" sz="1600" dirty="0"/>
              <a:t>* 4(byte)</a:t>
            </a:r>
          </a:p>
          <a:p>
            <a:r>
              <a:rPr lang="en-US" altLang="zh-CN" sz="1600" dirty="0"/>
              <a:t>			FP16</a:t>
            </a:r>
            <a:r>
              <a:rPr lang="zh-CN" altLang="en-US" sz="1600" dirty="0"/>
              <a:t>的参数和梯度</a:t>
            </a:r>
            <a:r>
              <a:rPr lang="en-US" altLang="zh-CN" sz="1600" dirty="0"/>
              <a:t>				2 * 2(byte)</a:t>
            </a:r>
          </a:p>
          <a:p>
            <a:r>
              <a:rPr lang="en-US" altLang="zh-CN" sz="1600" dirty="0"/>
              <a:t>			activation</a:t>
            </a:r>
            <a:r>
              <a:rPr lang="zh-CN" altLang="en-US" sz="1600" dirty="0"/>
              <a:t>都是</a:t>
            </a:r>
            <a:r>
              <a:rPr lang="en-US" altLang="zh-CN" sz="1600" dirty="0"/>
              <a:t>FP16</a:t>
            </a:r>
            <a:r>
              <a:rPr lang="zh-CN" altLang="en-US" sz="1600" dirty="0"/>
              <a:t>的</a:t>
            </a:r>
            <a:endParaRPr lang="en-US" altLang="zh-CN" sz="1600" dirty="0"/>
          </a:p>
          <a:p>
            <a:endParaRPr lang="en-US" altLang="zh-CN" dirty="0"/>
          </a:p>
        </p:txBody>
      </p:sp>
    </p:spTree>
    <p:extLst>
      <p:ext uri="{BB962C8B-B14F-4D97-AF65-F5344CB8AC3E}">
        <p14:creationId xmlns:p14="http://schemas.microsoft.com/office/powerpoint/2010/main" val="199563651"/>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1FA89F76-FD63-4EBF-B747-62CC1D8051B9}"/>
              </a:ext>
            </a:extLst>
          </p:cNvPr>
          <p:cNvSpPr txBox="1"/>
          <p:nvPr/>
        </p:nvSpPr>
        <p:spPr>
          <a:xfrm>
            <a:off x="5410200" y="3224671"/>
            <a:ext cx="192898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Networking</a:t>
            </a:r>
            <a:endParaRPr lang="en-CN" sz="2400" dirty="0"/>
          </a:p>
        </p:txBody>
      </p:sp>
      <p:sp>
        <p:nvSpPr>
          <p:cNvPr id="8" name="TextBox 4">
            <a:extLst>
              <a:ext uri="{FF2B5EF4-FFF2-40B4-BE49-F238E27FC236}">
                <a16:creationId xmlns:a16="http://schemas.microsoft.com/office/drawing/2014/main" id="{1FDD6F8E-F15A-44F6-B354-59B6C754770A}"/>
              </a:ext>
            </a:extLst>
          </p:cNvPr>
          <p:cNvSpPr txBox="1"/>
          <p:nvPr/>
        </p:nvSpPr>
        <p:spPr>
          <a:xfrm>
            <a:off x="2133600" y="3224671"/>
            <a:ext cx="1551805"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Storage</a:t>
            </a:r>
            <a:endParaRPr lang="en-CN" sz="2400" dirty="0"/>
          </a:p>
        </p:txBody>
      </p:sp>
      <p:sp>
        <p:nvSpPr>
          <p:cNvPr id="9" name="TextBox 9">
            <a:extLst>
              <a:ext uri="{FF2B5EF4-FFF2-40B4-BE49-F238E27FC236}">
                <a16:creationId xmlns:a16="http://schemas.microsoft.com/office/drawing/2014/main" id="{704E256C-7C0C-4DB1-A84F-D330BCF76DC7}"/>
              </a:ext>
            </a:extLst>
          </p:cNvPr>
          <p:cNvSpPr txBox="1"/>
          <p:nvPr/>
        </p:nvSpPr>
        <p:spPr>
          <a:xfrm>
            <a:off x="3658100" y="2061562"/>
            <a:ext cx="1584436"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Computing</a:t>
            </a:r>
            <a:endParaRPr lang="en-CN" dirty="0"/>
          </a:p>
        </p:txBody>
      </p:sp>
      <p:sp>
        <p:nvSpPr>
          <p:cNvPr id="2" name="菱形 1">
            <a:extLst>
              <a:ext uri="{FF2B5EF4-FFF2-40B4-BE49-F238E27FC236}">
                <a16:creationId xmlns:a16="http://schemas.microsoft.com/office/drawing/2014/main" id="{3B36B883-A687-4C4D-AB18-C388B2AF1B7A}"/>
              </a:ext>
            </a:extLst>
          </p:cNvPr>
          <p:cNvSpPr/>
          <p:nvPr/>
        </p:nvSpPr>
        <p:spPr bwMode="auto">
          <a:xfrm>
            <a:off x="3261336" y="2620317"/>
            <a:ext cx="1981200" cy="1752600"/>
          </a:xfrm>
          <a:prstGeom prst="diamond">
            <a:avLst/>
          </a:prstGeom>
          <a:solidFill>
            <a:schemeClr val="bg1">
              <a:lumMod val="95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1800" b="1" dirty="0">
                <a:solidFill>
                  <a:schemeClr val="tx1"/>
                </a:solidFill>
                <a:latin typeface="Abadi MT Condensed Light" panose="020B0306030101010103" pitchFamily="34" charset="77"/>
              </a:rPr>
              <a:t>Model</a:t>
            </a:r>
          </a:p>
          <a:p>
            <a:pPr algn="ctr"/>
            <a:r>
              <a:rPr lang="en-CN" altLang="zh-CN" sz="1800" b="1" dirty="0">
                <a:solidFill>
                  <a:schemeClr val="tx1"/>
                </a:solidFill>
                <a:latin typeface="Abadi MT Condensed Light" panose="020B0306030101010103" pitchFamily="34" charset="77"/>
              </a:rPr>
              <a:t>Training</a:t>
            </a:r>
            <a:endParaRPr lang="en-CN" altLang="zh-CN" sz="1400" dirty="0"/>
          </a:p>
        </p:txBody>
      </p:sp>
      <p:sp>
        <p:nvSpPr>
          <p:cNvPr id="10" name="TextBox 9">
            <a:extLst>
              <a:ext uri="{FF2B5EF4-FFF2-40B4-BE49-F238E27FC236}">
                <a16:creationId xmlns:a16="http://schemas.microsoft.com/office/drawing/2014/main" id="{F934BD60-9EFF-4FA8-9F70-BD6B4DE603FE}"/>
              </a:ext>
            </a:extLst>
          </p:cNvPr>
          <p:cNvSpPr txBox="1"/>
          <p:nvPr/>
        </p:nvSpPr>
        <p:spPr>
          <a:xfrm>
            <a:off x="3650166" y="4460402"/>
            <a:ext cx="1592370" cy="461665"/>
          </a:xfrm>
          <a:prstGeom prst="rect">
            <a:avLst/>
          </a:prstGeom>
          <a:noFill/>
        </p:spPr>
        <p:txBody>
          <a:bodyPr wrap="square">
            <a:spAutoFit/>
          </a:bodyPr>
          <a:lstStyle/>
          <a:p>
            <a:r>
              <a:rPr lang="en-US" altLang="zh-CN" sz="2400" kern="0" dirty="0">
                <a:solidFill>
                  <a:prstClr val="black"/>
                </a:solidFill>
                <a:latin typeface="Bahnschrift Condensed" panose="020B0502040204020203" pitchFamily="34" charset="0"/>
                <a:ea typeface="宋体" panose="02010600030101010101" pitchFamily="2" charset="-122"/>
              </a:rPr>
              <a:t>Compiling</a:t>
            </a:r>
            <a:endParaRPr lang="en-CN" dirty="0"/>
          </a:p>
        </p:txBody>
      </p:sp>
      <p:sp>
        <p:nvSpPr>
          <p:cNvPr id="11" name="Title 1">
            <a:extLst>
              <a:ext uri="{FF2B5EF4-FFF2-40B4-BE49-F238E27FC236}">
                <a16:creationId xmlns:a16="http://schemas.microsoft.com/office/drawing/2014/main" id="{45EDF650-8E35-418A-86C8-6178F1B7D135}"/>
              </a:ext>
            </a:extLst>
          </p:cNvPr>
          <p:cNvSpPr>
            <a:spLocks noGrp="1"/>
          </p:cNvSpPr>
          <p:nvPr>
            <p:ph type="title"/>
          </p:nvPr>
        </p:nvSpPr>
        <p:spPr>
          <a:xfrm>
            <a:off x="228600" y="152400"/>
            <a:ext cx="8610600" cy="1066800"/>
          </a:xfrm>
        </p:spPr>
        <p:txBody>
          <a:bodyPr/>
          <a:lstStyle/>
          <a:p>
            <a:r>
              <a:rPr lang="en-US" altLang="zh-CN" spc="-6" dirty="0"/>
              <a:t>AI System: Four Components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543671215"/>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
            <a:extLst>
              <a:ext uri="{FF2B5EF4-FFF2-40B4-BE49-F238E27FC236}">
                <a16:creationId xmlns:a16="http://schemas.microsoft.com/office/drawing/2014/main" id="{9A1293F5-2F20-4E08-A0A8-0C75B73EE11D}"/>
              </a:ext>
            </a:extLst>
          </p:cNvPr>
          <p:cNvSpPr>
            <a:spLocks noGrp="1"/>
          </p:cNvSpPr>
          <p:nvPr>
            <p:ph type="title"/>
          </p:nvPr>
        </p:nvSpPr>
        <p:spPr>
          <a:xfrm>
            <a:off x="228600" y="152400"/>
            <a:ext cx="8610600" cy="1066800"/>
          </a:xfrm>
        </p:spPr>
        <p:txBody>
          <a:bodyPr/>
          <a:lstStyle/>
          <a:p>
            <a:r>
              <a:rPr lang="en-US" altLang="zh-CN" spc="-6" dirty="0"/>
              <a:t>AI System: Storage</a:t>
            </a:r>
            <a:endParaRPr lang="en-US" altLang="en-US" dirty="0">
              <a:ea typeface="ＭＳ Ｐゴシック" panose="020B0600070205080204" pitchFamily="34" charset="-128"/>
            </a:endParaRPr>
          </a:p>
        </p:txBody>
      </p:sp>
      <p:pic>
        <p:nvPicPr>
          <p:cNvPr id="3" name="图片 2">
            <a:extLst>
              <a:ext uri="{FF2B5EF4-FFF2-40B4-BE49-F238E27FC236}">
                <a16:creationId xmlns:a16="http://schemas.microsoft.com/office/drawing/2014/main" id="{D2BAAA5F-E4DB-4D99-A59F-D80B697CCF7E}"/>
              </a:ext>
            </a:extLst>
          </p:cNvPr>
          <p:cNvPicPr>
            <a:picLocks noChangeAspect="1"/>
          </p:cNvPicPr>
          <p:nvPr/>
        </p:nvPicPr>
        <p:blipFill>
          <a:blip r:embed="rId2"/>
          <a:stretch>
            <a:fillRect/>
          </a:stretch>
        </p:blipFill>
        <p:spPr>
          <a:xfrm>
            <a:off x="0" y="1219200"/>
            <a:ext cx="9144000" cy="5059557"/>
          </a:xfrm>
          <a:prstGeom prst="rect">
            <a:avLst/>
          </a:prstGeom>
        </p:spPr>
      </p:pic>
    </p:spTree>
    <p:extLst>
      <p:ext uri="{BB962C8B-B14F-4D97-AF65-F5344CB8AC3E}">
        <p14:creationId xmlns:p14="http://schemas.microsoft.com/office/powerpoint/2010/main" val="3354185647"/>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dirty="0" err="1">
                <a:ea typeface="ＭＳ Ｐゴシック" panose="020B0600070205080204" pitchFamily="34" charset="-128"/>
              </a:rPr>
              <a:t>ZeRO</a:t>
            </a:r>
            <a:r>
              <a:rPr lang="en-US" altLang="zh-CN" dirty="0">
                <a:ea typeface="ＭＳ Ｐゴシック" panose="020B0600070205080204" pitchFamily="34" charset="-128"/>
              </a:rPr>
              <a:t>: </a:t>
            </a:r>
            <a:r>
              <a:rPr lang="en-US" altLang="zh-CN" dirty="0"/>
              <a:t>Zero Redundancy Optimizer</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82</a:t>
            </a:fld>
            <a:endParaRPr lang="en-US" altLang="en-US" sz="1600">
              <a:solidFill>
                <a:srgbClr val="000000"/>
              </a:solidFill>
              <a:latin typeface="Garamond" panose="02020404030301010803" pitchFamily="18" charset="0"/>
            </a:endParaRPr>
          </a:p>
        </p:txBody>
      </p:sp>
      <p:sp>
        <p:nvSpPr>
          <p:cNvPr id="6" name="object 3">
            <a:extLst>
              <a:ext uri="{FF2B5EF4-FFF2-40B4-BE49-F238E27FC236}">
                <a16:creationId xmlns:a16="http://schemas.microsoft.com/office/drawing/2014/main" id="{98C054C3-F60C-4562-A0FF-F10A0F5D90AC}"/>
              </a:ext>
            </a:extLst>
          </p:cNvPr>
          <p:cNvSpPr txBox="1"/>
          <p:nvPr/>
        </p:nvSpPr>
        <p:spPr>
          <a:xfrm>
            <a:off x="210162" y="4800600"/>
            <a:ext cx="8915400" cy="1265446"/>
          </a:xfrm>
          <a:prstGeom prst="rect">
            <a:avLst/>
          </a:prstGeom>
        </p:spPr>
        <p:txBody>
          <a:bodyPr vert="horz" wrap="square" lIns="0" tIns="79728" rIns="0" bIns="0" rtlCol="0">
            <a:spAutoFit/>
          </a:bodyPr>
          <a:lstStyle/>
          <a:p>
            <a:pPr marL="332313" indent="-318908">
              <a:spcBef>
                <a:spcPts val="628"/>
              </a:spcBef>
              <a:buClr>
                <a:srgbClr val="B2B2B2"/>
              </a:buClr>
              <a:buFont typeface="Arial"/>
              <a:buChar char="•"/>
              <a:tabLst>
                <a:tab pos="332313" algn="l"/>
                <a:tab pos="333019" algn="l"/>
              </a:tabLst>
            </a:pPr>
            <a:r>
              <a:rPr lang="en-US" sz="2400" b="1" spc="-6" dirty="0">
                <a:latin typeface="Trebuchet MS"/>
                <a:cs typeface="Trebuchet MS"/>
              </a:rPr>
              <a:t>Key Idea: </a:t>
            </a:r>
          </a:p>
          <a:p>
            <a:pPr marL="789513" lvl="1" indent="-318908">
              <a:spcBef>
                <a:spcPts val="628"/>
              </a:spcBef>
              <a:buClr>
                <a:srgbClr val="B2B2B2"/>
              </a:buClr>
              <a:buFont typeface="Arial"/>
              <a:buChar char="•"/>
              <a:tabLst>
                <a:tab pos="332313" algn="l"/>
                <a:tab pos="333019" algn="l"/>
              </a:tabLst>
            </a:pPr>
            <a:r>
              <a:rPr lang="en-US" sz="2400" spc="-6" dirty="0">
                <a:latin typeface="Trebuchet MS"/>
                <a:cs typeface="Trebuchet MS"/>
              </a:rPr>
              <a:t>Each GPU stores a subset of optimizer states, rather than the whole states like data parallel. </a:t>
            </a:r>
            <a:endParaRPr sz="2400" dirty="0">
              <a:latin typeface="Trebuchet MS"/>
              <a:cs typeface="Trebuchet MS"/>
            </a:endParaRPr>
          </a:p>
        </p:txBody>
      </p:sp>
      <p:pic>
        <p:nvPicPr>
          <p:cNvPr id="3" name="图片 2">
            <a:extLst>
              <a:ext uri="{FF2B5EF4-FFF2-40B4-BE49-F238E27FC236}">
                <a16:creationId xmlns:a16="http://schemas.microsoft.com/office/drawing/2014/main" id="{4B89C3A9-ED5A-4365-ACF4-3025A7E2098B}"/>
              </a:ext>
            </a:extLst>
          </p:cNvPr>
          <p:cNvPicPr>
            <a:picLocks noChangeAspect="1"/>
          </p:cNvPicPr>
          <p:nvPr/>
        </p:nvPicPr>
        <p:blipFill>
          <a:blip r:embed="rId2"/>
          <a:stretch>
            <a:fillRect/>
          </a:stretch>
        </p:blipFill>
        <p:spPr>
          <a:xfrm>
            <a:off x="1563324" y="990600"/>
            <a:ext cx="6209076" cy="3219521"/>
          </a:xfrm>
          <a:prstGeom prst="rect">
            <a:avLst/>
          </a:prstGeom>
        </p:spPr>
      </p:pic>
    </p:spTree>
    <p:extLst>
      <p:ext uri="{BB962C8B-B14F-4D97-AF65-F5344CB8AC3E}">
        <p14:creationId xmlns:p14="http://schemas.microsoft.com/office/powerpoint/2010/main" val="3223569643"/>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dirty="0" err="1">
                <a:ea typeface="ＭＳ Ｐゴシック" panose="020B0600070205080204" pitchFamily="34" charset="-128"/>
              </a:rPr>
              <a:t>ZeRO</a:t>
            </a:r>
            <a:r>
              <a:rPr lang="en-US" altLang="zh-CN" dirty="0">
                <a:ea typeface="ＭＳ Ｐゴシック" panose="020B0600070205080204" pitchFamily="34" charset="-128"/>
              </a:rPr>
              <a:t>: </a:t>
            </a:r>
            <a:r>
              <a:rPr lang="en-US" altLang="zh-CN" dirty="0"/>
              <a:t>Zero Redundancy Optimizer</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83</a:t>
            </a:fld>
            <a:endParaRPr lang="en-US" altLang="en-US" sz="1600">
              <a:solidFill>
                <a:srgbClr val="000000"/>
              </a:solidFill>
              <a:latin typeface="Garamond" panose="02020404030301010803" pitchFamily="18" charset="0"/>
            </a:endParaRPr>
          </a:p>
        </p:txBody>
      </p:sp>
      <p:pic>
        <p:nvPicPr>
          <p:cNvPr id="2" name="图片 1">
            <a:extLst>
              <a:ext uri="{FF2B5EF4-FFF2-40B4-BE49-F238E27FC236}">
                <a16:creationId xmlns:a16="http://schemas.microsoft.com/office/drawing/2014/main" id="{F2AD1596-D569-4EC9-B2E2-967FBF0AEDBB}"/>
              </a:ext>
            </a:extLst>
          </p:cNvPr>
          <p:cNvPicPr>
            <a:picLocks noChangeAspect="1"/>
          </p:cNvPicPr>
          <p:nvPr/>
        </p:nvPicPr>
        <p:blipFill>
          <a:blip r:embed="rId2"/>
          <a:stretch>
            <a:fillRect/>
          </a:stretch>
        </p:blipFill>
        <p:spPr>
          <a:xfrm>
            <a:off x="244129" y="899546"/>
            <a:ext cx="8139300" cy="4191000"/>
          </a:xfrm>
          <a:prstGeom prst="rect">
            <a:avLst/>
          </a:prstGeom>
        </p:spPr>
      </p:pic>
      <p:sp>
        <p:nvSpPr>
          <p:cNvPr id="4" name="矩形 3">
            <a:extLst>
              <a:ext uri="{FF2B5EF4-FFF2-40B4-BE49-F238E27FC236}">
                <a16:creationId xmlns:a16="http://schemas.microsoft.com/office/drawing/2014/main" id="{9611A6D8-1B2A-4545-8D4B-ADA0A807E92A}"/>
              </a:ext>
            </a:extLst>
          </p:cNvPr>
          <p:cNvSpPr/>
          <p:nvPr/>
        </p:nvSpPr>
        <p:spPr>
          <a:xfrm>
            <a:off x="228600" y="5090546"/>
            <a:ext cx="7543800" cy="907941"/>
          </a:xfrm>
          <a:prstGeom prst="rect">
            <a:avLst/>
          </a:prstGeom>
        </p:spPr>
        <p:txBody>
          <a:bodyPr wrap="square">
            <a:spAutoFit/>
          </a:bodyPr>
          <a:lstStyle/>
          <a:p>
            <a:pPr marL="332313" indent="-318908">
              <a:spcBef>
                <a:spcPts val="628"/>
              </a:spcBef>
              <a:buClr>
                <a:srgbClr val="B2B2B2"/>
              </a:buClr>
              <a:buFont typeface="Arial"/>
              <a:buChar char="•"/>
              <a:tabLst>
                <a:tab pos="332313" algn="l"/>
                <a:tab pos="333019" algn="l"/>
              </a:tabLst>
            </a:pPr>
            <a:r>
              <a:rPr lang="en-US" altLang="zh-CN" sz="2400" b="1" spc="-6" dirty="0">
                <a:latin typeface="Trebuchet MS"/>
                <a:cs typeface="Trebuchet MS"/>
              </a:rPr>
              <a:t>Benefit: </a:t>
            </a:r>
          </a:p>
          <a:p>
            <a:pPr marL="789513" lvl="1" indent="-318908">
              <a:spcBef>
                <a:spcPts val="628"/>
              </a:spcBef>
              <a:buClr>
                <a:srgbClr val="B2B2B2"/>
              </a:buClr>
              <a:buFont typeface="Arial"/>
              <a:buChar char="•"/>
              <a:tabLst>
                <a:tab pos="332313" algn="l"/>
                <a:tab pos="333019" algn="l"/>
              </a:tabLst>
            </a:pPr>
            <a:r>
              <a:rPr lang="en-US" altLang="zh-CN" sz="2400" spc="-6" dirty="0">
                <a:latin typeface="Trebuchet MS"/>
                <a:cs typeface="Trebuchet MS"/>
              </a:rPr>
              <a:t>Training a larger model. </a:t>
            </a:r>
            <a:endParaRPr lang="en-US" altLang="zh-CN" sz="2400" dirty="0">
              <a:latin typeface="Trebuchet MS"/>
              <a:cs typeface="Trebuchet MS"/>
            </a:endParaRPr>
          </a:p>
        </p:txBody>
      </p:sp>
    </p:spTree>
    <p:extLst>
      <p:ext uri="{BB962C8B-B14F-4D97-AF65-F5344CB8AC3E}">
        <p14:creationId xmlns:p14="http://schemas.microsoft.com/office/powerpoint/2010/main" val="2445631891"/>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86800" cy="1066800"/>
          </a:xfrm>
        </p:spPr>
        <p:txBody>
          <a:bodyPr/>
          <a:lstStyle/>
          <a:p>
            <a:r>
              <a:rPr lang="en-US" altLang="zh-CN" dirty="0">
                <a:ea typeface="ＭＳ Ｐゴシック" panose="020B0600070205080204" pitchFamily="34" charset="-128"/>
              </a:rPr>
              <a:t>Overhead of </a:t>
            </a:r>
            <a:r>
              <a:rPr lang="en-US" altLang="zh-CN" dirty="0" err="1">
                <a:ea typeface="ＭＳ Ｐゴシック" panose="020B0600070205080204" pitchFamily="34" charset="-128"/>
              </a:rPr>
              <a:t>ZeRO</a:t>
            </a:r>
            <a:r>
              <a:rPr lang="en-US" altLang="zh-CN" dirty="0">
                <a:ea typeface="ＭＳ Ｐゴシック" panose="020B0600070205080204" pitchFamily="34" charset="-128"/>
              </a:rPr>
              <a:t>: </a:t>
            </a:r>
            <a:r>
              <a:rPr lang="en-US" altLang="zh-CN" dirty="0"/>
              <a:t>More Communication</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84</a:t>
            </a:fld>
            <a:endParaRPr lang="en-US" altLang="en-US" sz="1600">
              <a:solidFill>
                <a:srgbClr val="000000"/>
              </a:solidFill>
              <a:latin typeface="Garamond" panose="02020404030301010803" pitchFamily="18" charset="0"/>
            </a:endParaRPr>
          </a:p>
        </p:txBody>
      </p:sp>
      <p:pic>
        <p:nvPicPr>
          <p:cNvPr id="3" name="图片 2">
            <a:extLst>
              <a:ext uri="{FF2B5EF4-FFF2-40B4-BE49-F238E27FC236}">
                <a16:creationId xmlns:a16="http://schemas.microsoft.com/office/drawing/2014/main" id="{F4D6DA70-1473-4B35-A6B0-7726C35494F6}"/>
              </a:ext>
            </a:extLst>
          </p:cNvPr>
          <p:cNvPicPr>
            <a:picLocks noChangeAspect="1"/>
          </p:cNvPicPr>
          <p:nvPr/>
        </p:nvPicPr>
        <p:blipFill>
          <a:blip r:embed="rId2"/>
          <a:stretch>
            <a:fillRect/>
          </a:stretch>
        </p:blipFill>
        <p:spPr>
          <a:xfrm>
            <a:off x="433996" y="955833"/>
            <a:ext cx="3873108" cy="5296820"/>
          </a:xfrm>
          <a:prstGeom prst="rect">
            <a:avLst/>
          </a:prstGeom>
        </p:spPr>
      </p:pic>
      <p:cxnSp>
        <p:nvCxnSpPr>
          <p:cNvPr id="5" name="直接连接符 4">
            <a:extLst>
              <a:ext uri="{FF2B5EF4-FFF2-40B4-BE49-F238E27FC236}">
                <a16:creationId xmlns:a16="http://schemas.microsoft.com/office/drawing/2014/main" id="{7912CF7E-F9DD-4D2F-9CF6-F66B8FB23A4F}"/>
              </a:ext>
            </a:extLst>
          </p:cNvPr>
          <p:cNvCxnSpPr/>
          <p:nvPr/>
        </p:nvCxnSpPr>
        <p:spPr bwMode="auto">
          <a:xfrm>
            <a:off x="4343400" y="990600"/>
            <a:ext cx="1371600" cy="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8" name="直接连接符 7">
            <a:extLst>
              <a:ext uri="{FF2B5EF4-FFF2-40B4-BE49-F238E27FC236}">
                <a16:creationId xmlns:a16="http://schemas.microsoft.com/office/drawing/2014/main" id="{EF0F1F59-69D9-4EF5-A29E-72888EC86372}"/>
              </a:ext>
            </a:extLst>
          </p:cNvPr>
          <p:cNvCxnSpPr/>
          <p:nvPr/>
        </p:nvCxnSpPr>
        <p:spPr bwMode="auto">
          <a:xfrm>
            <a:off x="4343400" y="2057400"/>
            <a:ext cx="1371600" cy="0"/>
          </a:xfrm>
          <a:prstGeom prst="line">
            <a:avLst/>
          </a:prstGeom>
          <a:solidFill>
            <a:srgbClr val="C0C0C0"/>
          </a:solidFill>
          <a:ln w="9525" cap="flat" cmpd="sng" algn="ctr">
            <a:solidFill>
              <a:schemeClr val="tx1"/>
            </a:solidFill>
            <a:prstDash val="solid"/>
            <a:round/>
            <a:headEnd type="none" w="med" len="med"/>
            <a:tailEnd type="none" w="med" len="med"/>
          </a:ln>
          <a:effectLst/>
        </p:spPr>
      </p:cxnSp>
      <p:sp>
        <p:nvSpPr>
          <p:cNvPr id="6" name="矩形 5">
            <a:extLst>
              <a:ext uri="{FF2B5EF4-FFF2-40B4-BE49-F238E27FC236}">
                <a16:creationId xmlns:a16="http://schemas.microsoft.com/office/drawing/2014/main" id="{65FBE858-C6BF-4636-B63D-692F54D3055C}"/>
              </a:ext>
            </a:extLst>
          </p:cNvPr>
          <p:cNvSpPr/>
          <p:nvPr/>
        </p:nvSpPr>
        <p:spPr>
          <a:xfrm>
            <a:off x="4254469" y="1207644"/>
            <a:ext cx="1606241" cy="584775"/>
          </a:xfrm>
          <a:prstGeom prst="rect">
            <a:avLst/>
          </a:prstGeom>
        </p:spPr>
        <p:txBody>
          <a:bodyPr wrap="square">
            <a:spAutoFit/>
          </a:bodyPr>
          <a:lstStyle/>
          <a:p>
            <a:r>
              <a:rPr lang="en-US" altLang="zh-CN" sz="1600" b="1" spc="-6" dirty="0">
                <a:latin typeface="Trebuchet MS"/>
                <a:cs typeface="Trebuchet MS"/>
              </a:rPr>
              <a:t>Typical </a:t>
            </a:r>
            <a:r>
              <a:rPr lang="en-US" altLang="zh-CN" sz="1600" b="1" spc="-6" dirty="0" err="1">
                <a:latin typeface="Trebuchet MS"/>
                <a:cs typeface="Trebuchet MS"/>
              </a:rPr>
              <a:t>PyTorch</a:t>
            </a:r>
            <a:r>
              <a:rPr lang="en-US" altLang="zh-CN" sz="1600" b="1" spc="-6" dirty="0">
                <a:latin typeface="Trebuchet MS"/>
                <a:cs typeface="Trebuchet MS"/>
              </a:rPr>
              <a:t> step:</a:t>
            </a:r>
            <a:endParaRPr lang="zh-CN" altLang="en-US" sz="1600" dirty="0"/>
          </a:p>
        </p:txBody>
      </p:sp>
      <p:cxnSp>
        <p:nvCxnSpPr>
          <p:cNvPr id="13" name="直接连接符 12">
            <a:extLst>
              <a:ext uri="{FF2B5EF4-FFF2-40B4-BE49-F238E27FC236}">
                <a16:creationId xmlns:a16="http://schemas.microsoft.com/office/drawing/2014/main" id="{4FE57D67-9ED9-4938-BFE6-4D5AF7762423}"/>
              </a:ext>
            </a:extLst>
          </p:cNvPr>
          <p:cNvCxnSpPr/>
          <p:nvPr/>
        </p:nvCxnSpPr>
        <p:spPr bwMode="auto">
          <a:xfrm>
            <a:off x="4248961" y="3352800"/>
            <a:ext cx="1371600" cy="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A3583702-C08A-4012-ADE6-E6F5D15C6A78}"/>
              </a:ext>
            </a:extLst>
          </p:cNvPr>
          <p:cNvCxnSpPr/>
          <p:nvPr/>
        </p:nvCxnSpPr>
        <p:spPr bwMode="auto">
          <a:xfrm>
            <a:off x="4261692" y="4343400"/>
            <a:ext cx="1371600" cy="0"/>
          </a:xfrm>
          <a:prstGeom prst="line">
            <a:avLst/>
          </a:prstGeom>
          <a:solidFill>
            <a:srgbClr val="C0C0C0"/>
          </a:solidFill>
          <a:ln w="9525" cap="flat" cmpd="sng" algn="ctr">
            <a:solidFill>
              <a:schemeClr val="tx1"/>
            </a:solidFill>
            <a:prstDash val="solid"/>
            <a:round/>
            <a:headEnd type="none" w="med" len="med"/>
            <a:tailEnd type="none" w="med" len="med"/>
          </a:ln>
          <a:effectLst/>
        </p:spPr>
      </p:cxnSp>
      <p:sp>
        <p:nvSpPr>
          <p:cNvPr id="15" name="矩形 14">
            <a:extLst>
              <a:ext uri="{FF2B5EF4-FFF2-40B4-BE49-F238E27FC236}">
                <a16:creationId xmlns:a16="http://schemas.microsoft.com/office/drawing/2014/main" id="{ACDFBF8F-E3C3-4A42-A6C4-F7495E70C590}"/>
              </a:ext>
            </a:extLst>
          </p:cNvPr>
          <p:cNvSpPr/>
          <p:nvPr/>
        </p:nvSpPr>
        <p:spPr>
          <a:xfrm>
            <a:off x="4254469" y="3605410"/>
            <a:ext cx="1606241" cy="338554"/>
          </a:xfrm>
          <a:prstGeom prst="rect">
            <a:avLst/>
          </a:prstGeom>
        </p:spPr>
        <p:txBody>
          <a:bodyPr wrap="square">
            <a:spAutoFit/>
          </a:bodyPr>
          <a:lstStyle/>
          <a:p>
            <a:r>
              <a:rPr lang="en-US" altLang="zh-CN" sz="1600" b="1" spc="-6" dirty="0">
                <a:latin typeface="Trebuchet MS"/>
                <a:cs typeface="Trebuchet MS"/>
              </a:rPr>
              <a:t>Forward:</a:t>
            </a:r>
            <a:endParaRPr lang="zh-CN" altLang="en-US" sz="1600" dirty="0"/>
          </a:p>
        </p:txBody>
      </p:sp>
      <p:cxnSp>
        <p:nvCxnSpPr>
          <p:cNvPr id="17" name="直接连接符 16">
            <a:extLst>
              <a:ext uri="{FF2B5EF4-FFF2-40B4-BE49-F238E27FC236}">
                <a16:creationId xmlns:a16="http://schemas.microsoft.com/office/drawing/2014/main" id="{5DA53990-2ACE-49E6-8B73-FA621F230CF1}"/>
              </a:ext>
            </a:extLst>
          </p:cNvPr>
          <p:cNvCxnSpPr/>
          <p:nvPr/>
        </p:nvCxnSpPr>
        <p:spPr bwMode="auto">
          <a:xfrm>
            <a:off x="4248961" y="5715000"/>
            <a:ext cx="1371600" cy="0"/>
          </a:xfrm>
          <a:prstGeom prst="line">
            <a:avLst/>
          </a:prstGeom>
          <a:solidFill>
            <a:srgbClr val="C0C0C0"/>
          </a:solidFill>
          <a:ln w="9525" cap="flat" cmpd="sng" algn="ctr">
            <a:solidFill>
              <a:schemeClr val="tx1"/>
            </a:solidFill>
            <a:prstDash val="solid"/>
            <a:round/>
            <a:headEnd type="none" w="med" len="med"/>
            <a:tailEnd type="none" w="med" len="med"/>
          </a:ln>
          <a:effectLst/>
        </p:spPr>
      </p:cxnSp>
      <p:sp>
        <p:nvSpPr>
          <p:cNvPr id="18" name="矩形 17">
            <a:extLst>
              <a:ext uri="{FF2B5EF4-FFF2-40B4-BE49-F238E27FC236}">
                <a16:creationId xmlns:a16="http://schemas.microsoft.com/office/drawing/2014/main" id="{C2C1D06B-56ED-41E4-9B68-14631148DD9B}"/>
              </a:ext>
            </a:extLst>
          </p:cNvPr>
          <p:cNvSpPr/>
          <p:nvPr/>
        </p:nvSpPr>
        <p:spPr>
          <a:xfrm>
            <a:off x="4248961" y="5008071"/>
            <a:ext cx="1606241" cy="338554"/>
          </a:xfrm>
          <a:prstGeom prst="rect">
            <a:avLst/>
          </a:prstGeom>
        </p:spPr>
        <p:txBody>
          <a:bodyPr wrap="square">
            <a:spAutoFit/>
          </a:bodyPr>
          <a:lstStyle/>
          <a:p>
            <a:r>
              <a:rPr lang="en-US" altLang="zh-CN" sz="1600" b="1" spc="-6" dirty="0">
                <a:latin typeface="Trebuchet MS"/>
                <a:cs typeface="Trebuchet MS"/>
              </a:rPr>
              <a:t>Backward:</a:t>
            </a:r>
            <a:endParaRPr lang="zh-CN" altLang="en-US" sz="1600" dirty="0"/>
          </a:p>
        </p:txBody>
      </p:sp>
      <p:sp>
        <p:nvSpPr>
          <p:cNvPr id="19" name="矩形 18">
            <a:extLst>
              <a:ext uri="{FF2B5EF4-FFF2-40B4-BE49-F238E27FC236}">
                <a16:creationId xmlns:a16="http://schemas.microsoft.com/office/drawing/2014/main" id="{ACDFCD37-73EC-454B-8A39-7D07713F8A44}"/>
              </a:ext>
            </a:extLst>
          </p:cNvPr>
          <p:cNvSpPr/>
          <p:nvPr/>
        </p:nvSpPr>
        <p:spPr>
          <a:xfrm>
            <a:off x="4261692" y="5914099"/>
            <a:ext cx="1606241" cy="338554"/>
          </a:xfrm>
          <a:prstGeom prst="rect">
            <a:avLst/>
          </a:prstGeom>
        </p:spPr>
        <p:txBody>
          <a:bodyPr wrap="square">
            <a:spAutoFit/>
          </a:bodyPr>
          <a:lstStyle/>
          <a:p>
            <a:r>
              <a:rPr lang="en-US" altLang="zh-CN" sz="1600" b="1" spc="-6" dirty="0">
                <a:latin typeface="Trebuchet MS"/>
                <a:cs typeface="Trebuchet MS"/>
              </a:rPr>
              <a:t>Optimizer:</a:t>
            </a:r>
            <a:endParaRPr lang="zh-CN" altLang="en-US" sz="1600" dirty="0"/>
          </a:p>
        </p:txBody>
      </p:sp>
      <p:sp>
        <p:nvSpPr>
          <p:cNvPr id="20" name="Data Ar">
            <a:extLst>
              <a:ext uri="{FF2B5EF4-FFF2-40B4-BE49-F238E27FC236}">
                <a16:creationId xmlns:a16="http://schemas.microsoft.com/office/drawing/2014/main" id="{97BB6D63-35F5-4BE6-8E8B-7D944A1F49A6}"/>
              </a:ext>
            </a:extLst>
          </p:cNvPr>
          <p:cNvSpPr/>
          <p:nvPr/>
        </p:nvSpPr>
        <p:spPr>
          <a:xfrm>
            <a:off x="5486400" y="2474846"/>
            <a:ext cx="3475955" cy="584725"/>
          </a:xfrm>
          <a:prstGeom prst="rect">
            <a:avLst/>
          </a:prstGeom>
          <a:ln w="25400">
            <a:solidFill>
              <a:srgbClr val="C00000"/>
            </a:solidFill>
            <a:miter lim="400000"/>
          </a:ln>
          <a:extLst>
            <a:ext uri="{C572A759-6A51-4108-AA02-DFA0A04FC94B}">
              <ma14:wrappingTextBoxFlag xmlns="" xmlns:ma14="http://schemas.microsoft.com/office/mac/drawingml/2011/main" val="1"/>
            </a:ext>
          </a:extLst>
        </p:spPr>
        <p:txBody>
          <a:bodyPr wrap="square" lIns="45695" tIns="45695" rIns="45695" bIns="45695">
            <a:spAutoFit/>
          </a:bodyPr>
          <a:lstStyle/>
          <a:p>
            <a:pPr defTabSz="914400">
              <a:defRPr sz="2400">
                <a:solidFill>
                  <a:srgbClr val="000000"/>
                </a:solidFill>
                <a:latin typeface="DINPro-Regular"/>
                <a:ea typeface="DINPro-Regular"/>
                <a:cs typeface="DINPro-Regular"/>
                <a:sym typeface="DINPro-Regular"/>
              </a:defRPr>
            </a:pPr>
            <a:r>
              <a:rPr lang="en-US" sz="3200" b="1" baseline="-5998" dirty="0">
                <a:solidFill>
                  <a:srgbClr val="FF2600"/>
                </a:solidFill>
                <a:latin typeface="DINPro-Bold"/>
                <a:ea typeface="DINPro-Bold"/>
                <a:cs typeface="DINPro-Bold"/>
                <a:sym typeface="DINPro-Bold"/>
              </a:rPr>
              <a:t>Overhead</a:t>
            </a:r>
            <a:r>
              <a:rPr lang="en-US" sz="3200" baseline="-5998" dirty="0">
                <a:solidFill>
                  <a:srgbClr val="FF2600"/>
                </a:solidFill>
                <a:latin typeface="DINPro-Bold"/>
                <a:ea typeface="DINPro-Bold"/>
                <a:cs typeface="DINPro-Bold"/>
                <a:sym typeface="DINPro-Bold"/>
              </a:rPr>
              <a:t>:</a:t>
            </a:r>
            <a:r>
              <a:rPr lang="en-US" sz="3200" dirty="0">
                <a:solidFill>
                  <a:srgbClr val="FF2600"/>
                </a:solidFill>
                <a:latin typeface="DINPro-Bold"/>
                <a:ea typeface="DINPro-Bold"/>
                <a:cs typeface="DINPro-Bold"/>
                <a:sym typeface="DINPro-Bold"/>
              </a:rPr>
              <a:t> </a:t>
            </a:r>
            <a:r>
              <a:rPr lang="en-US" sz="2400" dirty="0">
                <a:solidFill>
                  <a:srgbClr val="FF2600"/>
                </a:solidFill>
                <a:latin typeface="DINPro-Bold"/>
                <a:ea typeface="DINPro-Bold"/>
                <a:cs typeface="DINPro-Bold"/>
                <a:sym typeface="DINPro-Bold"/>
              </a:rPr>
              <a:t>more collectives</a:t>
            </a:r>
            <a:endParaRPr sz="3200" baseline="-5998" dirty="0">
              <a:solidFill>
                <a:srgbClr val="FF2600"/>
              </a:solidFill>
              <a:latin typeface="DINPro-Bold"/>
              <a:ea typeface="DINPro-Bold"/>
              <a:cs typeface="DINPro-Bold"/>
              <a:sym typeface="DINPro-Bold"/>
            </a:endParaRPr>
          </a:p>
        </p:txBody>
      </p:sp>
      <p:sp>
        <p:nvSpPr>
          <p:cNvPr id="21" name="Data Ar">
            <a:extLst>
              <a:ext uri="{FF2B5EF4-FFF2-40B4-BE49-F238E27FC236}">
                <a16:creationId xmlns:a16="http://schemas.microsoft.com/office/drawing/2014/main" id="{E5188B59-7739-4D34-9374-0ECC200A7731}"/>
              </a:ext>
            </a:extLst>
          </p:cNvPr>
          <p:cNvSpPr/>
          <p:nvPr/>
        </p:nvSpPr>
        <p:spPr>
          <a:xfrm>
            <a:off x="990600" y="3618449"/>
            <a:ext cx="3194892" cy="234954"/>
          </a:xfrm>
          <a:prstGeom prst="rect">
            <a:avLst/>
          </a:prstGeom>
          <a:ln w="25400">
            <a:solidFill>
              <a:srgbClr val="C00000"/>
            </a:solidFill>
            <a:miter lim="400000"/>
          </a:ln>
          <a:extLst>
            <a:ext uri="{C572A759-6A51-4108-AA02-DFA0A04FC94B}">
              <ma14:wrappingTextBoxFlag xmlns="" xmlns:ma14="http://schemas.microsoft.com/office/mac/drawingml/2011/main" val="1"/>
            </a:ext>
          </a:extLst>
        </p:spPr>
        <p:txBody>
          <a:bodyPr wrap="square" lIns="45695" tIns="45695" rIns="45695" bIns="45695">
            <a:spAutoFit/>
          </a:bodyPr>
          <a:lstStyle/>
          <a:p>
            <a:pPr defTabSz="914400">
              <a:defRPr sz="2400">
                <a:solidFill>
                  <a:srgbClr val="000000"/>
                </a:solidFill>
                <a:latin typeface="DINPro-Regular"/>
                <a:ea typeface="DINPro-Regular"/>
                <a:cs typeface="DINPro-Regular"/>
                <a:sym typeface="DINPro-Regular"/>
              </a:defRPr>
            </a:pPr>
            <a:endParaRPr sz="3200" baseline="-5998" dirty="0">
              <a:solidFill>
                <a:srgbClr val="FF2600"/>
              </a:solidFill>
              <a:latin typeface="DINPro-Bold"/>
              <a:ea typeface="DINPro-Bold"/>
              <a:cs typeface="DINPro-Bold"/>
              <a:sym typeface="DINPro-Bold"/>
            </a:endParaRPr>
          </a:p>
        </p:txBody>
      </p:sp>
      <p:sp>
        <p:nvSpPr>
          <p:cNvPr id="22" name="Data Ar">
            <a:extLst>
              <a:ext uri="{FF2B5EF4-FFF2-40B4-BE49-F238E27FC236}">
                <a16:creationId xmlns:a16="http://schemas.microsoft.com/office/drawing/2014/main" id="{29F9D649-ED98-403B-B8F9-F8BB9AF47415}"/>
              </a:ext>
            </a:extLst>
          </p:cNvPr>
          <p:cNvSpPr/>
          <p:nvPr/>
        </p:nvSpPr>
        <p:spPr>
          <a:xfrm>
            <a:off x="1048652" y="4808973"/>
            <a:ext cx="3194892" cy="234954"/>
          </a:xfrm>
          <a:prstGeom prst="rect">
            <a:avLst/>
          </a:prstGeom>
          <a:ln w="25400">
            <a:solidFill>
              <a:srgbClr val="C00000"/>
            </a:solidFill>
            <a:miter lim="400000"/>
          </a:ln>
          <a:extLst>
            <a:ext uri="{C572A759-6A51-4108-AA02-DFA0A04FC94B}">
              <ma14:wrappingTextBoxFlag xmlns="" xmlns:ma14="http://schemas.microsoft.com/office/mac/drawingml/2011/main" val="1"/>
            </a:ext>
          </a:extLst>
        </p:spPr>
        <p:txBody>
          <a:bodyPr wrap="square" lIns="45695" tIns="45695" rIns="45695" bIns="45695">
            <a:spAutoFit/>
          </a:bodyPr>
          <a:lstStyle/>
          <a:p>
            <a:pPr defTabSz="914400">
              <a:defRPr sz="2400">
                <a:solidFill>
                  <a:srgbClr val="000000"/>
                </a:solidFill>
                <a:latin typeface="DINPro-Regular"/>
                <a:ea typeface="DINPro-Regular"/>
                <a:cs typeface="DINPro-Regular"/>
                <a:sym typeface="DINPro-Regular"/>
              </a:defRPr>
            </a:pPr>
            <a:endParaRPr sz="3200" baseline="-5998" dirty="0">
              <a:solidFill>
                <a:srgbClr val="FF2600"/>
              </a:solidFill>
              <a:latin typeface="DINPro-Bold"/>
              <a:ea typeface="DINPro-Bold"/>
              <a:cs typeface="DINPro-Bold"/>
              <a:sym typeface="DINPro-Bold"/>
            </a:endParaRPr>
          </a:p>
        </p:txBody>
      </p:sp>
      <p:sp>
        <p:nvSpPr>
          <p:cNvPr id="23" name="Data Ar">
            <a:extLst>
              <a:ext uri="{FF2B5EF4-FFF2-40B4-BE49-F238E27FC236}">
                <a16:creationId xmlns:a16="http://schemas.microsoft.com/office/drawing/2014/main" id="{42ED1B2F-F74C-4E24-9001-7752AFC69E9A}"/>
              </a:ext>
            </a:extLst>
          </p:cNvPr>
          <p:cNvSpPr/>
          <p:nvPr/>
        </p:nvSpPr>
        <p:spPr>
          <a:xfrm>
            <a:off x="1045219" y="5114377"/>
            <a:ext cx="3194892" cy="234954"/>
          </a:xfrm>
          <a:prstGeom prst="rect">
            <a:avLst/>
          </a:prstGeom>
          <a:ln w="25400">
            <a:solidFill>
              <a:srgbClr val="C00000"/>
            </a:solidFill>
            <a:miter lim="400000"/>
          </a:ln>
          <a:extLst>
            <a:ext uri="{C572A759-6A51-4108-AA02-DFA0A04FC94B}">
              <ma14:wrappingTextBoxFlag xmlns="" xmlns:ma14="http://schemas.microsoft.com/office/mac/drawingml/2011/main" val="1"/>
            </a:ext>
          </a:extLst>
        </p:spPr>
        <p:txBody>
          <a:bodyPr wrap="square" lIns="45695" tIns="45695" rIns="45695" bIns="45695">
            <a:spAutoFit/>
          </a:bodyPr>
          <a:lstStyle/>
          <a:p>
            <a:pPr defTabSz="914400">
              <a:defRPr sz="2400">
                <a:solidFill>
                  <a:srgbClr val="000000"/>
                </a:solidFill>
                <a:latin typeface="DINPro-Regular"/>
                <a:ea typeface="DINPro-Regular"/>
                <a:cs typeface="DINPro-Regular"/>
                <a:sym typeface="DINPro-Regular"/>
              </a:defRPr>
            </a:pPr>
            <a:endParaRPr sz="3200" baseline="-5998" dirty="0">
              <a:solidFill>
                <a:srgbClr val="FF2600"/>
              </a:solidFill>
              <a:latin typeface="DINPro-Bold"/>
              <a:ea typeface="DINPro-Bold"/>
              <a:cs typeface="DINPro-Bold"/>
              <a:sym typeface="DINPro-Bold"/>
            </a:endParaRPr>
          </a:p>
        </p:txBody>
      </p:sp>
    </p:spTree>
    <p:extLst>
      <p:ext uri="{BB962C8B-B14F-4D97-AF65-F5344CB8AC3E}">
        <p14:creationId xmlns:p14="http://schemas.microsoft.com/office/powerpoint/2010/main" val="29344424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Summary</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85</a:t>
            </a:fld>
            <a:endParaRPr lang="en-US" altLang="en-US" sz="1600">
              <a:solidFill>
                <a:srgbClr val="000000"/>
              </a:solidFill>
              <a:latin typeface="Garamond" panose="02020404030301010803" pitchFamily="18" charset="0"/>
            </a:endParaRPr>
          </a:p>
        </p:txBody>
      </p:sp>
      <p:sp>
        <p:nvSpPr>
          <p:cNvPr id="6" name="object 3">
            <a:extLst>
              <a:ext uri="{FF2B5EF4-FFF2-40B4-BE49-F238E27FC236}">
                <a16:creationId xmlns:a16="http://schemas.microsoft.com/office/drawing/2014/main" id="{98C054C3-F60C-4562-A0FF-F10A0F5D90AC}"/>
              </a:ext>
            </a:extLst>
          </p:cNvPr>
          <p:cNvSpPr txBox="1"/>
          <p:nvPr/>
        </p:nvSpPr>
        <p:spPr>
          <a:xfrm>
            <a:off x="76200" y="881007"/>
            <a:ext cx="8915400" cy="5669216"/>
          </a:xfrm>
          <a:prstGeom prst="rect">
            <a:avLst/>
          </a:prstGeom>
        </p:spPr>
        <p:txBody>
          <a:bodyPr vert="horz" wrap="square" lIns="0" tIns="79728" rIns="0" bIns="0" rtlCol="0">
            <a:spAutoFit/>
          </a:bodyPr>
          <a:lstStyle/>
          <a:p>
            <a:pPr marL="332313" indent="-318908">
              <a:spcBef>
                <a:spcPts val="628"/>
              </a:spcBef>
              <a:buClr>
                <a:srgbClr val="B2B2B2"/>
              </a:buClr>
              <a:buFont typeface="Arial"/>
              <a:buChar char="•"/>
              <a:tabLst>
                <a:tab pos="332313" algn="l"/>
                <a:tab pos="333019" algn="l"/>
              </a:tabLst>
            </a:pPr>
            <a:r>
              <a:rPr sz="2400" b="1" spc="-6" dirty="0">
                <a:latin typeface="Trebuchet MS"/>
                <a:cs typeface="Trebuchet MS"/>
              </a:rPr>
              <a:t>Networks </a:t>
            </a:r>
            <a:r>
              <a:rPr sz="2400" b="1" dirty="0">
                <a:latin typeface="Trebuchet MS"/>
                <a:cs typeface="Trebuchet MS"/>
              </a:rPr>
              <a:t>and </a:t>
            </a:r>
            <a:r>
              <a:rPr sz="2400" b="1" spc="-6" dirty="0">
                <a:latin typeface="Trebuchet MS"/>
                <a:cs typeface="Trebuchet MS"/>
              </a:rPr>
              <a:t>dataset </a:t>
            </a:r>
            <a:r>
              <a:rPr sz="2400" b="1" dirty="0">
                <a:latin typeface="Trebuchet MS"/>
                <a:cs typeface="Trebuchet MS"/>
              </a:rPr>
              <a:t>are </a:t>
            </a:r>
            <a:r>
              <a:rPr sz="2400" b="1" spc="-6" dirty="0">
                <a:latin typeface="Trebuchet MS"/>
                <a:cs typeface="Trebuchet MS"/>
              </a:rPr>
              <a:t>getting larger to </a:t>
            </a:r>
            <a:r>
              <a:rPr sz="2400" b="1" dirty="0">
                <a:latin typeface="Trebuchet MS"/>
                <a:cs typeface="Trebuchet MS"/>
              </a:rPr>
              <a:t>set new state of art</a:t>
            </a:r>
            <a:r>
              <a:rPr sz="2400" b="1" spc="-50" dirty="0">
                <a:latin typeface="Trebuchet MS"/>
                <a:cs typeface="Trebuchet MS"/>
              </a:rPr>
              <a:t> </a:t>
            </a:r>
            <a:r>
              <a:rPr sz="2400" b="1" spc="-6" dirty="0">
                <a:latin typeface="Trebuchet MS"/>
                <a:cs typeface="Trebuchet MS"/>
              </a:rPr>
              <a:t>results</a:t>
            </a:r>
            <a:endParaRPr sz="2400" dirty="0">
              <a:latin typeface="Trebuchet MS"/>
              <a:cs typeface="Trebuchet MS"/>
            </a:endParaRPr>
          </a:p>
          <a:p>
            <a:pPr marL="332313" indent="-318908">
              <a:spcBef>
                <a:spcPts val="522"/>
              </a:spcBef>
              <a:buClr>
                <a:srgbClr val="B2B2B2"/>
              </a:buClr>
              <a:buFont typeface="Arial"/>
              <a:buChar char="•"/>
              <a:tabLst>
                <a:tab pos="332313" algn="l"/>
                <a:tab pos="333019" algn="l"/>
              </a:tabLst>
            </a:pPr>
            <a:r>
              <a:rPr sz="2400" b="1" spc="-6" dirty="0">
                <a:latin typeface="Trebuchet MS"/>
                <a:cs typeface="Trebuchet MS"/>
              </a:rPr>
              <a:t>Scale-out enables these </a:t>
            </a:r>
            <a:r>
              <a:rPr lang="en-US" sz="2400" b="1" spc="-6" dirty="0">
                <a:latin typeface="Trebuchet MS"/>
                <a:cs typeface="Trebuchet MS"/>
              </a:rPr>
              <a:t>neural </a:t>
            </a:r>
            <a:r>
              <a:rPr sz="2400" b="1" spc="-6" dirty="0">
                <a:latin typeface="Trebuchet MS"/>
                <a:cs typeface="Trebuchet MS"/>
              </a:rPr>
              <a:t>networks to </a:t>
            </a:r>
            <a:r>
              <a:rPr sz="2400" b="1" dirty="0">
                <a:latin typeface="Trebuchet MS"/>
                <a:cs typeface="Trebuchet MS"/>
              </a:rPr>
              <a:t>be</a:t>
            </a:r>
            <a:r>
              <a:rPr sz="2400" b="1" spc="-17" dirty="0">
                <a:latin typeface="Trebuchet MS"/>
                <a:cs typeface="Trebuchet MS"/>
              </a:rPr>
              <a:t> </a:t>
            </a:r>
            <a:r>
              <a:rPr sz="2400" b="1" spc="-6" dirty="0">
                <a:latin typeface="Trebuchet MS"/>
                <a:cs typeface="Trebuchet MS"/>
              </a:rPr>
              <a:t>trained</a:t>
            </a:r>
            <a:endParaRPr sz="2400" dirty="0">
              <a:latin typeface="Trebuchet MS"/>
              <a:cs typeface="Trebuchet MS"/>
            </a:endParaRPr>
          </a:p>
          <a:p>
            <a:pPr marL="332313" indent="-318908">
              <a:spcBef>
                <a:spcPts val="517"/>
              </a:spcBef>
              <a:buClr>
                <a:srgbClr val="B2B2B2"/>
              </a:buClr>
              <a:buFont typeface="Arial"/>
              <a:buChar char="•"/>
              <a:tabLst>
                <a:tab pos="332313" algn="l"/>
                <a:tab pos="333019" algn="l"/>
              </a:tabLst>
            </a:pPr>
            <a:r>
              <a:rPr sz="2400" b="1" dirty="0">
                <a:latin typeface="Trebuchet MS"/>
                <a:cs typeface="Trebuchet MS"/>
              </a:rPr>
              <a:t>Success </a:t>
            </a:r>
            <a:r>
              <a:rPr sz="2400" b="1" spc="-6" dirty="0">
                <a:latin typeface="Trebuchet MS"/>
                <a:cs typeface="Trebuchet MS"/>
              </a:rPr>
              <a:t>requires many optimized</a:t>
            </a:r>
            <a:r>
              <a:rPr sz="2400" b="1" spc="-22" dirty="0">
                <a:latin typeface="Trebuchet MS"/>
                <a:cs typeface="Trebuchet MS"/>
              </a:rPr>
              <a:t> </a:t>
            </a:r>
            <a:r>
              <a:rPr sz="2400" b="1" dirty="0">
                <a:latin typeface="Trebuchet MS"/>
                <a:cs typeface="Trebuchet MS"/>
              </a:rPr>
              <a:t>components:</a:t>
            </a:r>
            <a:endParaRPr sz="2400" dirty="0">
              <a:latin typeface="Trebuchet MS"/>
              <a:cs typeface="Trebuchet MS"/>
            </a:endParaRPr>
          </a:p>
          <a:p>
            <a:pPr marL="713310" lvl="1" indent="-319613">
              <a:spcBef>
                <a:spcPts val="572"/>
              </a:spcBef>
              <a:buClr>
                <a:srgbClr val="B2B2B2"/>
              </a:buClr>
              <a:buFont typeface="Arial"/>
              <a:buChar char="•"/>
              <a:tabLst>
                <a:tab pos="713310" algn="l"/>
                <a:tab pos="714015" algn="l"/>
              </a:tabLst>
            </a:pPr>
            <a:r>
              <a:rPr sz="2000" b="1" spc="-6" dirty="0">
                <a:latin typeface="Trebuchet MS"/>
                <a:cs typeface="Trebuchet MS"/>
              </a:rPr>
              <a:t>Hardware</a:t>
            </a:r>
            <a:r>
              <a:rPr sz="2000" spc="-6" dirty="0">
                <a:latin typeface="Trebuchet MS"/>
                <a:cs typeface="Trebuchet MS"/>
              </a:rPr>
              <a:t>:</a:t>
            </a:r>
            <a:endParaRPr sz="2000" dirty="0">
              <a:latin typeface="Trebuchet MS"/>
              <a:cs typeface="Trebuchet MS"/>
            </a:endParaRPr>
          </a:p>
          <a:p>
            <a:pPr marL="1031511" lvl="2" indent="-186970">
              <a:spcBef>
                <a:spcPts val="639"/>
              </a:spcBef>
              <a:buClr>
                <a:srgbClr val="B2B2B2"/>
              </a:buClr>
              <a:buFont typeface="Arial"/>
              <a:buChar char="•"/>
              <a:tabLst>
                <a:tab pos="1032217" algn="l"/>
              </a:tabLst>
            </a:pPr>
            <a:r>
              <a:rPr spc="-6" dirty="0">
                <a:latin typeface="Trebuchet MS"/>
                <a:cs typeface="Trebuchet MS"/>
              </a:rPr>
              <a:t>Fast accelerators </a:t>
            </a:r>
            <a:r>
              <a:rPr dirty="0">
                <a:latin typeface="Trebuchet MS"/>
                <a:cs typeface="Trebuchet MS"/>
              </a:rPr>
              <a:t>for</a:t>
            </a:r>
            <a:r>
              <a:rPr spc="-17" dirty="0">
                <a:latin typeface="Trebuchet MS"/>
                <a:cs typeface="Trebuchet MS"/>
              </a:rPr>
              <a:t> </a:t>
            </a:r>
            <a:r>
              <a:rPr spc="-6" dirty="0">
                <a:latin typeface="Trebuchet MS"/>
                <a:cs typeface="Trebuchet MS"/>
              </a:rPr>
              <a:t>DL</a:t>
            </a:r>
            <a:endParaRPr dirty="0">
              <a:latin typeface="Trebuchet MS"/>
              <a:cs typeface="Trebuchet MS"/>
            </a:endParaRPr>
          </a:p>
          <a:p>
            <a:pPr marL="1031511" lvl="2" indent="-186970">
              <a:spcBef>
                <a:spcPts val="622"/>
              </a:spcBef>
              <a:buClr>
                <a:srgbClr val="B2B2B2"/>
              </a:buClr>
              <a:buFont typeface="Arial"/>
              <a:buChar char="•"/>
              <a:tabLst>
                <a:tab pos="1032217" algn="l"/>
              </a:tabLst>
            </a:pPr>
            <a:r>
              <a:rPr spc="-6" dirty="0">
                <a:latin typeface="Trebuchet MS"/>
                <a:cs typeface="Trebuchet MS"/>
              </a:rPr>
              <a:t>High-bandwidth, low-latency</a:t>
            </a:r>
            <a:r>
              <a:rPr spc="-56" dirty="0">
                <a:latin typeface="Trebuchet MS"/>
                <a:cs typeface="Trebuchet MS"/>
              </a:rPr>
              <a:t> </a:t>
            </a:r>
            <a:r>
              <a:rPr spc="-11" dirty="0">
                <a:latin typeface="Trebuchet MS"/>
                <a:cs typeface="Trebuchet MS"/>
              </a:rPr>
              <a:t>interconnects</a:t>
            </a:r>
            <a:endParaRPr dirty="0">
              <a:latin typeface="Trebuchet MS"/>
              <a:cs typeface="Trebuchet MS"/>
            </a:endParaRPr>
          </a:p>
          <a:p>
            <a:pPr marL="1408980" lvl="3" indent="-254703">
              <a:spcBef>
                <a:spcPts val="850"/>
              </a:spcBef>
              <a:buClr>
                <a:srgbClr val="B2B2B2"/>
              </a:buClr>
              <a:buSzPct val="150000"/>
              <a:buFont typeface="Arial"/>
              <a:buChar char="▪"/>
              <a:tabLst>
                <a:tab pos="1408980" algn="l"/>
                <a:tab pos="1409686" algn="l"/>
              </a:tabLst>
            </a:pPr>
            <a:r>
              <a:rPr sz="1600" spc="-6" dirty="0">
                <a:latin typeface="Trebuchet MS"/>
                <a:cs typeface="Trebuchet MS"/>
              </a:rPr>
              <a:t>Topologies matter (must match communication</a:t>
            </a:r>
            <a:r>
              <a:rPr sz="1600" spc="-106" dirty="0">
                <a:latin typeface="Trebuchet MS"/>
                <a:cs typeface="Trebuchet MS"/>
              </a:rPr>
              <a:t> </a:t>
            </a:r>
            <a:r>
              <a:rPr sz="1600" spc="-6" dirty="0">
                <a:latin typeface="Trebuchet MS"/>
                <a:cs typeface="Trebuchet MS"/>
              </a:rPr>
              <a:t>patterns)</a:t>
            </a:r>
            <a:endParaRPr sz="1600" dirty="0">
              <a:latin typeface="Trebuchet MS"/>
              <a:cs typeface="Trebuchet MS"/>
            </a:endParaRPr>
          </a:p>
          <a:p>
            <a:pPr marL="1408980" lvl="3" indent="-254703">
              <a:spcBef>
                <a:spcPts val="839"/>
              </a:spcBef>
              <a:buClr>
                <a:srgbClr val="B2B2B2"/>
              </a:buClr>
              <a:buSzPct val="150000"/>
              <a:buFont typeface="Arial"/>
              <a:buChar char="▪"/>
              <a:tabLst>
                <a:tab pos="1408980" algn="l"/>
                <a:tab pos="1409686" algn="l"/>
              </a:tabLst>
            </a:pPr>
            <a:r>
              <a:rPr sz="1600" spc="-6" dirty="0">
                <a:latin typeface="Trebuchet MS"/>
                <a:cs typeface="Trebuchet MS"/>
              </a:rPr>
              <a:t>Network switches with math capabilities </a:t>
            </a:r>
            <a:r>
              <a:rPr sz="1600" dirty="0">
                <a:latin typeface="Trebuchet MS"/>
                <a:cs typeface="Trebuchet MS"/>
              </a:rPr>
              <a:t>free up </a:t>
            </a:r>
            <a:r>
              <a:rPr sz="1600" spc="-6" dirty="0">
                <a:latin typeface="Trebuchet MS"/>
                <a:cs typeface="Trebuchet MS"/>
              </a:rPr>
              <a:t>DL accelerators </a:t>
            </a:r>
            <a:r>
              <a:rPr sz="1600" dirty="0">
                <a:latin typeface="Trebuchet MS"/>
                <a:cs typeface="Trebuchet MS"/>
              </a:rPr>
              <a:t>to </a:t>
            </a:r>
            <a:r>
              <a:rPr sz="1600" spc="-6" dirty="0">
                <a:latin typeface="Trebuchet MS"/>
                <a:cs typeface="Trebuchet MS"/>
              </a:rPr>
              <a:t>do</a:t>
            </a:r>
            <a:r>
              <a:rPr sz="1600" spc="-189" dirty="0">
                <a:latin typeface="Trebuchet MS"/>
                <a:cs typeface="Trebuchet MS"/>
              </a:rPr>
              <a:t> </a:t>
            </a:r>
            <a:r>
              <a:rPr sz="1600" spc="-6" dirty="0">
                <a:latin typeface="Trebuchet MS"/>
                <a:cs typeface="Trebuchet MS"/>
              </a:rPr>
              <a:t>compute</a:t>
            </a:r>
            <a:endParaRPr lang="en-US" sz="1600" spc="-6" dirty="0">
              <a:latin typeface="Trebuchet MS"/>
              <a:cs typeface="Trebuchet MS"/>
            </a:endParaRPr>
          </a:p>
          <a:p>
            <a:pPr marL="1408980" lvl="3" indent="-254703">
              <a:spcBef>
                <a:spcPts val="839"/>
              </a:spcBef>
              <a:buClr>
                <a:srgbClr val="B2B2B2"/>
              </a:buClr>
              <a:buSzPct val="150000"/>
              <a:buFont typeface="Arial"/>
              <a:buChar char="▪"/>
              <a:tabLst>
                <a:tab pos="1408980" algn="l"/>
                <a:tab pos="1409686" algn="l"/>
              </a:tabLst>
            </a:pPr>
            <a:r>
              <a:rPr lang="en-CN" sz="1600" spc="-6" dirty="0">
                <a:latin typeface="Trebuchet MS"/>
                <a:cs typeface="Trebuchet MS"/>
              </a:rPr>
              <a:t>SmartNIC for offloaded compression/decompression</a:t>
            </a:r>
            <a:endParaRPr sz="1600" dirty="0">
              <a:latin typeface="Trebuchet MS"/>
              <a:cs typeface="Trebuchet MS"/>
            </a:endParaRPr>
          </a:p>
          <a:p>
            <a:pPr marL="713310" lvl="1" indent="-319613">
              <a:spcBef>
                <a:spcPts val="556"/>
              </a:spcBef>
              <a:buClr>
                <a:srgbClr val="B2B2B2"/>
              </a:buClr>
              <a:buFont typeface="Arial"/>
              <a:buChar char="•"/>
              <a:tabLst>
                <a:tab pos="713310" algn="l"/>
                <a:tab pos="714015" algn="l"/>
              </a:tabLst>
            </a:pPr>
            <a:r>
              <a:rPr sz="2000" b="1" spc="-6" dirty="0">
                <a:latin typeface="Trebuchet MS"/>
                <a:cs typeface="Trebuchet MS"/>
              </a:rPr>
              <a:t>Software</a:t>
            </a:r>
            <a:r>
              <a:rPr sz="2000" spc="-6" dirty="0">
                <a:latin typeface="Trebuchet MS"/>
                <a:cs typeface="Trebuchet MS"/>
              </a:rPr>
              <a:t>:</a:t>
            </a:r>
            <a:endParaRPr sz="2000" dirty="0">
              <a:latin typeface="Trebuchet MS"/>
              <a:cs typeface="Trebuchet MS"/>
            </a:endParaRPr>
          </a:p>
          <a:p>
            <a:pPr marL="1031511" lvl="2" indent="-186970">
              <a:spcBef>
                <a:spcPts val="639"/>
              </a:spcBef>
              <a:buClr>
                <a:srgbClr val="B2B2B2"/>
              </a:buClr>
              <a:buFont typeface="Arial"/>
              <a:buChar char="•"/>
              <a:tabLst>
                <a:tab pos="1032217" algn="l"/>
              </a:tabLst>
            </a:pPr>
            <a:r>
              <a:rPr spc="-6" dirty="0">
                <a:latin typeface="Trebuchet MS"/>
                <a:cs typeface="Trebuchet MS"/>
              </a:rPr>
              <a:t>Math libraries </a:t>
            </a:r>
            <a:r>
              <a:rPr dirty="0">
                <a:latin typeface="Trebuchet MS"/>
                <a:cs typeface="Trebuchet MS"/>
              </a:rPr>
              <a:t>(CUDNN, </a:t>
            </a:r>
            <a:r>
              <a:rPr spc="-6" dirty="0">
                <a:latin typeface="Trebuchet MS"/>
                <a:cs typeface="Trebuchet MS"/>
              </a:rPr>
              <a:t>CUBLAS, MKL,</a:t>
            </a:r>
            <a:r>
              <a:rPr lang="zh-CN" altLang="en-US" spc="-6" dirty="0">
                <a:latin typeface="Trebuchet MS"/>
                <a:cs typeface="Trebuchet MS"/>
              </a:rPr>
              <a:t> </a:t>
            </a:r>
            <a:r>
              <a:rPr lang="en-US" altLang="zh-CN" spc="-6" dirty="0">
                <a:latin typeface="Trebuchet MS"/>
                <a:cs typeface="Trebuchet MS"/>
              </a:rPr>
              <a:t>CANN</a:t>
            </a:r>
            <a:r>
              <a:rPr spc="-50" dirty="0">
                <a:latin typeface="Trebuchet MS"/>
                <a:cs typeface="Trebuchet MS"/>
              </a:rPr>
              <a:t> </a:t>
            </a:r>
            <a:r>
              <a:rPr spc="-6" dirty="0">
                <a:latin typeface="Trebuchet MS"/>
                <a:cs typeface="Trebuchet MS"/>
              </a:rPr>
              <a:t>…)</a:t>
            </a:r>
            <a:endParaRPr dirty="0">
              <a:latin typeface="Trebuchet MS"/>
              <a:cs typeface="Trebuchet MS"/>
            </a:endParaRPr>
          </a:p>
          <a:p>
            <a:pPr marL="1031511" lvl="2" indent="-186970">
              <a:spcBef>
                <a:spcPts val="628"/>
              </a:spcBef>
              <a:buClr>
                <a:srgbClr val="B2B2B2"/>
              </a:buClr>
              <a:buFont typeface="Arial"/>
              <a:buChar char="•"/>
              <a:tabLst>
                <a:tab pos="1032217" algn="l"/>
              </a:tabLst>
            </a:pPr>
            <a:r>
              <a:rPr spc="-6" dirty="0">
                <a:latin typeface="Trebuchet MS"/>
                <a:cs typeface="Trebuchet MS"/>
              </a:rPr>
              <a:t>Collective communication libraries (NCCL, </a:t>
            </a:r>
            <a:r>
              <a:rPr dirty="0" err="1">
                <a:latin typeface="Trebuchet MS"/>
                <a:cs typeface="Trebuchet MS"/>
              </a:rPr>
              <a:t>Horovod</a:t>
            </a:r>
            <a:r>
              <a:rPr dirty="0">
                <a:latin typeface="Trebuchet MS"/>
                <a:cs typeface="Trebuchet MS"/>
              </a:rPr>
              <a:t>,</a:t>
            </a:r>
            <a:r>
              <a:rPr lang="zh-CN" altLang="en-US" dirty="0">
                <a:latin typeface="Trebuchet MS"/>
                <a:cs typeface="Trebuchet MS"/>
              </a:rPr>
              <a:t> </a:t>
            </a:r>
            <a:r>
              <a:rPr spc="-83" dirty="0">
                <a:latin typeface="Trebuchet MS"/>
                <a:cs typeface="Trebuchet MS"/>
              </a:rPr>
              <a:t> </a:t>
            </a:r>
            <a:r>
              <a:rPr spc="-6" dirty="0">
                <a:latin typeface="Trebuchet MS"/>
                <a:cs typeface="Trebuchet MS"/>
              </a:rPr>
              <a:t>…)</a:t>
            </a:r>
            <a:endParaRPr dirty="0">
              <a:latin typeface="Trebuchet MS"/>
              <a:cs typeface="Trebuchet MS"/>
            </a:endParaRPr>
          </a:p>
          <a:p>
            <a:pPr marL="1031511" lvl="2" indent="-186970">
              <a:spcBef>
                <a:spcPts val="628"/>
              </a:spcBef>
              <a:buClr>
                <a:srgbClr val="B2B2B2"/>
              </a:buClr>
              <a:buFont typeface="Arial"/>
              <a:buChar char="•"/>
              <a:tabLst>
                <a:tab pos="1032217" algn="l"/>
              </a:tabLst>
            </a:pPr>
            <a:r>
              <a:rPr spc="-6" dirty="0">
                <a:latin typeface="Trebuchet MS"/>
                <a:cs typeface="Trebuchet MS"/>
              </a:rPr>
              <a:t>Training frameworks </a:t>
            </a:r>
            <a:r>
              <a:rPr dirty="0">
                <a:latin typeface="Trebuchet MS"/>
                <a:cs typeface="Trebuchet MS"/>
              </a:rPr>
              <a:t>(</a:t>
            </a:r>
            <a:r>
              <a:rPr lang="en-CN" dirty="0">
                <a:latin typeface="Trebuchet MS"/>
                <a:cs typeface="Trebuchet MS"/>
              </a:rPr>
              <a:t>MindSpore</a:t>
            </a:r>
            <a:r>
              <a:rPr dirty="0">
                <a:latin typeface="Trebuchet MS"/>
                <a:cs typeface="Trebuchet MS"/>
              </a:rPr>
              <a:t>, PyTorch, TensoFlow, HugeCTR,</a:t>
            </a:r>
            <a:r>
              <a:rPr spc="-144" dirty="0">
                <a:latin typeface="Trebuchet MS"/>
                <a:cs typeface="Trebuchet MS"/>
              </a:rPr>
              <a:t> </a:t>
            </a:r>
            <a:r>
              <a:rPr spc="-6" dirty="0">
                <a:latin typeface="Trebuchet MS"/>
                <a:cs typeface="Trebuchet MS"/>
              </a:rPr>
              <a:t>…)</a:t>
            </a:r>
            <a:endParaRPr dirty="0">
              <a:latin typeface="Trebuchet MS"/>
              <a:cs typeface="Trebuchet MS"/>
            </a:endParaRPr>
          </a:p>
          <a:p>
            <a:pPr marL="713310" lvl="1" indent="-319613">
              <a:spcBef>
                <a:spcPts val="566"/>
              </a:spcBef>
              <a:buClr>
                <a:srgbClr val="B2B2B2"/>
              </a:buClr>
              <a:buFont typeface="Arial"/>
              <a:buChar char="•"/>
              <a:tabLst>
                <a:tab pos="713310" algn="l"/>
                <a:tab pos="714015" algn="l"/>
              </a:tabLst>
            </a:pPr>
            <a:r>
              <a:rPr sz="2000" spc="-6" dirty="0">
                <a:latin typeface="Trebuchet MS"/>
                <a:cs typeface="Trebuchet MS"/>
              </a:rPr>
              <a:t>Proper choice </a:t>
            </a:r>
            <a:r>
              <a:rPr sz="2000" spc="-11" dirty="0">
                <a:latin typeface="Trebuchet MS"/>
                <a:cs typeface="Trebuchet MS"/>
              </a:rPr>
              <a:t>of </a:t>
            </a:r>
            <a:r>
              <a:rPr sz="2000" spc="-6" dirty="0">
                <a:latin typeface="Trebuchet MS"/>
                <a:cs typeface="Trebuchet MS"/>
              </a:rPr>
              <a:t>parallelism (manual, MeshTensorFlow, Gshard,</a:t>
            </a:r>
            <a:r>
              <a:rPr sz="2000" spc="178" dirty="0">
                <a:latin typeface="Trebuchet MS"/>
                <a:cs typeface="Trebuchet MS"/>
              </a:rPr>
              <a:t> </a:t>
            </a:r>
            <a:r>
              <a:rPr lang="en-US" sz="2000" spc="-6" dirty="0" err="1">
                <a:latin typeface="Trebuchet MS"/>
                <a:cs typeface="Trebuchet MS"/>
              </a:rPr>
              <a:t>ZeRO</a:t>
            </a:r>
            <a:r>
              <a:rPr sz="2000" spc="-6" dirty="0">
                <a:latin typeface="Trebuchet MS"/>
                <a:cs typeface="Trebuchet MS"/>
              </a:rPr>
              <a:t>)</a:t>
            </a:r>
            <a:endParaRPr sz="2000" dirty="0">
              <a:latin typeface="Trebuchet MS"/>
              <a:cs typeface="Trebuchet MS"/>
            </a:endParaRPr>
          </a:p>
        </p:txBody>
      </p:sp>
    </p:spTree>
    <p:extLst>
      <p:ext uri="{BB962C8B-B14F-4D97-AF65-F5344CB8AC3E}">
        <p14:creationId xmlns:p14="http://schemas.microsoft.com/office/powerpoint/2010/main" val="152846388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Batch Size Limitation of LLM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86</a:t>
            </a:fld>
            <a:endParaRPr lang="en-US" altLang="en-US" sz="1600">
              <a:solidFill>
                <a:srgbClr val="000000"/>
              </a:solidFill>
              <a:latin typeface="Garamond" panose="02020404030301010803" pitchFamily="18" charset="0"/>
            </a:endParaRPr>
          </a:p>
        </p:txBody>
      </p:sp>
      <p:sp>
        <p:nvSpPr>
          <p:cNvPr id="10" name="object 4">
            <a:extLst>
              <a:ext uri="{FF2B5EF4-FFF2-40B4-BE49-F238E27FC236}">
                <a16:creationId xmlns:a16="http://schemas.microsoft.com/office/drawing/2014/main" id="{CBC6EA36-F6F7-49C2-A673-5AF6D3156F65}"/>
              </a:ext>
            </a:extLst>
          </p:cNvPr>
          <p:cNvSpPr txBox="1"/>
          <p:nvPr/>
        </p:nvSpPr>
        <p:spPr>
          <a:xfrm>
            <a:off x="223838" y="1364700"/>
            <a:ext cx="8686800" cy="1563882"/>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lang="en-US" sz="2000" b="1" spc="-6" dirty="0">
                <a:latin typeface="Trebuchet MS"/>
                <a:cs typeface="Trebuchet MS"/>
              </a:rPr>
              <a:t>Batch Size Limitation of LLM Training</a:t>
            </a:r>
            <a:endParaRPr sz="20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lang="en-US" sz="1778" spc="-11" dirty="0">
                <a:latin typeface="Trebuchet MS"/>
                <a:cs typeface="Trebuchet MS"/>
              </a:rPr>
              <a:t>Llama: 4M token, </a:t>
            </a:r>
          </a:p>
          <a:p>
            <a:pPr marL="1170510" lvl="2" indent="-319613">
              <a:spcBef>
                <a:spcPts val="783"/>
              </a:spcBef>
              <a:buClr>
                <a:srgbClr val="B2B2B2"/>
              </a:buClr>
              <a:buFont typeface="Arial"/>
              <a:buChar char="•"/>
              <a:tabLst>
                <a:tab pos="713310" algn="l"/>
                <a:tab pos="714015" algn="l"/>
              </a:tabLst>
            </a:pPr>
            <a:r>
              <a:rPr lang="en-US" sz="1778" spc="-11" dirty="0">
                <a:latin typeface="Trebuchet MS"/>
                <a:cs typeface="Trebuchet MS"/>
              </a:rPr>
              <a:t>Seq length: 4K,</a:t>
            </a:r>
          </a:p>
          <a:p>
            <a:pPr marL="1170510" lvl="2" indent="-319613">
              <a:spcBef>
                <a:spcPts val="783"/>
              </a:spcBef>
              <a:buClr>
                <a:srgbClr val="B2B2B2"/>
              </a:buClr>
              <a:buFont typeface="Arial"/>
              <a:buChar char="•"/>
              <a:tabLst>
                <a:tab pos="713310" algn="l"/>
                <a:tab pos="714015" algn="l"/>
              </a:tabLst>
            </a:pPr>
            <a:r>
              <a:rPr lang="en-US" altLang="zh-CN" sz="1778" spc="-11" dirty="0">
                <a:latin typeface="Trebuchet MS"/>
                <a:cs typeface="Trebuchet MS"/>
              </a:rPr>
              <a:t>Batch size: 1K</a:t>
            </a:r>
            <a:endParaRPr sz="1778" dirty="0">
              <a:latin typeface="Trebuchet MS"/>
              <a:cs typeface="Trebuchet MS"/>
            </a:endParaRPr>
          </a:p>
        </p:txBody>
      </p:sp>
      <p:sp>
        <p:nvSpPr>
          <p:cNvPr id="8" name="object 4">
            <a:extLst>
              <a:ext uri="{FF2B5EF4-FFF2-40B4-BE49-F238E27FC236}">
                <a16:creationId xmlns:a16="http://schemas.microsoft.com/office/drawing/2014/main" id="{A3A43915-36A9-45DB-8F67-F0784F757174}"/>
              </a:ext>
            </a:extLst>
          </p:cNvPr>
          <p:cNvSpPr txBox="1"/>
          <p:nvPr/>
        </p:nvSpPr>
        <p:spPr>
          <a:xfrm>
            <a:off x="228600" y="3872894"/>
            <a:ext cx="6324600" cy="1307336"/>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lang="en-US" sz="2000" b="1" spc="-6" dirty="0">
                <a:latin typeface="Trebuchet MS"/>
                <a:cs typeface="Trebuchet MS"/>
              </a:rPr>
              <a:t>How to </a:t>
            </a:r>
            <a:r>
              <a:rPr lang="en-US" altLang="zh-CN" sz="2000" b="1" spc="-6" dirty="0">
                <a:latin typeface="Trebuchet MS"/>
                <a:cs typeface="Trebuchet MS"/>
              </a:rPr>
              <a:t>c</a:t>
            </a:r>
            <a:r>
              <a:rPr lang="en-US" sz="2000" b="1" spc="-6" dirty="0">
                <a:latin typeface="Trebuchet MS"/>
                <a:cs typeface="Trebuchet MS"/>
              </a:rPr>
              <a:t>hoose the parallel training strategy?</a:t>
            </a:r>
          </a:p>
          <a:p>
            <a:pPr marL="789513" lvl="1" indent="-318908">
              <a:spcBef>
                <a:spcPts val="993"/>
              </a:spcBef>
              <a:buClr>
                <a:srgbClr val="B2B2B2"/>
              </a:buClr>
              <a:buFont typeface="Arial"/>
              <a:buChar char="•"/>
              <a:tabLst>
                <a:tab pos="332313" algn="l"/>
                <a:tab pos="333019" algn="l"/>
              </a:tabLst>
            </a:pPr>
            <a:r>
              <a:rPr lang="en-US" sz="2000" b="1" spc="-6" dirty="0">
                <a:latin typeface="Trebuchet MS"/>
                <a:cs typeface="Trebuchet MS"/>
              </a:rPr>
              <a:t>When you have 1K NPU/GPU?</a:t>
            </a:r>
          </a:p>
          <a:p>
            <a:pPr marL="789513" lvl="1" indent="-318908">
              <a:spcBef>
                <a:spcPts val="993"/>
              </a:spcBef>
              <a:buClr>
                <a:srgbClr val="B2B2B2"/>
              </a:buClr>
              <a:buFont typeface="Arial"/>
              <a:buChar char="•"/>
              <a:tabLst>
                <a:tab pos="332313" algn="l"/>
                <a:tab pos="333019" algn="l"/>
              </a:tabLst>
            </a:pPr>
            <a:r>
              <a:rPr lang="en-US" altLang="zh-CN" sz="2000" b="1" spc="-6" dirty="0">
                <a:latin typeface="Trebuchet MS"/>
                <a:cs typeface="Trebuchet MS"/>
              </a:rPr>
              <a:t>When you have 10K NPU/GPU?</a:t>
            </a:r>
          </a:p>
        </p:txBody>
      </p:sp>
    </p:spTree>
    <p:extLst>
      <p:ext uri="{BB962C8B-B14F-4D97-AF65-F5344CB8AC3E}">
        <p14:creationId xmlns:p14="http://schemas.microsoft.com/office/powerpoint/2010/main" val="37512108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0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73123</TotalTime>
  <Words>5733</Words>
  <Application>Microsoft Office PowerPoint</Application>
  <PresentationFormat>全屏显示(4:3)</PresentationFormat>
  <Paragraphs>1485</Paragraphs>
  <Slides>86</Slides>
  <Notes>11</Notes>
  <HiddenSlides>0</HiddenSlides>
  <MMClips>0</MMClips>
  <ScaleCrop>false</ScaleCrop>
  <HeadingPairs>
    <vt:vector size="6" baseType="variant">
      <vt:variant>
        <vt:lpstr>已用的字体</vt:lpstr>
      </vt:variant>
      <vt:variant>
        <vt:i4>16</vt:i4>
      </vt:variant>
      <vt:variant>
        <vt:lpstr>主题</vt:lpstr>
      </vt:variant>
      <vt:variant>
        <vt:i4>4</vt:i4>
      </vt:variant>
      <vt:variant>
        <vt:lpstr>幻灯片标题</vt:lpstr>
      </vt:variant>
      <vt:variant>
        <vt:i4>86</vt:i4>
      </vt:variant>
    </vt:vector>
  </HeadingPairs>
  <TitlesOfParts>
    <vt:vector size="106" baseType="lpstr">
      <vt:lpstr>Abadi MT Condensed Light</vt:lpstr>
      <vt:lpstr>ArialMT</vt:lpstr>
      <vt:lpstr>DINPro-Bold</vt:lpstr>
      <vt:lpstr>Monaco</vt:lpstr>
      <vt:lpstr>等线</vt:lpstr>
      <vt:lpstr>SimSun</vt:lpstr>
      <vt:lpstr>微软雅黑</vt:lpstr>
      <vt:lpstr>Arial</vt:lpstr>
      <vt:lpstr>Arial Narrow</vt:lpstr>
      <vt:lpstr>Bahnschrift Condensed</vt:lpstr>
      <vt:lpstr>Calibri</vt:lpstr>
      <vt:lpstr>Garamond</vt:lpstr>
      <vt:lpstr>Tahoma</vt:lpstr>
      <vt:lpstr>Times New Roman</vt:lpstr>
      <vt:lpstr>Trebuchet MS</vt:lpstr>
      <vt:lpstr>Wingdings</vt:lpstr>
      <vt:lpstr>Edge</vt:lpstr>
      <vt:lpstr>10_Edge</vt:lpstr>
      <vt:lpstr>1_Edge</vt:lpstr>
      <vt:lpstr>3_Edge</vt:lpstr>
      <vt:lpstr> Computer Arch. &amp; AI System  Lecture 14:  Parallel Training</vt:lpstr>
      <vt:lpstr>Recall: Overall Architecture of DLP-S</vt:lpstr>
      <vt:lpstr>Recall: Cambricon DLP ISA</vt:lpstr>
      <vt:lpstr>Recall: DLP-M Architecture</vt:lpstr>
      <vt:lpstr>Recall: AI Architecture</vt:lpstr>
      <vt:lpstr>Recall: MindSpore</vt:lpstr>
      <vt:lpstr>Recall: 关键技术4：AI+科学计算</vt:lpstr>
      <vt:lpstr>PowerPoint 演示文稿</vt:lpstr>
      <vt:lpstr>AI System: Four Components</vt:lpstr>
      <vt:lpstr>Neural Network Training:  An Example</vt:lpstr>
      <vt:lpstr>An example: Network of 3 Linear Layers</vt:lpstr>
      <vt:lpstr>Network of 3 Linear Layers: Forward Pass</vt:lpstr>
      <vt:lpstr>Network of 3 Linear Layers: Forward Pass</vt:lpstr>
      <vt:lpstr>Network of 3 Linear Layers: Forward Pass</vt:lpstr>
      <vt:lpstr>Forward Pass: A Minibatch of 2 Samples</vt:lpstr>
      <vt:lpstr>Forward Pass: A Minibatch of 2 Samples</vt:lpstr>
      <vt:lpstr>Forward Pass: Compute Loss</vt:lpstr>
      <vt:lpstr>Backward Pass</vt:lpstr>
      <vt:lpstr>Backward Pass: Compute dW</vt:lpstr>
      <vt:lpstr>Weight Update</vt:lpstr>
      <vt:lpstr>One Iteration for a Layer</vt:lpstr>
      <vt:lpstr>Outline</vt:lpstr>
      <vt:lpstr>Why Distributed Training?</vt:lpstr>
      <vt:lpstr>PowerPoint 演示文稿</vt:lpstr>
      <vt:lpstr>NVIDIA A100 Block Diagram</vt:lpstr>
      <vt:lpstr>Why Distributed Training?</vt:lpstr>
      <vt:lpstr>Outline</vt:lpstr>
      <vt:lpstr>Parallelism Taxonomy</vt:lpstr>
      <vt:lpstr>Data Parallel Training</vt:lpstr>
      <vt:lpstr>Data Parallel: Forward Pass</vt:lpstr>
      <vt:lpstr>Data Parallel: Backward Pass</vt:lpstr>
      <vt:lpstr>Data Parallel Training: Weight Update</vt:lpstr>
      <vt:lpstr>AI System: Four Components</vt:lpstr>
      <vt:lpstr>AI System: Network</vt:lpstr>
      <vt:lpstr>AllReduce Implementation Choices</vt:lpstr>
      <vt:lpstr>“Ring” AllReduce: Initial States</vt:lpstr>
      <vt:lpstr>“Ring” AllReduce: Results</vt:lpstr>
      <vt:lpstr>“Ring” AllReduce</vt:lpstr>
      <vt:lpstr>“Ring” AllReduce: Initial States</vt:lpstr>
      <vt:lpstr>“Ring” AllReduce: Reduce_scatter iter. 0</vt:lpstr>
      <vt:lpstr>“Ring” AllReduce: Reduce_scatter iter. 1</vt:lpstr>
      <vt:lpstr>“Ring” AllReduce: Reduce_scatter iter. 2</vt:lpstr>
      <vt:lpstr>“Ring” AllReduce: Reduce_scatter iter. 3</vt:lpstr>
      <vt:lpstr>“Ring” AllReduce: Allgather iter. 0</vt:lpstr>
      <vt:lpstr>“Ring” AllReduce: Allgather iter. 1</vt:lpstr>
      <vt:lpstr>“Ring” AllReduce: Allgather iter. 2</vt:lpstr>
      <vt:lpstr>“Ring” AllReduce: Allgather iter. 3</vt:lpstr>
      <vt:lpstr>“Ring” AllReduce: Results</vt:lpstr>
      <vt:lpstr>AllReduce Implementation Choices</vt:lpstr>
      <vt:lpstr>Data Parallel: Challenges</vt:lpstr>
      <vt:lpstr>Workload Increasing with Batch Size</vt:lpstr>
      <vt:lpstr>Workload Increasing with Batch Size</vt:lpstr>
      <vt:lpstr>Outline</vt:lpstr>
      <vt:lpstr>Parallelism Taxonomy</vt:lpstr>
      <vt:lpstr>Model Parallel Training</vt:lpstr>
      <vt:lpstr>Pipeline Parallel Training</vt:lpstr>
      <vt:lpstr>Pipeline Parallel Training</vt:lpstr>
      <vt:lpstr>Pipeline Parallel Training</vt:lpstr>
      <vt:lpstr>Pipeline Parallel Training</vt:lpstr>
      <vt:lpstr>Pipeline Parallel Training</vt:lpstr>
      <vt:lpstr>Pipeline Parallel Training</vt:lpstr>
      <vt:lpstr>Pipeline Parallel Training</vt:lpstr>
      <vt:lpstr>Pipeline Parallel Training: GPipe</vt:lpstr>
      <vt:lpstr>Pipeline Parallel Training: GPipe</vt:lpstr>
      <vt:lpstr>Pipeline Parallel: Communication</vt:lpstr>
      <vt:lpstr>Pipeline Parallel: Challenges</vt:lpstr>
      <vt:lpstr>Outline</vt:lpstr>
      <vt:lpstr>Tensor Parallel</vt:lpstr>
      <vt:lpstr>Row-wise Partitioning: Allgather between Layers  </vt:lpstr>
      <vt:lpstr>Column-wise Partitioning: ReduceScatter between Layers  </vt:lpstr>
      <vt:lpstr>Reducing Synchronization By Alternating Partitioning</vt:lpstr>
      <vt:lpstr>Reducing Synchronization By Alternating Partitioning</vt:lpstr>
      <vt:lpstr>Reducing Synchronization By Alternating Partitioning</vt:lpstr>
      <vt:lpstr>Intra-Layer Parallel: Communication</vt:lpstr>
      <vt:lpstr>Tensor Parallelism for Transformer Block</vt:lpstr>
      <vt:lpstr>Outline</vt:lpstr>
      <vt:lpstr>Communication Pattern Summary</vt:lpstr>
      <vt:lpstr>Memory Size for a Huge Model</vt:lpstr>
      <vt:lpstr>基于transformer的模型的显存占用</vt:lpstr>
      <vt:lpstr>AI System: Four Components</vt:lpstr>
      <vt:lpstr>AI System: Storage</vt:lpstr>
      <vt:lpstr>ZeRO: Zero Redundancy Optimizer</vt:lpstr>
      <vt:lpstr>ZeRO: Zero Redundancy Optimizer</vt:lpstr>
      <vt:lpstr>Overhead of ZeRO: More Communication</vt:lpstr>
      <vt:lpstr>Summary</vt:lpstr>
      <vt:lpstr>Batch Size Limitation of LLM Training</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18-741  Advanced Computer Architecture Lecture 1: Intro and Basics</dc:title>
  <dc:creator>Onur Mutlu</dc:creator>
  <cp:lastModifiedBy>DELL</cp:lastModifiedBy>
  <cp:revision>1462</cp:revision>
  <cp:lastPrinted>2017-05-26T10:00:55Z</cp:lastPrinted>
  <dcterms:created xsi:type="dcterms:W3CDTF">2010-09-08T00:51:32Z</dcterms:created>
  <dcterms:modified xsi:type="dcterms:W3CDTF">2026-06-08T04:55:30Z</dcterms:modified>
</cp:coreProperties>
</file>