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5027" r:id="rId2"/>
  </p:sldMasterIdLst>
  <p:notesMasterIdLst>
    <p:notesMasterId r:id="rId75"/>
  </p:notesMasterIdLst>
  <p:handoutMasterIdLst>
    <p:handoutMasterId r:id="rId76"/>
  </p:handoutMasterIdLst>
  <p:sldIdLst>
    <p:sldId id="5149" r:id="rId3"/>
    <p:sldId id="6178" r:id="rId4"/>
    <p:sldId id="1256" r:id="rId5"/>
    <p:sldId id="6149" r:id="rId6"/>
    <p:sldId id="6150" r:id="rId7"/>
    <p:sldId id="1107" r:id="rId8"/>
    <p:sldId id="16562048" r:id="rId9"/>
    <p:sldId id="1108" r:id="rId10"/>
    <p:sldId id="6146" r:id="rId11"/>
    <p:sldId id="5997" r:id="rId12"/>
    <p:sldId id="1109" r:id="rId13"/>
    <p:sldId id="1298" r:id="rId14"/>
    <p:sldId id="1111" r:id="rId15"/>
    <p:sldId id="1112" r:id="rId16"/>
    <p:sldId id="1114" r:id="rId17"/>
    <p:sldId id="1115" r:id="rId18"/>
    <p:sldId id="1299" r:id="rId19"/>
    <p:sldId id="1113" r:id="rId20"/>
    <p:sldId id="1116" r:id="rId21"/>
    <p:sldId id="5998" r:id="rId22"/>
    <p:sldId id="5999" r:id="rId23"/>
    <p:sldId id="6176" r:id="rId24"/>
    <p:sldId id="6177" r:id="rId25"/>
    <p:sldId id="1335" r:id="rId26"/>
    <p:sldId id="1441" r:id="rId27"/>
    <p:sldId id="976" r:id="rId28"/>
    <p:sldId id="978" r:id="rId29"/>
    <p:sldId id="979" r:id="rId30"/>
    <p:sldId id="982" r:id="rId31"/>
    <p:sldId id="983" r:id="rId32"/>
    <p:sldId id="984" r:id="rId33"/>
    <p:sldId id="985" r:id="rId34"/>
    <p:sldId id="986" r:id="rId35"/>
    <p:sldId id="1005" r:id="rId36"/>
    <p:sldId id="1006" r:id="rId37"/>
    <p:sldId id="6034" r:id="rId38"/>
    <p:sldId id="6035" r:id="rId39"/>
    <p:sldId id="5966" r:id="rId40"/>
    <p:sldId id="5967" r:id="rId41"/>
    <p:sldId id="5968" r:id="rId42"/>
    <p:sldId id="5969" r:id="rId43"/>
    <p:sldId id="5970" r:id="rId44"/>
    <p:sldId id="5971" r:id="rId45"/>
    <p:sldId id="5972" r:id="rId46"/>
    <p:sldId id="5973" r:id="rId47"/>
    <p:sldId id="6036" r:id="rId48"/>
    <p:sldId id="6037" r:id="rId49"/>
    <p:sldId id="6179" r:id="rId50"/>
    <p:sldId id="6038" r:id="rId51"/>
    <p:sldId id="6039" r:id="rId52"/>
    <p:sldId id="6041" r:id="rId53"/>
    <p:sldId id="6042" r:id="rId54"/>
    <p:sldId id="5989" r:id="rId55"/>
    <p:sldId id="6044" r:id="rId56"/>
    <p:sldId id="5984" r:id="rId57"/>
    <p:sldId id="6046" r:id="rId58"/>
    <p:sldId id="6047" r:id="rId59"/>
    <p:sldId id="6045" r:id="rId60"/>
    <p:sldId id="6048" r:id="rId61"/>
    <p:sldId id="5990" r:id="rId62"/>
    <p:sldId id="6050" r:id="rId63"/>
    <p:sldId id="6051" r:id="rId64"/>
    <p:sldId id="6052" r:id="rId65"/>
    <p:sldId id="6053" r:id="rId66"/>
    <p:sldId id="6054" r:id="rId67"/>
    <p:sldId id="6055" r:id="rId68"/>
    <p:sldId id="6056" r:id="rId69"/>
    <p:sldId id="6001" r:id="rId70"/>
    <p:sldId id="6002" r:id="rId71"/>
    <p:sldId id="6147" r:id="rId72"/>
    <p:sldId id="6148" r:id="rId73"/>
    <p:sldId id="6131" r:id="rId7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03" autoAdjust="0"/>
    <p:restoredTop sz="85782" autoAdjust="0"/>
  </p:normalViewPr>
  <p:slideViewPr>
    <p:cSldViewPr>
      <p:cViewPr varScale="1">
        <p:scale>
          <a:sx n="109" d="100"/>
          <a:sy n="109" d="100"/>
        </p:scale>
        <p:origin x="21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48EB407-99B1-7B48-B34F-162EF7D583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E435BF-6CDD-7D4D-8141-29F7A822A24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698CE0C1-C743-EF4B-8981-78EA12EFC89B}" type="datetimeFigureOut">
              <a:rPr lang="en-US"/>
              <a:pPr>
                <a:defRPr/>
              </a:pPr>
              <a:t>3/22/26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3DD79-75E1-7941-871A-61C0889A52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F9EBC-9279-0A40-92B8-2B74B763AA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AC70593E-066F-B54A-AC3B-884F8A497E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B3A284-2D72-7346-96C1-0822359391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340874-855C-7D4B-8059-92C02B8F265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3F4AA869-E495-BD45-937E-18D84A6A69B6}" type="datetime1">
              <a:rPr lang="en-US" altLang="en-US"/>
              <a:pPr>
                <a:defRPr/>
              </a:pPr>
              <a:t>3/22/26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82D69DC-5824-F640-9F4D-E904F34A73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1E2E9B3-11FA-9246-AC4A-F248142BF2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E947F-1F5A-6040-9606-86B5582B857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21294-541C-3A4D-8F17-AA62677AC9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194A2244-8C6B-0D46-B48B-C6CB08A6C4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2FC3B07F-CC2D-544D-A549-20D869558D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F0A109B-DF8C-2C43-8405-37A43CC5297A}" type="slidenum">
              <a:rPr lang="en-US" altLang="en-US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621E1F61-C27A-A741-9AE1-1C3BC1AD63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A04B8A8E-8138-E049-BFF6-2717F19652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Need the animation here…</a:t>
            </a:r>
          </a:p>
          <a:p>
            <a:r>
              <a:rPr lang="en-US" dirty="0"/>
              <a:t>R</a:t>
            </a:r>
            <a:r>
              <a:rPr lang="en-CN" dirty="0"/>
              <a:t>ob index, write, read…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4A2244-8C6B-0D46-B48B-C6CB08A6C4C4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1759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Use</a:t>
            </a:r>
          </a:p>
          <a:p>
            <a:r>
              <a:rPr lang="en-US" altLang="zh-CN" dirty="0"/>
              <a:t> bypass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4A2244-8C6B-0D46-B48B-C6CB08A6C4C4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349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A99ECAB0-B068-B747-9D33-D0FF9FFD67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112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112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112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112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3064C521-4E2B-CC41-97E0-5B0E02126BA7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19684FA6-4146-864B-8ACA-88BFD74581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29008CC4-C83A-6141-A5B9-1B706764F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200" dirty="0"/>
              <a:t>I</a:t>
            </a:r>
            <a:r>
              <a:rPr lang="en-CN" sz="3200" dirty="0"/>
              <a:t>n-order issue, in-order dispaatch, out-of-order completion, in-order retirement.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4A2244-8C6B-0D46-B48B-C6CB08A6C4C4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57895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假设有forward</a:t>
            </a:r>
            <a:r>
              <a:rPr lang="zh-CN" altLang="en-US" dirty="0"/>
              <a:t>，</a:t>
            </a:r>
            <a:r>
              <a:rPr lang="en-US" altLang="zh-CN" dirty="0"/>
              <a:t>IMUL 4 cycles, ADD 1 cycle. 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4A2244-8C6B-0D46-B48B-C6CB08A6C4C4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85107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</a:t>
            </a:r>
            <a:r>
              <a:rPr lang="en-CN" dirty="0"/>
              <a:t>ne road with multiple ways…</a:t>
            </a:r>
            <a:endParaRPr lang="en-US" dirty="0"/>
          </a:p>
          <a:p>
            <a:r>
              <a:rPr lang="zh-CN" altLang="en-US" dirty="0"/>
              <a:t>高速路上的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4A2244-8C6B-0D46-B48B-C6CB08A6C4C4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55999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假设有forward</a:t>
            </a:r>
            <a:r>
              <a:rPr lang="zh-CN" altLang="en-US" dirty="0"/>
              <a:t>，</a:t>
            </a:r>
            <a:r>
              <a:rPr lang="en-US" altLang="zh-CN" dirty="0"/>
              <a:t>IMUL 4 cycles, ADD 1 cycle. 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4A2244-8C6B-0D46-B48B-C6CB08A6C4C4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19886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360 is not commercially suceesful, without precious exception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4A2244-8C6B-0D46-B48B-C6CB08A6C4C4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4839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CN" dirty="0"/>
              <a:t>nstruction buffer: reservation station.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4A2244-8C6B-0D46-B48B-C6CB08A6C4C4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82786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4A2244-8C6B-0D46-B48B-C6CB08A6C4C4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27137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  <a:r>
              <a:rPr lang="en-CN" dirty="0"/>
              <a:t>estination 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4A2244-8C6B-0D46-B48B-C6CB08A6C4C4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34611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RRT</a:t>
            </a:r>
            <a:r>
              <a:rPr lang="en-US" dirty="0"/>
              <a:t>: </a:t>
            </a:r>
          </a:p>
          <a:p>
            <a:r>
              <a:rPr lang="en-US" dirty="0"/>
              <a:t>   T</a:t>
            </a:r>
            <a:r>
              <a:rPr lang="en-CN" dirty="0"/>
              <a:t>ag: reservation station entry ID </a:t>
            </a:r>
            <a:endParaRPr lang="en-US" dirty="0"/>
          </a:p>
          <a:p>
            <a:r>
              <a:rPr lang="en-US" dirty="0"/>
              <a:t>   Valid: 1 means the register is readable, 0 means the new value exists in a reservation station entry. </a:t>
            </a:r>
          </a:p>
          <a:p>
            <a:r>
              <a:rPr lang="en-US" dirty="0"/>
              <a:t>   Value: value in RF</a:t>
            </a:r>
          </a:p>
          <a:p>
            <a:endParaRPr lang="en-US" dirty="0"/>
          </a:p>
          <a:p>
            <a:r>
              <a:rPr lang="en-US" b="1" dirty="0"/>
              <a:t>RS</a:t>
            </a:r>
            <a:r>
              <a:rPr lang="en-US" dirty="0"/>
              <a:t>:</a:t>
            </a:r>
          </a:p>
          <a:p>
            <a:r>
              <a:rPr lang="en-US" dirty="0"/>
              <a:t>   V: valid bit of this </a:t>
            </a:r>
            <a:r>
              <a:rPr lang="en-US" altLang="zh-CN" dirty="0"/>
              <a:t>operand</a:t>
            </a:r>
            <a:endParaRPr lang="en-US" dirty="0"/>
          </a:p>
          <a:p>
            <a:r>
              <a:rPr lang="en-US" dirty="0"/>
              <a:t>   Tag: RS ID</a:t>
            </a:r>
          </a:p>
          <a:p>
            <a:r>
              <a:rPr lang="en-US" dirty="0"/>
              <a:t>   Value: value of this operand</a:t>
            </a:r>
          </a:p>
          <a:p>
            <a:endParaRPr lang="en-US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4A2244-8C6B-0D46-B48B-C6CB08A6C4C4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4821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80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d, Reclaim rename tag</a:t>
            </a:r>
          </a:p>
          <a:p>
            <a:pPr lvl="2">
              <a:lnSpc>
                <a:spcPct val="80000"/>
              </a:lnSpc>
            </a:pPr>
            <a:r>
              <a:rPr lang="en-US" altLang="en-US" sz="1700" dirty="0">
                <a:ea typeface="ＭＳ Ｐゴシック" panose="020B0600070205080204" pitchFamily="34" charset="-128"/>
              </a:rPr>
              <a:t>no valid copy of tag in system!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4A2244-8C6B-0D46-B48B-C6CB08A6C4C4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20354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9A7179-3C62-4B31-AD6D-698978FDEB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51038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9A7179-3C62-4B31-AD6D-698978FDEB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0086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9A7179-3C62-4B31-AD6D-698978FDEB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8810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9A7179-3C62-4B31-AD6D-698978FDEB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4104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9A7179-3C62-4B31-AD6D-698978FDEB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0648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9A7179-3C62-4B31-AD6D-698978FDEB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7910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9A7179-3C62-4B31-AD6D-698978FDEB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4690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9A7179-3C62-4B31-AD6D-698978FDEB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8784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9A7179-3C62-4B31-AD6D-698978FDEB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5285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9A7179-3C62-4B31-AD6D-698978FDEB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1250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9A7179-3C62-4B31-AD6D-698978FDEB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0113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9A7179-3C62-4B31-AD6D-698978FDEB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3205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9A7179-3C62-4B31-AD6D-698978FDEB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2208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9A7179-3C62-4B31-AD6D-698978FDEB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8113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9A7179-3C62-4B31-AD6D-698978FDEB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6036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9A7179-3C62-4B31-AD6D-698978FDEB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267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9A7179-3C62-4B31-AD6D-698978FDEB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0257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9A7179-3C62-4B31-AD6D-698978FDEB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5499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9A7179-3C62-4B31-AD6D-698978FDEB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23631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9A7179-3C62-4B31-AD6D-698978FDEB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1440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9A7179-3C62-4B31-AD6D-698978FDEB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968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9A7179-3C62-4B31-AD6D-698978FDEB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23020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9A7179-3C62-4B31-AD6D-698978FDEB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10371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9A7179-3C62-4B31-AD6D-698978FDEB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29603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80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d, Reclaim rename tag</a:t>
            </a:r>
          </a:p>
          <a:p>
            <a:pPr lvl="2">
              <a:lnSpc>
                <a:spcPct val="80000"/>
              </a:lnSpc>
            </a:pPr>
            <a:r>
              <a:rPr lang="en-US" altLang="en-US" sz="1700" dirty="0">
                <a:ea typeface="ＭＳ Ｐゴシック" panose="020B0600070205080204" pitchFamily="34" charset="-128"/>
              </a:rPr>
              <a:t>no valid copy of tag in system!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4A2244-8C6B-0D46-B48B-C6CB08A6C4C4}" type="slidenum">
              <a:rPr lang="en-US" altLang="en-US" smtClean="0"/>
              <a:pPr>
                <a:defRPr/>
              </a:pPr>
              <a:t>48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544357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9A7179-3C62-4B31-AD6D-698978FDEB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92529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任务。。。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4A2244-8C6B-0D46-B48B-C6CB08A6C4C4}" type="slidenum">
              <a:rPr lang="en-US" altLang="en-US" smtClean="0"/>
              <a:pPr>
                <a:defRPr/>
              </a:pPr>
              <a:t>54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476803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Intel gold CPU… </a:t>
            </a:r>
          </a:p>
          <a:p>
            <a:r>
              <a:rPr lang="en-US" altLang="zh-CN" dirty="0"/>
              <a:t>4rd Xeon Sapphire Rapids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4A2244-8C6B-0D46-B48B-C6CB08A6C4C4}" type="slidenum">
              <a:rPr lang="en-US" altLang="en-US" smtClean="0"/>
              <a:pPr>
                <a:defRPr/>
              </a:pPr>
              <a:t>70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980982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Intel gold CPU…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4A2244-8C6B-0D46-B48B-C6CB08A6C4C4}" type="slidenum">
              <a:rPr lang="en-US" altLang="en-US" smtClean="0"/>
              <a:pPr>
                <a:defRPr/>
              </a:pPr>
              <a:t>71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1114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7CD2703F-59E9-A14C-8EB7-D2EF90B9A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23950"/>
            <a:ext cx="82296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4E45769C-5653-3249-B473-2EE771C8252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337185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6F1184F0-BDE6-E04A-9B4C-5FBA651A760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6868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9248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01182EE-B006-604C-80F1-A08CD3F299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000000"/>
                </a:solidFill>
                <a:latin typeface="Garamond" pitchFamily="-106" charset="0"/>
                <a:ea typeface="Arial" pitchFamily="-106" charset="0"/>
                <a:cs typeface="Arial" pitchFamily="-106" charset="0"/>
              </a:defRPr>
            </a:lvl1pPr>
          </a:lstStyle>
          <a:p>
            <a:pPr>
              <a:defRPr/>
            </a:pPr>
            <a:r>
              <a:rPr lang="en-US"/>
              <a:t>Efficient Runahead Execution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6FF7502-AB8E-2D42-89F5-6E44D8D219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A9EDE30-1051-6248-A6FF-A3B2F6A689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419CA311-0D55-A14C-B89B-825C95FC0D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491251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7527"/>
            <a:ext cx="86106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2F456239-BE5C-F14C-BAFE-1CE538B9D7B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81A7BE9F-CE53-CC49-87AA-BAE23F95E61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3DEEF8-87BA-7144-9648-F84693A6E11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971424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D31936A8-46C3-6144-858E-78E1ACCA1A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33F8A896-4867-D146-8CEC-A71CEB2F2B0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1C8F86-5F3C-F245-94F6-C123F85C202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702209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D4FBA484-E206-D641-B0DC-3D4C98C627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6EEA48B1-2FA4-8747-A5DD-BCA0E69B94C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1A1F37-1138-BE43-82C5-EB159284CF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663044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>
            <a:extLst>
              <a:ext uri="{FF2B5EF4-FFF2-40B4-BE49-F238E27FC236}">
                <a16:creationId xmlns:a16="http://schemas.microsoft.com/office/drawing/2014/main" id="{33F02844-2FE7-C24C-9E98-3B816850C4B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1030">
            <a:extLst>
              <a:ext uri="{FF2B5EF4-FFF2-40B4-BE49-F238E27FC236}">
                <a16:creationId xmlns:a16="http://schemas.microsoft.com/office/drawing/2014/main" id="{718623F1-7DE2-1845-8415-80FB2731C15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A8A460-06A5-1040-9381-5E626473F9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978838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>
            <a:extLst>
              <a:ext uri="{FF2B5EF4-FFF2-40B4-BE49-F238E27FC236}">
                <a16:creationId xmlns:a16="http://schemas.microsoft.com/office/drawing/2014/main" id="{9CEE6D8E-27A0-0640-A905-296B5CA075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>
            <a:extLst>
              <a:ext uri="{FF2B5EF4-FFF2-40B4-BE49-F238E27FC236}">
                <a16:creationId xmlns:a16="http://schemas.microsoft.com/office/drawing/2014/main" id="{24A5FEAD-8321-B348-BADD-59371C1875C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38187-F844-5B4C-9C26-C2BA5E46EB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737149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>
            <a:extLst>
              <a:ext uri="{FF2B5EF4-FFF2-40B4-BE49-F238E27FC236}">
                <a16:creationId xmlns:a16="http://schemas.microsoft.com/office/drawing/2014/main" id="{39DE8FF1-9193-7F4E-B922-00B76AA4C56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1030">
            <a:extLst>
              <a:ext uri="{FF2B5EF4-FFF2-40B4-BE49-F238E27FC236}">
                <a16:creationId xmlns:a16="http://schemas.microsoft.com/office/drawing/2014/main" id="{D818ACD0-F021-2B49-AC9D-A471820E1F4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95373-688A-E54A-BCBC-676BC297BB2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107754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5774A03C-10B1-F74B-BCEE-3B42276D82A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93987030-5D42-1745-9FE1-104F1FB142A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E9E05E-C026-FF47-A81F-F567280023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544283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95F248AF-580A-484F-8CDE-233C7293CF5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3752E372-8C90-784B-AEF9-99A3B39A574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23FC57-0E92-184E-B457-70424053F1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757585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2FFB4941-E67A-AB4D-9D8B-7D602F6617D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32B790D0-387A-D24B-BFFB-CEEE4F8DD7F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516D74-7A0A-974B-A43A-3FC2516061B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752825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152400"/>
            <a:ext cx="215265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30555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E98B6B71-297A-7B40-BD41-F5AC2532F72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9831095A-1960-444A-911A-3C8915CCD58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41925-2E2A-0E40-8E5A-D6375ADEA7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184347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F9047823-2C94-ED40-A15F-48C5249AB98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4C8AA92F-4CF5-8B48-8439-382B46432E8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DAD1A7-D785-6B4D-BB0F-F87147239B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2579059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safari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0975" y="6411913"/>
            <a:ext cx="1025525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FCE054-F1E5-374D-A24E-887477C0532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383606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92004D-7284-C244-B275-AB956C66515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138902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9817D1-13B0-D341-B1C4-34616D3933B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7612680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067096-FD7F-A949-B565-8298951E6B8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4186454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1077C3-3C60-8640-A1DD-3718D4D0D74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072583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D41FDD-73B6-EC4A-BB35-BA0C8CCC36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383120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8D2B92-4EF8-0940-9F90-1D39CCADBD7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9509317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24B1A2-EC3E-4448-972E-E198354A3E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0724782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5B71B7-33A4-004A-B24D-5E8A20C1D7A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6142763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5EE445-AD48-2049-A03E-4C865681EA4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013094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152400"/>
            <a:ext cx="215265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30555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603A9-60B6-0741-B15F-17172804C19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06917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28600" y="1371600"/>
            <a:ext cx="86106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66D58A-9B40-E846-A790-9B6CD5A5859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99453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>
            <a:extLst>
              <a:ext uri="{FF2B5EF4-FFF2-40B4-BE49-F238E27FC236}">
                <a16:creationId xmlns:a16="http://schemas.microsoft.com/office/drawing/2014/main" id="{83270108-4FD1-564B-ABAB-6D0D792C29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1027">
            <a:extLst>
              <a:ext uri="{FF2B5EF4-FFF2-40B4-BE49-F238E27FC236}">
                <a16:creationId xmlns:a16="http://schemas.microsoft.com/office/drawing/2014/main" id="{B99F7C24-DBB8-3946-9159-B6B6930248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898525"/>
            <a:ext cx="86106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0357" name="Rectangle 1029">
            <a:extLst>
              <a:ext uri="{FF2B5EF4-FFF2-40B4-BE49-F238E27FC236}">
                <a16:creationId xmlns:a16="http://schemas.microsoft.com/office/drawing/2014/main" id="{93C8C92C-4D9A-794D-8339-4EED2C89708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0358" name="Rectangle 1030">
            <a:extLst>
              <a:ext uri="{FF2B5EF4-FFF2-40B4-BE49-F238E27FC236}">
                <a16:creationId xmlns:a16="http://schemas.microsoft.com/office/drawing/2014/main" id="{34E28EF7-5AF2-0E47-8FE5-D0478A414A3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77038" y="631825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000000"/>
                </a:solidFill>
                <a:latin typeface="Garamond" charset="0"/>
                <a:ea typeface="ＭＳ Ｐゴシック" charset="-128"/>
              </a:defRPr>
            </a:lvl1pPr>
          </a:lstStyle>
          <a:p>
            <a:pPr>
              <a:defRPr/>
            </a:pPr>
            <a:fld id="{B29DC364-FD79-5B41-A4D8-E2DDF079EE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0" name="Line 1032">
            <a:extLst>
              <a:ext uri="{FF2B5EF4-FFF2-40B4-BE49-F238E27FC236}">
                <a16:creationId xmlns:a16="http://schemas.microsoft.com/office/drawing/2014/main" id="{21377C63-9205-884E-A750-9A1681937F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6481763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Line 1033">
            <a:extLst>
              <a:ext uri="{FF2B5EF4-FFF2-40B4-BE49-F238E27FC236}">
                <a16:creationId xmlns:a16="http://schemas.microsoft.com/office/drawing/2014/main" id="{83F0D7DE-84D5-ED49-840F-2474A956470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28600" y="898525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32" r:id="rId1"/>
    <p:sldLayoutId id="2147484899" r:id="rId2"/>
    <p:sldLayoutId id="2147484900" r:id="rId3"/>
    <p:sldLayoutId id="2147484901" r:id="rId4"/>
    <p:sldLayoutId id="2147484902" r:id="rId5"/>
    <p:sldLayoutId id="2147484903" r:id="rId6"/>
    <p:sldLayoutId id="2147484904" r:id="rId7"/>
    <p:sldLayoutId id="2147484905" r:id="rId8"/>
    <p:sldLayoutId id="2147484906" r:id="rId9"/>
    <p:sldLayoutId id="2147484907" r:id="rId10"/>
    <p:sldLayoutId id="2147484908" r:id="rId11"/>
    <p:sldLayoutId id="2147484909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200">
          <a:solidFill>
            <a:schemeClr val="tx1"/>
          </a:solidFill>
          <a:latin typeface="+mn-lt"/>
          <a:ea typeface="ＭＳ Ｐゴシック" pitchFamily="-106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ＭＳ Ｐゴシック" pitchFamily="-106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>
          <a:solidFill>
            <a:schemeClr val="tx1"/>
          </a:solidFill>
          <a:latin typeface="+mn-lt"/>
          <a:ea typeface="ＭＳ Ｐゴシック" pitchFamily="-106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ＭＳ Ｐゴシック" pitchFamily="-106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88423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095375"/>
            <a:ext cx="8610600" cy="515302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46900" y="6373813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latin typeface="Garamond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B5C1105-7C02-0A4A-BBB4-558A73CD3ACF}" type="slidenum">
              <a:rPr lang="en-US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030" name="Line 1032"/>
          <p:cNvSpPr>
            <a:spLocks noChangeShapeType="1"/>
          </p:cNvSpPr>
          <p:nvPr/>
        </p:nvSpPr>
        <p:spPr bwMode="auto">
          <a:xfrm>
            <a:off x="228600" y="6446838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31" name="Line 1033"/>
          <p:cNvSpPr>
            <a:spLocks noChangeShapeType="1"/>
          </p:cNvSpPr>
          <p:nvPr userDrawn="1"/>
        </p:nvSpPr>
        <p:spPr bwMode="auto">
          <a:xfrm>
            <a:off x="228600" y="914400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1032" name="Picture 7" descr="safari.png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0975" y="6602413"/>
            <a:ext cx="8477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76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28" r:id="rId1"/>
    <p:sldLayoutId id="2147485029" r:id="rId2"/>
    <p:sldLayoutId id="2147485030" r:id="rId3"/>
    <p:sldLayoutId id="2147485031" r:id="rId4"/>
    <p:sldLayoutId id="2147485032" r:id="rId5"/>
    <p:sldLayoutId id="2147485033" r:id="rId6"/>
    <p:sldLayoutId id="2147485034" r:id="rId7"/>
    <p:sldLayoutId id="2147485035" r:id="rId8"/>
    <p:sldLayoutId id="2147485036" r:id="rId9"/>
    <p:sldLayoutId id="2147485037" r:id="rId10"/>
    <p:sldLayoutId id="2147485038" r:id="rId11"/>
    <p:sldLayoutId id="2147485039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pitchFamily="-106" charset="-128"/>
          <a:cs typeface="ＭＳ Ｐゴシック" pitchFamily="-106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-106" charset="0"/>
          <a:ea typeface="ＭＳ Ｐゴシック" pitchFamily="-106" charset="-128"/>
          <a:cs typeface="ＭＳ Ｐゴシック" pitchFamily="-106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-106" charset="0"/>
          <a:ea typeface="ＭＳ Ｐゴシック" pitchFamily="-106" charset="-128"/>
          <a:cs typeface="ＭＳ Ｐゴシック" pitchFamily="-106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-106" charset="0"/>
          <a:ea typeface="ＭＳ Ｐゴシック" pitchFamily="-106" charset="-128"/>
          <a:cs typeface="ＭＳ Ｐゴシック" pitchFamily="-106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-106" charset="0"/>
          <a:ea typeface="ＭＳ Ｐゴシック" pitchFamily="-106" charset="-128"/>
          <a:cs typeface="ＭＳ Ｐゴシック" pitchFamily="-106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-10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-10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-10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-10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charset="0"/>
        <a:buChar char="n"/>
        <a:defRPr sz="2400">
          <a:solidFill>
            <a:schemeClr val="tx1"/>
          </a:solidFill>
          <a:latin typeface="+mn-lt"/>
          <a:ea typeface="ＭＳ Ｐゴシック" pitchFamily="-106" charset="-128"/>
          <a:cs typeface="ＭＳ Ｐゴシック" pitchFamily="-106" charset="-128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charset="0"/>
        <a:buChar char="q"/>
        <a:defRPr sz="2200">
          <a:solidFill>
            <a:schemeClr val="tx1"/>
          </a:solidFill>
          <a:latin typeface="+mn-lt"/>
          <a:ea typeface="ＭＳ Ｐゴシック" pitchFamily="-106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pitchFamily="-106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0"/>
        <a:buChar char="q"/>
        <a:defRPr>
          <a:solidFill>
            <a:schemeClr val="tx1"/>
          </a:solidFill>
          <a:latin typeface="+mn-lt"/>
          <a:ea typeface="ＭＳ Ｐゴシック" pitchFamily="-106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charset="0"/>
        <a:buChar char="§"/>
        <a:defRPr sz="1600">
          <a:solidFill>
            <a:schemeClr val="tx1"/>
          </a:solidFill>
          <a:latin typeface="+mn-lt"/>
          <a:ea typeface="ＭＳ Ｐゴシック" pitchFamily="-106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-106" charset="2"/>
        <a:buChar char="§"/>
        <a:defRPr sz="1600">
          <a:solidFill>
            <a:schemeClr val="tx1"/>
          </a:solidFill>
          <a:latin typeface="+mn-lt"/>
          <a:ea typeface="ＭＳ Ｐゴシック" pitchFamily="-106" charset="-128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-106" charset="2"/>
        <a:buChar char="§"/>
        <a:defRPr sz="1600">
          <a:solidFill>
            <a:schemeClr val="tx1"/>
          </a:solidFill>
          <a:latin typeface="+mn-lt"/>
          <a:ea typeface="ＭＳ Ｐゴシック" pitchFamily="-106" charset="-128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-106" charset="2"/>
        <a:buChar char="§"/>
        <a:defRPr sz="1600">
          <a:solidFill>
            <a:schemeClr val="tx1"/>
          </a:solidFill>
          <a:latin typeface="+mn-lt"/>
          <a:ea typeface="ＭＳ Ｐゴシック" pitchFamily="-106" charset="-128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-106" charset="2"/>
        <a:buChar char="§"/>
        <a:defRPr sz="1600">
          <a:solidFill>
            <a:schemeClr val="tx1"/>
          </a:solidFill>
          <a:latin typeface="+mn-lt"/>
          <a:ea typeface="ＭＳ Ｐゴシック" pitchFamily="-106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true-wildlife.blogspot.ch/2010/10/bactrian-camel.html" TargetMode="External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://true-wildlife.blogspot.ch/2010/10/bactrian-camel.html" TargetMode="External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4">
            <a:extLst>
              <a:ext uri="{FF2B5EF4-FFF2-40B4-BE49-F238E27FC236}">
                <a16:creationId xmlns:a16="http://schemas.microsoft.com/office/drawing/2014/main" id="{F4B36F19-AF20-EE4B-9796-5DE4A6ED122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685800"/>
            <a:ext cx="8610600" cy="1720850"/>
          </a:xfrm>
        </p:spPr>
        <p:txBody>
          <a:bodyPr/>
          <a:lstStyle/>
          <a:p>
            <a:pPr algn="ctr" eaLnBrk="1" hangingPunct="1"/>
            <a:br>
              <a:rPr lang="en-US" altLang="en-US" dirty="0">
                <a:ea typeface="ＭＳ Ｐゴシック" panose="020B0600070205080204" pitchFamily="34" charset="-128"/>
              </a:rPr>
            </a:br>
            <a:r>
              <a:rPr lang="en-US" altLang="en-US" sz="4500" b="1" dirty="0">
                <a:ea typeface="ＭＳ Ｐゴシック" panose="020B0600070205080204" pitchFamily="34" charset="-128"/>
              </a:rPr>
              <a:t>Computer Arch. &amp; AI Chip</a:t>
            </a:r>
            <a:br>
              <a:rPr lang="en-US" altLang="en-US" sz="4500" b="1" dirty="0">
                <a:ea typeface="ＭＳ Ｐゴシック" panose="020B0600070205080204" pitchFamily="34" charset="-128"/>
              </a:rPr>
            </a:br>
            <a:br>
              <a:rPr lang="en-US" altLang="en-US" sz="1000" b="1" dirty="0">
                <a:ea typeface="ＭＳ Ｐゴシック" panose="020B0600070205080204" pitchFamily="34" charset="-128"/>
              </a:rPr>
            </a:br>
            <a:r>
              <a:rPr lang="en-US" altLang="en-US" sz="45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Lecture 3: </a:t>
            </a:r>
            <a:r>
              <a:rPr lang="en-US" altLang="en-US" sz="4500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Tomasula</a:t>
            </a:r>
            <a:endParaRPr lang="en-US" altLang="en-US" sz="4500" dirty="0">
              <a:solidFill>
                <a:srgbClr val="C0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20482" name="Rectangle 5">
            <a:extLst>
              <a:ext uri="{FF2B5EF4-FFF2-40B4-BE49-F238E27FC236}">
                <a16:creationId xmlns:a16="http://schemas.microsoft.com/office/drawing/2014/main" id="{47CAD589-18D1-6D42-A966-19E62D8F667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2900363"/>
          </a:xfrm>
        </p:spPr>
        <p:txBody>
          <a:bodyPr/>
          <a:lstStyle/>
          <a:p>
            <a:pPr eaLnBrk="1" hangingPunct="1"/>
            <a:endParaRPr lang="en-US" altLang="en-US" dirty="0">
              <a:solidFill>
                <a:srgbClr val="003399"/>
              </a:solidFill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2800" dirty="0">
                <a:solidFill>
                  <a:srgbClr val="003399"/>
                </a:solidFill>
                <a:ea typeface="ＭＳ Ｐゴシック" panose="020B0600070205080204" pitchFamily="34" charset="-128"/>
              </a:rPr>
              <a:t>Prof. Zeke Wang</a:t>
            </a:r>
          </a:p>
          <a:p>
            <a:pPr eaLnBrk="1" hangingPunct="1"/>
            <a:endParaRPr lang="en-US" altLang="en-US" sz="2800" dirty="0">
              <a:solidFill>
                <a:srgbClr val="003399"/>
              </a:solidFill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Zhejiang University</a:t>
            </a:r>
          </a:p>
          <a:p>
            <a:pPr eaLnBrk="1" hangingPunct="1"/>
            <a:r>
              <a:rPr lang="en-US" altLang="zh-CN">
                <a:ea typeface="ＭＳ Ｐゴシック" panose="020B0600070205080204" pitchFamily="34" charset="-128"/>
              </a:rPr>
              <a:t>22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March 2026</a:t>
            </a: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>
            <a:extLst>
              <a:ext uri="{FF2B5EF4-FFF2-40B4-BE49-F238E27FC236}">
                <a16:creationId xmlns:a16="http://schemas.microsoft.com/office/drawing/2014/main" id="{1A86B2B6-EF18-724F-8D5A-CEF62CE799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Recall: </a:t>
            </a:r>
            <a:r>
              <a:rPr lang="en-US" altLang="en-US" dirty="0">
                <a:ea typeface="ＭＳ Ｐゴシック" panose="020B0600070205080204" pitchFamily="34" charset="-128"/>
              </a:rPr>
              <a:t>Reorder Buffer (ROB)</a:t>
            </a:r>
          </a:p>
        </p:txBody>
      </p:sp>
      <p:sp>
        <p:nvSpPr>
          <p:cNvPr id="47106" name="Content Placeholder 2">
            <a:extLst>
              <a:ext uri="{FF2B5EF4-FFF2-40B4-BE49-F238E27FC236}">
                <a16:creationId xmlns:a16="http://schemas.microsoft.com/office/drawing/2014/main" id="{D74317EC-6A7C-1443-8834-743BDD582B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753472" cy="5403850"/>
          </a:xfrm>
        </p:spPr>
        <p:txBody>
          <a:bodyPr/>
          <a:lstStyle/>
          <a:p>
            <a:r>
              <a:rPr lang="en-US" altLang="en-US" b="1" dirty="0">
                <a:ea typeface="ＭＳ Ｐゴシック" panose="020B0600070205080204" pitchFamily="34" charset="-128"/>
              </a:rPr>
              <a:t>Key Idea</a:t>
            </a:r>
            <a:r>
              <a:rPr lang="en-US" altLang="en-US" dirty="0">
                <a:ea typeface="ＭＳ Ｐゴシック" panose="020B0600070205080204" pitchFamily="34" charset="-128"/>
              </a:rPr>
              <a:t>: Complete instructions out-of-order, but reorder them before writing results to architectural state (Commit).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1, When instruction is </a:t>
            </a:r>
            <a:r>
              <a:rPr lang="en-US" altLang="en-US" b="1" dirty="0">
                <a:solidFill>
                  <a:srgbClr val="7030A0"/>
                </a:solidFill>
                <a:ea typeface="ＭＳ Ｐゴシック" panose="020B0600070205080204" pitchFamily="34" charset="-128"/>
              </a:rPr>
              <a:t>decoded in order</a:t>
            </a:r>
            <a:r>
              <a:rPr lang="en-US" altLang="en-US" b="1" dirty="0">
                <a:ea typeface="ＭＳ Ｐゴシック" panose="020B0600070205080204" pitchFamily="34" charset="-128"/>
              </a:rPr>
              <a:t>,</a:t>
            </a:r>
            <a:r>
              <a:rPr lang="en-US" altLang="en-US" dirty="0">
                <a:ea typeface="ＭＳ Ｐゴシック" panose="020B0600070205080204" pitchFamily="34" charset="-128"/>
              </a:rPr>
              <a:t> it reserves the next-sequential entry in the ROB, rename the destination register.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2, When instruction </a:t>
            </a:r>
            <a:r>
              <a:rPr lang="en-US" altLang="en-US" b="1" dirty="0">
                <a:ea typeface="ＭＳ Ｐゴシック" panose="020B0600070205080204" pitchFamily="34" charset="-128"/>
              </a:rPr>
              <a:t>completes </a:t>
            </a:r>
            <a:r>
              <a:rPr lang="en-US" altLang="en-US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out-of-order</a:t>
            </a:r>
            <a:r>
              <a:rPr lang="en-US" altLang="en-US" dirty="0">
                <a:ea typeface="ＭＳ Ｐゴシック" panose="020B0600070205080204" pitchFamily="34" charset="-128"/>
              </a:rPr>
              <a:t>, it writes result into ROB entry.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3, When instruction </a:t>
            </a:r>
            <a:r>
              <a:rPr lang="en-US" altLang="en-US" b="1" dirty="0">
                <a:ea typeface="ＭＳ Ｐゴシック" panose="020B0600070205080204" pitchFamily="34" charset="-128"/>
              </a:rPr>
              <a:t>oldest in ROB </a:t>
            </a:r>
            <a:r>
              <a:rPr lang="en-US" altLang="en-US" dirty="0">
                <a:ea typeface="ＭＳ Ｐゴシック" panose="020B0600070205080204" pitchFamily="34" charset="-128"/>
              </a:rPr>
              <a:t>and it has completed without exceptions, its result writes to reg. file or memory (</a:t>
            </a:r>
            <a:r>
              <a:rPr lang="en-US" altLang="en-US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In order commitment</a:t>
            </a:r>
            <a:r>
              <a:rPr lang="en-US" altLang="en-US" dirty="0">
                <a:ea typeface="ＭＳ Ｐゴシック" panose="020B0600070205080204" pitchFamily="34" charset="-128"/>
              </a:rPr>
              <a:t>)</a:t>
            </a: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40CA36B7-44F1-444F-A213-629D30961E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77038" y="631825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54FB6BA-66B4-4E42-B3DB-C8880110D1DF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F307DC4A-944B-48B2-AF96-DD879EFC1B91}"/>
              </a:ext>
            </a:extLst>
          </p:cNvPr>
          <p:cNvGrpSpPr/>
          <p:nvPr/>
        </p:nvGrpSpPr>
        <p:grpSpPr>
          <a:xfrm>
            <a:off x="1270000" y="4419600"/>
            <a:ext cx="6654800" cy="2003084"/>
            <a:chOff x="1270000" y="4419600"/>
            <a:chExt cx="6654800" cy="2003084"/>
          </a:xfrm>
        </p:grpSpPr>
        <p:sp>
          <p:nvSpPr>
            <p:cNvPr id="69" name="Rectangle 62">
              <a:extLst>
                <a:ext uri="{FF2B5EF4-FFF2-40B4-BE49-F238E27FC236}">
                  <a16:creationId xmlns:a16="http://schemas.microsoft.com/office/drawing/2014/main" id="{A084D69B-817D-4C08-B658-BA1FC113A1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412" y="4443976"/>
              <a:ext cx="1117600" cy="7288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0" name="TextBox 63">
              <a:extLst>
                <a:ext uri="{FF2B5EF4-FFF2-40B4-BE49-F238E27FC236}">
                  <a16:creationId xmlns:a16="http://schemas.microsoft.com/office/drawing/2014/main" id="{986A97B5-4D88-46F2-9230-0C358495FD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9356" y="4516437"/>
              <a:ext cx="1044575" cy="646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Register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File</a:t>
              </a:r>
            </a:p>
          </p:txBody>
        </p:sp>
        <p:sp>
          <p:nvSpPr>
            <p:cNvPr id="71" name="Rectangle 64">
              <a:extLst>
                <a:ext uri="{FF2B5EF4-FFF2-40B4-BE49-F238E27FC236}">
                  <a16:creationId xmlns:a16="http://schemas.microsoft.com/office/drawing/2014/main" id="{0273C4F3-81A3-4FEF-9415-0231FE26A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7387" y="4419600"/>
              <a:ext cx="1117600" cy="4302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2" name="Rectangle 65">
              <a:extLst>
                <a:ext uri="{FF2B5EF4-FFF2-40B4-BE49-F238E27FC236}">
                  <a16:creationId xmlns:a16="http://schemas.microsoft.com/office/drawing/2014/main" id="{FF72BAE5-490C-44EF-AB98-9E1F6E27A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7387" y="5038725"/>
              <a:ext cx="1117600" cy="4302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3" name="Rectangle 66">
              <a:extLst>
                <a:ext uri="{FF2B5EF4-FFF2-40B4-BE49-F238E27FC236}">
                  <a16:creationId xmlns:a16="http://schemas.microsoft.com/office/drawing/2014/main" id="{B9B08AE8-7F73-4E27-A43B-6D44BDE90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7387" y="5621337"/>
              <a:ext cx="1117600" cy="4286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TextBox 67">
              <a:extLst>
                <a:ext uri="{FF2B5EF4-FFF2-40B4-BE49-F238E27FC236}">
                  <a16:creationId xmlns:a16="http://schemas.microsoft.com/office/drawing/2014/main" id="{7307A1B4-37A9-4501-959C-1E65E51826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3412" y="4465637"/>
              <a:ext cx="117157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Func Unit</a:t>
              </a:r>
            </a:p>
          </p:txBody>
        </p:sp>
        <p:sp>
          <p:nvSpPr>
            <p:cNvPr id="75" name="TextBox 68">
              <a:extLst>
                <a:ext uri="{FF2B5EF4-FFF2-40B4-BE49-F238E27FC236}">
                  <a16:creationId xmlns:a16="http://schemas.microsoft.com/office/drawing/2014/main" id="{54774A75-CC7E-4CE9-934E-3B78DADD30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7225" y="5062537"/>
              <a:ext cx="1171575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Func Unit</a:t>
              </a:r>
            </a:p>
          </p:txBody>
        </p:sp>
        <p:sp>
          <p:nvSpPr>
            <p:cNvPr id="76" name="TextBox 69">
              <a:extLst>
                <a:ext uri="{FF2B5EF4-FFF2-40B4-BE49-F238E27FC236}">
                  <a16:creationId xmlns:a16="http://schemas.microsoft.com/office/drawing/2014/main" id="{180D5746-5B23-41D8-A479-4B27DD7663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2462" y="5657850"/>
              <a:ext cx="117157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Func Unit</a:t>
              </a:r>
            </a:p>
          </p:txBody>
        </p:sp>
        <p:sp>
          <p:nvSpPr>
            <p:cNvPr id="77" name="Rectangle 70">
              <a:extLst>
                <a:ext uri="{FF2B5EF4-FFF2-40B4-BE49-F238E27FC236}">
                  <a16:creationId xmlns:a16="http://schemas.microsoft.com/office/drawing/2014/main" id="{24A8BFE4-9F74-48B5-86ED-75148D991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0679" y="5430837"/>
              <a:ext cx="1081270" cy="741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TextBox 71">
              <a:extLst>
                <a:ext uri="{FF2B5EF4-FFF2-40B4-BE49-F238E27FC236}">
                  <a16:creationId xmlns:a16="http://schemas.microsoft.com/office/drawing/2014/main" id="{C2B9F2CC-EECD-4B87-9C63-BC3A82F1C8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492" y="5508069"/>
              <a:ext cx="106952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Reorder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Buffer</a:t>
              </a:r>
            </a:p>
          </p:txBody>
        </p:sp>
        <p:cxnSp>
          <p:nvCxnSpPr>
            <p:cNvPr id="79" name="Straight Connector 73">
              <a:extLst>
                <a:ext uri="{FF2B5EF4-FFF2-40B4-BE49-F238E27FC236}">
                  <a16:creationId xmlns:a16="http://schemas.microsoft.com/office/drawing/2014/main" id="{DF39A3E5-CC9F-4580-84AE-B61E2BC6D74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883399" y="5240338"/>
              <a:ext cx="11779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" name="Straight Arrow Connector 75">
              <a:extLst>
                <a:ext uri="{FF2B5EF4-FFF2-40B4-BE49-F238E27FC236}">
                  <a16:creationId xmlns:a16="http://schemas.microsoft.com/office/drawing/2014/main" id="{E6A1D681-F3A0-41C9-8F6C-D728E6A0E741}"/>
                </a:ext>
              </a:extLst>
            </p:cNvPr>
            <p:cNvCxnSpPr>
              <a:cxnSpLocks noChangeShapeType="1"/>
              <a:stCxn id="74" idx="3"/>
            </p:cNvCxnSpPr>
            <p:nvPr/>
          </p:nvCxnSpPr>
          <p:spPr bwMode="auto">
            <a:xfrm>
              <a:off x="6884987" y="4651375"/>
              <a:ext cx="587375" cy="15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" name="Straight Arrow Connector 77">
              <a:extLst>
                <a:ext uri="{FF2B5EF4-FFF2-40B4-BE49-F238E27FC236}">
                  <a16:creationId xmlns:a16="http://schemas.microsoft.com/office/drawing/2014/main" id="{7455C28C-7F3A-4372-BC0A-A33B465EF313}"/>
                </a:ext>
              </a:extLst>
            </p:cNvPr>
            <p:cNvCxnSpPr>
              <a:cxnSpLocks noChangeShapeType="1"/>
              <a:stCxn id="75" idx="3"/>
            </p:cNvCxnSpPr>
            <p:nvPr/>
          </p:nvCxnSpPr>
          <p:spPr bwMode="auto">
            <a:xfrm>
              <a:off x="6908800" y="5246687"/>
              <a:ext cx="56356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" name="Straight Arrow Connector 79">
              <a:extLst>
                <a:ext uri="{FF2B5EF4-FFF2-40B4-BE49-F238E27FC236}">
                  <a16:creationId xmlns:a16="http://schemas.microsoft.com/office/drawing/2014/main" id="{4D159A11-B5A2-425B-B1A3-E39A39201DC1}"/>
                </a:ext>
              </a:extLst>
            </p:cNvPr>
            <p:cNvCxnSpPr>
              <a:cxnSpLocks noChangeShapeType="1"/>
              <a:stCxn id="76" idx="3"/>
            </p:cNvCxnSpPr>
            <p:nvPr/>
          </p:nvCxnSpPr>
          <p:spPr bwMode="auto">
            <a:xfrm flipV="1">
              <a:off x="6904037" y="5829300"/>
              <a:ext cx="568325" cy="127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" name="Straight Arrow Connector 83">
              <a:extLst>
                <a:ext uri="{FF2B5EF4-FFF2-40B4-BE49-F238E27FC236}">
                  <a16:creationId xmlns:a16="http://schemas.microsoft.com/office/drawing/2014/main" id="{38655A9D-29B1-4DAC-A208-DE3DF89AEEF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472362" y="5246687"/>
              <a:ext cx="452438" cy="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4" name="Straight Connector 87">
              <a:extLst>
                <a:ext uri="{FF2B5EF4-FFF2-40B4-BE49-F238E27FC236}">
                  <a16:creationId xmlns:a16="http://schemas.microsoft.com/office/drawing/2014/main" id="{67E6BBF1-CF1A-4639-8AED-083181EF3DB4}"/>
                </a:ext>
              </a:extLst>
            </p:cNvPr>
            <p:cNvCxnSpPr>
              <a:cxnSpLocks noChangeShapeType="1"/>
              <a:stCxn id="77" idx="2"/>
            </p:cNvCxnSpPr>
            <p:nvPr/>
          </p:nvCxnSpPr>
          <p:spPr bwMode="auto">
            <a:xfrm>
              <a:off x="4261314" y="6172200"/>
              <a:ext cx="0" cy="22225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" name="Straight Connector 89">
              <a:extLst>
                <a:ext uri="{FF2B5EF4-FFF2-40B4-BE49-F238E27FC236}">
                  <a16:creationId xmlns:a16="http://schemas.microsoft.com/office/drawing/2014/main" id="{FE761AC1-C396-4C58-A99D-FFD71F5D919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4244231" y="6380970"/>
              <a:ext cx="3680569" cy="1269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" name="Straight Arrow Connector 91">
              <a:extLst>
                <a:ext uri="{FF2B5EF4-FFF2-40B4-BE49-F238E27FC236}">
                  <a16:creationId xmlns:a16="http://schemas.microsoft.com/office/drawing/2014/main" id="{39CE45F8-9839-419A-A5BF-E35EA45A494D}"/>
                </a:ext>
              </a:extLst>
            </p:cNvPr>
            <p:cNvCxnSpPr>
              <a:cxnSpLocks noChangeShapeType="1"/>
              <a:stCxn id="77" idx="0"/>
              <a:endCxn id="70" idx="2"/>
            </p:cNvCxnSpPr>
            <p:nvPr/>
          </p:nvCxnSpPr>
          <p:spPr bwMode="auto">
            <a:xfrm flipV="1">
              <a:off x="4261314" y="5162549"/>
              <a:ext cx="330" cy="268288"/>
            </a:xfrm>
            <a:prstGeom prst="straightConnector1">
              <a:avLst/>
            </a:prstGeom>
            <a:noFill/>
            <a:ln w="25400">
              <a:solidFill>
                <a:srgbClr val="0432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7" name="Straight Connector 96">
              <a:extLst>
                <a:ext uri="{FF2B5EF4-FFF2-40B4-BE49-F238E27FC236}">
                  <a16:creationId xmlns:a16="http://schemas.microsoft.com/office/drawing/2014/main" id="{903BC8D5-2D03-4E60-A8C8-713005D2DC4A}"/>
                </a:ext>
              </a:extLst>
            </p:cNvPr>
            <p:cNvCxnSpPr>
              <a:cxnSpLocks noChangeShapeType="1"/>
              <a:stCxn id="69" idx="3"/>
            </p:cNvCxnSpPr>
            <p:nvPr/>
          </p:nvCxnSpPr>
          <p:spPr bwMode="auto">
            <a:xfrm>
              <a:off x="4799012" y="4808423"/>
              <a:ext cx="4063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" name="Straight Connector 100">
              <a:extLst>
                <a:ext uri="{FF2B5EF4-FFF2-40B4-BE49-F238E27FC236}">
                  <a16:creationId xmlns:a16="http://schemas.microsoft.com/office/drawing/2014/main" id="{FE7DE2B8-7AF2-4C65-9B94-75FDC0F923B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4592637" y="5251450"/>
              <a:ext cx="11779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9" name="Straight Arrow Connector 101">
              <a:extLst>
                <a:ext uri="{FF2B5EF4-FFF2-40B4-BE49-F238E27FC236}">
                  <a16:creationId xmlns:a16="http://schemas.microsoft.com/office/drawing/2014/main" id="{190ED2D8-4E08-4656-937A-42E75EA7F01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81600" y="4648200"/>
              <a:ext cx="585787" cy="15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" name="Straight Arrow Connector 102">
              <a:extLst>
                <a:ext uri="{FF2B5EF4-FFF2-40B4-BE49-F238E27FC236}">
                  <a16:creationId xmlns:a16="http://schemas.microsoft.com/office/drawing/2014/main" id="{1FA24F58-A44E-4C36-9CAB-E2AAFD01D14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05412" y="5245100"/>
              <a:ext cx="56197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1" name="Straight Arrow Connector 103">
              <a:extLst>
                <a:ext uri="{FF2B5EF4-FFF2-40B4-BE49-F238E27FC236}">
                  <a16:creationId xmlns:a16="http://schemas.microsoft.com/office/drawing/2014/main" id="{73F09393-A703-455F-A940-6D2EAC2A7C0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81600" y="5826125"/>
              <a:ext cx="585787" cy="15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2" name="Rectangle 107">
              <a:extLst>
                <a:ext uri="{FF2B5EF4-FFF2-40B4-BE49-F238E27FC236}">
                  <a16:creationId xmlns:a16="http://schemas.microsoft.com/office/drawing/2014/main" id="{A391F8CF-B0B0-45D5-BBDE-993A9A913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6675" y="4516437"/>
              <a:ext cx="1117600" cy="14605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3" name="TextBox 108">
              <a:extLst>
                <a:ext uri="{FF2B5EF4-FFF2-40B4-BE49-F238E27FC236}">
                  <a16:creationId xmlns:a16="http://schemas.microsoft.com/office/drawing/2014/main" id="{5B337E96-6FC5-44FC-B7AF-235801198C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000" y="4886325"/>
              <a:ext cx="1249362" cy="646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Instruction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Cache</a:t>
              </a:r>
            </a:p>
          </p:txBody>
        </p:sp>
        <p:cxnSp>
          <p:nvCxnSpPr>
            <p:cNvPr id="94" name="Straight Arrow Connector 112">
              <a:extLst>
                <a:ext uri="{FF2B5EF4-FFF2-40B4-BE49-F238E27FC236}">
                  <a16:creationId xmlns:a16="http://schemas.microsoft.com/office/drawing/2014/main" id="{0F02E8DE-417B-44D4-85B9-E23283D26A5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454275" y="5245100"/>
              <a:ext cx="598487" cy="15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5" name="TextBox 71">
              <a:extLst>
                <a:ext uri="{FF2B5EF4-FFF2-40B4-BE49-F238E27FC236}">
                  <a16:creationId xmlns:a16="http://schemas.microsoft.com/office/drawing/2014/main" id="{54939127-B940-412C-B873-96F78BB18B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6271" y="6053352"/>
              <a:ext cx="26212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FF0000"/>
                  </a:solidFill>
                  <a:cs typeface="Arial" panose="020B0604020202020204" pitchFamily="34" charset="0"/>
                </a:rPr>
                <a:t>Complete out-of-order</a:t>
              </a:r>
            </a:p>
          </p:txBody>
        </p:sp>
        <p:sp>
          <p:nvSpPr>
            <p:cNvPr id="96" name="TextBox 72">
              <a:extLst>
                <a:ext uri="{FF2B5EF4-FFF2-40B4-BE49-F238E27FC236}">
                  <a16:creationId xmlns:a16="http://schemas.microsoft.com/office/drawing/2014/main" id="{95E340AA-E1AA-44CB-B177-C0797BE010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2753" y="4928284"/>
              <a:ext cx="1107996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432FF"/>
                  </a:solidFill>
                  <a:cs typeface="Arial" panose="020B0604020202020204" pitchFamily="34" charset="0"/>
                </a:rPr>
                <a:t>Commit </a:t>
              </a:r>
            </a:p>
            <a:p>
              <a:pPr eaLnBrk="1" hangingPunct="1"/>
              <a:r>
                <a:rPr lang="en-US" altLang="en-US" sz="1800" b="1" dirty="0">
                  <a:solidFill>
                    <a:srgbClr val="0432FF"/>
                  </a:solidFill>
                  <a:cs typeface="Arial" panose="020B0604020202020204" pitchFamily="34" charset="0"/>
                </a:rPr>
                <a:t>in order</a:t>
              </a:r>
            </a:p>
          </p:txBody>
        </p:sp>
        <p:cxnSp>
          <p:nvCxnSpPr>
            <p:cNvPr id="97" name="Straight Arrow Connector 83">
              <a:extLst>
                <a:ext uri="{FF2B5EF4-FFF2-40B4-BE49-F238E27FC236}">
                  <a16:creationId xmlns:a16="http://schemas.microsoft.com/office/drawing/2014/main" id="{6B7560E5-90B1-4D15-86BE-FE045C44FF6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24800" y="5246688"/>
              <a:ext cx="0" cy="1146981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" name="Straight Connector 96">
              <a:extLst>
                <a:ext uri="{FF2B5EF4-FFF2-40B4-BE49-F238E27FC236}">
                  <a16:creationId xmlns:a16="http://schemas.microsoft.com/office/drawing/2014/main" id="{D3A4537C-EA2D-4FF4-8FA7-0568F8ABE7C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52762" y="4808423"/>
              <a:ext cx="6286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9" name="Straight Connector 96">
              <a:extLst>
                <a:ext uri="{FF2B5EF4-FFF2-40B4-BE49-F238E27FC236}">
                  <a16:creationId xmlns:a16="http://schemas.microsoft.com/office/drawing/2014/main" id="{581F103C-800A-40DC-B89D-8F701BE062E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52762" y="5840413"/>
              <a:ext cx="6679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" name="Straight Connector 96">
              <a:extLst>
                <a:ext uri="{FF2B5EF4-FFF2-40B4-BE49-F238E27FC236}">
                  <a16:creationId xmlns:a16="http://schemas.microsoft.com/office/drawing/2014/main" id="{5FA75785-8759-48CA-AEB2-0CC3FE195AE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52762" y="4808423"/>
              <a:ext cx="0" cy="10319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1" name="TextBox 72">
              <a:extLst>
                <a:ext uri="{FF2B5EF4-FFF2-40B4-BE49-F238E27FC236}">
                  <a16:creationId xmlns:a16="http://schemas.microsoft.com/office/drawing/2014/main" id="{2A2FF78B-81F0-43F4-BA94-3BEA6A2F25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4894834"/>
              <a:ext cx="1223412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7030A0"/>
                  </a:solidFill>
                  <a:cs typeface="Arial" panose="020B0604020202020204" pitchFamily="34" charset="0"/>
                </a:rPr>
                <a:t>Decoded </a:t>
              </a:r>
            </a:p>
            <a:p>
              <a:pPr eaLnBrk="1" hangingPunct="1"/>
              <a:r>
                <a:rPr lang="en-US" altLang="en-US" sz="1800" b="1" dirty="0">
                  <a:solidFill>
                    <a:srgbClr val="7030A0"/>
                  </a:solidFill>
                  <a:cs typeface="Arial" panose="020B0604020202020204" pitchFamily="34" charset="0"/>
                </a:rPr>
                <a:t>in order</a:t>
              </a:r>
            </a:p>
          </p:txBody>
        </p:sp>
        <p:cxnSp>
          <p:nvCxnSpPr>
            <p:cNvPr id="102" name="Straight Connector 96">
              <a:extLst>
                <a:ext uri="{FF2B5EF4-FFF2-40B4-BE49-F238E27FC236}">
                  <a16:creationId xmlns:a16="http://schemas.microsoft.com/office/drawing/2014/main" id="{E5199A41-2FA8-4063-968B-07F85899CFA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75200" y="5801518"/>
              <a:ext cx="4063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56561764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>
            <a:extLst>
              <a:ext uri="{FF2B5EF4-FFF2-40B4-BE49-F238E27FC236}">
                <a16:creationId xmlns:a16="http://schemas.microsoft.com/office/drawing/2014/main" id="{BCE767EE-4738-D340-8042-992F06A656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/>
          <a:lstStyle/>
          <a:p>
            <a:r>
              <a:rPr lang="en-US" altLang="en-US" sz="3300" dirty="0">
                <a:ea typeface="ＭＳ Ｐゴシック" panose="020B0600070205080204" pitchFamily="34" charset="-128"/>
              </a:rPr>
              <a:t>Recall: Reorder Buffer: For False 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A0027-93B2-C240-BAA6-45B72CE7B7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1443" y="914400"/>
            <a:ext cx="8682038" cy="570865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Output and anti dependences are </a:t>
            </a:r>
            <a:r>
              <a:rPr lang="en-US" altLang="en-US" b="1" dirty="0">
                <a:ea typeface="ＭＳ Ｐゴシック" panose="020B0600070205080204" pitchFamily="34" charset="-128"/>
              </a:rPr>
              <a:t>not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b="1" dirty="0">
                <a:ea typeface="ＭＳ Ｐゴシック" panose="020B0600070205080204" pitchFamily="34" charset="-128"/>
              </a:rPr>
              <a:t>true dependences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WHY? The same register refers to values that have nothing to do with each other</a:t>
            </a:r>
          </a:p>
          <a:p>
            <a:pPr lvl="1"/>
            <a:r>
              <a:rPr lang="en-US" altLang="en-US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They exist due to lack of register ID’</a:t>
            </a:r>
            <a:r>
              <a:rPr lang="en-US" altLang="ja-JP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 (i.e. names) in the ISA</a:t>
            </a:r>
          </a:p>
          <a:p>
            <a:pPr marL="0" indent="0">
              <a:buNone/>
            </a:pPr>
            <a:endParaRPr lang="en-US" altLang="en-US" sz="2000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This eliminates anti and output dependences</a:t>
            </a:r>
          </a:p>
          <a:p>
            <a:pPr lvl="1"/>
            <a:r>
              <a:rPr lang="en-US" altLang="en-US" dirty="0">
                <a:solidFill>
                  <a:srgbClr val="0033CC"/>
                </a:solidFill>
                <a:ea typeface="ＭＳ Ｐゴシック" panose="020B0600070205080204" pitchFamily="34" charset="-128"/>
              </a:rPr>
              <a:t>Gives the illusion that there are a large number of registers</a:t>
            </a:r>
          </a:p>
          <a:p>
            <a:pPr lvl="1"/>
            <a:endParaRPr lang="en-US" altLang="ja-JP" sz="2000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HOW: The register ID is </a:t>
            </a:r>
            <a:r>
              <a:rPr lang="en-US" altLang="en-US" b="1" dirty="0">
                <a:ea typeface="ＭＳ Ｐゴシック" panose="020B0600070205080204" pitchFamily="34" charset="-128"/>
              </a:rPr>
              <a:t>renamed</a:t>
            </a:r>
            <a:r>
              <a:rPr lang="en-US" altLang="en-US" dirty="0">
                <a:ea typeface="ＭＳ Ｐゴシック" panose="020B0600070205080204" pitchFamily="34" charset="-128"/>
              </a:rPr>
              <a:t> to the reorder buffer entry that will hold the register’</a:t>
            </a:r>
            <a:r>
              <a:rPr lang="en-US" altLang="ja-JP" dirty="0">
                <a:ea typeface="ＭＳ Ｐゴシック" panose="020B0600070205080204" pitchFamily="34" charset="-128"/>
              </a:rPr>
              <a:t>s value.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Register ID </a:t>
            </a:r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 ROB entry ID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Architectural register ID  Physical register ID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After renaming, ROB entry ID used to refer to the register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60419" name="Slide Number Placeholder 3">
            <a:extLst>
              <a:ext uri="{FF2B5EF4-FFF2-40B4-BE49-F238E27FC236}">
                <a16:creationId xmlns:a16="http://schemas.microsoft.com/office/drawing/2014/main" id="{C2B67522-B71B-6E4E-9509-2DC5EAFDE5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E5A727-1188-384B-B731-A7217AB3D7DE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0241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>
            <a:extLst>
              <a:ext uri="{FF2B5EF4-FFF2-40B4-BE49-F238E27FC236}">
                <a16:creationId xmlns:a16="http://schemas.microsoft.com/office/drawing/2014/main" id="{BD963184-FDC3-5D4D-9B50-7428DAE957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Reorder Buffer: For False Dependencies</a:t>
            </a:r>
          </a:p>
        </p:txBody>
      </p:sp>
      <p:sp>
        <p:nvSpPr>
          <p:cNvPr id="57347" name="Slide Number Placeholder 3">
            <a:extLst>
              <a:ext uri="{FF2B5EF4-FFF2-40B4-BE49-F238E27FC236}">
                <a16:creationId xmlns:a16="http://schemas.microsoft.com/office/drawing/2014/main" id="{84B64DFB-5D30-4041-8787-AE33BCCF9A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3DFEF88-DAC1-4343-AFF3-0C33848A75E0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ABB39FA3-6BA2-F148-9AD6-43FF8ECDB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143000"/>
            <a:ext cx="7620000" cy="511678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 lIns="90488" tIns="44450" rIns="90488" bIns="4445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Flow dependence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r</a:t>
            </a:r>
            <a:r>
              <a:rPr kumimoji="0" lang="en-US" sz="28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3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      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  <a:sym typeface="Symbol" charset="0"/>
              </a:rPr>
              <a:t>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 r</a:t>
            </a:r>
            <a:r>
              <a:rPr kumimoji="0" lang="en-US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 op  r</a:t>
            </a:r>
            <a:r>
              <a:rPr kumimoji="0" lang="en-US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2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	          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Read-after-Write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 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r</a:t>
            </a:r>
            <a:r>
              <a:rPr kumimoji="0" lang="en-US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5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	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  <a:sym typeface="Symbol" charset="0"/>
              </a:rPr>
              <a:t>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r</a:t>
            </a:r>
            <a:r>
              <a:rPr kumimoji="0" lang="en-US" sz="28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3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 op  r</a:t>
            </a:r>
            <a:r>
              <a:rPr kumimoji="0" lang="en-US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4	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	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(RAW)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ＭＳ Ｐゴシック" charset="0"/>
              <a:cs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Anti dependence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r</a:t>
            </a:r>
            <a:r>
              <a:rPr kumimoji="0" lang="en-US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3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	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  <a:sym typeface="Symbol" charset="0"/>
              </a:rPr>
              <a:t>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 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r</a:t>
            </a:r>
            <a:r>
              <a:rPr kumimoji="0" lang="en-US" sz="28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 op  r</a:t>
            </a:r>
            <a:r>
              <a:rPr kumimoji="0" lang="en-US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2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	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Write-after-Read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r</a:t>
            </a:r>
            <a:r>
              <a:rPr kumimoji="0" lang="en-US" sz="28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	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  <a:sym typeface="Symbol" charset="0"/>
              </a:rPr>
              <a:t>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  r</a:t>
            </a:r>
            <a:r>
              <a:rPr kumimoji="0" lang="en-US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4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 op  r</a:t>
            </a:r>
            <a:r>
              <a:rPr kumimoji="0" lang="en-US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5	 	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(WAR)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Output-dependence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r</a:t>
            </a:r>
            <a:r>
              <a:rPr kumimoji="0" lang="en-US" sz="28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3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	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  <a:sym typeface="Symbol" charset="0"/>
              </a:rPr>
              <a:t>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 r</a:t>
            </a:r>
            <a:r>
              <a:rPr kumimoji="0" lang="en-US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1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 op  r</a:t>
            </a:r>
            <a:r>
              <a:rPr kumimoji="0" lang="en-US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2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 	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Write-after-Write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r</a:t>
            </a:r>
            <a:r>
              <a:rPr kumimoji="0" lang="en-US" sz="28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5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	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  <a:sym typeface="Symbol" charset="0"/>
              </a:rPr>
              <a:t>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 r</a:t>
            </a:r>
            <a:r>
              <a:rPr kumimoji="0" lang="en-US" sz="28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3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 op  r</a:t>
            </a:r>
            <a:r>
              <a:rPr kumimoji="0" lang="en-US" sz="28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4</a:t>
            </a:r>
            <a:r>
              <a:rPr kumimoji="0" lang="en-US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	 	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(WAW)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r</a:t>
            </a:r>
            <a:r>
              <a:rPr kumimoji="0" lang="en-US" sz="28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3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	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  <a:sym typeface="Symbol" charset="0"/>
              </a:rPr>
              <a:t>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 r</a:t>
            </a:r>
            <a:r>
              <a:rPr kumimoji="0" lang="en-US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6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 op  r</a:t>
            </a:r>
            <a:r>
              <a:rPr kumimoji="0" lang="en-US" sz="2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7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ＭＳ Ｐゴシック" charset="0"/>
              </a:rPr>
              <a:t>  </a:t>
            </a:r>
          </a:p>
        </p:txBody>
      </p:sp>
      <p:sp>
        <p:nvSpPr>
          <p:cNvPr id="12" name="Line 4">
            <a:extLst>
              <a:ext uri="{FF2B5EF4-FFF2-40B4-BE49-F238E27FC236}">
                <a16:creationId xmlns:a16="http://schemas.microsoft.com/office/drawing/2014/main" id="{D0541604-A6D4-DB41-89A6-2AC65498C7F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95400" y="1981200"/>
            <a:ext cx="762000" cy="228600"/>
          </a:xfrm>
          <a:prstGeom prst="line">
            <a:avLst/>
          </a:prstGeom>
          <a:noFill/>
          <a:ln w="28575">
            <a:solidFill>
              <a:srgbClr val="FC0128"/>
            </a:solidFill>
            <a:round/>
            <a:headEnd/>
            <a:tailEnd type="triangle" w="med" len="med"/>
          </a:ln>
          <a:extLst>
            <a:ext uri="{909E8E84-426E-40dd-AFC4-6F175D3DCCD1}"/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3" name="Line 5">
            <a:extLst>
              <a:ext uri="{FF2B5EF4-FFF2-40B4-BE49-F238E27FC236}">
                <a16:creationId xmlns:a16="http://schemas.microsoft.com/office/drawing/2014/main" id="{F21A7BEA-81F8-5F46-9CE9-EC2BF98064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9200" y="3581400"/>
            <a:ext cx="838200" cy="228600"/>
          </a:xfrm>
          <a:prstGeom prst="line">
            <a:avLst/>
          </a:prstGeom>
          <a:noFill/>
          <a:ln w="28575">
            <a:solidFill>
              <a:srgbClr val="FC0128"/>
            </a:solidFill>
            <a:round/>
            <a:headEnd/>
            <a:tailEnd type="triangle" w="med" len="med"/>
          </a:ln>
          <a:extLst>
            <a:ext uri="{909E8E84-426E-40dd-AFC4-6F175D3DCCD1}"/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52976DC1-291B-E646-8B52-E883E128A830}"/>
              </a:ext>
            </a:extLst>
          </p:cNvPr>
          <p:cNvSpPr>
            <a:spLocks/>
          </p:cNvSpPr>
          <p:nvPr/>
        </p:nvSpPr>
        <p:spPr bwMode="auto">
          <a:xfrm>
            <a:off x="304800" y="5105400"/>
            <a:ext cx="444500" cy="914400"/>
          </a:xfrm>
          <a:custGeom>
            <a:avLst/>
            <a:gdLst>
              <a:gd name="T0" fmla="*/ 2147483647 w 280"/>
              <a:gd name="T1" fmla="*/ 2147483647 h 576"/>
              <a:gd name="T2" fmla="*/ 2147483647 w 280"/>
              <a:gd name="T3" fmla="*/ 2147483647 h 576"/>
              <a:gd name="T4" fmla="*/ 2147483647 w 280"/>
              <a:gd name="T5" fmla="*/ 2147483647 h 576"/>
              <a:gd name="T6" fmla="*/ 2147483647 w 280"/>
              <a:gd name="T7" fmla="*/ 0 h 576"/>
              <a:gd name="T8" fmla="*/ 0 60000 65536"/>
              <a:gd name="T9" fmla="*/ 0 60000 65536"/>
              <a:gd name="T10" fmla="*/ 0 60000 65536"/>
              <a:gd name="T11" fmla="*/ 0 60000 65536"/>
              <a:gd name="T12" fmla="*/ 0 w 280"/>
              <a:gd name="T13" fmla="*/ 0 h 576"/>
              <a:gd name="T14" fmla="*/ 280 w 280"/>
              <a:gd name="T15" fmla="*/ 576 h 5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0" h="576">
                <a:moveTo>
                  <a:pt x="280" y="576"/>
                </a:moveTo>
                <a:cubicBezTo>
                  <a:pt x="280" y="576"/>
                  <a:pt x="80" y="464"/>
                  <a:pt x="40" y="384"/>
                </a:cubicBezTo>
                <a:cubicBezTo>
                  <a:pt x="0" y="304"/>
                  <a:pt x="0" y="160"/>
                  <a:pt x="40" y="96"/>
                </a:cubicBezTo>
                <a:cubicBezTo>
                  <a:pt x="80" y="32"/>
                  <a:pt x="230" y="20"/>
                  <a:pt x="280" y="0"/>
                </a:cubicBezTo>
              </a:path>
            </a:pathLst>
          </a:custGeom>
          <a:noFill/>
          <a:ln w="28575">
            <a:solidFill>
              <a:srgbClr val="FC0128"/>
            </a:solidFill>
            <a:round/>
            <a:headEnd/>
            <a:tailEnd type="triangle" w="med" len="med"/>
          </a:ln>
          <a:extLst>
            <a:ext uri="{909E8E84-426E-40dd-AFC4-6F175D3DCCD1}"/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49906E7B-FF55-8E4D-9324-FBDCB07D1EE4}"/>
              </a:ext>
            </a:extLst>
          </p:cNvPr>
          <p:cNvSpPr/>
          <p:nvPr/>
        </p:nvSpPr>
        <p:spPr>
          <a:xfrm>
            <a:off x="222739" y="914400"/>
            <a:ext cx="7244861" cy="1676400"/>
          </a:xfrm>
          <a:prstGeom prst="rect">
            <a:avLst/>
          </a:prstGeom>
          <a:solidFill>
            <a:srgbClr val="FFFFFF">
              <a:alpha val="8417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8FC962-2152-4E49-AF50-E3583577872D}"/>
              </a:ext>
            </a:extLst>
          </p:cNvPr>
          <p:cNvSpPr/>
          <p:nvPr/>
        </p:nvSpPr>
        <p:spPr>
          <a:xfrm>
            <a:off x="609880" y="3615678"/>
            <a:ext cx="830677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400" kern="0" dirty="0">
                <a:solidFill>
                  <a:srgbClr val="0432FF"/>
                </a:solidFill>
                <a:latin typeface="Calibri" charset="0"/>
                <a:ea typeface="ＭＳ Ｐゴシック" charset="0"/>
                <a:cs typeface="ＭＳ Ｐゴシック" charset="0"/>
              </a:rPr>
              <a:t>RB</a:t>
            </a:r>
            <a:r>
              <a:rPr lang="en-US" sz="2400" kern="0" baseline="-25000" dirty="0">
                <a:solidFill>
                  <a:srgbClr val="0432FF"/>
                </a:solidFill>
                <a:latin typeface="Calibri" charset="0"/>
                <a:ea typeface="ＭＳ Ｐゴシック" charset="0"/>
                <a:cs typeface="ＭＳ Ｐゴシック" charset="0"/>
              </a:rPr>
              <a:t>100</a:t>
            </a:r>
            <a:endParaRPr lang="en-CN" sz="3200" dirty="0">
              <a:solidFill>
                <a:srgbClr val="0432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4E7C9B-EE7F-4141-8DA9-BE9BD6FABCFA}"/>
              </a:ext>
            </a:extLst>
          </p:cNvPr>
          <p:cNvSpPr/>
          <p:nvPr/>
        </p:nvSpPr>
        <p:spPr>
          <a:xfrm>
            <a:off x="762000" y="4871388"/>
            <a:ext cx="830677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400" kern="0" dirty="0">
                <a:solidFill>
                  <a:srgbClr val="0432FF"/>
                </a:solidFill>
                <a:latin typeface="Calibri" charset="0"/>
                <a:ea typeface="ＭＳ Ｐゴシック" charset="0"/>
                <a:cs typeface="ＭＳ Ｐゴシック" charset="0"/>
              </a:rPr>
              <a:t>RB</a:t>
            </a:r>
            <a:r>
              <a:rPr lang="en-US" sz="2400" kern="0" baseline="-25000" dirty="0">
                <a:solidFill>
                  <a:srgbClr val="0432FF"/>
                </a:solidFill>
                <a:latin typeface="Calibri" charset="0"/>
                <a:ea typeface="ＭＳ Ｐゴシック" charset="0"/>
                <a:cs typeface="ＭＳ Ｐゴシック" charset="0"/>
              </a:rPr>
              <a:t>100</a:t>
            </a:r>
            <a:endParaRPr lang="en-CN" sz="3200" dirty="0">
              <a:solidFill>
                <a:srgbClr val="0432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530DDE-32DC-524A-B75D-2DB362B5C351}"/>
              </a:ext>
            </a:extLst>
          </p:cNvPr>
          <p:cNvSpPr/>
          <p:nvPr/>
        </p:nvSpPr>
        <p:spPr>
          <a:xfrm>
            <a:off x="774700" y="5333053"/>
            <a:ext cx="830677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400" kern="0" dirty="0">
                <a:solidFill>
                  <a:srgbClr val="0432FF"/>
                </a:solidFill>
                <a:latin typeface="Calibri" charset="0"/>
                <a:ea typeface="ＭＳ Ｐゴシック" charset="0"/>
                <a:cs typeface="ＭＳ Ｐゴシック" charset="0"/>
              </a:rPr>
              <a:t>RB</a:t>
            </a:r>
            <a:r>
              <a:rPr lang="en-US" sz="2400" kern="0" baseline="-25000" dirty="0">
                <a:solidFill>
                  <a:srgbClr val="0432FF"/>
                </a:solidFill>
                <a:latin typeface="Calibri" charset="0"/>
                <a:ea typeface="ＭＳ Ｐゴシック" charset="0"/>
                <a:cs typeface="ＭＳ Ｐゴシック" charset="0"/>
              </a:rPr>
              <a:t>101</a:t>
            </a:r>
            <a:endParaRPr lang="en-CN" sz="3200" dirty="0">
              <a:solidFill>
                <a:srgbClr val="0432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402603-FCEC-C448-B1F4-CE87CDCFEFDB}"/>
              </a:ext>
            </a:extLst>
          </p:cNvPr>
          <p:cNvSpPr/>
          <p:nvPr/>
        </p:nvSpPr>
        <p:spPr>
          <a:xfrm>
            <a:off x="774699" y="5783473"/>
            <a:ext cx="830677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400" kern="0" dirty="0">
                <a:solidFill>
                  <a:srgbClr val="0432FF"/>
                </a:solidFill>
                <a:latin typeface="Calibri" charset="0"/>
                <a:ea typeface="ＭＳ Ｐゴシック" charset="0"/>
                <a:cs typeface="ＭＳ Ｐゴシック" charset="0"/>
              </a:rPr>
              <a:t>RB</a:t>
            </a:r>
            <a:r>
              <a:rPr lang="en-US" sz="2400" kern="0" baseline="-25000" dirty="0">
                <a:solidFill>
                  <a:srgbClr val="0432FF"/>
                </a:solidFill>
                <a:latin typeface="Calibri" charset="0"/>
                <a:ea typeface="ＭＳ Ｐゴシック" charset="0"/>
                <a:cs typeface="ＭＳ Ｐゴシック" charset="0"/>
              </a:rPr>
              <a:t>102</a:t>
            </a:r>
            <a:endParaRPr lang="en-CN" sz="3200" dirty="0">
              <a:solidFill>
                <a:srgbClr val="0432FF"/>
              </a:solidFill>
            </a:endParaRPr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C9846D5A-C0E6-483B-BD9E-74D225480DFD}"/>
              </a:ext>
            </a:extLst>
          </p:cNvPr>
          <p:cNvSpPr/>
          <p:nvPr/>
        </p:nvSpPr>
        <p:spPr>
          <a:xfrm>
            <a:off x="1905000" y="5362545"/>
            <a:ext cx="761999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000" kern="0" dirty="0">
                <a:solidFill>
                  <a:srgbClr val="0432FF"/>
                </a:solidFill>
                <a:latin typeface="Calibri" charset="0"/>
                <a:ea typeface="ＭＳ Ｐゴシック" charset="0"/>
                <a:cs typeface="ＭＳ Ｐゴシック" charset="0"/>
              </a:rPr>
              <a:t>RB</a:t>
            </a:r>
            <a:r>
              <a:rPr lang="en-US" sz="2000" kern="0" baseline="-25000" dirty="0">
                <a:solidFill>
                  <a:srgbClr val="0432FF"/>
                </a:solidFill>
                <a:latin typeface="Calibri" charset="0"/>
                <a:ea typeface="ＭＳ Ｐゴシック" charset="0"/>
                <a:cs typeface="ＭＳ Ｐゴシック" charset="0"/>
              </a:rPr>
              <a:t>100</a:t>
            </a:r>
            <a:endParaRPr lang="en-CN" sz="2800" dirty="0">
              <a:solidFill>
                <a:srgbClr val="0432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1583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2" grpId="0" animBg="1"/>
      <p:bldP spid="16" grpId="0" animBg="1"/>
      <p:bldP spid="17" grpId="0" animBg="1"/>
      <p:bldP spid="18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>
            <a:extLst>
              <a:ext uri="{FF2B5EF4-FFF2-40B4-BE49-F238E27FC236}">
                <a16:creationId xmlns:a16="http://schemas.microsoft.com/office/drawing/2014/main" id="{19F232A8-A4F9-0242-90DD-DF23B5E95E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9067800" cy="1066800"/>
          </a:xfrm>
        </p:spPr>
        <p:txBody>
          <a:bodyPr/>
          <a:lstStyle/>
          <a:p>
            <a:r>
              <a:rPr lang="en-US" altLang="en-US" sz="3200" dirty="0">
                <a:ea typeface="ＭＳ Ｐゴシック" panose="020B0600070205080204" pitchFamily="34" charset="-128"/>
              </a:rPr>
              <a:t>Recall: </a:t>
            </a:r>
            <a:r>
              <a:rPr lang="en-US" altLang="en-US" sz="2800" dirty="0">
                <a:ea typeface="ＭＳ Ｐゴシック" panose="020B0600070205080204" pitchFamily="34" charset="-128"/>
              </a:rPr>
              <a:t>Reorder Buffer for Multi-cycle Execution </a:t>
            </a:r>
            <a:r>
              <a:rPr lang="en-US" altLang="zh-CN" sz="2800" dirty="0">
                <a:ea typeface="ＭＳ Ｐゴシック" panose="020B0600070205080204" pitchFamily="34" charset="-128"/>
              </a:rPr>
              <a:t>and Interrupt</a:t>
            </a:r>
            <a:endParaRPr lang="en-US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F48D5-EEC0-FE4F-AACE-C5B1B2E503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915400" cy="5194300"/>
          </a:xfrm>
        </p:spPr>
        <p:txBody>
          <a:bodyPr/>
          <a:lstStyle/>
          <a:p>
            <a:r>
              <a:rPr lang="en-US" altLang="en-US" b="1" dirty="0">
                <a:ea typeface="ＭＳ Ｐゴシック" panose="020B0600070205080204" pitchFamily="34" charset="-128"/>
              </a:rPr>
              <a:t>Indirection</a:t>
            </a:r>
            <a:r>
              <a:rPr lang="en-US" altLang="en-US" dirty="0">
                <a:ea typeface="ＭＳ Ｐゴシック" panose="020B0600070205080204" pitchFamily="34" charset="-128"/>
              </a:rPr>
              <a:t>: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1, Result first written to ROB on instruction completion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2, Result written to register file at commit time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56323" name="Slide Number Placeholder 3">
            <a:extLst>
              <a:ext uri="{FF2B5EF4-FFF2-40B4-BE49-F238E27FC236}">
                <a16:creationId xmlns:a16="http://schemas.microsoft.com/office/drawing/2014/main" id="{BC5FCB81-7E6B-6644-8A58-252068A670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A7C767-6FBB-9B4E-AD84-1BAFADD4C2E9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6324" name="Rectangle 10">
            <a:extLst>
              <a:ext uri="{FF2B5EF4-FFF2-40B4-BE49-F238E27FC236}">
                <a16:creationId xmlns:a16="http://schemas.microsoft.com/office/drawing/2014/main" id="{7CE50908-278A-C540-813D-2B85E28DD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352800"/>
            <a:ext cx="401637" cy="369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</a:t>
            </a:r>
          </a:p>
        </p:txBody>
      </p:sp>
      <p:sp>
        <p:nvSpPr>
          <p:cNvPr id="56325" name="Rectangle 11">
            <a:extLst>
              <a:ext uri="{FF2B5EF4-FFF2-40B4-BE49-F238E27FC236}">
                <a16:creationId xmlns:a16="http://schemas.microsoft.com/office/drawing/2014/main" id="{7E0AE161-B4B4-1F44-B9BF-477B713DE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3237" y="3352800"/>
            <a:ext cx="403225" cy="369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</a:t>
            </a:r>
          </a:p>
        </p:txBody>
      </p:sp>
      <p:sp>
        <p:nvSpPr>
          <p:cNvPr id="56326" name="Rectangle 12">
            <a:extLst>
              <a:ext uri="{FF2B5EF4-FFF2-40B4-BE49-F238E27FC236}">
                <a16:creationId xmlns:a16="http://schemas.microsoft.com/office/drawing/2014/main" id="{46233E36-E0F9-6344-91D3-C337841D3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6462" y="3352800"/>
            <a:ext cx="403225" cy="369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</a:t>
            </a:r>
          </a:p>
        </p:txBody>
      </p:sp>
      <p:sp>
        <p:nvSpPr>
          <p:cNvPr id="56327" name="Rectangle 13">
            <a:extLst>
              <a:ext uri="{FF2B5EF4-FFF2-40B4-BE49-F238E27FC236}">
                <a16:creationId xmlns:a16="http://schemas.microsoft.com/office/drawing/2014/main" id="{D59ECD1E-4C28-CA47-89C6-DE1CBC3DF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2312" y="3352800"/>
            <a:ext cx="401638" cy="369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</a:t>
            </a:r>
          </a:p>
        </p:txBody>
      </p:sp>
      <p:grpSp>
        <p:nvGrpSpPr>
          <p:cNvPr id="56328" name="Group 8">
            <a:extLst>
              <a:ext uri="{FF2B5EF4-FFF2-40B4-BE49-F238E27FC236}">
                <a16:creationId xmlns:a16="http://schemas.microsoft.com/office/drawing/2014/main" id="{4C29C432-034D-534E-870B-12C623E6084B}"/>
              </a:ext>
            </a:extLst>
          </p:cNvPr>
          <p:cNvGrpSpPr>
            <a:grpSpLocks/>
          </p:cNvGrpSpPr>
          <p:nvPr/>
        </p:nvGrpSpPr>
        <p:grpSpPr bwMode="auto">
          <a:xfrm>
            <a:off x="968375" y="2982912"/>
            <a:ext cx="4430712" cy="369888"/>
            <a:chOff x="2953332" y="2410731"/>
            <a:chExt cx="4430823" cy="369318"/>
          </a:xfrm>
        </p:grpSpPr>
        <p:sp>
          <p:nvSpPr>
            <p:cNvPr id="56363" name="Rectangle 5">
              <a:extLst>
                <a:ext uri="{FF2B5EF4-FFF2-40B4-BE49-F238E27FC236}">
                  <a16:creationId xmlns:a16="http://schemas.microsoft.com/office/drawing/2014/main" id="{42A633E2-8466-2242-B237-265E8AEA2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3332" y="2410731"/>
              <a:ext cx="402802" cy="369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</a:t>
              </a:r>
            </a:p>
          </p:txBody>
        </p:sp>
        <p:sp>
          <p:nvSpPr>
            <p:cNvPr id="56364" name="Rectangle 6">
              <a:extLst>
                <a:ext uri="{FF2B5EF4-FFF2-40B4-BE49-F238E27FC236}">
                  <a16:creationId xmlns:a16="http://schemas.microsoft.com/office/drawing/2014/main" id="{E724DDFF-76F4-D64F-945D-5E02F028AB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6134" y="2410731"/>
              <a:ext cx="402802" cy="369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</a:t>
              </a:r>
            </a:p>
          </p:txBody>
        </p:sp>
        <p:sp>
          <p:nvSpPr>
            <p:cNvPr id="56365" name="Rectangle 7">
              <a:extLst>
                <a:ext uri="{FF2B5EF4-FFF2-40B4-BE49-F238E27FC236}">
                  <a16:creationId xmlns:a16="http://schemas.microsoft.com/office/drawing/2014/main" id="{CD6F595A-C61C-7843-B161-B8DA5291D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8937" y="2410731"/>
              <a:ext cx="402802" cy="369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56366" name="Rectangle 8">
              <a:extLst>
                <a:ext uri="{FF2B5EF4-FFF2-40B4-BE49-F238E27FC236}">
                  <a16:creationId xmlns:a16="http://schemas.microsoft.com/office/drawing/2014/main" id="{3796D9FF-72DB-D24E-8FB2-4E210518FE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1353" y="2410731"/>
              <a:ext cx="402802" cy="369318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</a:t>
              </a:r>
            </a:p>
          </p:txBody>
        </p:sp>
        <p:sp>
          <p:nvSpPr>
            <p:cNvPr id="56367" name="Rectangle 7">
              <a:extLst>
                <a:ext uri="{FF2B5EF4-FFF2-40B4-BE49-F238E27FC236}">
                  <a16:creationId xmlns:a16="http://schemas.microsoft.com/office/drawing/2014/main" id="{F405FEE0-FA22-6646-A863-D22C504F3B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1739" y="2410731"/>
              <a:ext cx="402802" cy="369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56368" name="Rectangle 7">
              <a:extLst>
                <a:ext uri="{FF2B5EF4-FFF2-40B4-BE49-F238E27FC236}">
                  <a16:creationId xmlns:a16="http://schemas.microsoft.com/office/drawing/2014/main" id="{5FDC4BCA-E454-8247-BB6D-1D798EBDF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4541" y="2410731"/>
              <a:ext cx="402802" cy="369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56369" name="Rectangle 7">
              <a:extLst>
                <a:ext uri="{FF2B5EF4-FFF2-40B4-BE49-F238E27FC236}">
                  <a16:creationId xmlns:a16="http://schemas.microsoft.com/office/drawing/2014/main" id="{AA2AC57D-0C4A-4249-A4BF-85918B5EF1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7343" y="2410731"/>
              <a:ext cx="402802" cy="369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56370" name="Rectangle 7">
              <a:extLst>
                <a:ext uri="{FF2B5EF4-FFF2-40B4-BE49-F238E27FC236}">
                  <a16:creationId xmlns:a16="http://schemas.microsoft.com/office/drawing/2014/main" id="{913DD644-72A4-194E-A9A7-C072F20694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145" y="2410731"/>
              <a:ext cx="402802" cy="369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56371" name="Rectangle 7">
              <a:extLst>
                <a:ext uri="{FF2B5EF4-FFF2-40B4-BE49-F238E27FC236}">
                  <a16:creationId xmlns:a16="http://schemas.microsoft.com/office/drawing/2014/main" id="{0C788FFB-B34E-0541-8C54-E6F24DDDB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947" y="2410731"/>
              <a:ext cx="402802" cy="369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56372" name="Rectangle 7">
              <a:extLst>
                <a:ext uri="{FF2B5EF4-FFF2-40B4-BE49-F238E27FC236}">
                  <a16:creationId xmlns:a16="http://schemas.microsoft.com/office/drawing/2014/main" id="{09B087D8-5CC3-A141-9289-29391CABA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5749" y="2410731"/>
              <a:ext cx="402802" cy="369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56373" name="Rectangle 7">
              <a:extLst>
                <a:ext uri="{FF2B5EF4-FFF2-40B4-BE49-F238E27FC236}">
                  <a16:creationId xmlns:a16="http://schemas.microsoft.com/office/drawing/2014/main" id="{E36440A3-43AF-8246-9BC4-53899D1D44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8551" y="2410731"/>
              <a:ext cx="402802" cy="3693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</p:grpSp>
      <p:sp>
        <p:nvSpPr>
          <p:cNvPr id="56329" name="Rectangle 10">
            <a:extLst>
              <a:ext uri="{FF2B5EF4-FFF2-40B4-BE49-F238E27FC236}">
                <a16:creationId xmlns:a16="http://schemas.microsoft.com/office/drawing/2014/main" id="{112AEFF7-FE2C-4842-831B-CDF0829A0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3237" y="3722687"/>
            <a:ext cx="40322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</a:t>
            </a:r>
          </a:p>
        </p:txBody>
      </p:sp>
      <p:sp>
        <p:nvSpPr>
          <p:cNvPr id="56330" name="Rectangle 11">
            <a:extLst>
              <a:ext uri="{FF2B5EF4-FFF2-40B4-BE49-F238E27FC236}">
                <a16:creationId xmlns:a16="http://schemas.microsoft.com/office/drawing/2014/main" id="{0D544568-7F40-C349-A04B-282DFDE56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6462" y="3722687"/>
            <a:ext cx="40322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</a:t>
            </a:r>
          </a:p>
        </p:txBody>
      </p:sp>
      <p:sp>
        <p:nvSpPr>
          <p:cNvPr id="56331" name="Rectangle 12">
            <a:extLst>
              <a:ext uri="{FF2B5EF4-FFF2-40B4-BE49-F238E27FC236}">
                <a16:creationId xmlns:a16="http://schemas.microsoft.com/office/drawing/2014/main" id="{16A3FBB4-622E-F042-B4A8-50602F8DF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9687" y="3722687"/>
            <a:ext cx="401638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</a:t>
            </a:r>
          </a:p>
        </p:txBody>
      </p:sp>
      <p:sp>
        <p:nvSpPr>
          <p:cNvPr id="56332" name="Rectangle 13">
            <a:extLst>
              <a:ext uri="{FF2B5EF4-FFF2-40B4-BE49-F238E27FC236}">
                <a16:creationId xmlns:a16="http://schemas.microsoft.com/office/drawing/2014/main" id="{51EA46D3-A486-614D-85F5-85D4D9BD5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3950" y="3722687"/>
            <a:ext cx="40322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</a:t>
            </a:r>
          </a:p>
        </p:txBody>
      </p:sp>
      <p:sp>
        <p:nvSpPr>
          <p:cNvPr id="56333" name="Rectangle 10">
            <a:extLst>
              <a:ext uri="{FF2B5EF4-FFF2-40B4-BE49-F238E27FC236}">
                <a16:creationId xmlns:a16="http://schemas.microsoft.com/office/drawing/2014/main" id="{E48F4506-88BD-084F-8DA5-107E5B362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6462" y="4090987"/>
            <a:ext cx="403225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</a:t>
            </a:r>
          </a:p>
        </p:txBody>
      </p:sp>
      <p:sp>
        <p:nvSpPr>
          <p:cNvPr id="56334" name="Rectangle 11">
            <a:extLst>
              <a:ext uri="{FF2B5EF4-FFF2-40B4-BE49-F238E27FC236}">
                <a16:creationId xmlns:a16="http://schemas.microsoft.com/office/drawing/2014/main" id="{DB021E2E-8800-D147-8EA9-0B90ADC5E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9687" y="4090987"/>
            <a:ext cx="401638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</a:t>
            </a:r>
          </a:p>
        </p:txBody>
      </p:sp>
      <p:sp>
        <p:nvSpPr>
          <p:cNvPr id="56335" name="Rectangle 12">
            <a:extLst>
              <a:ext uri="{FF2B5EF4-FFF2-40B4-BE49-F238E27FC236}">
                <a16:creationId xmlns:a16="http://schemas.microsoft.com/office/drawing/2014/main" id="{7D5D9FD2-FBA5-114E-8CCF-0034A8015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1325" y="4090987"/>
            <a:ext cx="403225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</a:t>
            </a:r>
          </a:p>
        </p:txBody>
      </p:sp>
      <p:sp>
        <p:nvSpPr>
          <p:cNvPr id="56336" name="Rectangle 13">
            <a:extLst>
              <a:ext uri="{FF2B5EF4-FFF2-40B4-BE49-F238E27FC236}">
                <a16:creationId xmlns:a16="http://schemas.microsoft.com/office/drawing/2014/main" id="{ED371851-B223-CD4B-AC67-2FCA9D87E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550" y="4090987"/>
            <a:ext cx="403225" cy="369888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</a:t>
            </a:r>
          </a:p>
        </p:txBody>
      </p:sp>
      <p:sp>
        <p:nvSpPr>
          <p:cNvPr id="56337" name="Rectangle 10">
            <a:extLst>
              <a:ext uri="{FF2B5EF4-FFF2-40B4-BE49-F238E27FC236}">
                <a16:creationId xmlns:a16="http://schemas.microsoft.com/office/drawing/2014/main" id="{FA551E3F-5827-BC43-ACDE-473EF550D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1325" y="4830762"/>
            <a:ext cx="40322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</a:t>
            </a:r>
          </a:p>
        </p:txBody>
      </p:sp>
      <p:sp>
        <p:nvSpPr>
          <p:cNvPr id="56338" name="Rectangle 11">
            <a:extLst>
              <a:ext uri="{FF2B5EF4-FFF2-40B4-BE49-F238E27FC236}">
                <a16:creationId xmlns:a16="http://schemas.microsoft.com/office/drawing/2014/main" id="{606736D1-1B5D-024F-A4E8-B8B21DD3E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550" y="4830762"/>
            <a:ext cx="40322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</a:t>
            </a:r>
          </a:p>
        </p:txBody>
      </p:sp>
      <p:sp>
        <p:nvSpPr>
          <p:cNvPr id="56339" name="Rectangle 12">
            <a:extLst>
              <a:ext uri="{FF2B5EF4-FFF2-40B4-BE49-F238E27FC236}">
                <a16:creationId xmlns:a16="http://schemas.microsoft.com/office/drawing/2014/main" id="{41776E8E-6A39-B246-9331-702D469F2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7775" y="4830762"/>
            <a:ext cx="403225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</a:t>
            </a:r>
          </a:p>
        </p:txBody>
      </p:sp>
      <p:sp>
        <p:nvSpPr>
          <p:cNvPr id="56340" name="Rectangle 13">
            <a:extLst>
              <a:ext uri="{FF2B5EF4-FFF2-40B4-BE49-F238E27FC236}">
                <a16:creationId xmlns:a16="http://schemas.microsoft.com/office/drawing/2014/main" id="{23C6BF16-6C00-B542-8F64-2DE01DE66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4830762"/>
            <a:ext cx="401637" cy="3683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</a:t>
            </a:r>
          </a:p>
        </p:txBody>
      </p:sp>
      <p:sp>
        <p:nvSpPr>
          <p:cNvPr id="56341" name="Rectangle 10">
            <a:extLst>
              <a:ext uri="{FF2B5EF4-FFF2-40B4-BE49-F238E27FC236}">
                <a16:creationId xmlns:a16="http://schemas.microsoft.com/office/drawing/2014/main" id="{4A633CDE-55A7-4944-8ABA-21719DA1D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550" y="5203825"/>
            <a:ext cx="403225" cy="369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</a:t>
            </a:r>
          </a:p>
        </p:txBody>
      </p:sp>
      <p:sp>
        <p:nvSpPr>
          <p:cNvPr id="56342" name="Rectangle 11">
            <a:extLst>
              <a:ext uri="{FF2B5EF4-FFF2-40B4-BE49-F238E27FC236}">
                <a16:creationId xmlns:a16="http://schemas.microsoft.com/office/drawing/2014/main" id="{28758DB4-2D73-BC40-A2A6-7E2302510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7775" y="5203825"/>
            <a:ext cx="403225" cy="369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</a:t>
            </a:r>
          </a:p>
        </p:txBody>
      </p:sp>
      <p:sp>
        <p:nvSpPr>
          <p:cNvPr id="56343" name="Rectangle 12">
            <a:extLst>
              <a:ext uri="{FF2B5EF4-FFF2-40B4-BE49-F238E27FC236}">
                <a16:creationId xmlns:a16="http://schemas.microsoft.com/office/drawing/2014/main" id="{6B662883-6995-C24E-9F74-0F236F369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203825"/>
            <a:ext cx="401637" cy="369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</a:t>
            </a:r>
          </a:p>
        </p:txBody>
      </p:sp>
      <p:sp>
        <p:nvSpPr>
          <p:cNvPr id="56344" name="Rectangle 13">
            <a:extLst>
              <a:ext uri="{FF2B5EF4-FFF2-40B4-BE49-F238E27FC236}">
                <a16:creationId xmlns:a16="http://schemas.microsoft.com/office/drawing/2014/main" id="{64BBD3F3-41FB-034B-BD88-A60F102A3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2637" y="5203825"/>
            <a:ext cx="403225" cy="369887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</a:t>
            </a:r>
          </a:p>
        </p:txBody>
      </p:sp>
      <p:sp>
        <p:nvSpPr>
          <p:cNvPr id="56345" name="Rectangle 5">
            <a:extLst>
              <a:ext uri="{FF2B5EF4-FFF2-40B4-BE49-F238E27FC236}">
                <a16:creationId xmlns:a16="http://schemas.microsoft.com/office/drawing/2014/main" id="{9F8EBDE5-D031-184C-9470-6AF5B8439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9687" y="4460875"/>
            <a:ext cx="401638" cy="369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</a:t>
            </a:r>
          </a:p>
        </p:txBody>
      </p:sp>
      <p:sp>
        <p:nvSpPr>
          <p:cNvPr id="56346" name="Rectangle 6">
            <a:extLst>
              <a:ext uri="{FF2B5EF4-FFF2-40B4-BE49-F238E27FC236}">
                <a16:creationId xmlns:a16="http://schemas.microsoft.com/office/drawing/2014/main" id="{9D3A0B06-D0FE-9A43-A58E-88FBF0A49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1325" y="4460875"/>
            <a:ext cx="403225" cy="369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</a:t>
            </a:r>
          </a:p>
        </p:txBody>
      </p:sp>
      <p:sp>
        <p:nvSpPr>
          <p:cNvPr id="56347" name="Rectangle 7">
            <a:extLst>
              <a:ext uri="{FF2B5EF4-FFF2-40B4-BE49-F238E27FC236}">
                <a16:creationId xmlns:a16="http://schemas.microsoft.com/office/drawing/2014/main" id="{E003A3B0-5723-694C-8642-3BC2029DC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550" y="4460875"/>
            <a:ext cx="403225" cy="369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</a:t>
            </a:r>
          </a:p>
        </p:txBody>
      </p:sp>
      <p:sp>
        <p:nvSpPr>
          <p:cNvPr id="56348" name="Rectangle 8">
            <a:extLst>
              <a:ext uri="{FF2B5EF4-FFF2-40B4-BE49-F238E27FC236}">
                <a16:creationId xmlns:a16="http://schemas.microsoft.com/office/drawing/2014/main" id="{7D6F6502-26A8-3248-A179-608474C07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7175" y="4460875"/>
            <a:ext cx="403225" cy="369887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</a:t>
            </a:r>
          </a:p>
        </p:txBody>
      </p:sp>
      <p:sp>
        <p:nvSpPr>
          <p:cNvPr id="56349" name="Rectangle 7">
            <a:extLst>
              <a:ext uri="{FF2B5EF4-FFF2-40B4-BE49-F238E27FC236}">
                <a16:creationId xmlns:a16="http://schemas.microsoft.com/office/drawing/2014/main" id="{51AD7080-9D2B-E44F-8865-4C4CC3CE7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7775" y="4460875"/>
            <a:ext cx="403225" cy="369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</a:t>
            </a:r>
          </a:p>
        </p:txBody>
      </p:sp>
      <p:sp>
        <p:nvSpPr>
          <p:cNvPr id="56350" name="Rectangle 7">
            <a:extLst>
              <a:ext uri="{FF2B5EF4-FFF2-40B4-BE49-F238E27FC236}">
                <a16:creationId xmlns:a16="http://schemas.microsoft.com/office/drawing/2014/main" id="{5C2D710B-9B1B-1547-9CBD-EFAA25500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4460875"/>
            <a:ext cx="401637" cy="369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</a:t>
            </a:r>
          </a:p>
        </p:txBody>
      </p:sp>
      <p:sp>
        <p:nvSpPr>
          <p:cNvPr id="56351" name="Rectangle 7">
            <a:extLst>
              <a:ext uri="{FF2B5EF4-FFF2-40B4-BE49-F238E27FC236}">
                <a16:creationId xmlns:a16="http://schemas.microsoft.com/office/drawing/2014/main" id="{DCA7CDE2-F04E-DA40-B79E-718A8E065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2637" y="4460875"/>
            <a:ext cx="403225" cy="369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</a:t>
            </a:r>
          </a:p>
        </p:txBody>
      </p:sp>
      <p:sp>
        <p:nvSpPr>
          <p:cNvPr id="56352" name="Rectangle 7">
            <a:extLst>
              <a:ext uri="{FF2B5EF4-FFF2-40B4-BE49-F238E27FC236}">
                <a16:creationId xmlns:a16="http://schemas.microsoft.com/office/drawing/2014/main" id="{E6DE18AB-1634-1A43-BC23-21A1F1DC8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5862" y="4460875"/>
            <a:ext cx="403225" cy="369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</a:t>
            </a:r>
          </a:p>
        </p:txBody>
      </p:sp>
      <p:sp>
        <p:nvSpPr>
          <p:cNvPr id="56353" name="Rectangle 7">
            <a:extLst>
              <a:ext uri="{FF2B5EF4-FFF2-40B4-BE49-F238E27FC236}">
                <a16:creationId xmlns:a16="http://schemas.microsoft.com/office/drawing/2014/main" id="{F4F20787-ABD6-D84B-93F3-3EBFA79A9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9087" y="4460875"/>
            <a:ext cx="403225" cy="369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</a:t>
            </a:r>
          </a:p>
        </p:txBody>
      </p:sp>
      <p:sp>
        <p:nvSpPr>
          <p:cNvPr id="56354" name="Rectangle 7">
            <a:extLst>
              <a:ext uri="{FF2B5EF4-FFF2-40B4-BE49-F238E27FC236}">
                <a16:creationId xmlns:a16="http://schemas.microsoft.com/office/drawing/2014/main" id="{FCEF4EA4-82C4-1E43-980F-3CED9456C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2312" y="4460875"/>
            <a:ext cx="401638" cy="369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</a:t>
            </a:r>
          </a:p>
        </p:txBody>
      </p:sp>
      <p:sp>
        <p:nvSpPr>
          <p:cNvPr id="56355" name="Rectangle 7">
            <a:extLst>
              <a:ext uri="{FF2B5EF4-FFF2-40B4-BE49-F238E27FC236}">
                <a16:creationId xmlns:a16="http://schemas.microsoft.com/office/drawing/2014/main" id="{13EB4F0E-5308-894E-975E-1CFEE238F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3950" y="4460875"/>
            <a:ext cx="403225" cy="369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</a:t>
            </a:r>
          </a:p>
        </p:txBody>
      </p:sp>
      <p:sp>
        <p:nvSpPr>
          <p:cNvPr id="56356" name="Rectangle 13">
            <a:extLst>
              <a:ext uri="{FF2B5EF4-FFF2-40B4-BE49-F238E27FC236}">
                <a16:creationId xmlns:a16="http://schemas.microsoft.com/office/drawing/2014/main" id="{AB34C03B-68B1-3443-A114-B39FBBB4C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9087" y="2982912"/>
            <a:ext cx="403225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</a:t>
            </a:r>
          </a:p>
        </p:txBody>
      </p:sp>
      <p:sp>
        <p:nvSpPr>
          <p:cNvPr id="56357" name="Rectangle 12">
            <a:extLst>
              <a:ext uri="{FF2B5EF4-FFF2-40B4-BE49-F238E27FC236}">
                <a16:creationId xmlns:a16="http://schemas.microsoft.com/office/drawing/2014/main" id="{CDBAD767-131F-C04D-8B53-1ACA2BCED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9687" y="3352800"/>
            <a:ext cx="401638" cy="369887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</a:t>
            </a:r>
          </a:p>
        </p:txBody>
      </p:sp>
      <p:sp>
        <p:nvSpPr>
          <p:cNvPr id="56358" name="Rectangle 12">
            <a:extLst>
              <a:ext uri="{FF2B5EF4-FFF2-40B4-BE49-F238E27FC236}">
                <a16:creationId xmlns:a16="http://schemas.microsoft.com/office/drawing/2014/main" id="{CAAB82A1-C8A9-F446-8E9A-18E82091C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1325" y="3722687"/>
            <a:ext cx="403225" cy="3683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</a:t>
            </a:r>
          </a:p>
        </p:txBody>
      </p:sp>
      <p:sp>
        <p:nvSpPr>
          <p:cNvPr id="56359" name="Rectangle 13">
            <a:extLst>
              <a:ext uri="{FF2B5EF4-FFF2-40B4-BE49-F238E27FC236}">
                <a16:creationId xmlns:a16="http://schemas.microsoft.com/office/drawing/2014/main" id="{BF6E0AAB-956F-3541-8E27-BB5F28B1E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7175" y="4090987"/>
            <a:ext cx="403225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</a:t>
            </a:r>
          </a:p>
        </p:txBody>
      </p:sp>
      <p:sp>
        <p:nvSpPr>
          <p:cNvPr id="56360" name="Rectangle 13">
            <a:extLst>
              <a:ext uri="{FF2B5EF4-FFF2-40B4-BE49-F238E27FC236}">
                <a16:creationId xmlns:a16="http://schemas.microsoft.com/office/drawing/2014/main" id="{8C6BD56C-CA10-2445-8193-1397E7C99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460875"/>
            <a:ext cx="403225" cy="369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</a:t>
            </a:r>
          </a:p>
        </p:txBody>
      </p:sp>
      <p:sp>
        <p:nvSpPr>
          <p:cNvPr id="56361" name="Rectangle 13">
            <a:extLst>
              <a:ext uri="{FF2B5EF4-FFF2-40B4-BE49-F238E27FC236}">
                <a16:creationId xmlns:a16="http://schemas.microsoft.com/office/drawing/2014/main" id="{83D02333-FB1F-9C4F-A1B8-D79B390EE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3625" y="4830762"/>
            <a:ext cx="401637" cy="368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</a:t>
            </a:r>
          </a:p>
        </p:txBody>
      </p:sp>
      <p:sp>
        <p:nvSpPr>
          <p:cNvPr id="56362" name="Rectangle 13">
            <a:extLst>
              <a:ext uri="{FF2B5EF4-FFF2-40B4-BE49-F238E27FC236}">
                <a16:creationId xmlns:a16="http://schemas.microsoft.com/office/drawing/2014/main" id="{A85DD4CC-B9EB-C749-B87B-E0BC194D9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5737" y="5199062"/>
            <a:ext cx="403225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221166364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4">
            <a:extLst>
              <a:ext uri="{FF2B5EF4-FFF2-40B4-BE49-F238E27FC236}">
                <a16:creationId xmlns:a16="http://schemas.microsoft.com/office/drawing/2014/main" id="{79E522D6-B0D1-5F44-A053-2DE2BABD136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66713" y="1555750"/>
            <a:ext cx="8428037" cy="1720850"/>
          </a:xfrm>
        </p:spPr>
        <p:txBody>
          <a:bodyPr/>
          <a:lstStyle/>
          <a:p>
            <a:pPr algn="ctr" eaLnBrk="1" hangingPunct="1"/>
            <a:r>
              <a:rPr lang="en-US" altLang="en-US" sz="4000">
                <a:ea typeface="ＭＳ Ｐゴシック" panose="020B0600070205080204" pitchFamily="34" charset="-128"/>
              </a:rPr>
              <a:t>Out-of-Order Execution</a:t>
            </a:r>
            <a:br>
              <a:rPr lang="en-US" altLang="en-US" sz="4000">
                <a:ea typeface="ＭＳ Ｐゴシック" panose="020B0600070205080204" pitchFamily="34" charset="-128"/>
              </a:rPr>
            </a:br>
            <a:r>
              <a:rPr lang="en-US" altLang="en-US" sz="4000">
                <a:ea typeface="ＭＳ Ｐゴシック" panose="020B0600070205080204" pitchFamily="34" charset="-128"/>
              </a:rPr>
              <a:t>(Dynamic Instruction Scheduling)</a:t>
            </a:r>
          </a:p>
        </p:txBody>
      </p:sp>
      <p:sp>
        <p:nvSpPr>
          <p:cNvPr id="37890" name="Rectangle 5">
            <a:extLst>
              <a:ext uri="{FF2B5EF4-FFF2-40B4-BE49-F238E27FC236}">
                <a16:creationId xmlns:a16="http://schemas.microsoft.com/office/drawing/2014/main" id="{A5B1A992-A2B0-0B41-B896-801A16004A4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2900363"/>
          </a:xfrm>
        </p:spPr>
        <p:txBody>
          <a:bodyPr/>
          <a:lstStyle/>
          <a:p>
            <a:pPr eaLnBrk="1" hangingPunct="1"/>
            <a:endParaRPr lang="en-US" altLang="en-US" i="1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6B6BA85-D1AC-4E13-A5FE-10A346B86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800"/>
            <a:ext cx="9144000" cy="5238364"/>
          </a:xfrm>
          <a:prstGeom prst="rect">
            <a:avLst/>
          </a:prstGeom>
        </p:spPr>
      </p:pic>
      <p:sp>
        <p:nvSpPr>
          <p:cNvPr id="114690" name="Title 1"/>
          <p:cNvSpPr>
            <a:spLocks noGrp="1"/>
          </p:cNvSpPr>
          <p:nvPr>
            <p:ph type="title"/>
          </p:nvPr>
        </p:nvSpPr>
        <p:spPr>
          <a:xfrm>
            <a:off x="266700" y="160338"/>
            <a:ext cx="8610600" cy="1066800"/>
          </a:xfrm>
        </p:spPr>
        <p:txBody>
          <a:bodyPr/>
          <a:lstStyle/>
          <a:p>
            <a:r>
              <a:rPr lang="en-US" altLang="en-US" b="1" dirty="0">
                <a:ea typeface="ＭＳ Ｐゴシック" panose="020B0600070205080204" pitchFamily="34" charset="-128"/>
              </a:rPr>
              <a:t>Where Are We?</a:t>
            </a:r>
            <a:endParaRPr lang="en-US" dirty="0">
              <a:latin typeface="Calibri" charset="0"/>
            </a:endParaRPr>
          </a:p>
        </p:txBody>
      </p:sp>
      <p:sp>
        <p:nvSpPr>
          <p:cNvPr id="4" name="Rectangle 36">
            <a:extLst>
              <a:ext uri="{FF2B5EF4-FFF2-40B4-BE49-F238E27FC236}">
                <a16:creationId xmlns:a16="http://schemas.microsoft.com/office/drawing/2014/main" id="{3499BB42-A0EB-43DD-8857-DB5E9D39B4F4}"/>
              </a:ext>
            </a:extLst>
          </p:cNvPr>
          <p:cNvSpPr/>
          <p:nvPr/>
        </p:nvSpPr>
        <p:spPr>
          <a:xfrm>
            <a:off x="4800600" y="2133600"/>
            <a:ext cx="838200" cy="838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006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396B943B-5D6A-6642-8116-0724E16D6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An In-order Pipeline</a:t>
            </a:r>
            <a:r>
              <a:rPr lang="zh-CN" altLang="en-US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with only ROB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id="{CB75E920-D079-184B-8C6B-E9320C05E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42" y="4046538"/>
            <a:ext cx="9144000" cy="2268537"/>
          </a:xfrm>
        </p:spPr>
        <p:txBody>
          <a:bodyPr/>
          <a:lstStyle/>
          <a:p>
            <a:r>
              <a:rPr lang="en-US" altLang="en-US" b="1" dirty="0">
                <a:ea typeface="ＭＳ Ｐゴシック" panose="020B0600070205080204" pitchFamily="34" charset="-128"/>
              </a:rPr>
              <a:t>Dispatch</a:t>
            </a:r>
            <a:r>
              <a:rPr lang="en-US" altLang="en-US" dirty="0">
                <a:ea typeface="ＭＳ Ｐゴシック" panose="020B0600070205080204" pitchFamily="34" charset="-128"/>
              </a:rPr>
              <a:t>: Act of sending an instruction to a functional unit</a:t>
            </a:r>
          </a:p>
          <a:p>
            <a:r>
              <a:rPr lang="en-US" altLang="en-US" b="1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Renaming with ROB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eliminates stalls due to 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false dependences</a:t>
            </a:r>
          </a:p>
          <a:p>
            <a:r>
              <a:rPr lang="en-US" altLang="en-US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Problem</a:t>
            </a:r>
            <a:r>
              <a:rPr lang="en-US" altLang="en-US" dirty="0">
                <a:ea typeface="ＭＳ Ｐゴシック" panose="020B0600070205080204" pitchFamily="34" charset="-128"/>
              </a:rPr>
              <a:t>: 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A true data dependence stalls dispatch of younger instructions into functional (execution) units</a:t>
            </a:r>
          </a:p>
        </p:txBody>
      </p:sp>
      <p:sp>
        <p:nvSpPr>
          <p:cNvPr id="39939" name="Slide Number Placeholder 3">
            <a:extLst>
              <a:ext uri="{FF2B5EF4-FFF2-40B4-BE49-F238E27FC236}">
                <a16:creationId xmlns:a16="http://schemas.microsoft.com/office/drawing/2014/main" id="{717678DD-8673-E74D-B49A-8E460EF6F9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E58DD75-AD78-8B42-9F25-7635B88DE016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8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grpSp>
        <p:nvGrpSpPr>
          <p:cNvPr id="39940" name="Group 37">
            <a:extLst>
              <a:ext uri="{FF2B5EF4-FFF2-40B4-BE49-F238E27FC236}">
                <a16:creationId xmlns:a16="http://schemas.microsoft.com/office/drawing/2014/main" id="{6C47670B-D2CF-904F-B672-082FD26D5798}"/>
              </a:ext>
            </a:extLst>
          </p:cNvPr>
          <p:cNvGrpSpPr>
            <a:grpSpLocks/>
          </p:cNvGrpSpPr>
          <p:nvPr/>
        </p:nvGrpSpPr>
        <p:grpSpPr bwMode="auto">
          <a:xfrm>
            <a:off x="1444625" y="2606675"/>
            <a:ext cx="804863" cy="369888"/>
            <a:chOff x="1001099" y="4100530"/>
            <a:chExt cx="805656" cy="369887"/>
          </a:xfrm>
        </p:grpSpPr>
        <p:sp>
          <p:nvSpPr>
            <p:cNvPr id="39986" name="Rectangle 10">
              <a:extLst>
                <a:ext uri="{FF2B5EF4-FFF2-40B4-BE49-F238E27FC236}">
                  <a16:creationId xmlns:a16="http://schemas.microsoft.com/office/drawing/2014/main" id="{A13D30CB-15D6-1D4D-8ADA-0194F7EC1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1099" y="4100530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F</a:t>
              </a:r>
            </a:p>
          </p:txBody>
        </p:sp>
        <p:sp>
          <p:nvSpPr>
            <p:cNvPr id="39987" name="Rectangle 11">
              <a:extLst>
                <a:ext uri="{FF2B5EF4-FFF2-40B4-BE49-F238E27FC236}">
                  <a16:creationId xmlns:a16="http://schemas.microsoft.com/office/drawing/2014/main" id="{7C1F55F7-D5C6-5D42-BB25-C66EAD80F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3927" y="4100530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D</a:t>
              </a:r>
            </a:p>
          </p:txBody>
        </p:sp>
      </p:grpSp>
      <p:sp>
        <p:nvSpPr>
          <p:cNvPr id="39941" name="Rectangle 12">
            <a:extLst>
              <a:ext uri="{FF2B5EF4-FFF2-40B4-BE49-F238E27FC236}">
                <a16:creationId xmlns:a16="http://schemas.microsoft.com/office/drawing/2014/main" id="{DA93186A-C883-984E-A675-745941682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4475" y="1743075"/>
            <a:ext cx="401638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E</a:t>
            </a:r>
          </a:p>
        </p:txBody>
      </p:sp>
      <p:sp>
        <p:nvSpPr>
          <p:cNvPr id="39942" name="Rectangle 13">
            <a:extLst>
              <a:ext uri="{FF2B5EF4-FFF2-40B4-BE49-F238E27FC236}">
                <a16:creationId xmlns:a16="http://schemas.microsoft.com/office/drawing/2014/main" id="{3092B47F-8825-754D-AE49-15614152F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3575" y="2447925"/>
            <a:ext cx="403225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432FF"/>
                </a:solidFill>
              </a:rPr>
              <a:t>R</a:t>
            </a:r>
          </a:p>
        </p:txBody>
      </p:sp>
      <p:grpSp>
        <p:nvGrpSpPr>
          <p:cNvPr id="39943" name="Group 22">
            <a:extLst>
              <a:ext uri="{FF2B5EF4-FFF2-40B4-BE49-F238E27FC236}">
                <a16:creationId xmlns:a16="http://schemas.microsoft.com/office/drawing/2014/main" id="{7A7A9274-BA98-1D4C-A034-FC26A3A23683}"/>
              </a:ext>
            </a:extLst>
          </p:cNvPr>
          <p:cNvGrpSpPr>
            <a:grpSpLocks/>
          </p:cNvGrpSpPr>
          <p:nvPr/>
        </p:nvGrpSpPr>
        <p:grpSpPr bwMode="auto">
          <a:xfrm>
            <a:off x="2784475" y="2790825"/>
            <a:ext cx="3222625" cy="369888"/>
            <a:chOff x="2783717" y="3915586"/>
            <a:chExt cx="3222624" cy="369887"/>
          </a:xfrm>
        </p:grpSpPr>
        <p:sp>
          <p:nvSpPr>
            <p:cNvPr id="39978" name="Rectangle 12">
              <a:extLst>
                <a:ext uri="{FF2B5EF4-FFF2-40B4-BE49-F238E27FC236}">
                  <a16:creationId xmlns:a16="http://schemas.microsoft.com/office/drawing/2014/main" id="{DB113DFC-0CD3-2F4E-9AA6-60DF4866A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3717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39979" name="Rectangle 12">
              <a:extLst>
                <a:ext uri="{FF2B5EF4-FFF2-40B4-BE49-F238E27FC236}">
                  <a16:creationId xmlns:a16="http://schemas.microsoft.com/office/drawing/2014/main" id="{DA12E455-EE84-4949-8057-49B16F625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6545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39980" name="Rectangle 12">
              <a:extLst>
                <a:ext uri="{FF2B5EF4-FFF2-40B4-BE49-F238E27FC236}">
                  <a16:creationId xmlns:a16="http://schemas.microsoft.com/office/drawing/2014/main" id="{48436612-3026-9648-BBEE-D510F8AE9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9373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39981" name="Rectangle 12">
              <a:extLst>
                <a:ext uri="{FF2B5EF4-FFF2-40B4-BE49-F238E27FC236}">
                  <a16:creationId xmlns:a16="http://schemas.microsoft.com/office/drawing/2014/main" id="{953E8830-DEBB-214C-B286-D72EEF853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201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39982" name="Rectangle 12">
              <a:extLst>
                <a:ext uri="{FF2B5EF4-FFF2-40B4-BE49-F238E27FC236}">
                  <a16:creationId xmlns:a16="http://schemas.microsoft.com/office/drawing/2014/main" id="{B8A764AA-5020-E942-BBBE-86D1B651B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029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39983" name="Rectangle 12">
              <a:extLst>
                <a:ext uri="{FF2B5EF4-FFF2-40B4-BE49-F238E27FC236}">
                  <a16:creationId xmlns:a16="http://schemas.microsoft.com/office/drawing/2014/main" id="{32597FED-79E1-B34A-9856-3F7C055946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7857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39984" name="Rectangle 12">
              <a:extLst>
                <a:ext uri="{FF2B5EF4-FFF2-40B4-BE49-F238E27FC236}">
                  <a16:creationId xmlns:a16="http://schemas.microsoft.com/office/drawing/2014/main" id="{3944916B-3728-3041-9B24-719CEE7AB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0685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39985" name="Rectangle 21">
              <a:extLst>
                <a:ext uri="{FF2B5EF4-FFF2-40B4-BE49-F238E27FC236}">
                  <a16:creationId xmlns:a16="http://schemas.microsoft.com/office/drawing/2014/main" id="{B7E27C3C-6715-AE43-BDA0-1F34A498E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3513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</p:grpSp>
      <p:grpSp>
        <p:nvGrpSpPr>
          <p:cNvPr id="39944" name="Group 38">
            <a:extLst>
              <a:ext uri="{FF2B5EF4-FFF2-40B4-BE49-F238E27FC236}">
                <a16:creationId xmlns:a16="http://schemas.microsoft.com/office/drawing/2014/main" id="{D76D2CA6-364C-3541-BDB0-20E8556451F7}"/>
              </a:ext>
            </a:extLst>
          </p:cNvPr>
          <p:cNvGrpSpPr>
            <a:grpSpLocks/>
          </p:cNvGrpSpPr>
          <p:nvPr/>
        </p:nvGrpSpPr>
        <p:grpSpPr bwMode="auto">
          <a:xfrm>
            <a:off x="2784475" y="2259013"/>
            <a:ext cx="1611313" cy="374650"/>
            <a:chOff x="2783717" y="3915586"/>
            <a:chExt cx="1611312" cy="374488"/>
          </a:xfrm>
        </p:grpSpPr>
        <p:sp>
          <p:nvSpPr>
            <p:cNvPr id="39974" name="Rectangle 12">
              <a:extLst>
                <a:ext uri="{FF2B5EF4-FFF2-40B4-BE49-F238E27FC236}">
                  <a16:creationId xmlns:a16="http://schemas.microsoft.com/office/drawing/2014/main" id="{F8607F22-EB2E-F743-A999-A52C8F133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3717" y="3920187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39975" name="Rectangle 12">
              <a:extLst>
                <a:ext uri="{FF2B5EF4-FFF2-40B4-BE49-F238E27FC236}">
                  <a16:creationId xmlns:a16="http://schemas.microsoft.com/office/drawing/2014/main" id="{FEF0C56E-C834-4F45-AB45-4AFC88CEA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6545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39976" name="Rectangle 12">
              <a:extLst>
                <a:ext uri="{FF2B5EF4-FFF2-40B4-BE49-F238E27FC236}">
                  <a16:creationId xmlns:a16="http://schemas.microsoft.com/office/drawing/2014/main" id="{9543C168-F667-264D-A1CE-665B7AF861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9373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39977" name="Rectangle 12">
              <a:extLst>
                <a:ext uri="{FF2B5EF4-FFF2-40B4-BE49-F238E27FC236}">
                  <a16:creationId xmlns:a16="http://schemas.microsoft.com/office/drawing/2014/main" id="{35515FDF-C240-6644-BD70-8AD9C9DBA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201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</p:grpSp>
      <p:grpSp>
        <p:nvGrpSpPr>
          <p:cNvPr id="39945" name="Group 39">
            <a:extLst>
              <a:ext uri="{FF2B5EF4-FFF2-40B4-BE49-F238E27FC236}">
                <a16:creationId xmlns:a16="http://schemas.microsoft.com/office/drawing/2014/main" id="{C7853A0B-4993-6A49-BD2F-CE5B5D18EB5A}"/>
              </a:ext>
            </a:extLst>
          </p:cNvPr>
          <p:cNvGrpSpPr>
            <a:grpSpLocks/>
          </p:cNvGrpSpPr>
          <p:nvPr/>
        </p:nvGrpSpPr>
        <p:grpSpPr bwMode="auto">
          <a:xfrm>
            <a:off x="2784475" y="3160713"/>
            <a:ext cx="3903663" cy="523875"/>
            <a:chOff x="2783717" y="5184853"/>
            <a:chExt cx="3904221" cy="523220"/>
          </a:xfrm>
        </p:grpSpPr>
        <p:grpSp>
          <p:nvGrpSpPr>
            <p:cNvPr id="39964" name="Group 27">
              <a:extLst>
                <a:ext uri="{FF2B5EF4-FFF2-40B4-BE49-F238E27FC236}">
                  <a16:creationId xmlns:a16="http://schemas.microsoft.com/office/drawing/2014/main" id="{2C4D0F1D-382D-144B-8D05-D5E907198D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3717" y="5338186"/>
              <a:ext cx="3222624" cy="369887"/>
              <a:chOff x="2783717" y="3915586"/>
              <a:chExt cx="3222624" cy="369887"/>
            </a:xfrm>
          </p:grpSpPr>
          <p:sp>
            <p:nvSpPr>
              <p:cNvPr id="39966" name="Rectangle 12">
                <a:extLst>
                  <a:ext uri="{FF2B5EF4-FFF2-40B4-BE49-F238E27FC236}">
                    <a16:creationId xmlns:a16="http://schemas.microsoft.com/office/drawing/2014/main" id="{A50B57A9-AACE-6548-AA59-7BE2683F1B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3717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39967" name="Rectangle 12">
                <a:extLst>
                  <a:ext uri="{FF2B5EF4-FFF2-40B4-BE49-F238E27FC236}">
                    <a16:creationId xmlns:a16="http://schemas.microsoft.com/office/drawing/2014/main" id="{A497AB54-9B14-B745-BF00-F9B8204C05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6545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39968" name="Rectangle 12">
                <a:extLst>
                  <a:ext uri="{FF2B5EF4-FFF2-40B4-BE49-F238E27FC236}">
                    <a16:creationId xmlns:a16="http://schemas.microsoft.com/office/drawing/2014/main" id="{E1BD45E8-8B19-1E4D-8112-55A228E9EE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373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39969" name="Rectangle 31">
                <a:extLst>
                  <a:ext uri="{FF2B5EF4-FFF2-40B4-BE49-F238E27FC236}">
                    <a16:creationId xmlns:a16="http://schemas.microsoft.com/office/drawing/2014/main" id="{1849F9B2-16D0-F748-83F8-C2473A874D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201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39970" name="Rectangle 12">
                <a:extLst>
                  <a:ext uri="{FF2B5EF4-FFF2-40B4-BE49-F238E27FC236}">
                    <a16:creationId xmlns:a16="http://schemas.microsoft.com/office/drawing/2014/main" id="{BED750CF-7507-C547-AC8E-7AE93DA6E3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5029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39971" name="Rectangle 12">
                <a:extLst>
                  <a:ext uri="{FF2B5EF4-FFF2-40B4-BE49-F238E27FC236}">
                    <a16:creationId xmlns:a16="http://schemas.microsoft.com/office/drawing/2014/main" id="{5C9021D2-CB40-2649-BD54-69BAEEDF3D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7857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39972" name="Rectangle 12">
                <a:extLst>
                  <a:ext uri="{FF2B5EF4-FFF2-40B4-BE49-F238E27FC236}">
                    <a16:creationId xmlns:a16="http://schemas.microsoft.com/office/drawing/2014/main" id="{8D22A5CF-AC27-4D43-A40E-3461E391EF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00685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39973" name="Rectangle 35">
                <a:extLst>
                  <a:ext uri="{FF2B5EF4-FFF2-40B4-BE49-F238E27FC236}">
                    <a16:creationId xmlns:a16="http://schemas.microsoft.com/office/drawing/2014/main" id="{3DC4524B-64BB-F944-ABE6-A3EBFBB37A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03513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</p:grpSp>
        <p:sp>
          <p:nvSpPr>
            <p:cNvPr id="39965" name="TextBox 36">
              <a:extLst>
                <a:ext uri="{FF2B5EF4-FFF2-40B4-BE49-F238E27FC236}">
                  <a16:creationId xmlns:a16="http://schemas.microsoft.com/office/drawing/2014/main" id="{4C838260-76E2-9C49-A54C-EEB09341E6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6341" y="5184853"/>
              <a:ext cx="68159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2800" b="1">
                  <a:cs typeface="Arial" panose="020B0604020202020204" pitchFamily="34" charset="0"/>
                </a:rPr>
                <a:t>. . .</a:t>
              </a:r>
            </a:p>
          </p:txBody>
        </p:sp>
      </p:grpSp>
      <p:cxnSp>
        <p:nvCxnSpPr>
          <p:cNvPr id="39946" name="Straight Connector 41">
            <a:extLst>
              <a:ext uri="{FF2B5EF4-FFF2-40B4-BE49-F238E27FC236}">
                <a16:creationId xmlns:a16="http://schemas.microsoft.com/office/drawing/2014/main" id="{BAAA1513-2FEC-DB4B-9201-CC153F42CD0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49488" y="2790825"/>
            <a:ext cx="24447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7" name="Straight Connector 44">
            <a:extLst>
              <a:ext uri="{FF2B5EF4-FFF2-40B4-BE49-F238E27FC236}">
                <a16:creationId xmlns:a16="http://schemas.microsoft.com/office/drawing/2014/main" id="{85766FCF-049C-644B-A294-C5AD42FF745E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1689100" y="2705100"/>
            <a:ext cx="1608138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8" name="Straight Arrow Connector 51">
            <a:extLst>
              <a:ext uri="{FF2B5EF4-FFF2-40B4-BE49-F238E27FC236}">
                <a16:creationId xmlns:a16="http://schemas.microsoft.com/office/drawing/2014/main" id="{1276D95D-CE11-E643-B04E-C7D0A70D49D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493963" y="3509963"/>
            <a:ext cx="290512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9" name="Straight Arrow Connector 53">
            <a:extLst>
              <a:ext uri="{FF2B5EF4-FFF2-40B4-BE49-F238E27FC236}">
                <a16:creationId xmlns:a16="http://schemas.microsoft.com/office/drawing/2014/main" id="{000869E5-CA87-634C-9672-25045F5B90E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493963" y="2976563"/>
            <a:ext cx="2905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0" name="Straight Arrow Connector 54">
            <a:extLst>
              <a:ext uri="{FF2B5EF4-FFF2-40B4-BE49-F238E27FC236}">
                <a16:creationId xmlns:a16="http://schemas.microsoft.com/office/drawing/2014/main" id="{72BBA646-58D4-FC4A-A81C-70BFE8926F5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492375" y="1928019"/>
            <a:ext cx="2889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1" name="Straight Arrow Connector 55">
            <a:extLst>
              <a:ext uri="{FF2B5EF4-FFF2-40B4-BE49-F238E27FC236}">
                <a16:creationId xmlns:a16="http://schemas.microsoft.com/office/drawing/2014/main" id="{0F6E4444-370A-724D-B5FF-D5CBD2E446B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498725" y="2447925"/>
            <a:ext cx="2905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2" name="Straight Connector 58">
            <a:extLst>
              <a:ext uri="{FF2B5EF4-FFF2-40B4-BE49-F238E27FC236}">
                <a16:creationId xmlns:a16="http://schemas.microsoft.com/office/drawing/2014/main" id="{F6864022-4026-FA42-B98B-64BAE2C91579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973763" y="2706688"/>
            <a:ext cx="16081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3" name="Straight Arrow Connector 60">
            <a:extLst>
              <a:ext uri="{FF2B5EF4-FFF2-40B4-BE49-F238E27FC236}">
                <a16:creationId xmlns:a16="http://schemas.microsoft.com/office/drawing/2014/main" id="{8CFC36CF-EF57-5947-8C13-9CDE30726E2F}"/>
              </a:ext>
            </a:extLst>
          </p:cNvPr>
          <p:cNvCxnSpPr>
            <a:cxnSpLocks noChangeShapeType="1"/>
            <a:endCxn id="39942" idx="1"/>
          </p:cNvCxnSpPr>
          <p:nvPr/>
        </p:nvCxnSpPr>
        <p:spPr bwMode="auto">
          <a:xfrm>
            <a:off x="6778625" y="2633663"/>
            <a:ext cx="234950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4" name="Straight Arrow Connector 62">
            <a:extLst>
              <a:ext uri="{FF2B5EF4-FFF2-40B4-BE49-F238E27FC236}">
                <a16:creationId xmlns:a16="http://schemas.microsoft.com/office/drawing/2014/main" id="{06ED1D74-C340-B145-B10F-F8A3F7ED6287}"/>
              </a:ext>
            </a:extLst>
          </p:cNvPr>
          <p:cNvCxnSpPr>
            <a:cxnSpLocks noChangeShapeType="1"/>
            <a:stCxn id="39941" idx="3"/>
          </p:cNvCxnSpPr>
          <p:nvPr/>
        </p:nvCxnSpPr>
        <p:spPr bwMode="auto">
          <a:xfrm>
            <a:off x="3186113" y="1928813"/>
            <a:ext cx="3592512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5" name="Straight Arrow Connector 65">
            <a:extLst>
              <a:ext uri="{FF2B5EF4-FFF2-40B4-BE49-F238E27FC236}">
                <a16:creationId xmlns:a16="http://schemas.microsoft.com/office/drawing/2014/main" id="{DD181F81-7FD9-4F4A-875B-034C40A3D2D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395788" y="2444750"/>
            <a:ext cx="2382837" cy="3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6" name="Straight Arrow Connector 67">
            <a:extLst>
              <a:ext uri="{FF2B5EF4-FFF2-40B4-BE49-F238E27FC236}">
                <a16:creationId xmlns:a16="http://schemas.microsoft.com/office/drawing/2014/main" id="{6C72EB6B-18CC-164A-A52E-7F59840071F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007100" y="2976563"/>
            <a:ext cx="7715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7" name="Straight Arrow Connector 69">
            <a:extLst>
              <a:ext uri="{FF2B5EF4-FFF2-40B4-BE49-F238E27FC236}">
                <a16:creationId xmlns:a16="http://schemas.microsoft.com/office/drawing/2014/main" id="{30445DDB-7897-F34C-B0CE-FEE5F0F64D5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577013" y="3511550"/>
            <a:ext cx="201612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58" name="TextBox 71">
            <a:extLst>
              <a:ext uri="{FF2B5EF4-FFF2-40B4-BE49-F238E27FC236}">
                <a16:creationId xmlns:a16="http://schemas.microsoft.com/office/drawing/2014/main" id="{9666F419-DBC3-1A49-8ABE-CB2F36A67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6288" y="1589088"/>
            <a:ext cx="10890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cs typeface="Arial" panose="020B0604020202020204" pitchFamily="34" charset="0"/>
              </a:rPr>
              <a:t>Integer add</a:t>
            </a:r>
          </a:p>
        </p:txBody>
      </p:sp>
      <p:sp>
        <p:nvSpPr>
          <p:cNvPr id="39959" name="TextBox 72">
            <a:extLst>
              <a:ext uri="{FF2B5EF4-FFF2-40B4-BE49-F238E27FC236}">
                <a16:creationId xmlns:a16="http://schemas.microsoft.com/office/drawing/2014/main" id="{85E52FB8-2B80-F94D-B0D3-EFF2BC494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4850" y="2049463"/>
            <a:ext cx="10795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cs typeface="Arial" panose="020B0604020202020204" pitchFamily="34" charset="0"/>
              </a:rPr>
              <a:t>Integer mul</a:t>
            </a:r>
          </a:p>
        </p:txBody>
      </p:sp>
      <p:sp>
        <p:nvSpPr>
          <p:cNvPr id="39960" name="TextBox 73">
            <a:extLst>
              <a:ext uri="{FF2B5EF4-FFF2-40B4-BE49-F238E27FC236}">
                <a16:creationId xmlns:a16="http://schemas.microsoft.com/office/drawing/2014/main" id="{7D15D64E-8551-1948-BECE-97005182D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7100" y="2606675"/>
            <a:ext cx="74771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cs typeface="Arial" panose="020B0604020202020204" pitchFamily="34" charset="0"/>
              </a:rPr>
              <a:t>FP mul</a:t>
            </a:r>
          </a:p>
        </p:txBody>
      </p:sp>
      <p:sp>
        <p:nvSpPr>
          <p:cNvPr id="39961" name="TextBox 74">
            <a:extLst>
              <a:ext uri="{FF2B5EF4-FFF2-40B4-BE49-F238E27FC236}">
                <a16:creationId xmlns:a16="http://schemas.microsoft.com/office/drawing/2014/main" id="{708B3634-6A3F-2F42-9FA8-C22FE7C2B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9325" y="3692525"/>
            <a:ext cx="12207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cs typeface="Arial" panose="020B0604020202020204" pitchFamily="34" charset="0"/>
              </a:rPr>
              <a:t>Cache miss</a:t>
            </a:r>
          </a:p>
        </p:txBody>
      </p:sp>
      <p:sp>
        <p:nvSpPr>
          <p:cNvPr id="39962" name="Rectangle 13">
            <a:extLst>
              <a:ext uri="{FF2B5EF4-FFF2-40B4-BE49-F238E27FC236}">
                <a16:creationId xmlns:a16="http://schemas.microsoft.com/office/drawing/2014/main" id="{9F6B0692-AA7D-A941-A136-D311C4CA0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2451100"/>
            <a:ext cx="403225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W</a:t>
            </a:r>
          </a:p>
        </p:txBody>
      </p:sp>
      <p:cxnSp>
        <p:nvCxnSpPr>
          <p:cNvPr id="39963" name="Straight Arrow Connector 60">
            <a:extLst>
              <a:ext uri="{FF2B5EF4-FFF2-40B4-BE49-F238E27FC236}">
                <a16:creationId xmlns:a16="http://schemas.microsoft.com/office/drawing/2014/main" id="{F3850DCB-6FF4-FC4C-8755-53814FF81D3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404100" y="2627313"/>
            <a:ext cx="234950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0C147D83-F2CF-4DD6-8EBA-38F56AB777F1}"/>
              </a:ext>
            </a:extLst>
          </p:cNvPr>
          <p:cNvGrpSpPr/>
          <p:nvPr/>
        </p:nvGrpSpPr>
        <p:grpSpPr>
          <a:xfrm>
            <a:off x="1144066" y="1151900"/>
            <a:ext cx="1903085" cy="1634313"/>
            <a:chOff x="1144066" y="1151900"/>
            <a:chExt cx="1903085" cy="1634313"/>
          </a:xfrm>
        </p:grpSpPr>
        <p:sp>
          <p:nvSpPr>
            <p:cNvPr id="53" name="TextBox 70">
              <a:extLst>
                <a:ext uri="{FF2B5EF4-FFF2-40B4-BE49-F238E27FC236}">
                  <a16:creationId xmlns:a16="http://schemas.microsoft.com/office/drawing/2014/main" id="{3A9F1A4C-557A-4FB6-8738-BB605863BC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4066" y="1151900"/>
              <a:ext cx="190308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FF0000"/>
                  </a:solidFill>
                  <a:cs typeface="Arial" panose="020B0604020202020204" pitchFamily="34" charset="0"/>
                </a:rPr>
                <a:t>In order dispatch</a:t>
              </a:r>
            </a:p>
          </p:txBody>
        </p: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7C8EF2BF-C23B-4119-8914-7299551BC4B3}"/>
                </a:ext>
              </a:extLst>
            </p:cNvPr>
            <p:cNvCxnSpPr>
              <a:cxnSpLocks/>
              <a:endCxn id="53" idx="2"/>
            </p:cNvCxnSpPr>
            <p:nvPr/>
          </p:nvCxnSpPr>
          <p:spPr bwMode="auto">
            <a:xfrm flipH="1" flipV="1">
              <a:off x="2095609" y="1521232"/>
              <a:ext cx="275370" cy="1264981"/>
            </a:xfrm>
            <a:prstGeom prst="straightConnector1">
              <a:avLst/>
            </a:prstGeom>
            <a:solidFill>
              <a:srgbClr val="C0C0C0"/>
            </a:solidFill>
            <a:ln w="1905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DA9EE5FB-7532-40AD-A3A5-57F52E6CFCC1}"/>
              </a:ext>
            </a:extLst>
          </p:cNvPr>
          <p:cNvGrpSpPr/>
          <p:nvPr/>
        </p:nvGrpSpPr>
        <p:grpSpPr>
          <a:xfrm>
            <a:off x="5679956" y="1220446"/>
            <a:ext cx="2342120" cy="1413217"/>
            <a:chOff x="5679956" y="1220446"/>
            <a:chExt cx="2342120" cy="1413217"/>
          </a:xfrm>
        </p:grpSpPr>
        <p:sp>
          <p:nvSpPr>
            <p:cNvPr id="54" name="TextBox 70">
              <a:extLst>
                <a:ext uri="{FF2B5EF4-FFF2-40B4-BE49-F238E27FC236}">
                  <a16:creationId xmlns:a16="http://schemas.microsoft.com/office/drawing/2014/main" id="{F08509DF-C43C-43EC-A06F-E90C37CC9E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2321" y="1220446"/>
              <a:ext cx="9797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FF0000"/>
                  </a:solidFill>
                  <a:cs typeface="Arial" panose="020B0604020202020204" pitchFamily="34" charset="0"/>
                </a:rPr>
                <a:t>In order</a:t>
              </a:r>
            </a:p>
          </p:txBody>
        </p:sp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4100D20E-1B6F-4D7B-A35D-9CDCE9E33BC1}"/>
                </a:ext>
              </a:extLst>
            </p:cNvPr>
            <p:cNvCxnSpPr>
              <a:cxnSpLocks/>
              <a:endCxn id="54" idx="2"/>
            </p:cNvCxnSpPr>
            <p:nvPr/>
          </p:nvCxnSpPr>
          <p:spPr bwMode="auto">
            <a:xfrm flipV="1">
              <a:off x="7524751" y="1589778"/>
              <a:ext cx="7448" cy="1043885"/>
            </a:xfrm>
            <a:prstGeom prst="straightConnector1">
              <a:avLst/>
            </a:prstGeom>
            <a:solidFill>
              <a:srgbClr val="C0C0C0"/>
            </a:solidFill>
            <a:ln w="1905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triangle"/>
            </a:ln>
            <a:effectLst/>
          </p:spPr>
        </p:cxnSp>
        <p:sp>
          <p:nvSpPr>
            <p:cNvPr id="60" name="TextBox 70">
              <a:extLst>
                <a:ext uri="{FF2B5EF4-FFF2-40B4-BE49-F238E27FC236}">
                  <a16:creationId xmlns:a16="http://schemas.microsoft.com/office/drawing/2014/main" id="{04EB479C-3A10-4989-AF42-817FF33B52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9956" y="1229797"/>
              <a:ext cx="14157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800" dirty="0">
                  <a:solidFill>
                    <a:srgbClr val="0000FF"/>
                  </a:solidFill>
                  <a:cs typeface="Arial" panose="020B0604020202020204" pitchFamily="34" charset="0"/>
                </a:rPr>
                <a:t>Out of</a:t>
              </a:r>
              <a:r>
                <a:rPr lang="en-US" altLang="en-US" sz="1800" dirty="0">
                  <a:solidFill>
                    <a:srgbClr val="0000FF"/>
                  </a:solidFill>
                  <a:cs typeface="Arial" panose="020B0604020202020204" pitchFamily="34" charset="0"/>
                </a:rPr>
                <a:t> order</a:t>
              </a:r>
            </a:p>
          </p:txBody>
        </p: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B53E5A1C-7493-4734-96BD-18595113BBEA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6862764" y="1525844"/>
              <a:ext cx="23813" cy="1101469"/>
            </a:xfrm>
            <a:prstGeom prst="straightConnector1">
              <a:avLst/>
            </a:prstGeom>
            <a:solidFill>
              <a:srgbClr val="C0C0C0"/>
            </a:solidFill>
            <a:ln w="1905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triangle"/>
            </a:ln>
            <a:effectLst/>
          </p:spPr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Content Placeholder 2">
            <a:extLst>
              <a:ext uri="{FF2B5EF4-FFF2-40B4-BE49-F238E27FC236}">
                <a16:creationId xmlns:a16="http://schemas.microsoft.com/office/drawing/2014/main" id="{2681E62B-ED72-EC48-BA7A-0F4B03409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821" y="914400"/>
            <a:ext cx="6733381" cy="5541962"/>
          </a:xfrm>
        </p:spPr>
        <p:txBody>
          <a:bodyPr/>
          <a:lstStyle/>
          <a:p>
            <a:r>
              <a:rPr lang="en-US" altLang="en-US" sz="2200" b="1" dirty="0">
                <a:ea typeface="ＭＳ Ｐゴシック" panose="020B0600070205080204" pitchFamily="34" charset="-128"/>
              </a:rPr>
              <a:t>In order dispatch + precise exceptions: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b="1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sz="2200" dirty="0">
              <a:ea typeface="ＭＳ Ｐゴシック" panose="020B0600070205080204" pitchFamily="34" charset="-128"/>
            </a:endParaRPr>
          </a:p>
          <a:p>
            <a:r>
              <a:rPr lang="en-US" altLang="en-US" sz="2200" dirty="0">
                <a:ea typeface="ＭＳ Ｐゴシック" panose="020B0600070205080204" pitchFamily="34" charset="-128"/>
              </a:rPr>
              <a:t>IO: 16</a:t>
            </a:r>
          </a:p>
        </p:txBody>
      </p:sp>
      <p:sp>
        <p:nvSpPr>
          <p:cNvPr id="44033" name="Title 1">
            <a:extLst>
              <a:ext uri="{FF2B5EF4-FFF2-40B4-BE49-F238E27FC236}">
                <a16:creationId xmlns:a16="http://schemas.microsoft.com/office/drawing/2014/main" id="{61FF88A6-9BA1-0E46-8F0F-FB452BEE1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Issue of In-order Dispatch</a:t>
            </a:r>
          </a:p>
        </p:txBody>
      </p:sp>
      <p:sp>
        <p:nvSpPr>
          <p:cNvPr id="44035" name="Slide Number Placeholder 3">
            <a:extLst>
              <a:ext uri="{FF2B5EF4-FFF2-40B4-BE49-F238E27FC236}">
                <a16:creationId xmlns:a16="http://schemas.microsoft.com/office/drawing/2014/main" id="{7858F12C-6627-7A46-8F5F-92E5FE56F7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A071958-49A2-694F-BD5F-F23B89AC4C7B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9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44045" name="TextBox 23">
            <a:extLst>
              <a:ext uri="{FF2B5EF4-FFF2-40B4-BE49-F238E27FC236}">
                <a16:creationId xmlns:a16="http://schemas.microsoft.com/office/drawing/2014/main" id="{628B9CD6-49C5-A242-A1EB-D2D0A0C85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955" y="1460007"/>
            <a:ext cx="2231701" cy="1887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800"/>
              </a:spcBef>
            </a:pPr>
            <a:r>
              <a:rPr lang="en-US" altLang="en-US" sz="1800" kern="1400" dirty="0">
                <a:cs typeface="Arial" panose="020B0604020202020204" pitchFamily="34" charset="0"/>
              </a:rPr>
              <a:t>IMUL  R3 </a:t>
            </a:r>
            <a:r>
              <a:rPr lang="en-US" altLang="en-US" sz="1800" kern="1400" dirty="0">
                <a:cs typeface="Arial" panose="020B0604020202020204" pitchFamily="34" charset="0"/>
                <a:sym typeface="Wingdings" pitchFamily="2" charset="2"/>
              </a:rPr>
              <a:t> R1, R2</a:t>
            </a:r>
          </a:p>
          <a:p>
            <a:pPr eaLnBrk="1" hangingPunct="1">
              <a:spcBef>
                <a:spcPts val="800"/>
              </a:spcBef>
            </a:pPr>
            <a:r>
              <a:rPr lang="en-US" altLang="en-US" sz="1800" kern="1400" dirty="0">
                <a:solidFill>
                  <a:srgbClr val="FF0000"/>
                </a:solidFill>
                <a:cs typeface="Arial" panose="020B0604020202020204" pitchFamily="34" charset="0"/>
                <a:sym typeface="Wingdings" pitchFamily="2" charset="2"/>
              </a:rPr>
              <a:t>ADD   R3  R3, R1</a:t>
            </a:r>
          </a:p>
          <a:p>
            <a:pPr eaLnBrk="1" hangingPunct="1">
              <a:spcBef>
                <a:spcPts val="800"/>
              </a:spcBef>
            </a:pPr>
            <a:r>
              <a:rPr lang="en-US" altLang="en-US" sz="1800" kern="1400" dirty="0">
                <a:solidFill>
                  <a:srgbClr val="0000FF"/>
                </a:solidFill>
                <a:cs typeface="Arial" panose="020B0604020202020204" pitchFamily="34" charset="0"/>
                <a:sym typeface="Wingdings" pitchFamily="2" charset="2"/>
              </a:rPr>
              <a:t>ADD   R1  R6, R7</a:t>
            </a:r>
          </a:p>
          <a:p>
            <a:pPr eaLnBrk="1" hangingPunct="1">
              <a:spcBef>
                <a:spcPts val="800"/>
              </a:spcBef>
            </a:pPr>
            <a:r>
              <a:rPr lang="en-US" altLang="en-US" sz="1800" kern="1400" dirty="0">
                <a:solidFill>
                  <a:srgbClr val="0000FF"/>
                </a:solidFill>
                <a:cs typeface="Arial" panose="020B0604020202020204" pitchFamily="34" charset="0"/>
                <a:sym typeface="Wingdings" pitchFamily="2" charset="2"/>
              </a:rPr>
              <a:t>IMUL  R5  R6, R8</a:t>
            </a:r>
          </a:p>
          <a:p>
            <a:pPr eaLnBrk="1" hangingPunct="1">
              <a:spcBef>
                <a:spcPts val="800"/>
              </a:spcBef>
            </a:pPr>
            <a:r>
              <a:rPr lang="en-US" altLang="en-US" sz="1800" kern="1400" dirty="0">
                <a:solidFill>
                  <a:srgbClr val="FF0000"/>
                </a:solidFill>
                <a:cs typeface="Arial" panose="020B0604020202020204" pitchFamily="34" charset="0"/>
                <a:sym typeface="Wingdings" pitchFamily="2" charset="2"/>
              </a:rPr>
              <a:t>ADD   R7  R3, R5</a:t>
            </a:r>
            <a:endParaRPr lang="en-US" altLang="en-US" sz="1800" kern="1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63748F3-E196-4830-B562-5B69B922119D}"/>
              </a:ext>
            </a:extLst>
          </p:cNvPr>
          <p:cNvGrpSpPr/>
          <p:nvPr/>
        </p:nvGrpSpPr>
        <p:grpSpPr>
          <a:xfrm>
            <a:off x="2500313" y="1455897"/>
            <a:ext cx="3222625" cy="373063"/>
            <a:chOff x="2500313" y="1455897"/>
            <a:chExt cx="3222625" cy="373063"/>
          </a:xfrm>
        </p:grpSpPr>
        <p:grpSp>
          <p:nvGrpSpPr>
            <p:cNvPr id="44036" name="Group 4">
              <a:extLst>
                <a:ext uri="{FF2B5EF4-FFF2-40B4-BE49-F238E27FC236}">
                  <a16:creationId xmlns:a16="http://schemas.microsoft.com/office/drawing/2014/main" id="{4EB6E497-14A1-8E4C-B328-6748FD9214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0313" y="1455897"/>
              <a:ext cx="804862" cy="369888"/>
              <a:chOff x="1001099" y="4100530"/>
              <a:chExt cx="805656" cy="369887"/>
            </a:xfrm>
          </p:grpSpPr>
          <p:sp>
            <p:nvSpPr>
              <p:cNvPr id="44114" name="Rectangle 10">
                <a:extLst>
                  <a:ext uri="{FF2B5EF4-FFF2-40B4-BE49-F238E27FC236}">
                    <a16:creationId xmlns:a16="http://schemas.microsoft.com/office/drawing/2014/main" id="{10B413DD-286A-9B47-82F7-35CF15BA0C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1099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 dirty="0"/>
                  <a:t>F</a:t>
                </a:r>
              </a:p>
            </p:txBody>
          </p:sp>
          <p:sp>
            <p:nvSpPr>
              <p:cNvPr id="44115" name="Rectangle 11">
                <a:extLst>
                  <a:ext uri="{FF2B5EF4-FFF2-40B4-BE49-F238E27FC236}">
                    <a16:creationId xmlns:a16="http://schemas.microsoft.com/office/drawing/2014/main" id="{3027E859-FC44-DC44-B5DD-50739A9B0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3927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 dirty="0"/>
                  <a:t>D</a:t>
                </a:r>
              </a:p>
            </p:txBody>
          </p:sp>
        </p:grpSp>
        <p:sp>
          <p:nvSpPr>
            <p:cNvPr id="44037" name="Rectangle 13">
              <a:extLst>
                <a:ext uri="{FF2B5EF4-FFF2-40B4-BE49-F238E27FC236}">
                  <a16:creationId xmlns:a16="http://schemas.microsoft.com/office/drawing/2014/main" id="{3EACAADD-EB56-F043-8B66-A753B00D2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9713" y="1455897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W</a:t>
              </a:r>
            </a:p>
          </p:txBody>
        </p:sp>
        <p:grpSp>
          <p:nvGrpSpPr>
            <p:cNvPr id="44038" name="Group 8">
              <a:extLst>
                <a:ext uri="{FF2B5EF4-FFF2-40B4-BE49-F238E27FC236}">
                  <a16:creationId xmlns:a16="http://schemas.microsoft.com/office/drawing/2014/main" id="{76249842-CFFF-9C48-8ACD-BFCFCEB0DD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5175" y="1455897"/>
              <a:ext cx="1611313" cy="373063"/>
              <a:chOff x="2783717" y="3915586"/>
              <a:chExt cx="1611312" cy="374488"/>
            </a:xfrm>
          </p:grpSpPr>
          <p:sp>
            <p:nvSpPr>
              <p:cNvPr id="44110" name="Rectangle 12">
                <a:extLst>
                  <a:ext uri="{FF2B5EF4-FFF2-40B4-BE49-F238E27FC236}">
                    <a16:creationId xmlns:a16="http://schemas.microsoft.com/office/drawing/2014/main" id="{FF18E4F4-4C7B-CB47-80F8-04631DC0B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3717" y="3920187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4111" name="Rectangle 12">
                <a:extLst>
                  <a:ext uri="{FF2B5EF4-FFF2-40B4-BE49-F238E27FC236}">
                    <a16:creationId xmlns:a16="http://schemas.microsoft.com/office/drawing/2014/main" id="{2B205635-F5EF-1E41-BEAC-4F93204F0A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6545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4112" name="Rectangle 12">
                <a:extLst>
                  <a:ext uri="{FF2B5EF4-FFF2-40B4-BE49-F238E27FC236}">
                    <a16:creationId xmlns:a16="http://schemas.microsoft.com/office/drawing/2014/main" id="{BEC6F2B5-A320-1C40-A08B-06FC0CEC17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373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4113" name="Rectangle 12">
                <a:extLst>
                  <a:ext uri="{FF2B5EF4-FFF2-40B4-BE49-F238E27FC236}">
                    <a16:creationId xmlns:a16="http://schemas.microsoft.com/office/drawing/2014/main" id="{5B9166D7-9DD9-EF41-A61C-99462B1AF9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201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</p:grpSp>
        <p:sp>
          <p:nvSpPr>
            <p:cNvPr id="44039" name="Rectangle 13">
              <a:extLst>
                <a:ext uri="{FF2B5EF4-FFF2-40B4-BE49-F238E27FC236}">
                  <a16:creationId xmlns:a16="http://schemas.microsoft.com/office/drawing/2014/main" id="{AD4C2A1C-B81A-634C-B8C3-3E669B0F65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6488" y="1459072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R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7FED8EE-B845-4FFF-9BEF-B8DF341DD190}"/>
              </a:ext>
            </a:extLst>
          </p:cNvPr>
          <p:cNvGrpSpPr/>
          <p:nvPr/>
        </p:nvGrpSpPr>
        <p:grpSpPr>
          <a:xfrm>
            <a:off x="2901950" y="1825785"/>
            <a:ext cx="3222625" cy="406400"/>
            <a:chOff x="2901950" y="1825785"/>
            <a:chExt cx="3222625" cy="406400"/>
          </a:xfrm>
        </p:grpSpPr>
        <p:grpSp>
          <p:nvGrpSpPr>
            <p:cNvPr id="44040" name="Group 14">
              <a:extLst>
                <a:ext uri="{FF2B5EF4-FFF2-40B4-BE49-F238E27FC236}">
                  <a16:creationId xmlns:a16="http://schemas.microsoft.com/office/drawing/2014/main" id="{AE076CC6-8597-6243-9B3C-F2E3C4E589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1950" y="1828960"/>
              <a:ext cx="806450" cy="369887"/>
              <a:chOff x="1001099" y="4100530"/>
              <a:chExt cx="805656" cy="369887"/>
            </a:xfrm>
          </p:grpSpPr>
          <p:sp>
            <p:nvSpPr>
              <p:cNvPr id="44108" name="Rectangle 10">
                <a:extLst>
                  <a:ext uri="{FF2B5EF4-FFF2-40B4-BE49-F238E27FC236}">
                    <a16:creationId xmlns:a16="http://schemas.microsoft.com/office/drawing/2014/main" id="{3EE0DCA3-6DF5-C24A-B86E-8480CC5C6F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1099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F</a:t>
                </a:r>
              </a:p>
            </p:txBody>
          </p:sp>
          <p:sp>
            <p:nvSpPr>
              <p:cNvPr id="44109" name="Rectangle 11">
                <a:extLst>
                  <a:ext uri="{FF2B5EF4-FFF2-40B4-BE49-F238E27FC236}">
                    <a16:creationId xmlns:a16="http://schemas.microsoft.com/office/drawing/2014/main" id="{666F5434-3EBA-9B4E-B880-DA5939D642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3927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D</a:t>
                </a:r>
              </a:p>
            </p:txBody>
          </p:sp>
        </p:grpSp>
        <p:sp>
          <p:nvSpPr>
            <p:cNvPr id="44041" name="Rectangle 12">
              <a:extLst>
                <a:ext uri="{FF2B5EF4-FFF2-40B4-BE49-F238E27FC236}">
                  <a16:creationId xmlns:a16="http://schemas.microsoft.com/office/drawing/2014/main" id="{13DDEB87-A069-964A-9F75-5C0B792CF1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6488" y="1828960"/>
              <a:ext cx="403225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4042" name="Rectangle 18">
              <a:extLst>
                <a:ext uri="{FF2B5EF4-FFF2-40B4-BE49-F238E27FC236}">
                  <a16:creationId xmlns:a16="http://schemas.microsoft.com/office/drawing/2014/main" id="{ACD45792-DA88-2E48-AAF4-66665A734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9713" y="1825785"/>
              <a:ext cx="403225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R</a:t>
              </a:r>
            </a:p>
          </p:txBody>
        </p:sp>
        <p:sp>
          <p:nvSpPr>
            <p:cNvPr id="44043" name="Rectangle 13">
              <a:extLst>
                <a:ext uri="{FF2B5EF4-FFF2-40B4-BE49-F238E27FC236}">
                  <a16:creationId xmlns:a16="http://schemas.microsoft.com/office/drawing/2014/main" id="{05BE6B47-747C-284E-9ED9-F15CF9725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2938" y="1828960"/>
              <a:ext cx="401637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W</a:t>
              </a:r>
            </a:p>
          </p:txBody>
        </p:sp>
        <p:sp>
          <p:nvSpPr>
            <p:cNvPr id="44065" name="TextBox 51">
              <a:extLst>
                <a:ext uri="{FF2B5EF4-FFF2-40B4-BE49-F238E27FC236}">
                  <a16:creationId xmlns:a16="http://schemas.microsoft.com/office/drawing/2014/main" id="{D9A79FE0-FC98-3E4C-850F-98E9FFB643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1600" y="1862297"/>
              <a:ext cx="8731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  <a:cs typeface="Arial" panose="020B0604020202020204" pitchFamily="34" charset="0"/>
                </a:rPr>
                <a:t>STALL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91A0BD34-9708-437F-9B42-C7CFE895875C}"/>
              </a:ext>
            </a:extLst>
          </p:cNvPr>
          <p:cNvGrpSpPr/>
          <p:nvPr/>
        </p:nvGrpSpPr>
        <p:grpSpPr>
          <a:xfrm>
            <a:off x="3305175" y="2190910"/>
            <a:ext cx="3222625" cy="382587"/>
            <a:chOff x="3305175" y="2190910"/>
            <a:chExt cx="3222625" cy="382587"/>
          </a:xfrm>
        </p:grpSpPr>
        <p:sp>
          <p:nvSpPr>
            <p:cNvPr id="44044" name="Rectangle 10">
              <a:extLst>
                <a:ext uri="{FF2B5EF4-FFF2-40B4-BE49-F238E27FC236}">
                  <a16:creationId xmlns:a16="http://schemas.microsoft.com/office/drawing/2014/main" id="{51705DA9-0C70-8943-A03E-FB8555390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5175" y="2198847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</a:rPr>
                <a:t>F</a:t>
              </a:r>
            </a:p>
          </p:txBody>
        </p:sp>
        <p:sp>
          <p:nvSpPr>
            <p:cNvPr id="44046" name="Rectangle 11">
              <a:extLst>
                <a:ext uri="{FF2B5EF4-FFF2-40B4-BE49-F238E27FC236}">
                  <a16:creationId xmlns:a16="http://schemas.microsoft.com/office/drawing/2014/main" id="{798C675E-F713-6644-8812-69FAEB577B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6488" y="2198847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</a:rPr>
                <a:t>D</a:t>
              </a:r>
            </a:p>
          </p:txBody>
        </p:sp>
        <p:sp>
          <p:nvSpPr>
            <p:cNvPr id="44047" name="Rectangle 12">
              <a:extLst>
                <a:ext uri="{FF2B5EF4-FFF2-40B4-BE49-F238E27FC236}">
                  <a16:creationId xmlns:a16="http://schemas.microsoft.com/office/drawing/2014/main" id="{B7F08800-F1B7-194E-80F2-BAC173BD2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9713" y="2195672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</a:rPr>
                <a:t>E</a:t>
              </a:r>
            </a:p>
          </p:txBody>
        </p:sp>
        <p:sp>
          <p:nvSpPr>
            <p:cNvPr id="44048" name="Rectangle 26">
              <a:extLst>
                <a:ext uri="{FF2B5EF4-FFF2-40B4-BE49-F238E27FC236}">
                  <a16:creationId xmlns:a16="http://schemas.microsoft.com/office/drawing/2014/main" id="{3EB7E030-D9F6-F34D-ABDC-6F2CD96914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2938" y="2190910"/>
              <a:ext cx="401637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</a:rPr>
                <a:t>R</a:t>
              </a:r>
            </a:p>
          </p:txBody>
        </p:sp>
        <p:sp>
          <p:nvSpPr>
            <p:cNvPr id="44049" name="Rectangle 13">
              <a:extLst>
                <a:ext uri="{FF2B5EF4-FFF2-40B4-BE49-F238E27FC236}">
                  <a16:creationId xmlns:a16="http://schemas.microsoft.com/office/drawing/2014/main" id="{EFEF67AE-9DA2-2E49-9CB2-5BF61E20C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195672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</a:rPr>
                <a:t>W</a:t>
              </a:r>
            </a:p>
          </p:txBody>
        </p:sp>
        <p:sp>
          <p:nvSpPr>
            <p:cNvPr id="44066" name="TextBox 53">
              <a:extLst>
                <a:ext uri="{FF2B5EF4-FFF2-40B4-BE49-F238E27FC236}">
                  <a16:creationId xmlns:a16="http://schemas.microsoft.com/office/drawing/2014/main" id="{8BF78AEA-704D-1E4B-AE3A-9D6D00D57C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1600" y="2205197"/>
              <a:ext cx="873125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  <a:cs typeface="Arial" panose="020B0604020202020204" pitchFamily="34" charset="0"/>
                </a:rPr>
                <a:t>STALL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758951EB-529B-4D78-83EC-F80A6AB2CF17}"/>
              </a:ext>
            </a:extLst>
          </p:cNvPr>
          <p:cNvGrpSpPr/>
          <p:nvPr/>
        </p:nvGrpSpPr>
        <p:grpSpPr>
          <a:xfrm>
            <a:off x="4916488" y="2568735"/>
            <a:ext cx="3624262" cy="379412"/>
            <a:chOff x="4916488" y="2568735"/>
            <a:chExt cx="3624262" cy="379412"/>
          </a:xfrm>
        </p:grpSpPr>
        <p:sp>
          <p:nvSpPr>
            <p:cNvPr id="44050" name="Rectangle 10">
              <a:extLst>
                <a:ext uri="{FF2B5EF4-FFF2-40B4-BE49-F238E27FC236}">
                  <a16:creationId xmlns:a16="http://schemas.microsoft.com/office/drawing/2014/main" id="{0CCDEBE3-4840-3A47-9F69-6FB3FFF84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6488" y="2568735"/>
              <a:ext cx="403225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F</a:t>
              </a:r>
            </a:p>
          </p:txBody>
        </p:sp>
        <p:sp>
          <p:nvSpPr>
            <p:cNvPr id="44051" name="Rectangle 11">
              <a:extLst>
                <a:ext uri="{FF2B5EF4-FFF2-40B4-BE49-F238E27FC236}">
                  <a16:creationId xmlns:a16="http://schemas.microsoft.com/office/drawing/2014/main" id="{7801D49A-0EDD-4C4C-A758-2D48FD933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9713" y="2573497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D</a:t>
              </a:r>
            </a:p>
          </p:txBody>
        </p:sp>
        <p:sp>
          <p:nvSpPr>
            <p:cNvPr id="44052" name="Rectangle 12">
              <a:extLst>
                <a:ext uri="{FF2B5EF4-FFF2-40B4-BE49-F238E27FC236}">
                  <a16:creationId xmlns:a16="http://schemas.microsoft.com/office/drawing/2014/main" id="{6282E655-F33B-F347-89F7-E17DCFE31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2938" y="2568735"/>
              <a:ext cx="401637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4053" name="Rectangle 31">
              <a:extLst>
                <a:ext uri="{FF2B5EF4-FFF2-40B4-BE49-F238E27FC236}">
                  <a16:creationId xmlns:a16="http://schemas.microsoft.com/office/drawing/2014/main" id="{83CF58DB-9507-3547-9FD0-4B3AD7EED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4300" y="2573497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R</a:t>
              </a:r>
            </a:p>
          </p:txBody>
        </p:sp>
        <p:sp>
          <p:nvSpPr>
            <p:cNvPr id="44054" name="Rectangle 13">
              <a:extLst>
                <a:ext uri="{FF2B5EF4-FFF2-40B4-BE49-F238E27FC236}">
                  <a16:creationId xmlns:a16="http://schemas.microsoft.com/office/drawing/2014/main" id="{7EDB84BA-A47C-7F44-BFFF-19DF9E200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7525" y="2578260"/>
              <a:ext cx="403225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W</a:t>
              </a:r>
            </a:p>
          </p:txBody>
        </p:sp>
        <p:grpSp>
          <p:nvGrpSpPr>
            <p:cNvPr id="44071" name="Group 60">
              <a:extLst>
                <a:ext uri="{FF2B5EF4-FFF2-40B4-BE49-F238E27FC236}">
                  <a16:creationId xmlns:a16="http://schemas.microsoft.com/office/drawing/2014/main" id="{D5EF11FF-019F-F74A-914C-2DD76D06A7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24575" y="2568735"/>
              <a:ext cx="1611313" cy="374650"/>
              <a:chOff x="2783717" y="3910951"/>
              <a:chExt cx="1611312" cy="374522"/>
            </a:xfrm>
          </p:grpSpPr>
          <p:sp>
            <p:nvSpPr>
              <p:cNvPr id="44094" name="Rectangle 12">
                <a:extLst>
                  <a:ext uri="{FF2B5EF4-FFF2-40B4-BE49-F238E27FC236}">
                    <a16:creationId xmlns:a16="http://schemas.microsoft.com/office/drawing/2014/main" id="{D535AA01-57F5-A24F-81D8-BD104CFE0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3717" y="3910951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4095" name="Rectangle 12">
                <a:extLst>
                  <a:ext uri="{FF2B5EF4-FFF2-40B4-BE49-F238E27FC236}">
                    <a16:creationId xmlns:a16="http://schemas.microsoft.com/office/drawing/2014/main" id="{DA4BA15B-D7C1-D549-8496-FED24046B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6545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4096" name="Rectangle 12">
                <a:extLst>
                  <a:ext uri="{FF2B5EF4-FFF2-40B4-BE49-F238E27FC236}">
                    <a16:creationId xmlns:a16="http://schemas.microsoft.com/office/drawing/2014/main" id="{31A7AD06-C635-8048-9C8C-8F9F42BE3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373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4097" name="Rectangle 64">
                <a:extLst>
                  <a:ext uri="{FF2B5EF4-FFF2-40B4-BE49-F238E27FC236}">
                    <a16:creationId xmlns:a16="http://schemas.microsoft.com/office/drawing/2014/main" id="{85F9D09E-67AE-5647-AB57-EC7F0354F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201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</p:grp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216BDFA9-F74F-4AE8-A968-7042B4D9CCC3}"/>
              </a:ext>
            </a:extLst>
          </p:cNvPr>
          <p:cNvGrpSpPr/>
          <p:nvPr/>
        </p:nvGrpSpPr>
        <p:grpSpPr>
          <a:xfrm>
            <a:off x="5326063" y="2938622"/>
            <a:ext cx="3621087" cy="377825"/>
            <a:chOff x="5326063" y="2938622"/>
            <a:chExt cx="3621087" cy="377825"/>
          </a:xfrm>
        </p:grpSpPr>
        <p:sp>
          <p:nvSpPr>
            <p:cNvPr id="44055" name="Rectangle 10">
              <a:extLst>
                <a:ext uri="{FF2B5EF4-FFF2-40B4-BE49-F238E27FC236}">
                  <a16:creationId xmlns:a16="http://schemas.microsoft.com/office/drawing/2014/main" id="{A921E57F-FCDB-634A-889A-E83078725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6063" y="2938622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 dirty="0"/>
                <a:t>F</a:t>
              </a:r>
            </a:p>
          </p:txBody>
        </p:sp>
        <p:sp>
          <p:nvSpPr>
            <p:cNvPr id="44056" name="Rectangle 11">
              <a:extLst>
                <a:ext uri="{FF2B5EF4-FFF2-40B4-BE49-F238E27FC236}">
                  <a16:creationId xmlns:a16="http://schemas.microsoft.com/office/drawing/2014/main" id="{9BDA7156-22B2-5D46-8EFD-EA7254BD75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9288" y="2943385"/>
              <a:ext cx="401637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D</a:t>
              </a:r>
            </a:p>
          </p:txBody>
        </p:sp>
        <p:sp>
          <p:nvSpPr>
            <p:cNvPr id="44057" name="Rectangle 12">
              <a:extLst>
                <a:ext uri="{FF2B5EF4-FFF2-40B4-BE49-F238E27FC236}">
                  <a16:creationId xmlns:a16="http://schemas.microsoft.com/office/drawing/2014/main" id="{43857CD4-E62E-8B4A-930C-5E819D521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9063" y="2938622"/>
              <a:ext cx="401637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4058" name="Rectangle 36">
              <a:extLst>
                <a:ext uri="{FF2B5EF4-FFF2-40B4-BE49-F238E27FC236}">
                  <a16:creationId xmlns:a16="http://schemas.microsoft.com/office/drawing/2014/main" id="{70894B9E-FD99-E14B-A7F2-70FAC5ADD4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40700" y="2943385"/>
              <a:ext cx="403225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R</a:t>
              </a:r>
            </a:p>
          </p:txBody>
        </p:sp>
        <p:sp>
          <p:nvSpPr>
            <p:cNvPr id="44059" name="Rectangle 13">
              <a:extLst>
                <a:ext uri="{FF2B5EF4-FFF2-40B4-BE49-F238E27FC236}">
                  <a16:creationId xmlns:a16="http://schemas.microsoft.com/office/drawing/2014/main" id="{E2D9A54B-3A96-584E-B093-49D579CF2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3925" y="2938622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W</a:t>
              </a:r>
            </a:p>
          </p:txBody>
        </p:sp>
        <p:sp>
          <p:nvSpPr>
            <p:cNvPr id="44072" name="TextBox 67">
              <a:extLst>
                <a:ext uri="{FF2B5EF4-FFF2-40B4-BE49-F238E27FC236}">
                  <a16:creationId xmlns:a16="http://schemas.microsoft.com/office/drawing/2014/main" id="{07E1490E-F50C-404B-9CAF-C9D3481ABC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27800" y="2948147"/>
              <a:ext cx="873125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  <a:cs typeface="Arial" panose="020B0604020202020204" pitchFamily="34" charset="0"/>
                </a:rPr>
                <a:t>STALL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CBB18E41-B62A-43D7-B404-C2052C725B47}"/>
              </a:ext>
            </a:extLst>
          </p:cNvPr>
          <p:cNvSpPr/>
          <p:nvPr/>
        </p:nvSpPr>
        <p:spPr>
          <a:xfrm>
            <a:off x="210753" y="6508393"/>
            <a:ext cx="3262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IMUL: 4 cycles,  ADD</a:t>
            </a:r>
            <a:r>
              <a:rPr lang="zh-CN" altLang="en-US" dirty="0"/>
              <a:t>：</a:t>
            </a:r>
            <a:r>
              <a:rPr lang="en-US" altLang="zh-CN" dirty="0"/>
              <a:t> 1 cycle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4496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4">
            <a:extLst>
              <a:ext uri="{FF2B5EF4-FFF2-40B4-BE49-F238E27FC236}">
                <a16:creationId xmlns:a16="http://schemas.microsoft.com/office/drawing/2014/main" id="{B6FAC58F-1A07-1A4A-8909-08307DFECC0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8077200" cy="17526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Can We Do Better?</a:t>
            </a:r>
            <a:endParaRPr lang="en-US" altLang="en-US" i="1">
              <a:ea typeface="ＭＳ Ｐゴシック" panose="020B0600070205080204" pitchFamily="34" charset="-128"/>
            </a:endParaRPr>
          </a:p>
        </p:txBody>
      </p:sp>
      <p:sp>
        <p:nvSpPr>
          <p:cNvPr id="24578" name="Subtitle 5">
            <a:extLst>
              <a:ext uri="{FF2B5EF4-FFF2-40B4-BE49-F238E27FC236}">
                <a16:creationId xmlns:a16="http://schemas.microsoft.com/office/drawing/2014/main" id="{910146D7-34CA-3B4E-90F3-ACB9F1B43A0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4579" name="Slide Number Placeholder 3">
            <a:extLst>
              <a:ext uri="{FF2B5EF4-FFF2-40B4-BE49-F238E27FC236}">
                <a16:creationId xmlns:a16="http://schemas.microsoft.com/office/drawing/2014/main" id="{9DBC67DE-0633-124A-8D4E-ECB4E7C8A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087A0E-5FBE-B34D-8269-F2CCAEF93D2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832166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>
            <a:extLst>
              <a:ext uri="{FF2B5EF4-FFF2-40B4-BE49-F238E27FC236}">
                <a16:creationId xmlns:a16="http://schemas.microsoft.com/office/drawing/2014/main" id="{0156767B-363D-4F49-9266-40ABC2826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ea typeface="ＭＳ Ｐゴシック" panose="020B0600070205080204" pitchFamily="34" charset="-128"/>
              </a:rPr>
              <a:t>How</a:t>
            </a:r>
            <a:r>
              <a:rPr lang="en-US" altLang="en-US" dirty="0">
                <a:ea typeface="ＭＳ Ｐゴシック" panose="020B0600070205080204" pitchFamily="34" charset="-128"/>
              </a:rPr>
              <a:t> Can We Do Better?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75B6E-B8EB-7445-9EAF-DAF3BECA8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" y="914400"/>
            <a:ext cx="9067800" cy="51943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What do the following two pieces of code have in common (with respect to execution in the previous design)?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b="1" dirty="0">
                <a:ea typeface="ＭＳ Ｐゴシック" panose="020B0600070205080204" pitchFamily="34" charset="-128"/>
              </a:rPr>
              <a:t>Answer</a:t>
            </a:r>
            <a:r>
              <a:rPr lang="en-US" altLang="en-US" dirty="0">
                <a:ea typeface="ＭＳ Ｐゴシック" panose="020B0600070205080204" pitchFamily="34" charset="-128"/>
              </a:rPr>
              <a:t>: First 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ADD</a:t>
            </a:r>
            <a:r>
              <a:rPr lang="en-US" altLang="en-US" dirty="0">
                <a:ea typeface="ＭＳ Ｐゴシック" panose="020B0600070205080204" pitchFamily="34" charset="-128"/>
              </a:rPr>
              <a:t> stalls the whole pipeline!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ADD</a:t>
            </a:r>
            <a:r>
              <a:rPr lang="en-US" altLang="en-US" dirty="0">
                <a:ea typeface="ＭＳ Ｐゴシック" panose="020B0600070205080204" pitchFamily="34" charset="-128"/>
              </a:rPr>
              <a:t> cannot dispatch because its source register </a:t>
            </a:r>
            <a:r>
              <a:rPr lang="en-US" altLang="zh-CN" dirty="0">
                <a:ea typeface="ＭＳ Ｐゴシック" panose="020B0600070205080204" pitchFamily="34" charset="-128"/>
              </a:rPr>
              <a:t>R3</a:t>
            </a:r>
            <a:r>
              <a:rPr lang="en-US" altLang="en-US" dirty="0">
                <a:ea typeface="ＭＳ Ｐゴシック" panose="020B0600070205080204" pitchFamily="34" charset="-128"/>
              </a:rPr>
              <a:t> is unavailable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Later </a:t>
            </a:r>
            <a:r>
              <a:rPr lang="en-US" altLang="en-US" b="1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independent</a:t>
            </a:r>
            <a:r>
              <a:rPr lang="en-US" altLang="en-US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 instructions </a:t>
            </a:r>
            <a:r>
              <a:rPr lang="en-US" altLang="en-US" dirty="0">
                <a:ea typeface="ＭＳ Ｐゴシック" panose="020B0600070205080204" pitchFamily="34" charset="-128"/>
              </a:rPr>
              <a:t>cannot get executed</a:t>
            </a:r>
          </a:p>
          <a:p>
            <a:pPr lvl="1"/>
            <a:endParaRPr lang="en-US" altLang="en-US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How are the above code portions different?</a:t>
            </a:r>
          </a:p>
          <a:p>
            <a:pPr lvl="1"/>
            <a:r>
              <a:rPr lang="en-US" altLang="en-US" b="1" dirty="0">
                <a:ea typeface="ＭＳ Ｐゴシック" panose="020B0600070205080204" pitchFamily="34" charset="-128"/>
              </a:rPr>
              <a:t>Answer</a:t>
            </a:r>
            <a:r>
              <a:rPr lang="en-US" altLang="en-US" dirty="0">
                <a:ea typeface="ＭＳ Ｐゴシック" panose="020B0600070205080204" pitchFamily="34" charset="-128"/>
              </a:rPr>
              <a:t>: Load latency is variable (unknown until runtime)</a:t>
            </a:r>
          </a:p>
        </p:txBody>
      </p:sp>
      <p:sp>
        <p:nvSpPr>
          <p:cNvPr id="40963" name="Slide Number Placeholder 3">
            <a:extLst>
              <a:ext uri="{FF2B5EF4-FFF2-40B4-BE49-F238E27FC236}">
                <a16:creationId xmlns:a16="http://schemas.microsoft.com/office/drawing/2014/main" id="{6F5757F6-A689-0D44-B71A-142B877382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B3F44D46-2AAF-964B-92D8-1C7D34CDB526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11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40964" name="TextBox 5">
            <a:extLst>
              <a:ext uri="{FF2B5EF4-FFF2-40B4-BE49-F238E27FC236}">
                <a16:creationId xmlns:a16="http://schemas.microsoft.com/office/drawing/2014/main" id="{87CF6559-71CF-E548-A015-E3BDD37FA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" y="1828800"/>
            <a:ext cx="2287588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dirty="0">
                <a:cs typeface="Arial" panose="020B0604020202020204" pitchFamily="34" charset="0"/>
              </a:rPr>
              <a:t>IMUL  R3 </a:t>
            </a:r>
            <a:r>
              <a:rPr lang="en-US" altLang="en-US" sz="1800" dirty="0">
                <a:cs typeface="Arial" panose="020B0604020202020204" pitchFamily="34" charset="0"/>
                <a:sym typeface="Wingdings" pitchFamily="2" charset="2"/>
              </a:rPr>
              <a:t> R1, R2</a:t>
            </a:r>
          </a:p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cs typeface="Arial" panose="020B0604020202020204" pitchFamily="34" charset="0"/>
                <a:sym typeface="Wingdings" pitchFamily="2" charset="2"/>
              </a:rPr>
              <a:t>ADD   R3  R3, R1</a:t>
            </a:r>
          </a:p>
          <a:p>
            <a:pPr eaLnBrk="1" hangingPunct="1"/>
            <a:r>
              <a:rPr lang="en-US" altLang="en-US" sz="1800" dirty="0">
                <a:solidFill>
                  <a:srgbClr val="0000FF"/>
                </a:solidFill>
                <a:cs typeface="Arial" panose="020B0604020202020204" pitchFamily="34" charset="0"/>
                <a:sym typeface="Wingdings" pitchFamily="2" charset="2"/>
              </a:rPr>
              <a:t>ADD   R4  R6, R7</a:t>
            </a:r>
          </a:p>
          <a:p>
            <a:pPr eaLnBrk="1" hangingPunct="1"/>
            <a:r>
              <a:rPr lang="en-US" altLang="en-US" sz="1800" dirty="0">
                <a:solidFill>
                  <a:srgbClr val="0000FF"/>
                </a:solidFill>
                <a:cs typeface="Arial" panose="020B0604020202020204" pitchFamily="34" charset="0"/>
                <a:sym typeface="Wingdings" pitchFamily="2" charset="2"/>
              </a:rPr>
              <a:t>IMUL  R5  R6, R8</a:t>
            </a:r>
          </a:p>
          <a:p>
            <a:pPr eaLnBrk="1" hangingPunct="1"/>
            <a:r>
              <a:rPr lang="en-US" altLang="en-US" sz="1800" dirty="0">
                <a:solidFill>
                  <a:srgbClr val="0000FF"/>
                </a:solidFill>
                <a:cs typeface="Arial" panose="020B0604020202020204" pitchFamily="34" charset="0"/>
                <a:sym typeface="Wingdings" pitchFamily="2" charset="2"/>
              </a:rPr>
              <a:t>ADD   R7  R9, R9</a:t>
            </a:r>
            <a:endParaRPr lang="en-US" altLang="en-US" sz="1800" dirty="0">
              <a:solidFill>
                <a:srgbClr val="0000FF"/>
              </a:solidFill>
              <a:cs typeface="Arial" panose="020B0604020202020204" pitchFamily="34" charset="0"/>
            </a:endParaRPr>
          </a:p>
        </p:txBody>
      </p:sp>
      <p:sp>
        <p:nvSpPr>
          <p:cNvPr id="40965" name="TextBox 6">
            <a:extLst>
              <a:ext uri="{FF2B5EF4-FFF2-40B4-BE49-F238E27FC236}">
                <a16:creationId xmlns:a16="http://schemas.microsoft.com/office/drawing/2014/main" id="{27DA7ED9-98DE-0F4A-966B-D7130CF93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0" y="1828800"/>
            <a:ext cx="2244725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dirty="0">
                <a:cs typeface="Arial" panose="020B0604020202020204" pitchFamily="34" charset="0"/>
              </a:rPr>
              <a:t>LD      R3 </a:t>
            </a:r>
            <a:r>
              <a:rPr lang="en-US" altLang="en-US" sz="1800" dirty="0">
                <a:cs typeface="Arial" panose="020B0604020202020204" pitchFamily="34" charset="0"/>
                <a:sym typeface="Wingdings" pitchFamily="2" charset="2"/>
              </a:rPr>
              <a:t> R1 (0)</a:t>
            </a:r>
          </a:p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cs typeface="Arial" panose="020B0604020202020204" pitchFamily="34" charset="0"/>
                <a:sym typeface="Wingdings" pitchFamily="2" charset="2"/>
              </a:rPr>
              <a:t>ADD   R3  R3, R1</a:t>
            </a:r>
          </a:p>
          <a:p>
            <a:pPr eaLnBrk="1" hangingPunct="1"/>
            <a:r>
              <a:rPr lang="en-US" altLang="en-US" sz="1800" dirty="0">
                <a:solidFill>
                  <a:srgbClr val="0000FF"/>
                </a:solidFill>
                <a:cs typeface="Arial" panose="020B0604020202020204" pitchFamily="34" charset="0"/>
                <a:sym typeface="Wingdings" pitchFamily="2" charset="2"/>
              </a:rPr>
              <a:t>ADD   R4  R6, R7</a:t>
            </a:r>
          </a:p>
          <a:p>
            <a:pPr eaLnBrk="1" hangingPunct="1"/>
            <a:r>
              <a:rPr lang="en-US" altLang="en-US" sz="1800" dirty="0">
                <a:solidFill>
                  <a:srgbClr val="0000FF"/>
                </a:solidFill>
                <a:cs typeface="Arial" panose="020B0604020202020204" pitchFamily="34" charset="0"/>
                <a:sym typeface="Wingdings" pitchFamily="2" charset="2"/>
              </a:rPr>
              <a:t>IMUL  R5  R6, R8</a:t>
            </a:r>
          </a:p>
          <a:p>
            <a:pPr eaLnBrk="1" hangingPunct="1"/>
            <a:r>
              <a:rPr lang="en-US" altLang="en-US" sz="1800" dirty="0">
                <a:solidFill>
                  <a:srgbClr val="0000FF"/>
                </a:solidFill>
                <a:cs typeface="Arial" panose="020B0604020202020204" pitchFamily="34" charset="0"/>
                <a:sym typeface="Wingdings" pitchFamily="2" charset="2"/>
              </a:rPr>
              <a:t>ADD   R7  R9, R9</a:t>
            </a:r>
            <a:endParaRPr lang="en-US" altLang="en-US" sz="1800" dirty="0">
              <a:solidFill>
                <a:srgbClr val="0000FF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7F7C00F5-47B1-7E46-AC90-6B6555B3D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Preventing Dispatch Stalls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E4D59-A449-7646-B65C-0CFD707B8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996950"/>
            <a:ext cx="8834438" cy="3346450"/>
          </a:xfrm>
        </p:spPr>
        <p:txBody>
          <a:bodyPr/>
          <a:lstStyle/>
          <a:p>
            <a:r>
              <a:rPr lang="en-US" altLang="en-US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Problem</a:t>
            </a:r>
            <a:r>
              <a:rPr lang="en-US" altLang="en-US" dirty="0">
                <a:ea typeface="ＭＳ Ｐゴシック" panose="020B0600070205080204" pitchFamily="34" charset="-128"/>
              </a:rPr>
              <a:t>: </a:t>
            </a:r>
            <a:r>
              <a:rPr lang="en-US" altLang="en-US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in-order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dispatch (scheduling, or execution)</a:t>
            </a:r>
          </a:p>
          <a:p>
            <a:endParaRPr lang="en-US" altLang="en-US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  <a:p>
            <a:r>
              <a:rPr lang="en-US" altLang="en-US" b="1" dirty="0">
                <a:ea typeface="ＭＳ Ｐゴシック" panose="020B0600070205080204" pitchFamily="34" charset="-128"/>
              </a:rPr>
              <a:t>Solution</a:t>
            </a:r>
            <a:r>
              <a:rPr lang="en-US" altLang="en-US" dirty="0">
                <a:ea typeface="ＭＳ Ｐゴシック" panose="020B0600070205080204" pitchFamily="34" charset="-128"/>
              </a:rPr>
              <a:t>: </a:t>
            </a:r>
            <a:r>
              <a:rPr lang="en-US" altLang="en-US" b="1" dirty="0">
                <a:solidFill>
                  <a:srgbClr val="0033CC"/>
                </a:solidFill>
                <a:ea typeface="ＭＳ Ｐゴシック" panose="020B0600070205080204" pitchFamily="34" charset="-128"/>
              </a:rPr>
              <a:t>out-of-order</a:t>
            </a:r>
            <a:r>
              <a:rPr lang="en-US" altLang="en-US" dirty="0">
                <a:solidFill>
                  <a:srgbClr val="0033CC"/>
                </a:solidFill>
                <a:ea typeface="ＭＳ Ｐゴシック" panose="020B0600070205080204" pitchFamily="34" charset="-128"/>
              </a:rPr>
              <a:t> dispatch (scheduling, or execution)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b="1" dirty="0">
                <a:ea typeface="ＭＳ Ｐゴシック" panose="020B0600070205080204" pitchFamily="34" charset="-128"/>
              </a:rPr>
              <a:t>Goal</a:t>
            </a:r>
            <a:r>
              <a:rPr lang="en-US" altLang="en-US" dirty="0">
                <a:ea typeface="ＭＳ Ｐゴシック" panose="020B0600070205080204" pitchFamily="34" charset="-128"/>
              </a:rPr>
              <a:t> of out-of-order dispatch: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Like</a:t>
            </a:r>
            <a:r>
              <a:rPr lang="en-US" altLang="en-US" b="1" dirty="0">
                <a:ea typeface="ＭＳ Ｐゴシック" panose="020B0600070205080204" pitchFamily="34" charset="-128"/>
              </a:rPr>
              <a:t> Dataflow</a:t>
            </a:r>
            <a:r>
              <a:rPr lang="en-US" altLang="en-US" dirty="0">
                <a:ea typeface="ＭＳ Ｐゴシック" panose="020B0600070205080204" pitchFamily="34" charset="-128"/>
              </a:rPr>
              <a:t>, </a:t>
            </a:r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fire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an instruction only when its inputs are ready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41987" name="Slide Number Placeholder 3">
            <a:extLst>
              <a:ext uri="{FF2B5EF4-FFF2-40B4-BE49-F238E27FC236}">
                <a16:creationId xmlns:a16="http://schemas.microsoft.com/office/drawing/2014/main" id="{281DE781-A088-AC43-B4A5-7ACA2F9B68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A340B06-EE65-224C-B800-41570A0B0214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12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F2A8DBF4-566F-F94C-BEE4-02439553A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343400"/>
            <a:ext cx="2244725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dirty="0">
                <a:cs typeface="Arial" panose="020B0604020202020204" pitchFamily="34" charset="0"/>
              </a:rPr>
              <a:t>LD      R3 </a:t>
            </a:r>
            <a:r>
              <a:rPr lang="en-US" altLang="en-US" sz="1800" dirty="0">
                <a:cs typeface="Arial" panose="020B0604020202020204" pitchFamily="34" charset="0"/>
                <a:sym typeface="Wingdings" pitchFamily="2" charset="2"/>
              </a:rPr>
              <a:t> R1 (0)</a:t>
            </a:r>
          </a:p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cs typeface="Arial" panose="020B0604020202020204" pitchFamily="34" charset="0"/>
                <a:sym typeface="Wingdings" pitchFamily="2" charset="2"/>
              </a:rPr>
              <a:t>ADD   R3  R3, R1</a:t>
            </a:r>
          </a:p>
          <a:p>
            <a:pPr eaLnBrk="1" hangingPunct="1"/>
            <a:r>
              <a:rPr lang="en-US" altLang="en-US" sz="1800" dirty="0">
                <a:solidFill>
                  <a:srgbClr val="0000FF"/>
                </a:solidFill>
                <a:cs typeface="Arial" panose="020B0604020202020204" pitchFamily="34" charset="0"/>
                <a:sym typeface="Wingdings" pitchFamily="2" charset="2"/>
              </a:rPr>
              <a:t>ADD   R4  R6, R7</a:t>
            </a:r>
          </a:p>
          <a:p>
            <a:pPr eaLnBrk="1" hangingPunct="1"/>
            <a:r>
              <a:rPr lang="en-US" altLang="en-US" sz="1800" dirty="0">
                <a:solidFill>
                  <a:srgbClr val="0000FF"/>
                </a:solidFill>
                <a:cs typeface="Arial" panose="020B0604020202020204" pitchFamily="34" charset="0"/>
                <a:sym typeface="Wingdings" pitchFamily="2" charset="2"/>
              </a:rPr>
              <a:t>IMUL  R5  R6, R8</a:t>
            </a:r>
          </a:p>
          <a:p>
            <a:pPr eaLnBrk="1" hangingPunct="1"/>
            <a:r>
              <a:rPr lang="en-US" altLang="en-US" sz="1800" dirty="0">
                <a:solidFill>
                  <a:srgbClr val="0000FF"/>
                </a:solidFill>
                <a:cs typeface="Arial" panose="020B0604020202020204" pitchFamily="34" charset="0"/>
                <a:sym typeface="Wingdings" pitchFamily="2" charset="2"/>
              </a:rPr>
              <a:t>ADD   R7  R9, R9</a:t>
            </a:r>
            <a:endParaRPr lang="en-US" altLang="en-US" sz="1800" dirty="0">
              <a:solidFill>
                <a:srgbClr val="0000FF"/>
              </a:solidFill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42EFCD-BA2F-4C46-A315-A4E59E9D2653}"/>
              </a:ext>
            </a:extLst>
          </p:cNvPr>
          <p:cNvSpPr/>
          <p:nvPr/>
        </p:nvSpPr>
        <p:spPr>
          <a:xfrm>
            <a:off x="3733800" y="4684493"/>
            <a:ext cx="50291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en-US" dirty="0"/>
              <a:t>The </a:t>
            </a:r>
            <a:r>
              <a:rPr lang="en-US" altLang="en-US" dirty="0" err="1"/>
              <a:t>insn</a:t>
            </a:r>
            <a:r>
              <a:rPr lang="en-US" altLang="en-US" dirty="0"/>
              <a:t> “</a:t>
            </a:r>
            <a:r>
              <a:rPr lang="en-US" altLang="en-US" dirty="0">
                <a:solidFill>
                  <a:srgbClr val="FF0000"/>
                </a:solidFill>
              </a:rPr>
              <a:t>ADD R3…</a:t>
            </a:r>
            <a:r>
              <a:rPr lang="en-US" altLang="en-US" dirty="0"/>
              <a:t>”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will not impede </a:t>
            </a:r>
            <a:r>
              <a:rPr lang="en-US" altLang="en-US" dirty="0" err="1"/>
              <a:t>insns</a:t>
            </a:r>
            <a:r>
              <a:rPr lang="en-US" altLang="en-US" dirty="0"/>
              <a:t> “</a:t>
            </a:r>
            <a:r>
              <a:rPr lang="en-US" altLang="en-US" dirty="0">
                <a:solidFill>
                  <a:srgbClr val="0432FF"/>
                </a:solidFill>
              </a:rPr>
              <a:t>ADD R4…, </a:t>
            </a:r>
            <a:r>
              <a:rPr lang="en-US" altLang="en-US" dirty="0">
                <a:solidFill>
                  <a:srgbClr val="0000FF"/>
                </a:solidFill>
                <a:cs typeface="Arial" panose="020B0604020202020204" pitchFamily="34" charset="0"/>
                <a:sym typeface="Wingdings" pitchFamily="2" charset="2"/>
              </a:rPr>
              <a:t>IMUL  R5…, ADD  R7…</a:t>
            </a:r>
            <a:r>
              <a:rPr lang="en-US" altLang="en-US" dirty="0">
                <a:solidFill>
                  <a:srgbClr val="0432FF"/>
                </a:solidFill>
              </a:rPr>
              <a:t>”.</a:t>
            </a:r>
            <a:endParaRPr lang="en-US" altLang="ja-JP" dirty="0">
              <a:solidFill>
                <a:srgbClr val="0432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3796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82BF2709-731C-C94B-A63B-BFBC6F42D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0668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Reservation Station: Out-of-order Execution </a:t>
            </a:r>
            <a:endParaRPr lang="en-US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BD405-D106-AF4B-957D-E73F6B590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400"/>
            <a:ext cx="9220200" cy="5562600"/>
          </a:xfrm>
        </p:spPr>
        <p:txBody>
          <a:bodyPr/>
          <a:lstStyle/>
          <a:p>
            <a:r>
              <a:rPr lang="en-US" altLang="en-US" b="1" dirty="0">
                <a:ea typeface="ＭＳ Ｐゴシック" panose="020B0600070205080204" pitchFamily="34" charset="-128"/>
              </a:rPr>
              <a:t>Key idea of reservation station</a:t>
            </a:r>
            <a:r>
              <a:rPr lang="en-US" altLang="en-US" dirty="0">
                <a:ea typeface="ＭＳ Ｐゴシック" panose="020B0600070205080204" pitchFamily="34" charset="-128"/>
              </a:rPr>
              <a:t>: </a:t>
            </a:r>
            <a:r>
              <a:rPr lang="en-US" altLang="en-US" dirty="0">
                <a:solidFill>
                  <a:srgbClr val="0033CC"/>
                </a:solidFill>
                <a:ea typeface="ＭＳ Ｐゴシック" panose="020B0600070205080204" pitchFamily="34" charset="-128"/>
              </a:rPr>
              <a:t>Move the dependent instructions out of the way of independent ones</a:t>
            </a:r>
            <a:r>
              <a:rPr lang="en-US" altLang="en-US" dirty="0">
                <a:ea typeface="ＭＳ Ｐゴシック" panose="020B0600070205080204" pitchFamily="34" charset="-128"/>
              </a:rPr>
              <a:t> (</a:t>
            </a:r>
            <a:r>
              <a:rPr lang="en-US" altLang="en-US" dirty="0" err="1">
                <a:ea typeface="ＭＳ Ｐゴシック" panose="020B0600070205080204" pitchFamily="34" charset="-128"/>
              </a:rPr>
              <a:t>s.t.</a:t>
            </a:r>
            <a:r>
              <a:rPr lang="en-US" altLang="en-US" dirty="0">
                <a:ea typeface="ＭＳ Ｐゴシック" panose="020B0600070205080204" pitchFamily="34" charset="-128"/>
              </a:rPr>
              <a:t> independent ones can execute)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Rest areas for dependent instructions: </a:t>
            </a:r>
            <a:r>
              <a:rPr lang="en-US" altLang="en-US" b="1" dirty="0">
                <a:ea typeface="ＭＳ Ｐゴシック" panose="020B0600070205080204" pitchFamily="34" charset="-128"/>
              </a:rPr>
              <a:t>Reservation Stations 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b="1" dirty="0">
                <a:ea typeface="ＭＳ Ｐゴシック" panose="020B0600070205080204" pitchFamily="34" charset="-128"/>
              </a:rPr>
              <a:t>Function of Reservation Station</a:t>
            </a:r>
            <a:r>
              <a:rPr lang="en-US" altLang="en-US" dirty="0">
                <a:ea typeface="ＭＳ Ｐゴシック" panose="020B0600070205080204" pitchFamily="34" charset="-128"/>
              </a:rPr>
              <a:t>: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Monitors the source </a:t>
            </a:r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values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of each instruction in the resting area</a:t>
            </a:r>
          </a:p>
          <a:p>
            <a:pPr lvl="1"/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Fires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(i.e. dispatch) the instruction, w</a:t>
            </a:r>
            <a:r>
              <a:rPr lang="en-US" altLang="en-US" dirty="0">
                <a:ea typeface="ＭＳ Ｐゴシック" panose="020B0600070205080204" pitchFamily="34" charset="-128"/>
              </a:rPr>
              <a:t>hen all source </a:t>
            </a:r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values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of an instruction are available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Instructions dispatched in </a:t>
            </a:r>
            <a:r>
              <a:rPr lang="en-US" altLang="en-US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dataflow (not control-flow) order </a:t>
            </a:r>
          </a:p>
          <a:p>
            <a:pPr>
              <a:buFont typeface="Wingdings" pitchFamily="2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b="1" dirty="0">
                <a:ea typeface="ＭＳ Ｐゴシック" panose="020B0600070205080204" pitchFamily="34" charset="-128"/>
              </a:rPr>
              <a:t>Benefit of </a:t>
            </a:r>
            <a:r>
              <a:rPr lang="en-US" altLang="zh-CN" b="1" dirty="0">
                <a:ea typeface="ＭＳ Ｐゴシック" panose="020B0600070205080204" pitchFamily="34" charset="-128"/>
              </a:rPr>
              <a:t>R</a:t>
            </a:r>
            <a:r>
              <a:rPr lang="en-US" altLang="en-US" b="1" dirty="0">
                <a:ea typeface="ＭＳ Ｐゴシック" panose="020B0600070205080204" pitchFamily="34" charset="-128"/>
              </a:rPr>
              <a:t>eservation Station</a:t>
            </a:r>
            <a:r>
              <a:rPr lang="en-US" altLang="en-US" dirty="0">
                <a:ea typeface="ＭＳ Ｐゴシック" panose="020B0600070205080204" pitchFamily="34" charset="-128"/>
              </a:rPr>
              <a:t>:</a:t>
            </a:r>
          </a:p>
          <a:p>
            <a:pPr lvl="1"/>
            <a:r>
              <a:rPr lang="en-US" altLang="en-US" b="1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Latency tolerance</a:t>
            </a:r>
            <a:r>
              <a:rPr lang="en-US" altLang="en-US" dirty="0">
                <a:ea typeface="ＭＳ Ｐゴシック" panose="020B0600070205080204" pitchFamily="34" charset="-128"/>
              </a:rPr>
              <a:t>: Allows independent instructions to execute and complete in the presence of a long-latency operation</a:t>
            </a:r>
          </a:p>
        </p:txBody>
      </p:sp>
      <p:sp>
        <p:nvSpPr>
          <p:cNvPr id="43011" name="Slide Number Placeholder 3">
            <a:extLst>
              <a:ext uri="{FF2B5EF4-FFF2-40B4-BE49-F238E27FC236}">
                <a16:creationId xmlns:a16="http://schemas.microsoft.com/office/drawing/2014/main" id="{9EFEA30F-2C9C-5148-AE6D-FB4CBEE143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B5356F28-EE21-DF45-8DD9-E1F60B9C8CF9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13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Content Placeholder 2">
            <a:extLst>
              <a:ext uri="{FF2B5EF4-FFF2-40B4-BE49-F238E27FC236}">
                <a16:creationId xmlns:a16="http://schemas.microsoft.com/office/drawing/2014/main" id="{2681E62B-ED72-EC48-BA7A-0F4B03409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821" y="914400"/>
            <a:ext cx="6733381" cy="5541962"/>
          </a:xfrm>
        </p:spPr>
        <p:txBody>
          <a:bodyPr/>
          <a:lstStyle/>
          <a:p>
            <a:r>
              <a:rPr lang="en-US" altLang="en-US" sz="2200" b="1" dirty="0">
                <a:ea typeface="ＭＳ Ｐゴシック" panose="020B0600070205080204" pitchFamily="34" charset="-128"/>
              </a:rPr>
              <a:t>In order dispatch + precise exceptions: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sz="2200" b="1" dirty="0">
                <a:ea typeface="ＭＳ Ｐゴシック" panose="020B0600070205080204" pitchFamily="34" charset="-128"/>
              </a:rPr>
              <a:t>Out-of-order dispatch + precise exceptions: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sz="2200" dirty="0">
              <a:ea typeface="ＭＳ Ｐゴシック" panose="020B0600070205080204" pitchFamily="34" charset="-128"/>
            </a:endParaRPr>
          </a:p>
          <a:p>
            <a:r>
              <a:rPr lang="en-US" altLang="en-US" sz="2200" dirty="0">
                <a:ea typeface="ＭＳ Ｐゴシック" panose="020B0600070205080204" pitchFamily="34" charset="-128"/>
              </a:rPr>
              <a:t>IO: 16  vs. OoO:12 cycles</a:t>
            </a:r>
          </a:p>
        </p:txBody>
      </p:sp>
      <p:sp>
        <p:nvSpPr>
          <p:cNvPr id="44033" name="Title 1">
            <a:extLst>
              <a:ext uri="{FF2B5EF4-FFF2-40B4-BE49-F238E27FC236}">
                <a16:creationId xmlns:a16="http://schemas.microsoft.com/office/drawing/2014/main" id="{61FF88A6-9BA1-0E46-8F0F-FB452BEE1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In-order vs. Out-of-order Dispatch</a:t>
            </a:r>
          </a:p>
        </p:txBody>
      </p:sp>
      <p:sp>
        <p:nvSpPr>
          <p:cNvPr id="44035" name="Slide Number Placeholder 3">
            <a:extLst>
              <a:ext uri="{FF2B5EF4-FFF2-40B4-BE49-F238E27FC236}">
                <a16:creationId xmlns:a16="http://schemas.microsoft.com/office/drawing/2014/main" id="{7858F12C-6627-7A46-8F5F-92E5FE56F7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A071958-49A2-694F-BD5F-F23B89AC4C7B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14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44045" name="TextBox 23">
            <a:extLst>
              <a:ext uri="{FF2B5EF4-FFF2-40B4-BE49-F238E27FC236}">
                <a16:creationId xmlns:a16="http://schemas.microsoft.com/office/drawing/2014/main" id="{628B9CD6-49C5-A242-A1EB-D2D0A0C85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955" y="1460007"/>
            <a:ext cx="2231701" cy="1887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800"/>
              </a:spcBef>
            </a:pPr>
            <a:r>
              <a:rPr lang="en-US" altLang="en-US" sz="1800" kern="1400" dirty="0">
                <a:cs typeface="Arial" panose="020B0604020202020204" pitchFamily="34" charset="0"/>
              </a:rPr>
              <a:t>IMUL  R3 </a:t>
            </a:r>
            <a:r>
              <a:rPr lang="en-US" altLang="en-US" sz="1800" kern="1400" dirty="0">
                <a:cs typeface="Arial" panose="020B0604020202020204" pitchFamily="34" charset="0"/>
                <a:sym typeface="Wingdings" pitchFamily="2" charset="2"/>
              </a:rPr>
              <a:t> R1, R2</a:t>
            </a:r>
          </a:p>
          <a:p>
            <a:pPr eaLnBrk="1" hangingPunct="1">
              <a:spcBef>
                <a:spcPts val="800"/>
              </a:spcBef>
            </a:pPr>
            <a:r>
              <a:rPr lang="en-US" altLang="en-US" sz="1800" kern="1400" dirty="0">
                <a:solidFill>
                  <a:srgbClr val="FF0000"/>
                </a:solidFill>
                <a:cs typeface="Arial" panose="020B0604020202020204" pitchFamily="34" charset="0"/>
                <a:sym typeface="Wingdings" pitchFamily="2" charset="2"/>
              </a:rPr>
              <a:t>ADD   R3  R3, R1</a:t>
            </a:r>
          </a:p>
          <a:p>
            <a:pPr eaLnBrk="1" hangingPunct="1">
              <a:spcBef>
                <a:spcPts val="800"/>
              </a:spcBef>
            </a:pPr>
            <a:r>
              <a:rPr lang="en-US" altLang="en-US" sz="1800" kern="1400" dirty="0">
                <a:solidFill>
                  <a:srgbClr val="0000FF"/>
                </a:solidFill>
                <a:cs typeface="Arial" panose="020B0604020202020204" pitchFamily="34" charset="0"/>
                <a:sym typeface="Wingdings" pitchFamily="2" charset="2"/>
              </a:rPr>
              <a:t>ADD   R1  R6, R7</a:t>
            </a:r>
          </a:p>
          <a:p>
            <a:pPr eaLnBrk="1" hangingPunct="1">
              <a:spcBef>
                <a:spcPts val="800"/>
              </a:spcBef>
            </a:pPr>
            <a:r>
              <a:rPr lang="en-US" altLang="en-US" sz="1800" kern="1400" dirty="0">
                <a:solidFill>
                  <a:srgbClr val="0000FF"/>
                </a:solidFill>
                <a:cs typeface="Arial" panose="020B0604020202020204" pitchFamily="34" charset="0"/>
                <a:sym typeface="Wingdings" pitchFamily="2" charset="2"/>
              </a:rPr>
              <a:t>IMUL  R5  R6, R8</a:t>
            </a:r>
          </a:p>
          <a:p>
            <a:pPr eaLnBrk="1" hangingPunct="1">
              <a:spcBef>
                <a:spcPts val="800"/>
              </a:spcBef>
            </a:pPr>
            <a:r>
              <a:rPr lang="en-US" altLang="en-US" sz="1800" kern="1400" dirty="0">
                <a:solidFill>
                  <a:srgbClr val="FF0000"/>
                </a:solidFill>
                <a:cs typeface="Arial" panose="020B0604020202020204" pitchFamily="34" charset="0"/>
                <a:sym typeface="Wingdings" pitchFamily="2" charset="2"/>
              </a:rPr>
              <a:t>ADD   R7  R3, R5</a:t>
            </a:r>
            <a:endParaRPr lang="en-US" altLang="en-US" sz="1800" kern="1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63748F3-E196-4830-B562-5B69B922119D}"/>
              </a:ext>
            </a:extLst>
          </p:cNvPr>
          <p:cNvGrpSpPr/>
          <p:nvPr/>
        </p:nvGrpSpPr>
        <p:grpSpPr>
          <a:xfrm>
            <a:off x="2500313" y="1455897"/>
            <a:ext cx="3222625" cy="373063"/>
            <a:chOff x="2500313" y="1455897"/>
            <a:chExt cx="3222625" cy="373063"/>
          </a:xfrm>
        </p:grpSpPr>
        <p:grpSp>
          <p:nvGrpSpPr>
            <p:cNvPr id="44036" name="Group 4">
              <a:extLst>
                <a:ext uri="{FF2B5EF4-FFF2-40B4-BE49-F238E27FC236}">
                  <a16:creationId xmlns:a16="http://schemas.microsoft.com/office/drawing/2014/main" id="{4EB6E497-14A1-8E4C-B328-6748FD9214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0313" y="1455897"/>
              <a:ext cx="804862" cy="369888"/>
              <a:chOff x="1001099" y="4100530"/>
              <a:chExt cx="805656" cy="369887"/>
            </a:xfrm>
          </p:grpSpPr>
          <p:sp>
            <p:nvSpPr>
              <p:cNvPr id="44114" name="Rectangle 10">
                <a:extLst>
                  <a:ext uri="{FF2B5EF4-FFF2-40B4-BE49-F238E27FC236}">
                    <a16:creationId xmlns:a16="http://schemas.microsoft.com/office/drawing/2014/main" id="{10B413DD-286A-9B47-82F7-35CF15BA0C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1099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 dirty="0"/>
                  <a:t>F</a:t>
                </a:r>
              </a:p>
            </p:txBody>
          </p:sp>
          <p:sp>
            <p:nvSpPr>
              <p:cNvPr id="44115" name="Rectangle 11">
                <a:extLst>
                  <a:ext uri="{FF2B5EF4-FFF2-40B4-BE49-F238E27FC236}">
                    <a16:creationId xmlns:a16="http://schemas.microsoft.com/office/drawing/2014/main" id="{3027E859-FC44-DC44-B5DD-50739A9B0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3927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 dirty="0"/>
                  <a:t>D</a:t>
                </a:r>
              </a:p>
            </p:txBody>
          </p:sp>
        </p:grpSp>
        <p:sp>
          <p:nvSpPr>
            <p:cNvPr id="44037" name="Rectangle 13">
              <a:extLst>
                <a:ext uri="{FF2B5EF4-FFF2-40B4-BE49-F238E27FC236}">
                  <a16:creationId xmlns:a16="http://schemas.microsoft.com/office/drawing/2014/main" id="{3EACAADD-EB56-F043-8B66-A753B00D2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9713" y="1455897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W</a:t>
              </a:r>
            </a:p>
          </p:txBody>
        </p:sp>
        <p:grpSp>
          <p:nvGrpSpPr>
            <p:cNvPr id="44038" name="Group 8">
              <a:extLst>
                <a:ext uri="{FF2B5EF4-FFF2-40B4-BE49-F238E27FC236}">
                  <a16:creationId xmlns:a16="http://schemas.microsoft.com/office/drawing/2014/main" id="{76249842-CFFF-9C48-8ACD-BFCFCEB0DD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5175" y="1455897"/>
              <a:ext cx="1611313" cy="373063"/>
              <a:chOff x="2783717" y="3915586"/>
              <a:chExt cx="1611312" cy="374488"/>
            </a:xfrm>
          </p:grpSpPr>
          <p:sp>
            <p:nvSpPr>
              <p:cNvPr id="44110" name="Rectangle 12">
                <a:extLst>
                  <a:ext uri="{FF2B5EF4-FFF2-40B4-BE49-F238E27FC236}">
                    <a16:creationId xmlns:a16="http://schemas.microsoft.com/office/drawing/2014/main" id="{FF18E4F4-4C7B-CB47-80F8-04631DC0B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3717" y="3920187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4111" name="Rectangle 12">
                <a:extLst>
                  <a:ext uri="{FF2B5EF4-FFF2-40B4-BE49-F238E27FC236}">
                    <a16:creationId xmlns:a16="http://schemas.microsoft.com/office/drawing/2014/main" id="{2B205635-F5EF-1E41-BEAC-4F93204F0A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6545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4112" name="Rectangle 12">
                <a:extLst>
                  <a:ext uri="{FF2B5EF4-FFF2-40B4-BE49-F238E27FC236}">
                    <a16:creationId xmlns:a16="http://schemas.microsoft.com/office/drawing/2014/main" id="{BEC6F2B5-A320-1C40-A08B-06FC0CEC17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373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4113" name="Rectangle 12">
                <a:extLst>
                  <a:ext uri="{FF2B5EF4-FFF2-40B4-BE49-F238E27FC236}">
                    <a16:creationId xmlns:a16="http://schemas.microsoft.com/office/drawing/2014/main" id="{5B9166D7-9DD9-EF41-A61C-99462B1AF9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201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</p:grpSp>
        <p:sp>
          <p:nvSpPr>
            <p:cNvPr id="44039" name="Rectangle 13">
              <a:extLst>
                <a:ext uri="{FF2B5EF4-FFF2-40B4-BE49-F238E27FC236}">
                  <a16:creationId xmlns:a16="http://schemas.microsoft.com/office/drawing/2014/main" id="{AD4C2A1C-B81A-634C-B8C3-3E669B0F65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6488" y="1459072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R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7FED8EE-B845-4FFF-9BEF-B8DF341DD190}"/>
              </a:ext>
            </a:extLst>
          </p:cNvPr>
          <p:cNvGrpSpPr/>
          <p:nvPr/>
        </p:nvGrpSpPr>
        <p:grpSpPr>
          <a:xfrm>
            <a:off x="2901950" y="1825785"/>
            <a:ext cx="3222625" cy="406400"/>
            <a:chOff x="2901950" y="1825785"/>
            <a:chExt cx="3222625" cy="406400"/>
          </a:xfrm>
        </p:grpSpPr>
        <p:grpSp>
          <p:nvGrpSpPr>
            <p:cNvPr id="44040" name="Group 14">
              <a:extLst>
                <a:ext uri="{FF2B5EF4-FFF2-40B4-BE49-F238E27FC236}">
                  <a16:creationId xmlns:a16="http://schemas.microsoft.com/office/drawing/2014/main" id="{AE076CC6-8597-6243-9B3C-F2E3C4E589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1950" y="1828960"/>
              <a:ext cx="806450" cy="369887"/>
              <a:chOff x="1001099" y="4100530"/>
              <a:chExt cx="805656" cy="369887"/>
            </a:xfrm>
          </p:grpSpPr>
          <p:sp>
            <p:nvSpPr>
              <p:cNvPr id="44108" name="Rectangle 10">
                <a:extLst>
                  <a:ext uri="{FF2B5EF4-FFF2-40B4-BE49-F238E27FC236}">
                    <a16:creationId xmlns:a16="http://schemas.microsoft.com/office/drawing/2014/main" id="{3EE0DCA3-6DF5-C24A-B86E-8480CC5C6F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1099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F</a:t>
                </a:r>
              </a:p>
            </p:txBody>
          </p:sp>
          <p:sp>
            <p:nvSpPr>
              <p:cNvPr id="44109" name="Rectangle 11">
                <a:extLst>
                  <a:ext uri="{FF2B5EF4-FFF2-40B4-BE49-F238E27FC236}">
                    <a16:creationId xmlns:a16="http://schemas.microsoft.com/office/drawing/2014/main" id="{666F5434-3EBA-9B4E-B880-DA5939D642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3927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D</a:t>
                </a:r>
              </a:p>
            </p:txBody>
          </p:sp>
        </p:grpSp>
        <p:sp>
          <p:nvSpPr>
            <p:cNvPr id="44041" name="Rectangle 12">
              <a:extLst>
                <a:ext uri="{FF2B5EF4-FFF2-40B4-BE49-F238E27FC236}">
                  <a16:creationId xmlns:a16="http://schemas.microsoft.com/office/drawing/2014/main" id="{13DDEB87-A069-964A-9F75-5C0B792CF1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6488" y="1828960"/>
              <a:ext cx="403225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4042" name="Rectangle 18">
              <a:extLst>
                <a:ext uri="{FF2B5EF4-FFF2-40B4-BE49-F238E27FC236}">
                  <a16:creationId xmlns:a16="http://schemas.microsoft.com/office/drawing/2014/main" id="{ACD45792-DA88-2E48-AAF4-66665A734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9713" y="1825785"/>
              <a:ext cx="403225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R</a:t>
              </a:r>
            </a:p>
          </p:txBody>
        </p:sp>
        <p:sp>
          <p:nvSpPr>
            <p:cNvPr id="44043" name="Rectangle 13">
              <a:extLst>
                <a:ext uri="{FF2B5EF4-FFF2-40B4-BE49-F238E27FC236}">
                  <a16:creationId xmlns:a16="http://schemas.microsoft.com/office/drawing/2014/main" id="{05BE6B47-747C-284E-9ED9-F15CF9725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2938" y="1828960"/>
              <a:ext cx="401637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W</a:t>
              </a:r>
            </a:p>
          </p:txBody>
        </p:sp>
        <p:sp>
          <p:nvSpPr>
            <p:cNvPr id="44065" name="TextBox 51">
              <a:extLst>
                <a:ext uri="{FF2B5EF4-FFF2-40B4-BE49-F238E27FC236}">
                  <a16:creationId xmlns:a16="http://schemas.microsoft.com/office/drawing/2014/main" id="{D9A79FE0-FC98-3E4C-850F-98E9FFB643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1600" y="1862297"/>
              <a:ext cx="8731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  <a:cs typeface="Arial" panose="020B0604020202020204" pitchFamily="34" charset="0"/>
                </a:rPr>
                <a:t>STALL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91A0BD34-9708-437F-9B42-C7CFE895875C}"/>
              </a:ext>
            </a:extLst>
          </p:cNvPr>
          <p:cNvGrpSpPr/>
          <p:nvPr/>
        </p:nvGrpSpPr>
        <p:grpSpPr>
          <a:xfrm>
            <a:off x="3305175" y="2190910"/>
            <a:ext cx="3222625" cy="382587"/>
            <a:chOff x="3305175" y="2190910"/>
            <a:chExt cx="3222625" cy="382587"/>
          </a:xfrm>
        </p:grpSpPr>
        <p:sp>
          <p:nvSpPr>
            <p:cNvPr id="44044" name="Rectangle 10">
              <a:extLst>
                <a:ext uri="{FF2B5EF4-FFF2-40B4-BE49-F238E27FC236}">
                  <a16:creationId xmlns:a16="http://schemas.microsoft.com/office/drawing/2014/main" id="{51705DA9-0C70-8943-A03E-FB8555390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5175" y="2198847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</a:rPr>
                <a:t>F</a:t>
              </a:r>
            </a:p>
          </p:txBody>
        </p:sp>
        <p:sp>
          <p:nvSpPr>
            <p:cNvPr id="44046" name="Rectangle 11">
              <a:extLst>
                <a:ext uri="{FF2B5EF4-FFF2-40B4-BE49-F238E27FC236}">
                  <a16:creationId xmlns:a16="http://schemas.microsoft.com/office/drawing/2014/main" id="{798C675E-F713-6644-8812-69FAEB577B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6488" y="2198847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</a:rPr>
                <a:t>D</a:t>
              </a:r>
            </a:p>
          </p:txBody>
        </p:sp>
        <p:sp>
          <p:nvSpPr>
            <p:cNvPr id="44047" name="Rectangle 12">
              <a:extLst>
                <a:ext uri="{FF2B5EF4-FFF2-40B4-BE49-F238E27FC236}">
                  <a16:creationId xmlns:a16="http://schemas.microsoft.com/office/drawing/2014/main" id="{B7F08800-F1B7-194E-80F2-BAC173BD2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9713" y="2195672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</a:rPr>
                <a:t>E</a:t>
              </a:r>
            </a:p>
          </p:txBody>
        </p:sp>
        <p:sp>
          <p:nvSpPr>
            <p:cNvPr id="44048" name="Rectangle 26">
              <a:extLst>
                <a:ext uri="{FF2B5EF4-FFF2-40B4-BE49-F238E27FC236}">
                  <a16:creationId xmlns:a16="http://schemas.microsoft.com/office/drawing/2014/main" id="{3EB7E030-D9F6-F34D-ABDC-6F2CD96914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2938" y="2190910"/>
              <a:ext cx="401637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</a:rPr>
                <a:t>R</a:t>
              </a:r>
            </a:p>
          </p:txBody>
        </p:sp>
        <p:sp>
          <p:nvSpPr>
            <p:cNvPr id="44049" name="Rectangle 13">
              <a:extLst>
                <a:ext uri="{FF2B5EF4-FFF2-40B4-BE49-F238E27FC236}">
                  <a16:creationId xmlns:a16="http://schemas.microsoft.com/office/drawing/2014/main" id="{EFEF67AE-9DA2-2E49-9CB2-5BF61E20C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4575" y="2195672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</a:rPr>
                <a:t>W</a:t>
              </a:r>
            </a:p>
          </p:txBody>
        </p:sp>
        <p:sp>
          <p:nvSpPr>
            <p:cNvPr id="44066" name="TextBox 53">
              <a:extLst>
                <a:ext uri="{FF2B5EF4-FFF2-40B4-BE49-F238E27FC236}">
                  <a16:creationId xmlns:a16="http://schemas.microsoft.com/office/drawing/2014/main" id="{8BF78AEA-704D-1E4B-AE3A-9D6D00D57C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1600" y="2205197"/>
              <a:ext cx="873125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  <a:cs typeface="Arial" panose="020B0604020202020204" pitchFamily="34" charset="0"/>
                </a:rPr>
                <a:t>STALL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758951EB-529B-4D78-83EC-F80A6AB2CF17}"/>
              </a:ext>
            </a:extLst>
          </p:cNvPr>
          <p:cNvGrpSpPr/>
          <p:nvPr/>
        </p:nvGrpSpPr>
        <p:grpSpPr>
          <a:xfrm>
            <a:off x="4916488" y="2568735"/>
            <a:ext cx="3624262" cy="379412"/>
            <a:chOff x="4916488" y="2568735"/>
            <a:chExt cx="3624262" cy="379412"/>
          </a:xfrm>
        </p:grpSpPr>
        <p:sp>
          <p:nvSpPr>
            <p:cNvPr id="44050" name="Rectangle 10">
              <a:extLst>
                <a:ext uri="{FF2B5EF4-FFF2-40B4-BE49-F238E27FC236}">
                  <a16:creationId xmlns:a16="http://schemas.microsoft.com/office/drawing/2014/main" id="{0CCDEBE3-4840-3A47-9F69-6FB3FFF84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6488" y="2568735"/>
              <a:ext cx="403225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F</a:t>
              </a:r>
            </a:p>
          </p:txBody>
        </p:sp>
        <p:sp>
          <p:nvSpPr>
            <p:cNvPr id="44051" name="Rectangle 11">
              <a:extLst>
                <a:ext uri="{FF2B5EF4-FFF2-40B4-BE49-F238E27FC236}">
                  <a16:creationId xmlns:a16="http://schemas.microsoft.com/office/drawing/2014/main" id="{7801D49A-0EDD-4C4C-A758-2D48FD933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9713" y="2573497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D</a:t>
              </a:r>
            </a:p>
          </p:txBody>
        </p:sp>
        <p:sp>
          <p:nvSpPr>
            <p:cNvPr id="44052" name="Rectangle 12">
              <a:extLst>
                <a:ext uri="{FF2B5EF4-FFF2-40B4-BE49-F238E27FC236}">
                  <a16:creationId xmlns:a16="http://schemas.microsoft.com/office/drawing/2014/main" id="{6282E655-F33B-F347-89F7-E17DCFE31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2938" y="2568735"/>
              <a:ext cx="401637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4053" name="Rectangle 31">
              <a:extLst>
                <a:ext uri="{FF2B5EF4-FFF2-40B4-BE49-F238E27FC236}">
                  <a16:creationId xmlns:a16="http://schemas.microsoft.com/office/drawing/2014/main" id="{83CF58DB-9507-3547-9FD0-4B3AD7EED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4300" y="2573497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R</a:t>
              </a:r>
            </a:p>
          </p:txBody>
        </p:sp>
        <p:sp>
          <p:nvSpPr>
            <p:cNvPr id="44054" name="Rectangle 13">
              <a:extLst>
                <a:ext uri="{FF2B5EF4-FFF2-40B4-BE49-F238E27FC236}">
                  <a16:creationId xmlns:a16="http://schemas.microsoft.com/office/drawing/2014/main" id="{7EDB84BA-A47C-7F44-BFFF-19DF9E200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7525" y="2578260"/>
              <a:ext cx="403225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W</a:t>
              </a:r>
            </a:p>
          </p:txBody>
        </p:sp>
        <p:grpSp>
          <p:nvGrpSpPr>
            <p:cNvPr id="44071" name="Group 60">
              <a:extLst>
                <a:ext uri="{FF2B5EF4-FFF2-40B4-BE49-F238E27FC236}">
                  <a16:creationId xmlns:a16="http://schemas.microsoft.com/office/drawing/2014/main" id="{D5EF11FF-019F-F74A-914C-2DD76D06A7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24575" y="2568735"/>
              <a:ext cx="1611313" cy="374650"/>
              <a:chOff x="2783717" y="3910951"/>
              <a:chExt cx="1611312" cy="374522"/>
            </a:xfrm>
          </p:grpSpPr>
          <p:sp>
            <p:nvSpPr>
              <p:cNvPr id="44094" name="Rectangle 12">
                <a:extLst>
                  <a:ext uri="{FF2B5EF4-FFF2-40B4-BE49-F238E27FC236}">
                    <a16:creationId xmlns:a16="http://schemas.microsoft.com/office/drawing/2014/main" id="{D535AA01-57F5-A24F-81D8-BD104CFE0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3717" y="3910951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4095" name="Rectangle 12">
                <a:extLst>
                  <a:ext uri="{FF2B5EF4-FFF2-40B4-BE49-F238E27FC236}">
                    <a16:creationId xmlns:a16="http://schemas.microsoft.com/office/drawing/2014/main" id="{DA4BA15B-D7C1-D549-8496-FED24046B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6545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4096" name="Rectangle 12">
                <a:extLst>
                  <a:ext uri="{FF2B5EF4-FFF2-40B4-BE49-F238E27FC236}">
                    <a16:creationId xmlns:a16="http://schemas.microsoft.com/office/drawing/2014/main" id="{31A7AD06-C635-8048-9C8C-8F9F42BE3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373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4097" name="Rectangle 64">
                <a:extLst>
                  <a:ext uri="{FF2B5EF4-FFF2-40B4-BE49-F238E27FC236}">
                    <a16:creationId xmlns:a16="http://schemas.microsoft.com/office/drawing/2014/main" id="{85F9D09E-67AE-5647-AB57-EC7F0354F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201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</p:grp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216BDFA9-F74F-4AE8-A968-7042B4D9CCC3}"/>
              </a:ext>
            </a:extLst>
          </p:cNvPr>
          <p:cNvGrpSpPr/>
          <p:nvPr/>
        </p:nvGrpSpPr>
        <p:grpSpPr>
          <a:xfrm>
            <a:off x="5326063" y="2938622"/>
            <a:ext cx="3621087" cy="377825"/>
            <a:chOff x="5326063" y="2938622"/>
            <a:chExt cx="3621087" cy="377825"/>
          </a:xfrm>
        </p:grpSpPr>
        <p:sp>
          <p:nvSpPr>
            <p:cNvPr id="44055" name="Rectangle 10">
              <a:extLst>
                <a:ext uri="{FF2B5EF4-FFF2-40B4-BE49-F238E27FC236}">
                  <a16:creationId xmlns:a16="http://schemas.microsoft.com/office/drawing/2014/main" id="{A921E57F-FCDB-634A-889A-E83078725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6063" y="2938622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F</a:t>
              </a:r>
            </a:p>
          </p:txBody>
        </p:sp>
        <p:sp>
          <p:nvSpPr>
            <p:cNvPr id="44056" name="Rectangle 11">
              <a:extLst>
                <a:ext uri="{FF2B5EF4-FFF2-40B4-BE49-F238E27FC236}">
                  <a16:creationId xmlns:a16="http://schemas.microsoft.com/office/drawing/2014/main" id="{9BDA7156-22B2-5D46-8EFD-EA7254BD75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9288" y="2943385"/>
              <a:ext cx="401637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D</a:t>
              </a:r>
            </a:p>
          </p:txBody>
        </p:sp>
        <p:sp>
          <p:nvSpPr>
            <p:cNvPr id="44057" name="Rectangle 12">
              <a:extLst>
                <a:ext uri="{FF2B5EF4-FFF2-40B4-BE49-F238E27FC236}">
                  <a16:creationId xmlns:a16="http://schemas.microsoft.com/office/drawing/2014/main" id="{43857CD4-E62E-8B4A-930C-5E819D521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9063" y="2938622"/>
              <a:ext cx="401637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4058" name="Rectangle 36">
              <a:extLst>
                <a:ext uri="{FF2B5EF4-FFF2-40B4-BE49-F238E27FC236}">
                  <a16:creationId xmlns:a16="http://schemas.microsoft.com/office/drawing/2014/main" id="{70894B9E-FD99-E14B-A7F2-70FAC5ADD4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40700" y="2943385"/>
              <a:ext cx="403225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R</a:t>
              </a:r>
            </a:p>
          </p:txBody>
        </p:sp>
        <p:sp>
          <p:nvSpPr>
            <p:cNvPr id="44059" name="Rectangle 13">
              <a:extLst>
                <a:ext uri="{FF2B5EF4-FFF2-40B4-BE49-F238E27FC236}">
                  <a16:creationId xmlns:a16="http://schemas.microsoft.com/office/drawing/2014/main" id="{E2D9A54B-3A96-584E-B093-49D579CF2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3925" y="2938622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W</a:t>
              </a:r>
            </a:p>
          </p:txBody>
        </p:sp>
        <p:sp>
          <p:nvSpPr>
            <p:cNvPr id="44072" name="TextBox 67">
              <a:extLst>
                <a:ext uri="{FF2B5EF4-FFF2-40B4-BE49-F238E27FC236}">
                  <a16:creationId xmlns:a16="http://schemas.microsoft.com/office/drawing/2014/main" id="{07E1490E-F50C-404B-9CAF-C9D3481ABC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27800" y="2948147"/>
              <a:ext cx="873125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  <a:cs typeface="Arial" panose="020B0604020202020204" pitchFamily="34" charset="0"/>
                </a:rPr>
                <a:t>STALL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06D5DF2-AA78-4B12-A894-29FA29ED205F}"/>
              </a:ext>
            </a:extLst>
          </p:cNvPr>
          <p:cNvGrpSpPr/>
          <p:nvPr/>
        </p:nvGrpSpPr>
        <p:grpSpPr>
          <a:xfrm>
            <a:off x="2500313" y="4164578"/>
            <a:ext cx="3222625" cy="374650"/>
            <a:chOff x="2500313" y="4164578"/>
            <a:chExt cx="3222625" cy="374650"/>
          </a:xfrm>
        </p:grpSpPr>
        <p:grpSp>
          <p:nvGrpSpPr>
            <p:cNvPr id="44060" name="Group 38">
              <a:extLst>
                <a:ext uri="{FF2B5EF4-FFF2-40B4-BE49-F238E27FC236}">
                  <a16:creationId xmlns:a16="http://schemas.microsoft.com/office/drawing/2014/main" id="{D4ABB801-9EA7-5D4F-8BB3-02BB67EC55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0313" y="4164578"/>
              <a:ext cx="806450" cy="369888"/>
              <a:chOff x="1001099" y="4100530"/>
              <a:chExt cx="805656" cy="369887"/>
            </a:xfrm>
          </p:grpSpPr>
          <p:sp>
            <p:nvSpPr>
              <p:cNvPr id="44106" name="Rectangle 10">
                <a:extLst>
                  <a:ext uri="{FF2B5EF4-FFF2-40B4-BE49-F238E27FC236}">
                    <a16:creationId xmlns:a16="http://schemas.microsoft.com/office/drawing/2014/main" id="{C315FBB8-56FB-3D40-9EB7-037CC9EFD2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1099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 dirty="0"/>
                  <a:t>F</a:t>
                </a:r>
              </a:p>
            </p:txBody>
          </p:sp>
          <p:sp>
            <p:nvSpPr>
              <p:cNvPr id="44107" name="Rectangle 11">
                <a:extLst>
                  <a:ext uri="{FF2B5EF4-FFF2-40B4-BE49-F238E27FC236}">
                    <a16:creationId xmlns:a16="http://schemas.microsoft.com/office/drawing/2014/main" id="{18D443B1-858E-8347-9AF1-68E0EFC4F4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3927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D</a:t>
                </a:r>
              </a:p>
            </p:txBody>
          </p:sp>
        </p:grpSp>
        <p:sp>
          <p:nvSpPr>
            <p:cNvPr id="44061" name="Rectangle 13">
              <a:extLst>
                <a:ext uri="{FF2B5EF4-FFF2-40B4-BE49-F238E27FC236}">
                  <a16:creationId xmlns:a16="http://schemas.microsoft.com/office/drawing/2014/main" id="{4BF1757F-80D2-B84D-A1D6-4DAA080BA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9713" y="4164578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W</a:t>
              </a:r>
            </a:p>
          </p:txBody>
        </p:sp>
        <p:grpSp>
          <p:nvGrpSpPr>
            <p:cNvPr id="44062" name="Group 42">
              <a:extLst>
                <a:ext uri="{FF2B5EF4-FFF2-40B4-BE49-F238E27FC236}">
                  <a16:creationId xmlns:a16="http://schemas.microsoft.com/office/drawing/2014/main" id="{17DA707F-260D-164F-80F0-C1CC2C66B9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6763" y="4164578"/>
              <a:ext cx="1611313" cy="374650"/>
              <a:chOff x="2783717" y="3915586"/>
              <a:chExt cx="1611312" cy="374488"/>
            </a:xfrm>
          </p:grpSpPr>
          <p:sp>
            <p:nvSpPr>
              <p:cNvPr id="44102" name="Rectangle 12">
                <a:extLst>
                  <a:ext uri="{FF2B5EF4-FFF2-40B4-BE49-F238E27FC236}">
                    <a16:creationId xmlns:a16="http://schemas.microsoft.com/office/drawing/2014/main" id="{BA1A972A-A1A5-EB4C-8C5C-CEE5BAD1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3717" y="3920187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4103" name="Rectangle 12">
                <a:extLst>
                  <a:ext uri="{FF2B5EF4-FFF2-40B4-BE49-F238E27FC236}">
                    <a16:creationId xmlns:a16="http://schemas.microsoft.com/office/drawing/2014/main" id="{4D3EB74F-94F2-5D46-AA9B-BBEB74485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6545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4104" name="Rectangle 12">
                <a:extLst>
                  <a:ext uri="{FF2B5EF4-FFF2-40B4-BE49-F238E27FC236}">
                    <a16:creationId xmlns:a16="http://schemas.microsoft.com/office/drawing/2014/main" id="{78207CAF-DBEA-CE4B-9245-8DA0D10409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373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4105" name="Rectangle 46">
                <a:extLst>
                  <a:ext uri="{FF2B5EF4-FFF2-40B4-BE49-F238E27FC236}">
                    <a16:creationId xmlns:a16="http://schemas.microsoft.com/office/drawing/2014/main" id="{42C998FF-E9E9-C445-9282-652F4DA589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201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</p:grpSp>
        <p:sp>
          <p:nvSpPr>
            <p:cNvPr id="44063" name="Rectangle 47">
              <a:extLst>
                <a:ext uri="{FF2B5EF4-FFF2-40B4-BE49-F238E27FC236}">
                  <a16:creationId xmlns:a16="http://schemas.microsoft.com/office/drawing/2014/main" id="{BD7EEBDC-86C7-F34D-BC0B-ACF3CEFEF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8076" y="4169341"/>
              <a:ext cx="401637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R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3A0E908-460B-4085-915F-56EAD92DFE4E}"/>
              </a:ext>
            </a:extLst>
          </p:cNvPr>
          <p:cNvGrpSpPr/>
          <p:nvPr/>
        </p:nvGrpSpPr>
        <p:grpSpPr>
          <a:xfrm>
            <a:off x="3714751" y="5269478"/>
            <a:ext cx="3222625" cy="384175"/>
            <a:chOff x="3714751" y="5269478"/>
            <a:chExt cx="3222625" cy="384175"/>
          </a:xfrm>
        </p:grpSpPr>
        <p:grpSp>
          <p:nvGrpSpPr>
            <p:cNvPr id="44075" name="Group 70">
              <a:extLst>
                <a:ext uri="{FF2B5EF4-FFF2-40B4-BE49-F238E27FC236}">
                  <a16:creationId xmlns:a16="http://schemas.microsoft.com/office/drawing/2014/main" id="{02E381EA-7115-6A4E-B596-EECFB30BE6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14751" y="5279003"/>
              <a:ext cx="806450" cy="369888"/>
              <a:chOff x="1001099" y="4100530"/>
              <a:chExt cx="805656" cy="369887"/>
            </a:xfrm>
          </p:grpSpPr>
          <p:sp>
            <p:nvSpPr>
              <p:cNvPr id="44092" name="Rectangle 10">
                <a:extLst>
                  <a:ext uri="{FF2B5EF4-FFF2-40B4-BE49-F238E27FC236}">
                    <a16:creationId xmlns:a16="http://schemas.microsoft.com/office/drawing/2014/main" id="{85C25DC0-4EEE-3B44-8F54-50BA1D689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1099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432FF"/>
                    </a:solidFill>
                  </a:rPr>
                  <a:t>F</a:t>
                </a:r>
              </a:p>
            </p:txBody>
          </p:sp>
          <p:sp>
            <p:nvSpPr>
              <p:cNvPr id="44093" name="Rectangle 11">
                <a:extLst>
                  <a:ext uri="{FF2B5EF4-FFF2-40B4-BE49-F238E27FC236}">
                    <a16:creationId xmlns:a16="http://schemas.microsoft.com/office/drawing/2014/main" id="{25FB7BA0-2BA1-7A46-BAD8-EF96F94FA0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3927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432FF"/>
                    </a:solidFill>
                  </a:rPr>
                  <a:t>D</a:t>
                </a:r>
              </a:p>
            </p:txBody>
          </p:sp>
        </p:grpSp>
        <p:grpSp>
          <p:nvGrpSpPr>
            <p:cNvPr id="44076" name="Group 74">
              <a:extLst>
                <a:ext uri="{FF2B5EF4-FFF2-40B4-BE49-F238E27FC236}">
                  <a16:creationId xmlns:a16="http://schemas.microsoft.com/office/drawing/2014/main" id="{5BB2F1A1-270F-814F-8409-3D23A15474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21201" y="5279003"/>
              <a:ext cx="1611312" cy="374650"/>
              <a:chOff x="2783717" y="3915586"/>
              <a:chExt cx="1611312" cy="374488"/>
            </a:xfrm>
          </p:grpSpPr>
          <p:sp>
            <p:nvSpPr>
              <p:cNvPr id="44088" name="Rectangle 12">
                <a:extLst>
                  <a:ext uri="{FF2B5EF4-FFF2-40B4-BE49-F238E27FC236}">
                    <a16:creationId xmlns:a16="http://schemas.microsoft.com/office/drawing/2014/main" id="{B5C8126E-AD85-B946-B729-41CC4B33A6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3717" y="3920187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432FF"/>
                    </a:solidFill>
                  </a:rPr>
                  <a:t>E</a:t>
                </a:r>
              </a:p>
            </p:txBody>
          </p:sp>
          <p:sp>
            <p:nvSpPr>
              <p:cNvPr id="44089" name="Rectangle 12">
                <a:extLst>
                  <a:ext uri="{FF2B5EF4-FFF2-40B4-BE49-F238E27FC236}">
                    <a16:creationId xmlns:a16="http://schemas.microsoft.com/office/drawing/2014/main" id="{92E4F3F7-9F83-CE48-8B09-BC4F492CE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6545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432FF"/>
                    </a:solidFill>
                  </a:rPr>
                  <a:t>E</a:t>
                </a:r>
              </a:p>
            </p:txBody>
          </p:sp>
          <p:sp>
            <p:nvSpPr>
              <p:cNvPr id="44090" name="Rectangle 12">
                <a:extLst>
                  <a:ext uri="{FF2B5EF4-FFF2-40B4-BE49-F238E27FC236}">
                    <a16:creationId xmlns:a16="http://schemas.microsoft.com/office/drawing/2014/main" id="{A6F82D42-7BC9-1641-ADBB-A07B531D0D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373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432FF"/>
                    </a:solidFill>
                  </a:rPr>
                  <a:t>E</a:t>
                </a:r>
              </a:p>
            </p:txBody>
          </p:sp>
          <p:sp>
            <p:nvSpPr>
              <p:cNvPr id="44091" name="Rectangle 78">
                <a:extLst>
                  <a:ext uri="{FF2B5EF4-FFF2-40B4-BE49-F238E27FC236}">
                    <a16:creationId xmlns:a16="http://schemas.microsoft.com/office/drawing/2014/main" id="{01EF7DB6-BD87-3541-9644-B71B74E73C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201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432FF"/>
                    </a:solidFill>
                  </a:rPr>
                  <a:t>E</a:t>
                </a:r>
              </a:p>
            </p:txBody>
          </p:sp>
        </p:grpSp>
        <p:sp>
          <p:nvSpPr>
            <p:cNvPr id="44077" name="Rectangle 79">
              <a:extLst>
                <a:ext uri="{FF2B5EF4-FFF2-40B4-BE49-F238E27FC236}">
                  <a16:creationId xmlns:a16="http://schemas.microsoft.com/office/drawing/2014/main" id="{E3AB9833-8D9C-6D40-B3E1-A3074858E9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513" y="5269478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432FF"/>
                  </a:solidFill>
                </a:rPr>
                <a:t>R</a:t>
              </a:r>
            </a:p>
          </p:txBody>
        </p:sp>
        <p:sp>
          <p:nvSpPr>
            <p:cNvPr id="44078" name="Rectangle 13">
              <a:extLst>
                <a:ext uri="{FF2B5EF4-FFF2-40B4-BE49-F238E27FC236}">
                  <a16:creationId xmlns:a16="http://schemas.microsoft.com/office/drawing/2014/main" id="{EFAE7323-24F7-7B42-84A4-744F216B52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35738" y="5274241"/>
              <a:ext cx="40163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432FF"/>
                  </a:solidFill>
                </a:rPr>
                <a:t>W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1A879EB-A0B3-4DCC-947B-D6092C97F965}"/>
              </a:ext>
            </a:extLst>
          </p:cNvPr>
          <p:cNvGrpSpPr/>
          <p:nvPr/>
        </p:nvGrpSpPr>
        <p:grpSpPr>
          <a:xfrm>
            <a:off x="2903538" y="4534466"/>
            <a:ext cx="3228975" cy="379412"/>
            <a:chOff x="2903538" y="4534466"/>
            <a:chExt cx="3228975" cy="379412"/>
          </a:xfrm>
        </p:grpSpPr>
        <p:grpSp>
          <p:nvGrpSpPr>
            <p:cNvPr id="44064" name="Group 48">
              <a:extLst>
                <a:ext uri="{FF2B5EF4-FFF2-40B4-BE49-F238E27FC236}">
                  <a16:creationId xmlns:a16="http://schemas.microsoft.com/office/drawing/2014/main" id="{BAF22BF2-8BCD-E64D-BC52-D8255F9EE6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3538" y="4534466"/>
              <a:ext cx="804863" cy="369887"/>
              <a:chOff x="1001099" y="4100530"/>
              <a:chExt cx="805656" cy="369887"/>
            </a:xfrm>
          </p:grpSpPr>
          <p:sp>
            <p:nvSpPr>
              <p:cNvPr id="44100" name="Rectangle 10">
                <a:extLst>
                  <a:ext uri="{FF2B5EF4-FFF2-40B4-BE49-F238E27FC236}">
                    <a16:creationId xmlns:a16="http://schemas.microsoft.com/office/drawing/2014/main" id="{68FA83E7-57FB-9440-BD5D-4C4E5677B6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1099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F</a:t>
                </a:r>
              </a:p>
            </p:txBody>
          </p:sp>
          <p:sp>
            <p:nvSpPr>
              <p:cNvPr id="44101" name="Rectangle 11">
                <a:extLst>
                  <a:ext uri="{FF2B5EF4-FFF2-40B4-BE49-F238E27FC236}">
                    <a16:creationId xmlns:a16="http://schemas.microsoft.com/office/drawing/2014/main" id="{5F53FC4F-8EF0-2C42-A215-27F6A399EA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3927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D</a:t>
                </a:r>
              </a:p>
            </p:txBody>
          </p:sp>
        </p:grpSp>
        <p:sp>
          <p:nvSpPr>
            <p:cNvPr id="44067" name="Rectangle 12">
              <a:extLst>
                <a:ext uri="{FF2B5EF4-FFF2-40B4-BE49-F238E27FC236}">
                  <a16:creationId xmlns:a16="http://schemas.microsoft.com/office/drawing/2014/main" id="{FF562237-86BB-A34E-AF15-ACF2F0964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4426" y="4543991"/>
              <a:ext cx="401637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4068" name="Rectangle 55">
              <a:extLst>
                <a:ext uri="{FF2B5EF4-FFF2-40B4-BE49-F238E27FC236}">
                  <a16:creationId xmlns:a16="http://schemas.microsoft.com/office/drawing/2014/main" id="{6A6FBDFC-676D-CD4B-AADB-050B02C96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6063" y="4539228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R</a:t>
              </a:r>
            </a:p>
          </p:txBody>
        </p:sp>
        <p:sp>
          <p:nvSpPr>
            <p:cNvPr id="44069" name="Rectangle 13">
              <a:extLst>
                <a:ext uri="{FF2B5EF4-FFF2-40B4-BE49-F238E27FC236}">
                  <a16:creationId xmlns:a16="http://schemas.microsoft.com/office/drawing/2014/main" id="{A19B6150-02DF-9A4D-9D03-E66F86CBCA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9288" y="4543991"/>
              <a:ext cx="403225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W</a:t>
              </a:r>
            </a:p>
          </p:txBody>
        </p:sp>
        <p:sp>
          <p:nvSpPr>
            <p:cNvPr id="44083" name="TextBox 87">
              <a:extLst>
                <a:ext uri="{FF2B5EF4-FFF2-40B4-BE49-F238E27FC236}">
                  <a16:creationId xmlns:a16="http://schemas.microsoft.com/office/drawing/2014/main" id="{9AA447C3-55B2-934B-B3E6-12FA2E4978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6363" y="4534466"/>
              <a:ext cx="75247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FF0000"/>
                  </a:solidFill>
                  <a:cs typeface="Arial" panose="020B0604020202020204" pitchFamily="34" charset="0"/>
                </a:rPr>
                <a:t>WAIT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49A19BF-90E8-4320-BAC1-C692ACE1BDE3}"/>
              </a:ext>
            </a:extLst>
          </p:cNvPr>
          <p:cNvGrpSpPr/>
          <p:nvPr/>
        </p:nvGrpSpPr>
        <p:grpSpPr>
          <a:xfrm>
            <a:off x="4117976" y="5639366"/>
            <a:ext cx="3222625" cy="384175"/>
            <a:chOff x="4117976" y="5639366"/>
            <a:chExt cx="3222625" cy="384175"/>
          </a:xfrm>
        </p:grpSpPr>
        <p:grpSp>
          <p:nvGrpSpPr>
            <p:cNvPr id="44079" name="Group 81">
              <a:extLst>
                <a:ext uri="{FF2B5EF4-FFF2-40B4-BE49-F238E27FC236}">
                  <a16:creationId xmlns:a16="http://schemas.microsoft.com/office/drawing/2014/main" id="{366786FF-7C86-C249-A657-0F68D1D6BE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17976" y="5653653"/>
              <a:ext cx="806450" cy="369888"/>
              <a:chOff x="1001099" y="4100530"/>
              <a:chExt cx="805656" cy="369887"/>
            </a:xfrm>
          </p:grpSpPr>
          <p:sp>
            <p:nvSpPr>
              <p:cNvPr id="44086" name="Rectangle 10">
                <a:extLst>
                  <a:ext uri="{FF2B5EF4-FFF2-40B4-BE49-F238E27FC236}">
                    <a16:creationId xmlns:a16="http://schemas.microsoft.com/office/drawing/2014/main" id="{8B63DD1B-B002-9049-A309-150173D185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1099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F</a:t>
                </a:r>
              </a:p>
            </p:txBody>
          </p:sp>
          <p:sp>
            <p:nvSpPr>
              <p:cNvPr id="44087" name="Rectangle 11">
                <a:extLst>
                  <a:ext uri="{FF2B5EF4-FFF2-40B4-BE49-F238E27FC236}">
                    <a16:creationId xmlns:a16="http://schemas.microsoft.com/office/drawing/2014/main" id="{CAFC7260-9B1E-9947-B46D-D1BE0CA222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3927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D</a:t>
                </a:r>
              </a:p>
            </p:txBody>
          </p:sp>
        </p:grpSp>
        <p:sp>
          <p:nvSpPr>
            <p:cNvPr id="44080" name="Rectangle 12">
              <a:extLst>
                <a:ext uri="{FF2B5EF4-FFF2-40B4-BE49-F238E27FC236}">
                  <a16:creationId xmlns:a16="http://schemas.microsoft.com/office/drawing/2014/main" id="{A8CCE197-38D7-B14B-BA8F-48EC959B9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513" y="5644128"/>
              <a:ext cx="403225" cy="3746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4081" name="Rectangle 85">
              <a:extLst>
                <a:ext uri="{FF2B5EF4-FFF2-40B4-BE49-F238E27FC236}">
                  <a16:creationId xmlns:a16="http://schemas.microsoft.com/office/drawing/2014/main" id="{A3FCF722-0304-5746-A083-F6CDCCF40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35738" y="5639366"/>
              <a:ext cx="401638" cy="3746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R</a:t>
              </a:r>
            </a:p>
          </p:txBody>
        </p:sp>
        <p:sp>
          <p:nvSpPr>
            <p:cNvPr id="44082" name="Rectangle 13">
              <a:extLst>
                <a:ext uri="{FF2B5EF4-FFF2-40B4-BE49-F238E27FC236}">
                  <a16:creationId xmlns:a16="http://schemas.microsoft.com/office/drawing/2014/main" id="{AC6288E7-76AE-2040-9806-B6B13E4E2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7376" y="5644128"/>
              <a:ext cx="403225" cy="3746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W</a:t>
              </a:r>
            </a:p>
          </p:txBody>
        </p:sp>
        <p:sp>
          <p:nvSpPr>
            <p:cNvPr id="44084" name="TextBox 88">
              <a:extLst>
                <a:ext uri="{FF2B5EF4-FFF2-40B4-BE49-F238E27FC236}">
                  <a16:creationId xmlns:a16="http://schemas.microsoft.com/office/drawing/2014/main" id="{871CEF94-B797-A449-93CA-BBD378AB28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5563" y="5653653"/>
              <a:ext cx="75247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  <a:cs typeface="Arial" panose="020B0604020202020204" pitchFamily="34" charset="0"/>
                </a:rPr>
                <a:t>WAIT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F3D94D-A8B2-4AA8-93F2-DA9960CD6871}"/>
              </a:ext>
            </a:extLst>
          </p:cNvPr>
          <p:cNvGrpSpPr/>
          <p:nvPr/>
        </p:nvGrpSpPr>
        <p:grpSpPr>
          <a:xfrm>
            <a:off x="3306763" y="4899591"/>
            <a:ext cx="3232150" cy="379412"/>
            <a:chOff x="3306763" y="4899591"/>
            <a:chExt cx="3232150" cy="379412"/>
          </a:xfrm>
        </p:grpSpPr>
        <p:grpSp>
          <p:nvGrpSpPr>
            <p:cNvPr id="44070" name="Group 57">
              <a:extLst>
                <a:ext uri="{FF2B5EF4-FFF2-40B4-BE49-F238E27FC236}">
                  <a16:creationId xmlns:a16="http://schemas.microsoft.com/office/drawing/2014/main" id="{74D993E1-E6C4-1248-A0B4-C2707DD4BC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6763" y="4904353"/>
              <a:ext cx="804863" cy="369888"/>
              <a:chOff x="1001099" y="4100530"/>
              <a:chExt cx="805656" cy="369887"/>
            </a:xfrm>
          </p:grpSpPr>
          <p:sp>
            <p:nvSpPr>
              <p:cNvPr id="44098" name="Rectangle 10">
                <a:extLst>
                  <a:ext uri="{FF2B5EF4-FFF2-40B4-BE49-F238E27FC236}">
                    <a16:creationId xmlns:a16="http://schemas.microsoft.com/office/drawing/2014/main" id="{87B39000-56CB-4D4E-B507-8EEC498F51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1099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432FF"/>
                    </a:solidFill>
                  </a:rPr>
                  <a:t>F</a:t>
                </a:r>
              </a:p>
            </p:txBody>
          </p:sp>
          <p:sp>
            <p:nvSpPr>
              <p:cNvPr id="44099" name="Rectangle 11">
                <a:extLst>
                  <a:ext uri="{FF2B5EF4-FFF2-40B4-BE49-F238E27FC236}">
                    <a16:creationId xmlns:a16="http://schemas.microsoft.com/office/drawing/2014/main" id="{E623E9C6-D4B9-394B-A55C-570E7D2C6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3927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432FF"/>
                    </a:solidFill>
                  </a:rPr>
                  <a:t>D</a:t>
                </a:r>
              </a:p>
            </p:txBody>
          </p:sp>
        </p:grpSp>
        <p:sp>
          <p:nvSpPr>
            <p:cNvPr id="44073" name="Rectangle 12">
              <a:extLst>
                <a:ext uri="{FF2B5EF4-FFF2-40B4-BE49-F238E27FC236}">
                  <a16:creationId xmlns:a16="http://schemas.microsoft.com/office/drawing/2014/main" id="{DC2D0949-F480-494F-BA48-764C323214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1626" y="4909116"/>
              <a:ext cx="403225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432FF"/>
                  </a:solidFill>
                </a:rPr>
                <a:t>E</a:t>
              </a:r>
            </a:p>
          </p:txBody>
        </p:sp>
        <p:sp>
          <p:nvSpPr>
            <p:cNvPr id="44074" name="Rectangle 69">
              <a:extLst>
                <a:ext uri="{FF2B5EF4-FFF2-40B4-BE49-F238E27FC236}">
                  <a16:creationId xmlns:a16="http://schemas.microsoft.com/office/drawing/2014/main" id="{AE12D59F-F558-5140-893C-815BCE1F3F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4851" y="4904353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432FF"/>
                  </a:solidFill>
                </a:rPr>
                <a:t>R</a:t>
              </a:r>
            </a:p>
          </p:txBody>
        </p:sp>
        <p:sp>
          <p:nvSpPr>
            <p:cNvPr id="44085" name="Rectangle 13">
              <a:extLst>
                <a:ext uri="{FF2B5EF4-FFF2-40B4-BE49-F238E27FC236}">
                  <a16:creationId xmlns:a16="http://schemas.microsoft.com/office/drawing/2014/main" id="{8AE1405E-A059-574B-BFFF-563FA3079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5688" y="4899591"/>
              <a:ext cx="403225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432FF"/>
                  </a:solidFill>
                </a:rPr>
                <a:t>W</a:t>
              </a:r>
            </a:p>
          </p:txBody>
        </p:sp>
      </p:grpSp>
      <p:sp>
        <p:nvSpPr>
          <p:cNvPr id="4" name="TextBox 23">
            <a:extLst>
              <a:ext uri="{FF2B5EF4-FFF2-40B4-BE49-F238E27FC236}">
                <a16:creationId xmlns:a16="http://schemas.microsoft.com/office/drawing/2014/main" id="{1DD571CF-C16F-F1AE-752E-ED6AD30C16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437" y="4176416"/>
            <a:ext cx="2231701" cy="1887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800"/>
              </a:spcBef>
            </a:pPr>
            <a:r>
              <a:rPr lang="en-US" altLang="en-US" sz="1800" kern="1400" dirty="0">
                <a:cs typeface="Arial" panose="020B0604020202020204" pitchFamily="34" charset="0"/>
              </a:rPr>
              <a:t>IMUL  R3 </a:t>
            </a:r>
            <a:r>
              <a:rPr lang="en-US" altLang="en-US" sz="1800" kern="1400" dirty="0">
                <a:cs typeface="Arial" panose="020B0604020202020204" pitchFamily="34" charset="0"/>
                <a:sym typeface="Wingdings" pitchFamily="2" charset="2"/>
              </a:rPr>
              <a:t> R1, R2</a:t>
            </a:r>
          </a:p>
          <a:p>
            <a:pPr eaLnBrk="1" hangingPunct="1">
              <a:spcBef>
                <a:spcPts val="800"/>
              </a:spcBef>
            </a:pPr>
            <a:r>
              <a:rPr lang="en-US" altLang="en-US" sz="1800" kern="1400" dirty="0">
                <a:solidFill>
                  <a:srgbClr val="FF0000"/>
                </a:solidFill>
                <a:cs typeface="Arial" panose="020B0604020202020204" pitchFamily="34" charset="0"/>
                <a:sym typeface="Wingdings" pitchFamily="2" charset="2"/>
              </a:rPr>
              <a:t>ADD   </a:t>
            </a:r>
            <a:r>
              <a:rPr lang="en-US" altLang="en-US" sz="1800" b="1" kern="1400" dirty="0">
                <a:solidFill>
                  <a:srgbClr val="FF0000"/>
                </a:solidFill>
                <a:cs typeface="Arial" panose="020B0604020202020204" pitchFamily="34" charset="0"/>
                <a:sym typeface="Wingdings" pitchFamily="2" charset="2"/>
              </a:rPr>
              <a:t>R3</a:t>
            </a:r>
            <a:r>
              <a:rPr lang="en-US" altLang="en-US" sz="1800" kern="1400" dirty="0">
                <a:solidFill>
                  <a:srgbClr val="FF0000"/>
                </a:solidFill>
                <a:cs typeface="Arial" panose="020B0604020202020204" pitchFamily="34" charset="0"/>
                <a:sym typeface="Wingdings" pitchFamily="2" charset="2"/>
              </a:rPr>
              <a:t>  R3, R1</a:t>
            </a:r>
          </a:p>
          <a:p>
            <a:pPr eaLnBrk="1" hangingPunct="1">
              <a:spcBef>
                <a:spcPts val="800"/>
              </a:spcBef>
            </a:pPr>
            <a:r>
              <a:rPr lang="en-US" altLang="en-US" sz="1800" kern="1400" dirty="0">
                <a:solidFill>
                  <a:srgbClr val="0000FF"/>
                </a:solidFill>
                <a:cs typeface="Arial" panose="020B0604020202020204" pitchFamily="34" charset="0"/>
                <a:sym typeface="Wingdings" pitchFamily="2" charset="2"/>
              </a:rPr>
              <a:t>ADD   R1  R6, R7</a:t>
            </a:r>
          </a:p>
          <a:p>
            <a:pPr eaLnBrk="1" hangingPunct="1">
              <a:spcBef>
                <a:spcPts val="800"/>
              </a:spcBef>
            </a:pPr>
            <a:r>
              <a:rPr lang="en-US" altLang="en-US" sz="1800" kern="1400" dirty="0">
                <a:solidFill>
                  <a:srgbClr val="0000FF"/>
                </a:solidFill>
                <a:cs typeface="Arial" panose="020B0604020202020204" pitchFamily="34" charset="0"/>
                <a:sym typeface="Wingdings" pitchFamily="2" charset="2"/>
              </a:rPr>
              <a:t>IMUL  R5  R6, R8</a:t>
            </a:r>
          </a:p>
          <a:p>
            <a:pPr eaLnBrk="1" hangingPunct="1">
              <a:spcBef>
                <a:spcPts val="800"/>
              </a:spcBef>
            </a:pPr>
            <a:r>
              <a:rPr lang="en-US" altLang="en-US" sz="1800" kern="1400" dirty="0">
                <a:solidFill>
                  <a:srgbClr val="FF0000"/>
                </a:solidFill>
                <a:cs typeface="Arial" panose="020B0604020202020204" pitchFamily="34" charset="0"/>
                <a:sym typeface="Wingdings" pitchFamily="2" charset="2"/>
              </a:rPr>
              <a:t>ADD   R7  </a:t>
            </a:r>
            <a:r>
              <a:rPr lang="en-US" altLang="en-US" sz="1800" b="1" kern="1400" dirty="0">
                <a:solidFill>
                  <a:srgbClr val="FF0000"/>
                </a:solidFill>
                <a:cs typeface="Arial" panose="020B0604020202020204" pitchFamily="34" charset="0"/>
                <a:sym typeface="Wingdings" pitchFamily="2" charset="2"/>
              </a:rPr>
              <a:t>R3</a:t>
            </a:r>
            <a:r>
              <a:rPr lang="en-US" altLang="en-US" sz="1800" kern="1400" dirty="0">
                <a:solidFill>
                  <a:srgbClr val="FF0000"/>
                </a:solidFill>
                <a:cs typeface="Arial" panose="020B0604020202020204" pitchFamily="34" charset="0"/>
                <a:sym typeface="Wingdings" pitchFamily="2" charset="2"/>
              </a:rPr>
              <a:t>, R5</a:t>
            </a:r>
            <a:endParaRPr lang="en-US" altLang="en-US" sz="1800" kern="1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98" name="Rectangle">
            <a:extLst>
              <a:ext uri="{FF2B5EF4-FFF2-40B4-BE49-F238E27FC236}">
                <a16:creationId xmlns:a16="http://schemas.microsoft.com/office/drawing/2014/main" id="{8A5C3BC6-82D0-420B-A62B-5E1D6EF2A48B}"/>
              </a:ext>
            </a:extLst>
          </p:cNvPr>
          <p:cNvSpPr/>
          <p:nvPr/>
        </p:nvSpPr>
        <p:spPr>
          <a:xfrm>
            <a:off x="196850" y="980828"/>
            <a:ext cx="8870950" cy="2448172"/>
          </a:xfrm>
          <a:prstGeom prst="rect">
            <a:avLst/>
          </a:prstGeom>
          <a:solidFill>
            <a:srgbClr val="FFFFFF">
              <a:alpha val="8417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EB2B1A3E-12B7-4DA3-9DA6-2EA47C908B7A}"/>
              </a:ext>
            </a:extLst>
          </p:cNvPr>
          <p:cNvSpPr/>
          <p:nvPr/>
        </p:nvSpPr>
        <p:spPr>
          <a:xfrm>
            <a:off x="210753" y="6508393"/>
            <a:ext cx="3262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IMUL: 4 cycles,  ADD</a:t>
            </a:r>
            <a:r>
              <a:rPr lang="zh-CN" altLang="en-US" dirty="0"/>
              <a:t>：</a:t>
            </a:r>
            <a:r>
              <a:rPr lang="en-US" altLang="zh-CN" dirty="0"/>
              <a:t> 1 cycle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>
            <a:extLst>
              <a:ext uri="{FF2B5EF4-FFF2-40B4-BE49-F238E27FC236}">
                <a16:creationId xmlns:a16="http://schemas.microsoft.com/office/drawing/2014/main" id="{80C3EF46-3B86-C247-AC20-D2E45B392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Tomasulo’</a:t>
            </a:r>
            <a:r>
              <a:rPr lang="en-US" altLang="ja-JP">
                <a:ea typeface="ＭＳ Ｐゴシック" panose="020B0600070205080204" pitchFamily="34" charset="-128"/>
              </a:rPr>
              <a:t>s Algorithm for OoO Execution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74FE6-6C44-F24B-8195-953DC59EB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194300"/>
          </a:xfrm>
        </p:spPr>
        <p:txBody>
          <a:bodyPr/>
          <a:lstStyle/>
          <a:p>
            <a:r>
              <a:rPr lang="en-US" altLang="en-US" dirty="0" err="1">
                <a:ea typeface="ＭＳ Ｐゴシック" panose="020B0600070205080204" pitchFamily="34" charset="-128"/>
              </a:rPr>
              <a:t>OoO</a:t>
            </a:r>
            <a:r>
              <a:rPr lang="en-US" altLang="en-US" dirty="0">
                <a:ea typeface="ＭＳ Ｐゴシック" panose="020B0600070205080204" pitchFamily="34" charset="-128"/>
              </a:rPr>
              <a:t> with register renaming invented by Robert </a:t>
            </a:r>
            <a:r>
              <a:rPr lang="en-US" altLang="en-US" dirty="0" err="1">
                <a:ea typeface="ＭＳ Ｐゴシック" panose="020B0600070205080204" pitchFamily="34" charset="-128"/>
              </a:rPr>
              <a:t>Tomasulo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Used in IBM 360/91 Floating Point Units</a:t>
            </a:r>
          </a:p>
          <a:p>
            <a:pPr lvl="1"/>
            <a:r>
              <a:rPr lang="en-US" altLang="en-US" sz="2000" b="1" dirty="0">
                <a:ea typeface="ＭＳ Ｐゴシック" panose="020B0600070205080204" pitchFamily="34" charset="-128"/>
              </a:rPr>
              <a:t>Read:</a:t>
            </a:r>
            <a:r>
              <a:rPr lang="en-US" altLang="en-US" sz="2000" dirty="0">
                <a:ea typeface="ＭＳ Ｐゴシック" panose="020B0600070205080204" pitchFamily="34" charset="-128"/>
              </a:rPr>
              <a:t> </a:t>
            </a:r>
            <a:r>
              <a:rPr lang="en-US" altLang="en-US" sz="2000" dirty="0" err="1">
                <a:ea typeface="ＭＳ Ｐゴシック" panose="020B0600070205080204" pitchFamily="34" charset="-128"/>
              </a:rPr>
              <a:t>Tomasulo</a:t>
            </a:r>
            <a:r>
              <a:rPr lang="en-US" altLang="en-US" sz="2000" dirty="0">
                <a:ea typeface="ＭＳ Ｐゴシック" panose="020B0600070205080204" pitchFamily="34" charset="-128"/>
              </a:rPr>
              <a:t>, </a:t>
            </a:r>
            <a:r>
              <a:rPr lang="ja-JP" altLang="en-US" sz="2000" dirty="0">
                <a:ea typeface="ＭＳ Ｐゴシック" panose="020B0600070205080204" pitchFamily="34" charset="-128"/>
              </a:rPr>
              <a:t>“</a:t>
            </a:r>
            <a:r>
              <a:rPr lang="en-US" altLang="ja-JP" sz="2000" dirty="0">
                <a:ea typeface="ＭＳ Ｐゴシック" panose="020B0600070205080204" pitchFamily="34" charset="-128"/>
              </a:rPr>
              <a:t>An Efficient Algorithm for Exploiting Multiple Arithmetic Units,</a:t>
            </a:r>
            <a:r>
              <a:rPr lang="ja-JP" altLang="en-US" sz="2000" dirty="0">
                <a:ea typeface="ＭＳ Ｐゴシック" panose="020B0600070205080204" pitchFamily="34" charset="-128"/>
              </a:rPr>
              <a:t>”</a:t>
            </a:r>
            <a:r>
              <a:rPr lang="en-US" altLang="ja-JP" sz="2000" dirty="0">
                <a:ea typeface="ＭＳ Ｐゴシック" panose="020B0600070205080204" pitchFamily="34" charset="-128"/>
              </a:rPr>
              <a:t> IBM Journal of R&amp;D, Jan. 1967.</a:t>
            </a:r>
          </a:p>
          <a:p>
            <a:endParaRPr lang="en-US" altLang="en-US" sz="1600" dirty="0">
              <a:ea typeface="ＭＳ Ｐゴシック" panose="020B0600070205080204" pitchFamily="34" charset="-128"/>
            </a:endParaRPr>
          </a:p>
          <a:p>
            <a:pPr lvl="1"/>
            <a:endParaRPr lang="en-US" altLang="en-US" sz="1400" dirty="0">
              <a:ea typeface="ＭＳ Ｐゴシック" panose="020B0600070205080204" pitchFamily="34" charset="-128"/>
            </a:endParaRPr>
          </a:p>
          <a:p>
            <a:r>
              <a:rPr lang="en-US" altLang="en-US" dirty="0" err="1">
                <a:ea typeface="ＭＳ Ｐゴシック" panose="020B0600070205080204" pitchFamily="34" charset="-128"/>
              </a:rPr>
              <a:t>OoO</a:t>
            </a:r>
            <a:r>
              <a:rPr lang="en-US" altLang="en-US" dirty="0">
                <a:ea typeface="ＭＳ Ｐゴシック" panose="020B0600070205080204" pitchFamily="34" charset="-128"/>
              </a:rPr>
              <a:t> variants are used in most high-performance processors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Initially in Intel Pentium Pro, AMD K5  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Alpha 21264, MIPS R10000, IBM POWER5, IBM z196, Oracle UltraSPARC T4, ARM Cortex A15, Apple M1, …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46083" name="Slide Number Placeholder 3">
            <a:extLst>
              <a:ext uri="{FF2B5EF4-FFF2-40B4-BE49-F238E27FC236}">
                <a16:creationId xmlns:a16="http://schemas.microsoft.com/office/drawing/2014/main" id="{B0403CF4-0BD5-4D44-9198-5876F620D1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9B035F3-43E5-8C45-A30E-4AA925713447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15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id="{AB752953-2D82-E649-AC84-F24AC67D8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Two Humps in a Modern Pipeline</a:t>
            </a:r>
          </a:p>
        </p:txBody>
      </p:sp>
      <p:sp>
        <p:nvSpPr>
          <p:cNvPr id="103426" name="Content Placeholder 2">
            <a:extLst>
              <a:ext uri="{FF2B5EF4-FFF2-40B4-BE49-F238E27FC236}">
                <a16:creationId xmlns:a16="http://schemas.microsoft.com/office/drawing/2014/main" id="{CA7B9045-9CBC-374F-9456-4FE6976DC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14400"/>
            <a:ext cx="8809038" cy="5480050"/>
          </a:xfrm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Hump 1: </a:t>
            </a:r>
            <a:r>
              <a:rPr lang="en-US" altLang="en-US" b="1" dirty="0">
                <a:ea typeface="ＭＳ Ｐゴシック" panose="020B0600070205080204" pitchFamily="34" charset="-128"/>
              </a:rPr>
              <a:t>Reservation stations </a:t>
            </a:r>
            <a:r>
              <a:rPr lang="en-US" altLang="en-US" dirty="0">
                <a:ea typeface="ＭＳ Ｐゴシック" panose="020B0600070205080204" pitchFamily="34" charset="-128"/>
              </a:rPr>
              <a:t>(enabling</a:t>
            </a:r>
            <a:r>
              <a:rPr lang="zh-CN" altLang="en-US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in-order issue and </a:t>
            </a:r>
            <a:r>
              <a:rPr lang="en-US" altLang="zh-CN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out-of-order dispatch/execution</a:t>
            </a:r>
            <a:r>
              <a:rPr lang="en-US" altLang="en-US" dirty="0">
                <a:ea typeface="ＭＳ Ｐゴシック" panose="020B0600070205080204" pitchFamily="34" charset="-128"/>
              </a:rPr>
              <a:t>)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Hump 2: </a:t>
            </a:r>
            <a:r>
              <a:rPr lang="en-US" altLang="en-US" b="1" dirty="0">
                <a:ea typeface="ＭＳ Ｐゴシック" panose="020B0600070205080204" pitchFamily="34" charset="-128"/>
              </a:rPr>
              <a:t>Reorder</a:t>
            </a:r>
            <a:r>
              <a:rPr lang="zh-CN" altLang="en-US" b="1" dirty="0">
                <a:ea typeface="ＭＳ Ｐゴシック" panose="020B0600070205080204" pitchFamily="34" charset="-128"/>
              </a:rPr>
              <a:t> </a:t>
            </a:r>
            <a:r>
              <a:rPr lang="en-US" altLang="zh-CN" b="1" dirty="0">
                <a:ea typeface="ＭＳ Ｐゴシック" panose="020B0600070205080204" pitchFamily="34" charset="-128"/>
              </a:rPr>
              <a:t>buffer</a:t>
            </a:r>
            <a:r>
              <a:rPr lang="en-US" altLang="en-US" dirty="0">
                <a:ea typeface="ＭＳ Ｐゴシック" panose="020B0600070205080204" pitchFamily="34" charset="-128"/>
              </a:rPr>
              <a:t> (enabling </a:t>
            </a:r>
            <a:r>
              <a:rPr lang="en-US" altLang="en-US" dirty="0" err="1">
                <a:cs typeface="Arial" panose="020B0604020202020204" pitchFamily="34" charset="0"/>
              </a:rPr>
              <a:t>OoO</a:t>
            </a:r>
            <a:r>
              <a:rPr lang="en-US" altLang="zh-CN" dirty="0">
                <a:ea typeface="ＭＳ Ｐゴシック" panose="020B0600070205080204" pitchFamily="34" charset="-128"/>
              </a:rPr>
              <a:t> completion, </a:t>
            </a:r>
            <a:r>
              <a:rPr lang="en-US" altLang="en-US" dirty="0">
                <a:ea typeface="ＭＳ Ｐゴシック" panose="020B0600070205080204" pitchFamily="34" charset="-128"/>
              </a:rPr>
              <a:t>in-order</a:t>
            </a:r>
            <a:r>
              <a:rPr lang="zh-CN" altLang="en-US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commitment</a:t>
            </a:r>
            <a:r>
              <a:rPr lang="en-US" altLang="en-US" dirty="0">
                <a:ea typeface="ＭＳ Ｐゴシック" panose="020B0600070205080204" pitchFamily="34" charset="-128"/>
              </a:rPr>
              <a:t>)</a:t>
            </a:r>
          </a:p>
        </p:txBody>
      </p:sp>
      <p:sp>
        <p:nvSpPr>
          <p:cNvPr id="47107" name="Slide Number Placeholder 3">
            <a:extLst>
              <a:ext uri="{FF2B5EF4-FFF2-40B4-BE49-F238E27FC236}">
                <a16:creationId xmlns:a16="http://schemas.microsoft.com/office/drawing/2014/main" id="{5F9E9541-7E8F-1443-88A5-40FBD947A2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10FD897-6B18-1F44-96AA-66F725E33442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16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grpSp>
        <p:nvGrpSpPr>
          <p:cNvPr id="47108" name="Group 4">
            <a:extLst>
              <a:ext uri="{FF2B5EF4-FFF2-40B4-BE49-F238E27FC236}">
                <a16:creationId xmlns:a16="http://schemas.microsoft.com/office/drawing/2014/main" id="{AE5DD14D-2ED6-8B4C-A755-0ADDF4D7D7BB}"/>
              </a:ext>
            </a:extLst>
          </p:cNvPr>
          <p:cNvGrpSpPr>
            <a:grpSpLocks/>
          </p:cNvGrpSpPr>
          <p:nvPr/>
        </p:nvGrpSpPr>
        <p:grpSpPr bwMode="auto">
          <a:xfrm>
            <a:off x="704850" y="2825750"/>
            <a:ext cx="806450" cy="369888"/>
            <a:chOff x="1001099" y="4100530"/>
            <a:chExt cx="805656" cy="369887"/>
          </a:xfrm>
        </p:grpSpPr>
        <p:sp>
          <p:nvSpPr>
            <p:cNvPr id="47163" name="Rectangle 10">
              <a:extLst>
                <a:ext uri="{FF2B5EF4-FFF2-40B4-BE49-F238E27FC236}">
                  <a16:creationId xmlns:a16="http://schemas.microsoft.com/office/drawing/2014/main" id="{9F598FC3-6E94-7945-B0D8-F98090AB7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1099" y="4100530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F</a:t>
              </a:r>
            </a:p>
          </p:txBody>
        </p:sp>
        <p:sp>
          <p:nvSpPr>
            <p:cNvPr id="47164" name="Rectangle 11">
              <a:extLst>
                <a:ext uri="{FF2B5EF4-FFF2-40B4-BE49-F238E27FC236}">
                  <a16:creationId xmlns:a16="http://schemas.microsoft.com/office/drawing/2014/main" id="{1575E324-FB74-1A44-8C50-561B4AA1B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3927" y="4100530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D</a:t>
              </a:r>
            </a:p>
          </p:txBody>
        </p:sp>
      </p:grpSp>
      <p:sp>
        <p:nvSpPr>
          <p:cNvPr id="47109" name="Rectangle 8">
            <a:extLst>
              <a:ext uri="{FF2B5EF4-FFF2-40B4-BE49-F238E27FC236}">
                <a16:creationId xmlns:a16="http://schemas.microsoft.com/office/drawing/2014/main" id="{ADB73170-19EC-AC4F-9CB0-B76A9D46E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1809750"/>
            <a:ext cx="1227138" cy="2493963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cxnSp>
        <p:nvCxnSpPr>
          <p:cNvPr id="47110" name="Straight Arrow Connector 10">
            <a:extLst>
              <a:ext uri="{FF2B5EF4-FFF2-40B4-BE49-F238E27FC236}">
                <a16:creationId xmlns:a16="http://schemas.microsoft.com/office/drawing/2014/main" id="{8E1A7DA6-B792-454F-B197-07B5F8FD8E5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514475" y="3011488"/>
            <a:ext cx="3333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11" name="Rectangle 12">
            <a:extLst>
              <a:ext uri="{FF2B5EF4-FFF2-40B4-BE49-F238E27FC236}">
                <a16:creationId xmlns:a16="http://schemas.microsoft.com/office/drawing/2014/main" id="{3CBFBE8C-F8B6-D345-BD6F-A32A635CF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2325" y="2174875"/>
            <a:ext cx="403225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E</a:t>
            </a:r>
          </a:p>
        </p:txBody>
      </p:sp>
      <p:sp>
        <p:nvSpPr>
          <p:cNvPr id="47112" name="Rectangle 13">
            <a:extLst>
              <a:ext uri="{FF2B5EF4-FFF2-40B4-BE49-F238E27FC236}">
                <a16:creationId xmlns:a16="http://schemas.microsoft.com/office/drawing/2014/main" id="{A590F39E-2B74-1F49-8715-EF8F7907D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1188" y="2874963"/>
            <a:ext cx="401637" cy="369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W</a:t>
            </a:r>
          </a:p>
        </p:txBody>
      </p:sp>
      <p:grpSp>
        <p:nvGrpSpPr>
          <p:cNvPr id="47113" name="Group 17">
            <a:extLst>
              <a:ext uri="{FF2B5EF4-FFF2-40B4-BE49-F238E27FC236}">
                <a16:creationId xmlns:a16="http://schemas.microsoft.com/office/drawing/2014/main" id="{8CEB35F6-E70D-B246-A0ED-DC5D50B5B598}"/>
              </a:ext>
            </a:extLst>
          </p:cNvPr>
          <p:cNvGrpSpPr>
            <a:grpSpLocks/>
          </p:cNvGrpSpPr>
          <p:nvPr/>
        </p:nvGrpSpPr>
        <p:grpSpPr bwMode="auto">
          <a:xfrm>
            <a:off x="3362325" y="3222625"/>
            <a:ext cx="3222625" cy="369888"/>
            <a:chOff x="2783717" y="3915586"/>
            <a:chExt cx="3222624" cy="369887"/>
          </a:xfrm>
        </p:grpSpPr>
        <p:sp>
          <p:nvSpPr>
            <p:cNvPr id="47155" name="Rectangle 12">
              <a:extLst>
                <a:ext uri="{FF2B5EF4-FFF2-40B4-BE49-F238E27FC236}">
                  <a16:creationId xmlns:a16="http://schemas.microsoft.com/office/drawing/2014/main" id="{0511977C-8275-F346-8704-3306229D3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3717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56" name="Rectangle 12">
              <a:extLst>
                <a:ext uri="{FF2B5EF4-FFF2-40B4-BE49-F238E27FC236}">
                  <a16:creationId xmlns:a16="http://schemas.microsoft.com/office/drawing/2014/main" id="{2D803880-E041-D44D-AC2C-9B2EC7258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6545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57" name="Rectangle 20">
              <a:extLst>
                <a:ext uri="{FF2B5EF4-FFF2-40B4-BE49-F238E27FC236}">
                  <a16:creationId xmlns:a16="http://schemas.microsoft.com/office/drawing/2014/main" id="{AF2663D0-5B1C-D544-B05E-7079DA94F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9373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58" name="Rectangle 21">
              <a:extLst>
                <a:ext uri="{FF2B5EF4-FFF2-40B4-BE49-F238E27FC236}">
                  <a16:creationId xmlns:a16="http://schemas.microsoft.com/office/drawing/2014/main" id="{E53046A0-964C-A540-8AEB-D8CF4E96E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201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59" name="Rectangle 12">
              <a:extLst>
                <a:ext uri="{FF2B5EF4-FFF2-40B4-BE49-F238E27FC236}">
                  <a16:creationId xmlns:a16="http://schemas.microsoft.com/office/drawing/2014/main" id="{0F042364-C3BD-0640-96B8-164B23D49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029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60" name="Rectangle 12">
              <a:extLst>
                <a:ext uri="{FF2B5EF4-FFF2-40B4-BE49-F238E27FC236}">
                  <a16:creationId xmlns:a16="http://schemas.microsoft.com/office/drawing/2014/main" id="{2C055215-8BC6-E146-8D0D-5D9B8DBB4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7857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61" name="Rectangle 12">
              <a:extLst>
                <a:ext uri="{FF2B5EF4-FFF2-40B4-BE49-F238E27FC236}">
                  <a16:creationId xmlns:a16="http://schemas.microsoft.com/office/drawing/2014/main" id="{33D92E9B-4098-3C4D-87E0-9648EAF1D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0685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62" name="Rectangle 25">
              <a:extLst>
                <a:ext uri="{FF2B5EF4-FFF2-40B4-BE49-F238E27FC236}">
                  <a16:creationId xmlns:a16="http://schemas.microsoft.com/office/drawing/2014/main" id="{1AB5AA3C-DE54-024C-B00F-2A082F7A7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3513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</p:grpSp>
      <p:grpSp>
        <p:nvGrpSpPr>
          <p:cNvPr id="47114" name="Group 26">
            <a:extLst>
              <a:ext uri="{FF2B5EF4-FFF2-40B4-BE49-F238E27FC236}">
                <a16:creationId xmlns:a16="http://schemas.microsoft.com/office/drawing/2014/main" id="{7F7396B7-DA1D-7D40-9802-E70F82DA82D8}"/>
              </a:ext>
            </a:extLst>
          </p:cNvPr>
          <p:cNvGrpSpPr>
            <a:grpSpLocks/>
          </p:cNvGrpSpPr>
          <p:nvPr/>
        </p:nvGrpSpPr>
        <p:grpSpPr bwMode="auto">
          <a:xfrm>
            <a:off x="3362325" y="2690813"/>
            <a:ext cx="1611313" cy="374650"/>
            <a:chOff x="2783717" y="3915586"/>
            <a:chExt cx="1611312" cy="374488"/>
          </a:xfrm>
        </p:grpSpPr>
        <p:sp>
          <p:nvSpPr>
            <p:cNvPr id="47151" name="Rectangle 12">
              <a:extLst>
                <a:ext uri="{FF2B5EF4-FFF2-40B4-BE49-F238E27FC236}">
                  <a16:creationId xmlns:a16="http://schemas.microsoft.com/office/drawing/2014/main" id="{5B040F47-DF46-7043-B3C3-1615BD998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3717" y="3920187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52" name="Rectangle 12">
              <a:extLst>
                <a:ext uri="{FF2B5EF4-FFF2-40B4-BE49-F238E27FC236}">
                  <a16:creationId xmlns:a16="http://schemas.microsoft.com/office/drawing/2014/main" id="{E554B5DB-4D1F-D645-B0D3-494359673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6545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53" name="Rectangle 12">
              <a:extLst>
                <a:ext uri="{FF2B5EF4-FFF2-40B4-BE49-F238E27FC236}">
                  <a16:creationId xmlns:a16="http://schemas.microsoft.com/office/drawing/2014/main" id="{6C5AFC40-1FE4-924C-86CC-221F3EB51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9373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54" name="Rectangle 12">
              <a:extLst>
                <a:ext uri="{FF2B5EF4-FFF2-40B4-BE49-F238E27FC236}">
                  <a16:creationId xmlns:a16="http://schemas.microsoft.com/office/drawing/2014/main" id="{2AA8DF29-C81A-C243-B7B0-1A56DA845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201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</p:grpSp>
      <p:grpSp>
        <p:nvGrpSpPr>
          <p:cNvPr id="47115" name="Group 31">
            <a:extLst>
              <a:ext uri="{FF2B5EF4-FFF2-40B4-BE49-F238E27FC236}">
                <a16:creationId xmlns:a16="http://schemas.microsoft.com/office/drawing/2014/main" id="{E64A0743-5AE5-5F49-A889-ED4493FE57A4}"/>
              </a:ext>
            </a:extLst>
          </p:cNvPr>
          <p:cNvGrpSpPr>
            <a:grpSpLocks/>
          </p:cNvGrpSpPr>
          <p:nvPr/>
        </p:nvGrpSpPr>
        <p:grpSpPr bwMode="auto">
          <a:xfrm>
            <a:off x="3362325" y="3592513"/>
            <a:ext cx="3903663" cy="523875"/>
            <a:chOff x="2783717" y="5184853"/>
            <a:chExt cx="3904221" cy="523220"/>
          </a:xfrm>
        </p:grpSpPr>
        <p:grpSp>
          <p:nvGrpSpPr>
            <p:cNvPr id="47141" name="Group 32">
              <a:extLst>
                <a:ext uri="{FF2B5EF4-FFF2-40B4-BE49-F238E27FC236}">
                  <a16:creationId xmlns:a16="http://schemas.microsoft.com/office/drawing/2014/main" id="{157E1D9E-E8FD-264F-9C0D-6CF563FF69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3717" y="5338186"/>
              <a:ext cx="3222624" cy="369887"/>
              <a:chOff x="2783717" y="3915586"/>
              <a:chExt cx="3222624" cy="369887"/>
            </a:xfrm>
          </p:grpSpPr>
          <p:sp>
            <p:nvSpPr>
              <p:cNvPr id="47143" name="Rectangle 12">
                <a:extLst>
                  <a:ext uri="{FF2B5EF4-FFF2-40B4-BE49-F238E27FC236}">
                    <a16:creationId xmlns:a16="http://schemas.microsoft.com/office/drawing/2014/main" id="{46748ACD-2014-574B-9D8E-FF9223258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3717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7144" name="Rectangle 12">
                <a:extLst>
                  <a:ext uri="{FF2B5EF4-FFF2-40B4-BE49-F238E27FC236}">
                    <a16:creationId xmlns:a16="http://schemas.microsoft.com/office/drawing/2014/main" id="{F0C074E6-52B4-4B47-8599-DF1C191C3A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6545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7145" name="Rectangle 12">
                <a:extLst>
                  <a:ext uri="{FF2B5EF4-FFF2-40B4-BE49-F238E27FC236}">
                    <a16:creationId xmlns:a16="http://schemas.microsoft.com/office/drawing/2014/main" id="{92104211-C4DD-9F49-AD50-B19A3E89F6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373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7146" name="Rectangle 37">
                <a:extLst>
                  <a:ext uri="{FF2B5EF4-FFF2-40B4-BE49-F238E27FC236}">
                    <a16:creationId xmlns:a16="http://schemas.microsoft.com/office/drawing/2014/main" id="{22E33E60-FBF7-5740-A553-9FB2FB6CD8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201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7147" name="Rectangle 12">
                <a:extLst>
                  <a:ext uri="{FF2B5EF4-FFF2-40B4-BE49-F238E27FC236}">
                    <a16:creationId xmlns:a16="http://schemas.microsoft.com/office/drawing/2014/main" id="{31E85003-DD2D-E64F-8315-E543BEF090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5029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7148" name="Rectangle 12">
                <a:extLst>
                  <a:ext uri="{FF2B5EF4-FFF2-40B4-BE49-F238E27FC236}">
                    <a16:creationId xmlns:a16="http://schemas.microsoft.com/office/drawing/2014/main" id="{BB0A0D67-28E4-4D44-B0E3-ED358A23E0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7857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7149" name="Rectangle 12">
                <a:extLst>
                  <a:ext uri="{FF2B5EF4-FFF2-40B4-BE49-F238E27FC236}">
                    <a16:creationId xmlns:a16="http://schemas.microsoft.com/office/drawing/2014/main" id="{DE24F1A9-AE21-4B4D-AB60-24FC64016D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00685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7150" name="Rectangle 41">
                <a:extLst>
                  <a:ext uri="{FF2B5EF4-FFF2-40B4-BE49-F238E27FC236}">
                    <a16:creationId xmlns:a16="http://schemas.microsoft.com/office/drawing/2014/main" id="{7B8B4279-11C6-4743-8695-5622BE1E56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03513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</p:grpSp>
        <p:sp>
          <p:nvSpPr>
            <p:cNvPr id="47142" name="TextBox 33">
              <a:extLst>
                <a:ext uri="{FF2B5EF4-FFF2-40B4-BE49-F238E27FC236}">
                  <a16:creationId xmlns:a16="http://schemas.microsoft.com/office/drawing/2014/main" id="{78170F8C-F020-6A43-B7C9-65DA0F2D8E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6341" y="5184853"/>
              <a:ext cx="68159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2800" b="1">
                  <a:cs typeface="Arial" panose="020B0604020202020204" pitchFamily="34" charset="0"/>
                </a:rPr>
                <a:t>. . .</a:t>
              </a:r>
            </a:p>
          </p:txBody>
        </p:sp>
      </p:grpSp>
      <p:cxnSp>
        <p:nvCxnSpPr>
          <p:cNvPr id="47116" name="Straight Connector 43">
            <a:extLst>
              <a:ext uri="{FF2B5EF4-FFF2-40B4-BE49-F238E27FC236}">
                <a16:creationId xmlns:a16="http://schemas.microsoft.com/office/drawing/2014/main" id="{22ADAFBE-4712-9A44-90C5-F32F1B634015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2268538" y="3136900"/>
            <a:ext cx="160813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7" name="Straight Arrow Connector 44">
            <a:extLst>
              <a:ext uri="{FF2B5EF4-FFF2-40B4-BE49-F238E27FC236}">
                <a16:creationId xmlns:a16="http://schemas.microsoft.com/office/drawing/2014/main" id="{BB7DBA87-8912-CC44-B04D-3807C1D9E13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3400" y="3941763"/>
            <a:ext cx="28892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8" name="Straight Arrow Connector 45">
            <a:extLst>
              <a:ext uri="{FF2B5EF4-FFF2-40B4-BE49-F238E27FC236}">
                <a16:creationId xmlns:a16="http://schemas.microsoft.com/office/drawing/2014/main" id="{D25FF904-8473-B449-B8E8-506A1A0E1B7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1813" y="3408363"/>
            <a:ext cx="2905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9" name="Straight Arrow Connector 46">
            <a:extLst>
              <a:ext uri="{FF2B5EF4-FFF2-40B4-BE49-F238E27FC236}">
                <a16:creationId xmlns:a16="http://schemas.microsoft.com/office/drawing/2014/main" id="{8AE9026E-658E-D542-B429-8092FBA7377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9750" y="2333625"/>
            <a:ext cx="2905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0" name="Straight Arrow Connector 47">
            <a:extLst>
              <a:ext uri="{FF2B5EF4-FFF2-40B4-BE49-F238E27FC236}">
                <a16:creationId xmlns:a16="http://schemas.microsoft.com/office/drawing/2014/main" id="{D0A40A9E-9890-7047-8A63-7159B9F13A8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2879725"/>
            <a:ext cx="2905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1" name="Straight Connector 48">
            <a:extLst>
              <a:ext uri="{FF2B5EF4-FFF2-40B4-BE49-F238E27FC236}">
                <a16:creationId xmlns:a16="http://schemas.microsoft.com/office/drawing/2014/main" id="{4DA7CDE8-0C0F-664E-982D-B58325907F7E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551613" y="3138488"/>
            <a:ext cx="16081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2" name="Straight Arrow Connector 49">
            <a:extLst>
              <a:ext uri="{FF2B5EF4-FFF2-40B4-BE49-F238E27FC236}">
                <a16:creationId xmlns:a16="http://schemas.microsoft.com/office/drawing/2014/main" id="{2365D134-3C7D-DD42-93C5-7FDE271FC49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56475" y="3065463"/>
            <a:ext cx="236538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3" name="Straight Arrow Connector 50">
            <a:extLst>
              <a:ext uri="{FF2B5EF4-FFF2-40B4-BE49-F238E27FC236}">
                <a16:creationId xmlns:a16="http://schemas.microsoft.com/office/drawing/2014/main" id="{68CAA3DF-38FE-564A-A2C4-DE973DA56A0C}"/>
              </a:ext>
            </a:extLst>
          </p:cNvPr>
          <p:cNvCxnSpPr>
            <a:cxnSpLocks noChangeShapeType="1"/>
            <a:stCxn id="47111" idx="3"/>
          </p:cNvCxnSpPr>
          <p:nvPr/>
        </p:nvCxnSpPr>
        <p:spPr bwMode="auto">
          <a:xfrm>
            <a:off x="3765550" y="2360613"/>
            <a:ext cx="359092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4" name="Straight Arrow Connector 51">
            <a:extLst>
              <a:ext uri="{FF2B5EF4-FFF2-40B4-BE49-F238E27FC236}">
                <a16:creationId xmlns:a16="http://schemas.microsoft.com/office/drawing/2014/main" id="{21F52A2B-4441-C949-8D20-B96981CFDDC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73638" y="2876550"/>
            <a:ext cx="2382837" cy="3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5" name="Straight Arrow Connector 52">
            <a:extLst>
              <a:ext uri="{FF2B5EF4-FFF2-40B4-BE49-F238E27FC236}">
                <a16:creationId xmlns:a16="http://schemas.microsoft.com/office/drawing/2014/main" id="{04EC8A8F-89E6-A947-BF49-AE313CDD271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584950" y="3408363"/>
            <a:ext cx="7715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6" name="Straight Arrow Connector 53">
            <a:extLst>
              <a:ext uri="{FF2B5EF4-FFF2-40B4-BE49-F238E27FC236}">
                <a16:creationId xmlns:a16="http://schemas.microsoft.com/office/drawing/2014/main" id="{7198FE0F-9573-354D-8AAC-D1190B8FB5F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154863" y="3943350"/>
            <a:ext cx="201612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27" name="TextBox 54">
            <a:extLst>
              <a:ext uri="{FF2B5EF4-FFF2-40B4-BE49-F238E27FC236}">
                <a16:creationId xmlns:a16="http://schemas.microsoft.com/office/drawing/2014/main" id="{113AAF81-8271-E346-A694-F3000FAA6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5725" y="2085975"/>
            <a:ext cx="10874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cs typeface="Arial" panose="020B0604020202020204" pitchFamily="34" charset="0"/>
              </a:rPr>
              <a:t>Integer add</a:t>
            </a:r>
          </a:p>
        </p:txBody>
      </p:sp>
      <p:sp>
        <p:nvSpPr>
          <p:cNvPr id="47128" name="TextBox 55">
            <a:extLst>
              <a:ext uri="{FF2B5EF4-FFF2-40B4-BE49-F238E27FC236}">
                <a16:creationId xmlns:a16="http://schemas.microsoft.com/office/drawing/2014/main" id="{98F26484-A333-744B-9131-AE5311300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2700" y="2481263"/>
            <a:ext cx="10795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cs typeface="Arial" panose="020B0604020202020204" pitchFamily="34" charset="0"/>
              </a:rPr>
              <a:t>Integer mul</a:t>
            </a:r>
          </a:p>
        </p:txBody>
      </p:sp>
      <p:sp>
        <p:nvSpPr>
          <p:cNvPr id="47129" name="TextBox 56">
            <a:extLst>
              <a:ext uri="{FF2B5EF4-FFF2-40B4-BE49-F238E27FC236}">
                <a16:creationId xmlns:a16="http://schemas.microsoft.com/office/drawing/2014/main" id="{C806C382-BEC1-814B-A24B-84210F75A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4950" y="3038475"/>
            <a:ext cx="7493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cs typeface="Arial" panose="020B0604020202020204" pitchFamily="34" charset="0"/>
              </a:rPr>
              <a:t>FP mul</a:t>
            </a:r>
          </a:p>
        </p:txBody>
      </p:sp>
      <p:sp>
        <p:nvSpPr>
          <p:cNvPr id="47130" name="TextBox 57">
            <a:extLst>
              <a:ext uri="{FF2B5EF4-FFF2-40B4-BE49-F238E27FC236}">
                <a16:creationId xmlns:a16="http://schemas.microsoft.com/office/drawing/2014/main" id="{8825F9C3-7066-9D4A-AF94-CDADBCBBF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0025" y="3978275"/>
            <a:ext cx="12207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 dirty="0">
                <a:cs typeface="Arial" panose="020B0604020202020204" pitchFamily="34" charset="0"/>
              </a:rPr>
              <a:t>Load/store</a:t>
            </a:r>
          </a:p>
        </p:txBody>
      </p:sp>
      <p:sp>
        <p:nvSpPr>
          <p:cNvPr id="47131" name="Rectangle 13">
            <a:extLst>
              <a:ext uri="{FF2B5EF4-FFF2-40B4-BE49-F238E27FC236}">
                <a16:creationId xmlns:a16="http://schemas.microsoft.com/office/drawing/2014/main" id="{7873D087-37A1-BD4C-BAF0-7C0766F5F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3013" y="2022475"/>
            <a:ext cx="401637" cy="21304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432FF"/>
                </a:solidFill>
              </a:rPr>
              <a:t>R</a:t>
            </a:r>
          </a:p>
          <a:p>
            <a:pPr eaLnBrk="1" hangingPunct="1"/>
            <a:r>
              <a:rPr lang="en-US" altLang="en-US" sz="1800">
                <a:solidFill>
                  <a:srgbClr val="0432FF"/>
                </a:solidFill>
              </a:rPr>
              <a:t>E</a:t>
            </a:r>
          </a:p>
          <a:p>
            <a:pPr eaLnBrk="1" hangingPunct="1"/>
            <a:r>
              <a:rPr lang="en-US" altLang="en-US" sz="1800">
                <a:solidFill>
                  <a:srgbClr val="0432FF"/>
                </a:solidFill>
              </a:rPr>
              <a:t>O</a:t>
            </a:r>
          </a:p>
          <a:p>
            <a:pPr eaLnBrk="1" hangingPunct="1"/>
            <a:r>
              <a:rPr lang="en-US" altLang="en-US" sz="1800">
                <a:solidFill>
                  <a:srgbClr val="0432FF"/>
                </a:solidFill>
              </a:rPr>
              <a:t>R</a:t>
            </a:r>
          </a:p>
          <a:p>
            <a:pPr eaLnBrk="1" hangingPunct="1"/>
            <a:r>
              <a:rPr lang="en-US" altLang="en-US" sz="1800">
                <a:solidFill>
                  <a:srgbClr val="0432FF"/>
                </a:solidFill>
              </a:rPr>
              <a:t>D</a:t>
            </a:r>
          </a:p>
          <a:p>
            <a:pPr eaLnBrk="1" hangingPunct="1"/>
            <a:r>
              <a:rPr lang="en-US" altLang="en-US" sz="1800">
                <a:solidFill>
                  <a:srgbClr val="0432FF"/>
                </a:solidFill>
              </a:rPr>
              <a:t>E</a:t>
            </a:r>
          </a:p>
          <a:p>
            <a:pPr eaLnBrk="1" hangingPunct="1"/>
            <a:r>
              <a:rPr lang="en-US" altLang="en-US" sz="1800">
                <a:solidFill>
                  <a:srgbClr val="0432FF"/>
                </a:solidFill>
              </a:rPr>
              <a:t>R</a:t>
            </a:r>
          </a:p>
        </p:txBody>
      </p:sp>
      <p:cxnSp>
        <p:nvCxnSpPr>
          <p:cNvPr id="47132" name="Straight Arrow Connector 59">
            <a:extLst>
              <a:ext uri="{FF2B5EF4-FFF2-40B4-BE49-F238E27FC236}">
                <a16:creationId xmlns:a16="http://schemas.microsoft.com/office/drawing/2014/main" id="{1CF57462-3F9C-F646-B3CA-2C53DEB75F8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994650" y="3059113"/>
            <a:ext cx="236538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33" name="TextBox 61">
            <a:extLst>
              <a:ext uri="{FF2B5EF4-FFF2-40B4-BE49-F238E27FC236}">
                <a16:creationId xmlns:a16="http://schemas.microsoft.com/office/drawing/2014/main" id="{F6C341CC-2F47-044A-8170-D50EC285B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0857" y="2674517"/>
            <a:ext cx="14208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432FF"/>
                </a:solidFill>
                <a:cs typeface="Arial" panose="020B0604020202020204" pitchFamily="34" charset="0"/>
              </a:rPr>
              <a:t>Reservation</a:t>
            </a:r>
            <a:r>
              <a:rPr lang="zh-CN" altLang="en-US" sz="1800" dirty="0">
                <a:solidFill>
                  <a:srgbClr val="0432FF"/>
                </a:solidFill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432FF"/>
                </a:solidFill>
                <a:cs typeface="Arial" panose="020B0604020202020204" pitchFamily="34" charset="0"/>
              </a:rPr>
              <a:t>Station</a:t>
            </a:r>
            <a:endParaRPr lang="en-US" altLang="en-US" sz="1800" dirty="0">
              <a:solidFill>
                <a:srgbClr val="0432FF"/>
              </a:solidFill>
              <a:cs typeface="Arial" panose="020B0604020202020204" pitchFamily="34" charset="0"/>
            </a:endParaRPr>
          </a:p>
        </p:txBody>
      </p:sp>
      <p:cxnSp>
        <p:nvCxnSpPr>
          <p:cNvPr id="47134" name="Straight Connector 63">
            <a:extLst>
              <a:ext uri="{FF2B5EF4-FFF2-40B4-BE49-F238E27FC236}">
                <a16:creationId xmlns:a16="http://schemas.microsoft.com/office/drawing/2014/main" id="{E0C72D7D-A897-B241-9227-E4F38901C0C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6602413" y="2190750"/>
            <a:ext cx="1738312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35" name="Straight Connector 66">
            <a:extLst>
              <a:ext uri="{FF2B5EF4-FFF2-40B4-BE49-F238E27FC236}">
                <a16:creationId xmlns:a16="http://schemas.microsoft.com/office/drawing/2014/main" id="{19CB6DD4-B2FB-E648-9206-77860DC203C8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2457450" y="1322388"/>
            <a:ext cx="5013325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36" name="Straight Arrow Connector 68">
            <a:extLst>
              <a:ext uri="{FF2B5EF4-FFF2-40B4-BE49-F238E27FC236}">
                <a16:creationId xmlns:a16="http://schemas.microsoft.com/office/drawing/2014/main" id="{54A70F88-C88C-7F42-B489-74CC1B75C44A}"/>
              </a:ext>
            </a:extLst>
          </p:cNvPr>
          <p:cNvCxnSpPr>
            <a:cxnSpLocks noChangeShapeType="1"/>
            <a:endCxn id="47109" idx="0"/>
          </p:cNvCxnSpPr>
          <p:nvPr/>
        </p:nvCxnSpPr>
        <p:spPr bwMode="auto">
          <a:xfrm rot="16200000" flipH="1">
            <a:off x="2216944" y="1564481"/>
            <a:ext cx="485775" cy="47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37" name="TextBox 69">
            <a:extLst>
              <a:ext uri="{FF2B5EF4-FFF2-40B4-BE49-F238E27FC236}">
                <a16:creationId xmlns:a16="http://schemas.microsoft.com/office/drawing/2014/main" id="{4A8F26CF-DFE5-2B40-AD22-652542106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3" y="1014413"/>
            <a:ext cx="2728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cs typeface="Arial" panose="020B0604020202020204" pitchFamily="34" charset="0"/>
              </a:rPr>
              <a:t>TAG and VALUE Broadcast Bus</a:t>
            </a:r>
          </a:p>
        </p:txBody>
      </p:sp>
      <p:sp>
        <p:nvSpPr>
          <p:cNvPr id="47138" name="TextBox 70">
            <a:extLst>
              <a:ext uri="{FF2B5EF4-FFF2-40B4-BE49-F238E27FC236}">
                <a16:creationId xmlns:a16="http://schemas.microsoft.com/office/drawing/2014/main" id="{45A143A8-6F57-C843-A209-35E544EA7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470" y="4462463"/>
            <a:ext cx="15824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dirty="0">
                <a:cs typeface="Arial" panose="020B0604020202020204" pitchFamily="34" charset="0"/>
              </a:rPr>
              <a:t>In order </a:t>
            </a:r>
            <a:r>
              <a:rPr lang="en-US" altLang="zh-CN" sz="1800" dirty="0">
                <a:cs typeface="Arial" panose="020B0604020202020204" pitchFamily="34" charset="0"/>
              </a:rPr>
              <a:t>issue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sp>
        <p:nvSpPr>
          <p:cNvPr id="47139" name="TextBox 71">
            <a:extLst>
              <a:ext uri="{FF2B5EF4-FFF2-40B4-BE49-F238E27FC236}">
                <a16:creationId xmlns:a16="http://schemas.microsoft.com/office/drawing/2014/main" id="{2CFEC45F-421D-DD45-9303-7700EFD3D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5090" y="4467780"/>
            <a:ext cx="15953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800" dirty="0" err="1">
                <a:solidFill>
                  <a:srgbClr val="0432FF"/>
                </a:solidFill>
              </a:rPr>
              <a:t>OoO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0000FF"/>
                </a:solidFill>
                <a:cs typeface="Arial" panose="020B0604020202020204" pitchFamily="34" charset="0"/>
              </a:rPr>
              <a:t>dispatch</a:t>
            </a:r>
            <a:endParaRPr lang="en-US" altLang="en-US" sz="1800" dirty="0">
              <a:solidFill>
                <a:srgbClr val="0000FF"/>
              </a:solidFill>
              <a:cs typeface="Arial" panose="020B0604020202020204" pitchFamily="34" charset="0"/>
            </a:endParaRPr>
          </a:p>
        </p:txBody>
      </p:sp>
      <p:sp>
        <p:nvSpPr>
          <p:cNvPr id="47140" name="TextBox 72">
            <a:extLst>
              <a:ext uri="{FF2B5EF4-FFF2-40B4-BE49-F238E27FC236}">
                <a16:creationId xmlns:a16="http://schemas.microsoft.com/office/drawing/2014/main" id="{5EFFA50A-7107-1242-9727-7F24CCA3E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5283" y="4494213"/>
            <a:ext cx="23006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dirty="0">
                <a:cs typeface="Arial" panose="020B0604020202020204" pitchFamily="34" charset="0"/>
              </a:rPr>
              <a:t>In order </a:t>
            </a:r>
            <a:r>
              <a:rPr lang="en-US" altLang="zh-CN" sz="1800" dirty="0"/>
              <a:t>commitment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B371AECD-AC03-4615-9FD4-62CA6859D11B}"/>
              </a:ext>
            </a:extLst>
          </p:cNvPr>
          <p:cNvCxnSpPr>
            <a:cxnSpLocks/>
          </p:cNvCxnSpPr>
          <p:nvPr/>
        </p:nvCxnSpPr>
        <p:spPr bwMode="auto">
          <a:xfrm>
            <a:off x="3217069" y="4165398"/>
            <a:ext cx="0" cy="297065"/>
          </a:xfrm>
          <a:prstGeom prst="straightConnector1">
            <a:avLst/>
          </a:prstGeom>
          <a:solidFill>
            <a:srgbClr val="C0C0C0"/>
          </a:solidFill>
          <a:ln w="19050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</p:spPr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96B3A83C-4955-49D5-80F6-B0ECD6D1420A}"/>
              </a:ext>
            </a:extLst>
          </p:cNvPr>
          <p:cNvCxnSpPr>
            <a:cxnSpLocks/>
          </p:cNvCxnSpPr>
          <p:nvPr/>
        </p:nvCxnSpPr>
        <p:spPr bwMode="auto">
          <a:xfrm>
            <a:off x="6400800" y="4233864"/>
            <a:ext cx="0" cy="228599"/>
          </a:xfrm>
          <a:prstGeom prst="straightConnector1">
            <a:avLst/>
          </a:prstGeom>
          <a:solidFill>
            <a:srgbClr val="C0C0C0"/>
          </a:solidFill>
          <a:ln w="19050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67" name="TextBox 71">
            <a:extLst>
              <a:ext uri="{FF2B5EF4-FFF2-40B4-BE49-F238E27FC236}">
                <a16:creationId xmlns:a16="http://schemas.microsoft.com/office/drawing/2014/main" id="{48CF4835-EA8F-480C-ACDA-2571DE30A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7488" y="4486829"/>
            <a:ext cx="17235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dirty="0" err="1">
                <a:cs typeface="Arial" panose="020B0604020202020204" pitchFamily="34" charset="0"/>
              </a:rPr>
              <a:t>OoO</a:t>
            </a:r>
            <a:r>
              <a:rPr lang="en-US" altLang="en-US" sz="1800" dirty="0">
                <a:cs typeface="Arial" panose="020B0604020202020204" pitchFamily="34" charset="0"/>
              </a:rPr>
              <a:t> </a:t>
            </a:r>
            <a:r>
              <a:rPr lang="en-US" altLang="zh-CN" sz="1800" dirty="0">
                <a:cs typeface="Arial" panose="020B0604020202020204" pitchFamily="34" charset="0"/>
              </a:rPr>
              <a:t>execution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3446C094-D412-44BE-8E32-143F74FC1623}"/>
              </a:ext>
            </a:extLst>
          </p:cNvPr>
          <p:cNvCxnSpPr>
            <a:cxnSpLocks/>
          </p:cNvCxnSpPr>
          <p:nvPr/>
        </p:nvCxnSpPr>
        <p:spPr bwMode="auto">
          <a:xfrm>
            <a:off x="1511300" y="4199630"/>
            <a:ext cx="0" cy="297065"/>
          </a:xfrm>
          <a:prstGeom prst="straightConnector1">
            <a:avLst/>
          </a:prstGeom>
          <a:solidFill>
            <a:srgbClr val="C0C0C0"/>
          </a:solidFill>
          <a:ln w="19050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</p:spPr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36193C21-6C69-47D4-B89D-1344A6BA9273}"/>
              </a:ext>
            </a:extLst>
          </p:cNvPr>
          <p:cNvCxnSpPr>
            <a:cxnSpLocks/>
          </p:cNvCxnSpPr>
          <p:nvPr/>
        </p:nvCxnSpPr>
        <p:spPr bwMode="auto">
          <a:xfrm>
            <a:off x="8216107" y="4152900"/>
            <a:ext cx="0" cy="297065"/>
          </a:xfrm>
          <a:prstGeom prst="straightConnector1">
            <a:avLst/>
          </a:prstGeom>
          <a:solidFill>
            <a:srgbClr val="C0C0C0"/>
          </a:solidFill>
          <a:ln w="19050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id="{AB752953-2D82-E649-AC84-F24AC67D8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Two Humps in a Modern Pipeline</a:t>
            </a:r>
          </a:p>
        </p:txBody>
      </p:sp>
      <p:sp>
        <p:nvSpPr>
          <p:cNvPr id="103426" name="Content Placeholder 2">
            <a:extLst>
              <a:ext uri="{FF2B5EF4-FFF2-40B4-BE49-F238E27FC236}">
                <a16:creationId xmlns:a16="http://schemas.microsoft.com/office/drawing/2014/main" id="{CA7B9045-9CBC-374F-9456-4FE6976DC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6950"/>
            <a:ext cx="8809038" cy="5194300"/>
          </a:xfrm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Hump 1: Reservation stations (scheduling window)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Hump 2: Reordering (reorder buffer, aka instruction window or active window)</a:t>
            </a:r>
          </a:p>
        </p:txBody>
      </p:sp>
      <p:sp>
        <p:nvSpPr>
          <p:cNvPr id="47107" name="Slide Number Placeholder 3">
            <a:extLst>
              <a:ext uri="{FF2B5EF4-FFF2-40B4-BE49-F238E27FC236}">
                <a16:creationId xmlns:a16="http://schemas.microsoft.com/office/drawing/2014/main" id="{5F9E9541-7E8F-1443-88A5-40FBD947A2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10FD897-6B18-1F44-96AA-66F725E33442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17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grpSp>
        <p:nvGrpSpPr>
          <p:cNvPr id="47108" name="Group 4">
            <a:extLst>
              <a:ext uri="{FF2B5EF4-FFF2-40B4-BE49-F238E27FC236}">
                <a16:creationId xmlns:a16="http://schemas.microsoft.com/office/drawing/2014/main" id="{AE5DD14D-2ED6-8B4C-A755-0ADDF4D7D7BB}"/>
              </a:ext>
            </a:extLst>
          </p:cNvPr>
          <p:cNvGrpSpPr>
            <a:grpSpLocks/>
          </p:cNvGrpSpPr>
          <p:nvPr/>
        </p:nvGrpSpPr>
        <p:grpSpPr bwMode="auto">
          <a:xfrm>
            <a:off x="704850" y="2825750"/>
            <a:ext cx="806450" cy="369888"/>
            <a:chOff x="1001099" y="4100530"/>
            <a:chExt cx="805656" cy="369887"/>
          </a:xfrm>
        </p:grpSpPr>
        <p:sp>
          <p:nvSpPr>
            <p:cNvPr id="47163" name="Rectangle 10">
              <a:extLst>
                <a:ext uri="{FF2B5EF4-FFF2-40B4-BE49-F238E27FC236}">
                  <a16:creationId xmlns:a16="http://schemas.microsoft.com/office/drawing/2014/main" id="{9F598FC3-6E94-7945-B0D8-F98090AB7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1099" y="4100530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F</a:t>
              </a:r>
            </a:p>
          </p:txBody>
        </p:sp>
        <p:sp>
          <p:nvSpPr>
            <p:cNvPr id="47164" name="Rectangle 11">
              <a:extLst>
                <a:ext uri="{FF2B5EF4-FFF2-40B4-BE49-F238E27FC236}">
                  <a16:creationId xmlns:a16="http://schemas.microsoft.com/office/drawing/2014/main" id="{1575E324-FB74-1A44-8C50-561B4AA1B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3927" y="4100530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D</a:t>
              </a:r>
            </a:p>
          </p:txBody>
        </p:sp>
      </p:grpSp>
      <p:sp>
        <p:nvSpPr>
          <p:cNvPr id="47109" name="Rectangle 8">
            <a:extLst>
              <a:ext uri="{FF2B5EF4-FFF2-40B4-BE49-F238E27FC236}">
                <a16:creationId xmlns:a16="http://schemas.microsoft.com/office/drawing/2014/main" id="{ADB73170-19EC-AC4F-9CB0-B76A9D46E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1809750"/>
            <a:ext cx="1227138" cy="2493963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cxnSp>
        <p:nvCxnSpPr>
          <p:cNvPr id="47110" name="Straight Arrow Connector 10">
            <a:extLst>
              <a:ext uri="{FF2B5EF4-FFF2-40B4-BE49-F238E27FC236}">
                <a16:creationId xmlns:a16="http://schemas.microsoft.com/office/drawing/2014/main" id="{8E1A7DA6-B792-454F-B197-07B5F8FD8E5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514475" y="3011488"/>
            <a:ext cx="3333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11" name="Rectangle 12">
            <a:extLst>
              <a:ext uri="{FF2B5EF4-FFF2-40B4-BE49-F238E27FC236}">
                <a16:creationId xmlns:a16="http://schemas.microsoft.com/office/drawing/2014/main" id="{3CBFBE8C-F8B6-D345-BD6F-A32A635CF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2325" y="2174875"/>
            <a:ext cx="403225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E</a:t>
            </a:r>
          </a:p>
        </p:txBody>
      </p:sp>
      <p:sp>
        <p:nvSpPr>
          <p:cNvPr id="47112" name="Rectangle 13">
            <a:extLst>
              <a:ext uri="{FF2B5EF4-FFF2-40B4-BE49-F238E27FC236}">
                <a16:creationId xmlns:a16="http://schemas.microsoft.com/office/drawing/2014/main" id="{A590F39E-2B74-1F49-8715-EF8F7907D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1188" y="2874963"/>
            <a:ext cx="401637" cy="369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W</a:t>
            </a:r>
          </a:p>
        </p:txBody>
      </p:sp>
      <p:grpSp>
        <p:nvGrpSpPr>
          <p:cNvPr id="47113" name="Group 17">
            <a:extLst>
              <a:ext uri="{FF2B5EF4-FFF2-40B4-BE49-F238E27FC236}">
                <a16:creationId xmlns:a16="http://schemas.microsoft.com/office/drawing/2014/main" id="{8CEB35F6-E70D-B246-A0ED-DC5D50B5B598}"/>
              </a:ext>
            </a:extLst>
          </p:cNvPr>
          <p:cNvGrpSpPr>
            <a:grpSpLocks/>
          </p:cNvGrpSpPr>
          <p:nvPr/>
        </p:nvGrpSpPr>
        <p:grpSpPr bwMode="auto">
          <a:xfrm>
            <a:off x="3362325" y="3222625"/>
            <a:ext cx="3222625" cy="369888"/>
            <a:chOff x="2783717" y="3915586"/>
            <a:chExt cx="3222624" cy="369887"/>
          </a:xfrm>
        </p:grpSpPr>
        <p:sp>
          <p:nvSpPr>
            <p:cNvPr id="47155" name="Rectangle 12">
              <a:extLst>
                <a:ext uri="{FF2B5EF4-FFF2-40B4-BE49-F238E27FC236}">
                  <a16:creationId xmlns:a16="http://schemas.microsoft.com/office/drawing/2014/main" id="{0511977C-8275-F346-8704-3306229D3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3717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56" name="Rectangle 12">
              <a:extLst>
                <a:ext uri="{FF2B5EF4-FFF2-40B4-BE49-F238E27FC236}">
                  <a16:creationId xmlns:a16="http://schemas.microsoft.com/office/drawing/2014/main" id="{2D803880-E041-D44D-AC2C-9B2EC7258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6545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57" name="Rectangle 20">
              <a:extLst>
                <a:ext uri="{FF2B5EF4-FFF2-40B4-BE49-F238E27FC236}">
                  <a16:creationId xmlns:a16="http://schemas.microsoft.com/office/drawing/2014/main" id="{AF2663D0-5B1C-D544-B05E-7079DA94F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9373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58" name="Rectangle 21">
              <a:extLst>
                <a:ext uri="{FF2B5EF4-FFF2-40B4-BE49-F238E27FC236}">
                  <a16:creationId xmlns:a16="http://schemas.microsoft.com/office/drawing/2014/main" id="{E53046A0-964C-A540-8AEB-D8CF4E96E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201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59" name="Rectangle 12">
              <a:extLst>
                <a:ext uri="{FF2B5EF4-FFF2-40B4-BE49-F238E27FC236}">
                  <a16:creationId xmlns:a16="http://schemas.microsoft.com/office/drawing/2014/main" id="{0F042364-C3BD-0640-96B8-164B23D49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029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60" name="Rectangle 12">
              <a:extLst>
                <a:ext uri="{FF2B5EF4-FFF2-40B4-BE49-F238E27FC236}">
                  <a16:creationId xmlns:a16="http://schemas.microsoft.com/office/drawing/2014/main" id="{2C055215-8BC6-E146-8D0D-5D9B8DBB4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7857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61" name="Rectangle 12">
              <a:extLst>
                <a:ext uri="{FF2B5EF4-FFF2-40B4-BE49-F238E27FC236}">
                  <a16:creationId xmlns:a16="http://schemas.microsoft.com/office/drawing/2014/main" id="{33D92E9B-4098-3C4D-87E0-9648EAF1D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0685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62" name="Rectangle 25">
              <a:extLst>
                <a:ext uri="{FF2B5EF4-FFF2-40B4-BE49-F238E27FC236}">
                  <a16:creationId xmlns:a16="http://schemas.microsoft.com/office/drawing/2014/main" id="{1AB5AA3C-DE54-024C-B00F-2A082F7A7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3513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</p:grpSp>
      <p:grpSp>
        <p:nvGrpSpPr>
          <p:cNvPr id="47114" name="Group 26">
            <a:extLst>
              <a:ext uri="{FF2B5EF4-FFF2-40B4-BE49-F238E27FC236}">
                <a16:creationId xmlns:a16="http://schemas.microsoft.com/office/drawing/2014/main" id="{7F7396B7-DA1D-7D40-9802-E70F82DA82D8}"/>
              </a:ext>
            </a:extLst>
          </p:cNvPr>
          <p:cNvGrpSpPr>
            <a:grpSpLocks/>
          </p:cNvGrpSpPr>
          <p:nvPr/>
        </p:nvGrpSpPr>
        <p:grpSpPr bwMode="auto">
          <a:xfrm>
            <a:off x="3362325" y="2690813"/>
            <a:ext cx="1611313" cy="374650"/>
            <a:chOff x="2783717" y="3915586"/>
            <a:chExt cx="1611312" cy="374488"/>
          </a:xfrm>
        </p:grpSpPr>
        <p:sp>
          <p:nvSpPr>
            <p:cNvPr id="47151" name="Rectangle 12">
              <a:extLst>
                <a:ext uri="{FF2B5EF4-FFF2-40B4-BE49-F238E27FC236}">
                  <a16:creationId xmlns:a16="http://schemas.microsoft.com/office/drawing/2014/main" id="{5B040F47-DF46-7043-B3C3-1615BD998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3717" y="3920187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52" name="Rectangle 12">
              <a:extLst>
                <a:ext uri="{FF2B5EF4-FFF2-40B4-BE49-F238E27FC236}">
                  <a16:creationId xmlns:a16="http://schemas.microsoft.com/office/drawing/2014/main" id="{E554B5DB-4D1F-D645-B0D3-494359673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6545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53" name="Rectangle 12">
              <a:extLst>
                <a:ext uri="{FF2B5EF4-FFF2-40B4-BE49-F238E27FC236}">
                  <a16:creationId xmlns:a16="http://schemas.microsoft.com/office/drawing/2014/main" id="{6C5AFC40-1FE4-924C-86CC-221F3EB51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9373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  <p:sp>
          <p:nvSpPr>
            <p:cNvPr id="47154" name="Rectangle 12">
              <a:extLst>
                <a:ext uri="{FF2B5EF4-FFF2-40B4-BE49-F238E27FC236}">
                  <a16:creationId xmlns:a16="http://schemas.microsoft.com/office/drawing/2014/main" id="{2AA8DF29-C81A-C243-B7B0-1A56DA845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201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</p:grpSp>
      <p:grpSp>
        <p:nvGrpSpPr>
          <p:cNvPr id="47115" name="Group 31">
            <a:extLst>
              <a:ext uri="{FF2B5EF4-FFF2-40B4-BE49-F238E27FC236}">
                <a16:creationId xmlns:a16="http://schemas.microsoft.com/office/drawing/2014/main" id="{E64A0743-5AE5-5F49-A889-ED4493FE57A4}"/>
              </a:ext>
            </a:extLst>
          </p:cNvPr>
          <p:cNvGrpSpPr>
            <a:grpSpLocks/>
          </p:cNvGrpSpPr>
          <p:nvPr/>
        </p:nvGrpSpPr>
        <p:grpSpPr bwMode="auto">
          <a:xfrm>
            <a:off x="3362325" y="3592513"/>
            <a:ext cx="3903663" cy="523875"/>
            <a:chOff x="2783717" y="5184853"/>
            <a:chExt cx="3904221" cy="523220"/>
          </a:xfrm>
        </p:grpSpPr>
        <p:grpSp>
          <p:nvGrpSpPr>
            <p:cNvPr id="47141" name="Group 32">
              <a:extLst>
                <a:ext uri="{FF2B5EF4-FFF2-40B4-BE49-F238E27FC236}">
                  <a16:creationId xmlns:a16="http://schemas.microsoft.com/office/drawing/2014/main" id="{157E1D9E-E8FD-264F-9C0D-6CF563FF69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3717" y="5338186"/>
              <a:ext cx="3222624" cy="369887"/>
              <a:chOff x="2783717" y="3915586"/>
              <a:chExt cx="3222624" cy="369887"/>
            </a:xfrm>
          </p:grpSpPr>
          <p:sp>
            <p:nvSpPr>
              <p:cNvPr id="47143" name="Rectangle 12">
                <a:extLst>
                  <a:ext uri="{FF2B5EF4-FFF2-40B4-BE49-F238E27FC236}">
                    <a16:creationId xmlns:a16="http://schemas.microsoft.com/office/drawing/2014/main" id="{46748ACD-2014-574B-9D8E-FF9223258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3717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7144" name="Rectangle 12">
                <a:extLst>
                  <a:ext uri="{FF2B5EF4-FFF2-40B4-BE49-F238E27FC236}">
                    <a16:creationId xmlns:a16="http://schemas.microsoft.com/office/drawing/2014/main" id="{F0C074E6-52B4-4B47-8599-DF1C191C3A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6545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7145" name="Rectangle 12">
                <a:extLst>
                  <a:ext uri="{FF2B5EF4-FFF2-40B4-BE49-F238E27FC236}">
                    <a16:creationId xmlns:a16="http://schemas.microsoft.com/office/drawing/2014/main" id="{92104211-C4DD-9F49-AD50-B19A3E89F6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373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7146" name="Rectangle 37">
                <a:extLst>
                  <a:ext uri="{FF2B5EF4-FFF2-40B4-BE49-F238E27FC236}">
                    <a16:creationId xmlns:a16="http://schemas.microsoft.com/office/drawing/2014/main" id="{22E33E60-FBF7-5740-A553-9FB2FB6CD8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201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7147" name="Rectangle 12">
                <a:extLst>
                  <a:ext uri="{FF2B5EF4-FFF2-40B4-BE49-F238E27FC236}">
                    <a16:creationId xmlns:a16="http://schemas.microsoft.com/office/drawing/2014/main" id="{31E85003-DD2D-E64F-8315-E543BEF090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5029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7148" name="Rectangle 12">
                <a:extLst>
                  <a:ext uri="{FF2B5EF4-FFF2-40B4-BE49-F238E27FC236}">
                    <a16:creationId xmlns:a16="http://schemas.microsoft.com/office/drawing/2014/main" id="{BB0A0D67-28E4-4D44-B0E3-ED358A23E0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7857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7149" name="Rectangle 12">
                <a:extLst>
                  <a:ext uri="{FF2B5EF4-FFF2-40B4-BE49-F238E27FC236}">
                    <a16:creationId xmlns:a16="http://schemas.microsoft.com/office/drawing/2014/main" id="{DE24F1A9-AE21-4B4D-AB60-24FC64016D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00685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  <p:sp>
            <p:nvSpPr>
              <p:cNvPr id="47150" name="Rectangle 41">
                <a:extLst>
                  <a:ext uri="{FF2B5EF4-FFF2-40B4-BE49-F238E27FC236}">
                    <a16:creationId xmlns:a16="http://schemas.microsoft.com/office/drawing/2014/main" id="{7B8B4279-11C6-4743-8695-5622BE1E56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03513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E</a:t>
                </a:r>
              </a:p>
            </p:txBody>
          </p:sp>
        </p:grpSp>
        <p:sp>
          <p:nvSpPr>
            <p:cNvPr id="47142" name="TextBox 33">
              <a:extLst>
                <a:ext uri="{FF2B5EF4-FFF2-40B4-BE49-F238E27FC236}">
                  <a16:creationId xmlns:a16="http://schemas.microsoft.com/office/drawing/2014/main" id="{78170F8C-F020-6A43-B7C9-65DA0F2D8E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6341" y="5184853"/>
              <a:ext cx="68159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2800" b="1">
                  <a:cs typeface="Arial" panose="020B0604020202020204" pitchFamily="34" charset="0"/>
                </a:rPr>
                <a:t>. . .</a:t>
              </a:r>
            </a:p>
          </p:txBody>
        </p:sp>
      </p:grpSp>
      <p:cxnSp>
        <p:nvCxnSpPr>
          <p:cNvPr id="47116" name="Straight Connector 43">
            <a:extLst>
              <a:ext uri="{FF2B5EF4-FFF2-40B4-BE49-F238E27FC236}">
                <a16:creationId xmlns:a16="http://schemas.microsoft.com/office/drawing/2014/main" id="{22ADAFBE-4712-9A44-90C5-F32F1B634015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2268538" y="3136900"/>
            <a:ext cx="160813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7" name="Straight Arrow Connector 44">
            <a:extLst>
              <a:ext uri="{FF2B5EF4-FFF2-40B4-BE49-F238E27FC236}">
                <a16:creationId xmlns:a16="http://schemas.microsoft.com/office/drawing/2014/main" id="{BB7DBA87-8912-CC44-B04D-3807C1D9E13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3400" y="3941763"/>
            <a:ext cx="28892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8" name="Straight Arrow Connector 45">
            <a:extLst>
              <a:ext uri="{FF2B5EF4-FFF2-40B4-BE49-F238E27FC236}">
                <a16:creationId xmlns:a16="http://schemas.microsoft.com/office/drawing/2014/main" id="{D25FF904-8473-B449-B8E8-506A1A0E1B7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1813" y="3408363"/>
            <a:ext cx="2905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9" name="Straight Arrow Connector 46">
            <a:extLst>
              <a:ext uri="{FF2B5EF4-FFF2-40B4-BE49-F238E27FC236}">
                <a16:creationId xmlns:a16="http://schemas.microsoft.com/office/drawing/2014/main" id="{8AE9026E-658E-D542-B429-8092FBA7377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9750" y="2333625"/>
            <a:ext cx="2905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0" name="Straight Arrow Connector 47">
            <a:extLst>
              <a:ext uri="{FF2B5EF4-FFF2-40B4-BE49-F238E27FC236}">
                <a16:creationId xmlns:a16="http://schemas.microsoft.com/office/drawing/2014/main" id="{D0A40A9E-9890-7047-8A63-7159B9F13A8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2879725"/>
            <a:ext cx="2905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1" name="Straight Connector 48">
            <a:extLst>
              <a:ext uri="{FF2B5EF4-FFF2-40B4-BE49-F238E27FC236}">
                <a16:creationId xmlns:a16="http://schemas.microsoft.com/office/drawing/2014/main" id="{4DA7CDE8-0C0F-664E-982D-B58325907F7E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551613" y="3138488"/>
            <a:ext cx="16081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2" name="Straight Arrow Connector 49">
            <a:extLst>
              <a:ext uri="{FF2B5EF4-FFF2-40B4-BE49-F238E27FC236}">
                <a16:creationId xmlns:a16="http://schemas.microsoft.com/office/drawing/2014/main" id="{2365D134-3C7D-DD42-93C5-7FDE271FC49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56475" y="3065463"/>
            <a:ext cx="236538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3" name="Straight Arrow Connector 50">
            <a:extLst>
              <a:ext uri="{FF2B5EF4-FFF2-40B4-BE49-F238E27FC236}">
                <a16:creationId xmlns:a16="http://schemas.microsoft.com/office/drawing/2014/main" id="{68CAA3DF-38FE-564A-A2C4-DE973DA56A0C}"/>
              </a:ext>
            </a:extLst>
          </p:cNvPr>
          <p:cNvCxnSpPr>
            <a:cxnSpLocks noChangeShapeType="1"/>
            <a:stCxn id="47111" idx="3"/>
          </p:cNvCxnSpPr>
          <p:nvPr/>
        </p:nvCxnSpPr>
        <p:spPr bwMode="auto">
          <a:xfrm>
            <a:off x="3765550" y="2360613"/>
            <a:ext cx="359092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4" name="Straight Arrow Connector 51">
            <a:extLst>
              <a:ext uri="{FF2B5EF4-FFF2-40B4-BE49-F238E27FC236}">
                <a16:creationId xmlns:a16="http://schemas.microsoft.com/office/drawing/2014/main" id="{21F52A2B-4441-C949-8D20-B96981CFDDC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73638" y="2876550"/>
            <a:ext cx="2382837" cy="3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5" name="Straight Arrow Connector 52">
            <a:extLst>
              <a:ext uri="{FF2B5EF4-FFF2-40B4-BE49-F238E27FC236}">
                <a16:creationId xmlns:a16="http://schemas.microsoft.com/office/drawing/2014/main" id="{04EC8A8F-89E6-A947-BF49-AE313CDD271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584950" y="3408363"/>
            <a:ext cx="7715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6" name="Straight Arrow Connector 53">
            <a:extLst>
              <a:ext uri="{FF2B5EF4-FFF2-40B4-BE49-F238E27FC236}">
                <a16:creationId xmlns:a16="http://schemas.microsoft.com/office/drawing/2014/main" id="{7198FE0F-9573-354D-8AAC-D1190B8FB5F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154863" y="3943350"/>
            <a:ext cx="201612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27" name="TextBox 54">
            <a:extLst>
              <a:ext uri="{FF2B5EF4-FFF2-40B4-BE49-F238E27FC236}">
                <a16:creationId xmlns:a16="http://schemas.microsoft.com/office/drawing/2014/main" id="{113AAF81-8271-E346-A694-F3000FAA6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5725" y="2085975"/>
            <a:ext cx="10874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cs typeface="Arial" panose="020B0604020202020204" pitchFamily="34" charset="0"/>
              </a:rPr>
              <a:t>Integer add</a:t>
            </a:r>
          </a:p>
        </p:txBody>
      </p:sp>
      <p:sp>
        <p:nvSpPr>
          <p:cNvPr id="47128" name="TextBox 55">
            <a:extLst>
              <a:ext uri="{FF2B5EF4-FFF2-40B4-BE49-F238E27FC236}">
                <a16:creationId xmlns:a16="http://schemas.microsoft.com/office/drawing/2014/main" id="{98F26484-A333-744B-9131-AE5311300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2700" y="2481263"/>
            <a:ext cx="10795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cs typeface="Arial" panose="020B0604020202020204" pitchFamily="34" charset="0"/>
              </a:rPr>
              <a:t>Integer mul</a:t>
            </a:r>
          </a:p>
        </p:txBody>
      </p:sp>
      <p:sp>
        <p:nvSpPr>
          <p:cNvPr id="47129" name="TextBox 56">
            <a:extLst>
              <a:ext uri="{FF2B5EF4-FFF2-40B4-BE49-F238E27FC236}">
                <a16:creationId xmlns:a16="http://schemas.microsoft.com/office/drawing/2014/main" id="{C806C382-BEC1-814B-A24B-84210F75A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4950" y="3038475"/>
            <a:ext cx="7493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cs typeface="Arial" panose="020B0604020202020204" pitchFamily="34" charset="0"/>
              </a:rPr>
              <a:t>FP mul</a:t>
            </a:r>
          </a:p>
        </p:txBody>
      </p:sp>
      <p:sp>
        <p:nvSpPr>
          <p:cNvPr id="47130" name="TextBox 57">
            <a:extLst>
              <a:ext uri="{FF2B5EF4-FFF2-40B4-BE49-F238E27FC236}">
                <a16:creationId xmlns:a16="http://schemas.microsoft.com/office/drawing/2014/main" id="{8825F9C3-7066-9D4A-AF94-CDADBCBBF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8763" y="4124325"/>
            <a:ext cx="12207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cs typeface="Arial" panose="020B0604020202020204" pitchFamily="34" charset="0"/>
              </a:rPr>
              <a:t>Load/store</a:t>
            </a:r>
          </a:p>
        </p:txBody>
      </p:sp>
      <p:sp>
        <p:nvSpPr>
          <p:cNvPr id="47131" name="Rectangle 13">
            <a:extLst>
              <a:ext uri="{FF2B5EF4-FFF2-40B4-BE49-F238E27FC236}">
                <a16:creationId xmlns:a16="http://schemas.microsoft.com/office/drawing/2014/main" id="{7873D087-37A1-BD4C-BAF0-7C0766F5F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3013" y="2022475"/>
            <a:ext cx="401637" cy="21304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FF0000"/>
                </a:solidFill>
              </a:rPr>
              <a:t>R</a:t>
            </a:r>
          </a:p>
          <a:p>
            <a:pPr eaLnBrk="1" hangingPunct="1"/>
            <a:r>
              <a:rPr lang="en-US" altLang="en-US" sz="1800">
                <a:solidFill>
                  <a:srgbClr val="FF0000"/>
                </a:solidFill>
              </a:rPr>
              <a:t>E</a:t>
            </a:r>
          </a:p>
          <a:p>
            <a:pPr eaLnBrk="1" hangingPunct="1"/>
            <a:r>
              <a:rPr lang="en-US" altLang="en-US" sz="1800">
                <a:solidFill>
                  <a:srgbClr val="FF0000"/>
                </a:solidFill>
              </a:rPr>
              <a:t>O</a:t>
            </a:r>
          </a:p>
          <a:p>
            <a:pPr eaLnBrk="1" hangingPunct="1"/>
            <a:r>
              <a:rPr lang="en-US" altLang="en-US" sz="1800">
                <a:solidFill>
                  <a:srgbClr val="FF0000"/>
                </a:solidFill>
              </a:rPr>
              <a:t>R</a:t>
            </a:r>
          </a:p>
          <a:p>
            <a:pPr eaLnBrk="1" hangingPunct="1"/>
            <a:r>
              <a:rPr lang="en-US" altLang="en-US" sz="1800">
                <a:solidFill>
                  <a:srgbClr val="FF0000"/>
                </a:solidFill>
              </a:rPr>
              <a:t>D</a:t>
            </a:r>
          </a:p>
          <a:p>
            <a:pPr eaLnBrk="1" hangingPunct="1"/>
            <a:r>
              <a:rPr lang="en-US" altLang="en-US" sz="1800">
                <a:solidFill>
                  <a:srgbClr val="FF0000"/>
                </a:solidFill>
              </a:rPr>
              <a:t>E</a:t>
            </a:r>
          </a:p>
          <a:p>
            <a:pPr eaLnBrk="1" hangingPunct="1"/>
            <a:r>
              <a:rPr lang="en-US" altLang="en-US" sz="1800">
                <a:solidFill>
                  <a:srgbClr val="FF0000"/>
                </a:solidFill>
              </a:rPr>
              <a:t>R</a:t>
            </a:r>
          </a:p>
        </p:txBody>
      </p:sp>
      <p:cxnSp>
        <p:nvCxnSpPr>
          <p:cNvPr id="47132" name="Straight Arrow Connector 59">
            <a:extLst>
              <a:ext uri="{FF2B5EF4-FFF2-40B4-BE49-F238E27FC236}">
                <a16:creationId xmlns:a16="http://schemas.microsoft.com/office/drawing/2014/main" id="{1CF57462-3F9C-F646-B3CA-2C53DEB75F8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994650" y="3059113"/>
            <a:ext cx="236538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33" name="TextBox 61">
            <a:extLst>
              <a:ext uri="{FF2B5EF4-FFF2-40B4-BE49-F238E27FC236}">
                <a16:creationId xmlns:a16="http://schemas.microsoft.com/office/drawing/2014/main" id="{F6C341CC-2F47-044A-8170-D50EC285B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1919288"/>
            <a:ext cx="350837" cy="230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cs typeface="Arial" panose="020B0604020202020204" pitchFamily="34" charset="0"/>
              </a:rPr>
              <a:t>S</a:t>
            </a:r>
          </a:p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cs typeface="Arial" panose="020B0604020202020204" pitchFamily="34" charset="0"/>
              </a:rPr>
              <a:t>C</a:t>
            </a:r>
          </a:p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cs typeface="Arial" panose="020B0604020202020204" pitchFamily="34" charset="0"/>
              </a:rPr>
              <a:t>H</a:t>
            </a:r>
          </a:p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</a:p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cs typeface="Arial" panose="020B0604020202020204" pitchFamily="34" charset="0"/>
              </a:rPr>
              <a:t>D</a:t>
            </a:r>
          </a:p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cs typeface="Arial" panose="020B0604020202020204" pitchFamily="34" charset="0"/>
              </a:rPr>
              <a:t>U</a:t>
            </a:r>
          </a:p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cs typeface="Arial" panose="020B0604020202020204" pitchFamily="34" charset="0"/>
              </a:rPr>
              <a:t>L</a:t>
            </a:r>
          </a:p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</a:p>
        </p:txBody>
      </p:sp>
      <p:cxnSp>
        <p:nvCxnSpPr>
          <p:cNvPr id="47134" name="Straight Connector 63">
            <a:extLst>
              <a:ext uri="{FF2B5EF4-FFF2-40B4-BE49-F238E27FC236}">
                <a16:creationId xmlns:a16="http://schemas.microsoft.com/office/drawing/2014/main" id="{E0C72D7D-A897-B241-9227-E4F38901C0C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6602413" y="2190750"/>
            <a:ext cx="1738312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35" name="Straight Connector 66">
            <a:extLst>
              <a:ext uri="{FF2B5EF4-FFF2-40B4-BE49-F238E27FC236}">
                <a16:creationId xmlns:a16="http://schemas.microsoft.com/office/drawing/2014/main" id="{19CB6DD4-B2FB-E648-9206-77860DC203C8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2457450" y="1322388"/>
            <a:ext cx="5013325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36" name="Straight Arrow Connector 68">
            <a:extLst>
              <a:ext uri="{FF2B5EF4-FFF2-40B4-BE49-F238E27FC236}">
                <a16:creationId xmlns:a16="http://schemas.microsoft.com/office/drawing/2014/main" id="{54A70F88-C88C-7F42-B489-74CC1B75C44A}"/>
              </a:ext>
            </a:extLst>
          </p:cNvPr>
          <p:cNvCxnSpPr>
            <a:cxnSpLocks noChangeShapeType="1"/>
            <a:endCxn id="47109" idx="0"/>
          </p:cNvCxnSpPr>
          <p:nvPr/>
        </p:nvCxnSpPr>
        <p:spPr bwMode="auto">
          <a:xfrm rot="16200000" flipH="1">
            <a:off x="2216944" y="1564481"/>
            <a:ext cx="485775" cy="47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37" name="TextBox 69">
            <a:extLst>
              <a:ext uri="{FF2B5EF4-FFF2-40B4-BE49-F238E27FC236}">
                <a16:creationId xmlns:a16="http://schemas.microsoft.com/office/drawing/2014/main" id="{4A8F26CF-DFE5-2B40-AD22-652542106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3" y="1014413"/>
            <a:ext cx="2728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cs typeface="Arial" panose="020B0604020202020204" pitchFamily="34" charset="0"/>
              </a:rPr>
              <a:t>TAG and VALUE Broadcast Bus</a:t>
            </a:r>
          </a:p>
        </p:txBody>
      </p:sp>
      <p:sp>
        <p:nvSpPr>
          <p:cNvPr id="47138" name="TextBox 70">
            <a:extLst>
              <a:ext uri="{FF2B5EF4-FFF2-40B4-BE49-F238E27FC236}">
                <a16:creationId xmlns:a16="http://schemas.microsoft.com/office/drawing/2014/main" id="{45A143A8-6F57-C843-A209-35E544EA7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5" y="4462463"/>
            <a:ext cx="9667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FF"/>
                </a:solidFill>
                <a:cs typeface="Arial" panose="020B0604020202020204" pitchFamily="34" charset="0"/>
              </a:rPr>
              <a:t>in order</a:t>
            </a:r>
          </a:p>
        </p:txBody>
      </p:sp>
      <p:sp>
        <p:nvSpPr>
          <p:cNvPr id="47139" name="TextBox 71">
            <a:extLst>
              <a:ext uri="{FF2B5EF4-FFF2-40B4-BE49-F238E27FC236}">
                <a16:creationId xmlns:a16="http://schemas.microsoft.com/office/drawing/2014/main" id="{2CFEC45F-421D-DD45-9303-7700EFD3D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5550" y="4462463"/>
            <a:ext cx="13636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FF"/>
                </a:solidFill>
                <a:cs typeface="Arial" panose="020B0604020202020204" pitchFamily="34" charset="0"/>
              </a:rPr>
              <a:t>out of order</a:t>
            </a:r>
          </a:p>
        </p:txBody>
      </p:sp>
      <p:sp>
        <p:nvSpPr>
          <p:cNvPr id="47140" name="TextBox 72">
            <a:extLst>
              <a:ext uri="{FF2B5EF4-FFF2-40B4-BE49-F238E27FC236}">
                <a16:creationId xmlns:a16="http://schemas.microsoft.com/office/drawing/2014/main" id="{5EFFA50A-7107-1242-9727-7F24CCA3E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9550" y="4462463"/>
            <a:ext cx="9667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FF"/>
                </a:solidFill>
                <a:cs typeface="Arial" panose="020B0604020202020204" pitchFamily="34" charset="0"/>
              </a:rPr>
              <a:t>in order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42181E-D487-0B42-BF2B-053FF1926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066800"/>
            <a:ext cx="9375321" cy="50482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7DEAF7-A465-6144-A83A-CA9C608BC293}"/>
              </a:ext>
            </a:extLst>
          </p:cNvPr>
          <p:cNvSpPr txBox="1"/>
          <p:nvPr/>
        </p:nvSpPr>
        <p:spPr>
          <a:xfrm>
            <a:off x="76200" y="6553200"/>
            <a:ext cx="38779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Photo credit: </a:t>
            </a:r>
            <a:r>
              <a:rPr lang="en-US" sz="900" dirty="0">
                <a:hlinkClick r:id="rId3"/>
              </a:rPr>
              <a:t>http://true-wildlife.blogspot.ch/2010/10/bactrian-camel.html</a:t>
            </a:r>
            <a:r>
              <a:rPr lang="en-US" sz="9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384455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>
            <a:extLst>
              <a:ext uri="{FF2B5EF4-FFF2-40B4-BE49-F238E27FC236}">
                <a16:creationId xmlns:a16="http://schemas.microsoft.com/office/drawing/2014/main" id="{0B23379B-E2BB-CA4D-A9D8-50974423F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Enabling OoO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9B70B-14CE-9F47-B016-A1252E90C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6950"/>
            <a:ext cx="8804275" cy="5194300"/>
          </a:xfrm>
        </p:spPr>
        <p:txBody>
          <a:bodyPr/>
          <a:lstStyle/>
          <a:p>
            <a:pPr marL="457200" indent="-457200">
              <a:buFont typeface="Wingdings" pitchFamily="2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1. Need to link the consumer of a value to the producer</a:t>
            </a:r>
          </a:p>
          <a:p>
            <a:pPr lvl="1"/>
            <a:r>
              <a:rPr lang="en-US" altLang="en-US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Register renaming: </a:t>
            </a:r>
            <a:r>
              <a:rPr lang="en-US" altLang="en-US" dirty="0">
                <a:ea typeface="ＭＳ Ｐゴシック" panose="020B0600070205080204" pitchFamily="34" charset="-128"/>
              </a:rPr>
              <a:t>Associate a </a:t>
            </a:r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tag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with each data value </a:t>
            </a:r>
          </a:p>
          <a:p>
            <a:pPr marL="457200" indent="-457200">
              <a:buFont typeface="Wingdings" pitchFamily="2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2. Need to buffer instructions until they are ready to execute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Insert instruction into </a:t>
            </a:r>
            <a:r>
              <a:rPr lang="en-US" altLang="en-US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reservation stations</a:t>
            </a:r>
            <a:r>
              <a:rPr lang="en-US" altLang="en-US" dirty="0">
                <a:ea typeface="ＭＳ Ｐゴシック" panose="020B0600070205080204" pitchFamily="34" charset="-128"/>
              </a:rPr>
              <a:t> after renaming	</a:t>
            </a:r>
          </a:p>
          <a:p>
            <a:pPr marL="457200" indent="-457200">
              <a:buFont typeface="Wingdings" pitchFamily="2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3. Instructions need to keep track of readiness of source values</a:t>
            </a:r>
          </a:p>
          <a:p>
            <a:pPr lvl="1"/>
            <a:r>
              <a:rPr lang="en-US" altLang="en-US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Broadcast the </a:t>
            </a:r>
            <a:r>
              <a:rPr lang="ja-JP" altLang="en-US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tag</a:t>
            </a:r>
            <a:r>
              <a:rPr lang="ja-JP" altLang="en-US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ja-JP" dirty="0">
                <a:ea typeface="ＭＳ Ｐゴシック" panose="020B0600070205080204" pitchFamily="34" charset="-128"/>
              </a:rPr>
              <a:t>when the value is produced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Instructions </a:t>
            </a:r>
            <a:r>
              <a:rPr lang="en-US" altLang="en-US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compare their </a:t>
            </a:r>
            <a:r>
              <a:rPr lang="ja-JP" altLang="en-US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source tags</a:t>
            </a:r>
            <a:r>
              <a:rPr lang="ja-JP" altLang="en-US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”</a:t>
            </a:r>
            <a:r>
              <a:rPr lang="zh-CN" altLang="en-US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ja-JP" dirty="0">
                <a:ea typeface="ＭＳ Ｐゴシック" panose="020B0600070205080204" pitchFamily="34" charset="-128"/>
              </a:rPr>
              <a:t>to the broadcast tag </a:t>
            </a:r>
            <a:r>
              <a:rPr lang="en-US" altLang="ja-JP" dirty="0">
                <a:ea typeface="ＭＳ Ｐゴシック" panose="020B0600070205080204" pitchFamily="34" charset="-128"/>
                <a:sym typeface="Wingdings" pitchFamily="2" charset="2"/>
              </a:rPr>
              <a:t> if match, source value becomes ready</a:t>
            </a:r>
          </a:p>
          <a:p>
            <a:pPr marL="457200" indent="-457200">
              <a:buFont typeface="Wingdings" pitchFamily="2" charset="2"/>
              <a:buNone/>
            </a:pPr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4. When all source values of an instruction are ready, need to dispatch the instruction to its functional unit (FU)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Instruction </a:t>
            </a:r>
            <a:r>
              <a:rPr lang="en-US" altLang="en-US" dirty="0">
                <a:solidFill>
                  <a:srgbClr val="0000FF"/>
                </a:solidFill>
                <a:ea typeface="ＭＳ Ｐゴシック" panose="020B0600070205080204" pitchFamily="34" charset="-128"/>
                <a:sym typeface="Wingdings" pitchFamily="2" charset="2"/>
              </a:rPr>
              <a:t>wakes up </a:t>
            </a:r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if all sources are ready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If multiple instructions are awake, need to </a:t>
            </a:r>
            <a:r>
              <a:rPr lang="en-US" altLang="en-US" dirty="0">
                <a:solidFill>
                  <a:srgbClr val="0000FF"/>
                </a:solidFill>
                <a:ea typeface="ＭＳ Ｐゴシック" panose="020B0600070205080204" pitchFamily="34" charset="-128"/>
                <a:sym typeface="Wingdings" pitchFamily="2" charset="2"/>
              </a:rPr>
              <a:t>select</a:t>
            </a:r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 one per FU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solidFill>
                <a:srgbClr val="0000FF"/>
              </a:solidFill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solidFill>
                <a:srgbClr val="0000FF"/>
              </a:solidFill>
              <a:ea typeface="ＭＳ Ｐゴシック" panose="020B0600070205080204" pitchFamily="34" charset="-128"/>
            </a:endParaRPr>
          </a:p>
          <a:p>
            <a:pPr marL="457200" indent="-457200"/>
            <a:endParaRPr lang="en-US" altLang="en-US" dirty="0">
              <a:ea typeface="ＭＳ Ｐゴシック" panose="020B0600070205080204" pitchFamily="34" charset="-128"/>
            </a:endParaRPr>
          </a:p>
          <a:p>
            <a:pPr marL="457200" indent="-457200"/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45059" name="Slide Number Placeholder 3">
            <a:extLst>
              <a:ext uri="{FF2B5EF4-FFF2-40B4-BE49-F238E27FC236}">
                <a16:creationId xmlns:a16="http://schemas.microsoft.com/office/drawing/2014/main" id="{20A6D8B1-5675-404E-A19D-BD30BE5E52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58C357A-8585-A64A-B2A3-5802F3927488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18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EAB650AC-ACF5-B04D-ACC2-0BFCD70AA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/>
          <a:lstStyle/>
          <a:p>
            <a:r>
              <a:rPr lang="en-US" altLang="en-US" sz="3600">
                <a:ea typeface="ＭＳ Ｐゴシック" panose="020B0600070205080204" pitchFamily="34" charset="-128"/>
              </a:rPr>
              <a:t>General Organization of an OOO Processor</a:t>
            </a:r>
          </a:p>
        </p:txBody>
      </p:sp>
      <p:sp>
        <p:nvSpPr>
          <p:cNvPr id="48130" name="Content Placeholder 2">
            <a:extLst>
              <a:ext uri="{FF2B5EF4-FFF2-40B4-BE49-F238E27FC236}">
                <a16:creationId xmlns:a16="http://schemas.microsoft.com/office/drawing/2014/main" id="{813A816C-02DF-7048-BF8F-7BA27847B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6950"/>
            <a:ext cx="8915400" cy="5194300"/>
          </a:xfrm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pPr marL="342900" lvl="1" indent="-342900"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altLang="en-US" sz="1600" dirty="0">
                <a:ea typeface="ＭＳ Ｐゴシック" panose="020B0600070205080204" pitchFamily="34" charset="-128"/>
              </a:rPr>
              <a:t>Smith and </a:t>
            </a:r>
            <a:r>
              <a:rPr lang="en-US" altLang="en-US" sz="1600" dirty="0" err="1">
                <a:ea typeface="ＭＳ Ｐゴシック" panose="020B0600070205080204" pitchFamily="34" charset="-128"/>
              </a:rPr>
              <a:t>Sohi</a:t>
            </a:r>
            <a:r>
              <a:rPr lang="en-US" altLang="en-US" sz="1600" dirty="0">
                <a:ea typeface="ＭＳ Ｐゴシック" panose="020B0600070205080204" pitchFamily="34" charset="-128"/>
              </a:rPr>
              <a:t>, </a:t>
            </a:r>
            <a:r>
              <a:rPr lang="ja-JP" altLang="en-US" sz="1600" dirty="0">
                <a:ea typeface="ＭＳ Ｐゴシック" panose="020B0600070205080204" pitchFamily="34" charset="-128"/>
              </a:rPr>
              <a:t>“</a:t>
            </a:r>
            <a:r>
              <a:rPr lang="en-US" altLang="ja-JP" sz="1600" dirty="0">
                <a:ea typeface="ＭＳ Ｐゴシック" panose="020B0600070205080204" pitchFamily="34" charset="-128"/>
              </a:rPr>
              <a:t>The Microarchitecture of Superscalar Processors,</a:t>
            </a:r>
            <a:r>
              <a:rPr lang="ja-JP" altLang="en-US" sz="1600" dirty="0">
                <a:ea typeface="ＭＳ Ｐゴシック" panose="020B0600070205080204" pitchFamily="34" charset="-128"/>
              </a:rPr>
              <a:t>”</a:t>
            </a:r>
            <a:r>
              <a:rPr lang="en-US" altLang="ja-JP" sz="1600" dirty="0">
                <a:ea typeface="ＭＳ Ｐゴシック" panose="020B0600070205080204" pitchFamily="34" charset="-128"/>
              </a:rPr>
              <a:t> Proc. IEEE, Dec. 1995.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48131" name="Slide Number Placeholder 3">
            <a:extLst>
              <a:ext uri="{FF2B5EF4-FFF2-40B4-BE49-F238E27FC236}">
                <a16:creationId xmlns:a16="http://schemas.microsoft.com/office/drawing/2014/main" id="{A4208632-7179-D647-A8A0-A2FF38CBD1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2829FC0-2027-134A-AD5C-5A67C9DD12C5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19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48132" name="Picture 2">
            <a:extLst>
              <a:ext uri="{FF2B5EF4-FFF2-40B4-BE49-F238E27FC236}">
                <a16:creationId xmlns:a16="http://schemas.microsoft.com/office/drawing/2014/main" id="{0203BE09-17B6-2E4C-83CE-8950D91A6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19200"/>
            <a:ext cx="8277225" cy="417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>
            <a:extLst>
              <a:ext uri="{FF2B5EF4-FFF2-40B4-BE49-F238E27FC236}">
                <a16:creationId xmlns:a16="http://schemas.microsoft.com/office/drawing/2014/main" id="{E418FECC-1657-8E4E-A94A-AAAE5B1CE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Tomasulo’</a:t>
            </a:r>
            <a:r>
              <a:rPr lang="en-US" altLang="ja-JP">
                <a:ea typeface="ＭＳ Ｐゴシック" panose="020B0600070205080204" pitchFamily="34" charset="-128"/>
              </a:rPr>
              <a:t>s Machine: IBM 360/91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9155" name="Slide Number Placeholder 3">
            <a:extLst>
              <a:ext uri="{FF2B5EF4-FFF2-40B4-BE49-F238E27FC236}">
                <a16:creationId xmlns:a16="http://schemas.microsoft.com/office/drawing/2014/main" id="{3B88408D-2AA6-0842-9AA1-AA0C68C3B9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9F177EB-0DAF-F046-80BC-459E48AD4F36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20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5DBE8960-9307-264C-A9FA-DCC3BB616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1388" y="4730750"/>
            <a:ext cx="14351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488" tIns="44450" rIns="90488" bIns="44450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000"/>
              <a:t>FP FU</a:t>
            </a:r>
          </a:p>
        </p:txBody>
      </p:sp>
      <p:sp>
        <p:nvSpPr>
          <p:cNvPr id="49157" name="Rectangle 4">
            <a:extLst>
              <a:ext uri="{FF2B5EF4-FFF2-40B4-BE49-F238E27FC236}">
                <a16:creationId xmlns:a16="http://schemas.microsoft.com/office/drawing/2014/main" id="{A670BA02-FD63-0D4F-BBD3-D9793048F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1388" y="4502150"/>
            <a:ext cx="1435100" cy="139700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49158" name="Rectangle 5">
            <a:extLst>
              <a:ext uri="{FF2B5EF4-FFF2-40B4-BE49-F238E27FC236}">
                <a16:creationId xmlns:a16="http://schemas.microsoft.com/office/drawing/2014/main" id="{3D60E43B-FE18-7044-A319-C16CD8FDD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007" y="4349750"/>
            <a:ext cx="1435100" cy="139700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49159" name="Rectangle 6">
            <a:extLst>
              <a:ext uri="{FF2B5EF4-FFF2-40B4-BE49-F238E27FC236}">
                <a16:creationId xmlns:a16="http://schemas.microsoft.com/office/drawing/2014/main" id="{34FFAB56-EEDB-C141-984C-1C96F1D6B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1388" y="4197350"/>
            <a:ext cx="1435100" cy="139700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49160" name="Rectangle 7">
            <a:extLst>
              <a:ext uri="{FF2B5EF4-FFF2-40B4-BE49-F238E27FC236}">
                <a16:creationId xmlns:a16="http://schemas.microsoft.com/office/drawing/2014/main" id="{A1A5E68C-AB12-0247-A0F8-7EE58A3E7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3988" y="4730750"/>
            <a:ext cx="14351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488" tIns="44450" rIns="90488" bIns="44450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000"/>
              <a:t>FP FU</a:t>
            </a:r>
          </a:p>
        </p:txBody>
      </p:sp>
      <p:sp>
        <p:nvSpPr>
          <p:cNvPr id="49161" name="Rectangle 8">
            <a:extLst>
              <a:ext uri="{FF2B5EF4-FFF2-40B4-BE49-F238E27FC236}">
                <a16:creationId xmlns:a16="http://schemas.microsoft.com/office/drawing/2014/main" id="{0FF17B35-9609-774F-88E6-9C05CABFC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3988" y="4502150"/>
            <a:ext cx="1435100" cy="139700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49162" name="Rectangle 9">
            <a:extLst>
              <a:ext uri="{FF2B5EF4-FFF2-40B4-BE49-F238E27FC236}">
                <a16:creationId xmlns:a16="http://schemas.microsoft.com/office/drawing/2014/main" id="{2A7459C2-C838-2644-9083-8B0AE9C73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3988" y="4349750"/>
            <a:ext cx="1435100" cy="139700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49163" name="Line 10">
            <a:extLst>
              <a:ext uri="{FF2B5EF4-FFF2-40B4-BE49-F238E27FC236}">
                <a16:creationId xmlns:a16="http://schemas.microsoft.com/office/drawing/2014/main" id="{EA5CA826-07CE-5D4A-89F9-1FCAC864BD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3638" y="41910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4" name="Line 11">
            <a:extLst>
              <a:ext uri="{FF2B5EF4-FFF2-40B4-BE49-F238E27FC236}">
                <a16:creationId xmlns:a16="http://schemas.microsoft.com/office/drawing/2014/main" id="{A6B87053-1A16-DB4D-9BE7-4DFC3187AD6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6238" y="43434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5" name="Rectangle 12">
            <a:extLst>
              <a:ext uri="{FF2B5EF4-FFF2-40B4-BE49-F238E27FC236}">
                <a16:creationId xmlns:a16="http://schemas.microsoft.com/office/drawing/2014/main" id="{09D890F5-54AA-AF40-9CE4-878E66F63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4588" y="2749550"/>
            <a:ext cx="596900" cy="139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49166" name="Rectangle 13">
            <a:extLst>
              <a:ext uri="{FF2B5EF4-FFF2-40B4-BE49-F238E27FC236}">
                <a16:creationId xmlns:a16="http://schemas.microsoft.com/office/drawing/2014/main" id="{CF123F76-64F2-6A41-9DA1-4AD4DAC66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4588" y="2901950"/>
            <a:ext cx="596900" cy="139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49167" name="Rectangle 14">
            <a:extLst>
              <a:ext uri="{FF2B5EF4-FFF2-40B4-BE49-F238E27FC236}">
                <a16:creationId xmlns:a16="http://schemas.microsoft.com/office/drawing/2014/main" id="{6847D140-E6E5-3D4A-A2BA-E218798C3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4588" y="3054350"/>
            <a:ext cx="596900" cy="139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49168" name="Rectangle 15">
            <a:extLst>
              <a:ext uri="{FF2B5EF4-FFF2-40B4-BE49-F238E27FC236}">
                <a16:creationId xmlns:a16="http://schemas.microsoft.com/office/drawing/2014/main" id="{10C1A1CD-E2A9-CE4F-B929-6BE355496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4588" y="3206750"/>
            <a:ext cx="596900" cy="139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49169" name="Rectangle 16">
            <a:extLst>
              <a:ext uri="{FF2B5EF4-FFF2-40B4-BE49-F238E27FC236}">
                <a16:creationId xmlns:a16="http://schemas.microsoft.com/office/drawing/2014/main" id="{386C5301-CB6E-5B42-B161-376A7A448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4588" y="3359150"/>
            <a:ext cx="596900" cy="139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49170" name="Rectangle 17">
            <a:extLst>
              <a:ext uri="{FF2B5EF4-FFF2-40B4-BE49-F238E27FC236}">
                <a16:creationId xmlns:a16="http://schemas.microsoft.com/office/drawing/2014/main" id="{B21347D7-5387-A948-8133-312FEECBE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6788" y="2520950"/>
            <a:ext cx="596900" cy="139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49171" name="Rectangle 18">
            <a:extLst>
              <a:ext uri="{FF2B5EF4-FFF2-40B4-BE49-F238E27FC236}">
                <a16:creationId xmlns:a16="http://schemas.microsoft.com/office/drawing/2014/main" id="{FBB22135-A0A1-E443-844B-4803A96F2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6788" y="2673350"/>
            <a:ext cx="596900" cy="139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49172" name="Rectangle 19">
            <a:extLst>
              <a:ext uri="{FF2B5EF4-FFF2-40B4-BE49-F238E27FC236}">
                <a16:creationId xmlns:a16="http://schemas.microsoft.com/office/drawing/2014/main" id="{806E2659-BA0C-9948-818E-9CBE6D250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6788" y="2825750"/>
            <a:ext cx="596900" cy="139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49173" name="Rectangle 20">
            <a:extLst>
              <a:ext uri="{FF2B5EF4-FFF2-40B4-BE49-F238E27FC236}">
                <a16:creationId xmlns:a16="http://schemas.microsoft.com/office/drawing/2014/main" id="{890527F8-4756-C344-B6B7-D07102524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6788" y="2978150"/>
            <a:ext cx="596900" cy="139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49174" name="Rectangle 21">
            <a:extLst>
              <a:ext uri="{FF2B5EF4-FFF2-40B4-BE49-F238E27FC236}">
                <a16:creationId xmlns:a16="http://schemas.microsoft.com/office/drawing/2014/main" id="{587E1114-87BC-0B44-B919-970F8307B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6788" y="3130550"/>
            <a:ext cx="596900" cy="139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49175" name="Rectangle 22">
            <a:extLst>
              <a:ext uri="{FF2B5EF4-FFF2-40B4-BE49-F238E27FC236}">
                <a16:creationId xmlns:a16="http://schemas.microsoft.com/office/drawing/2014/main" id="{A97D1161-1A53-E540-85C9-94B692CE9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7988" y="2444750"/>
            <a:ext cx="1282700" cy="139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49176" name="Rectangle 23">
            <a:extLst>
              <a:ext uri="{FF2B5EF4-FFF2-40B4-BE49-F238E27FC236}">
                <a16:creationId xmlns:a16="http://schemas.microsoft.com/office/drawing/2014/main" id="{F92F5F01-85B5-DA49-A8B4-0E5B64A66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7988" y="2597150"/>
            <a:ext cx="1282700" cy="139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49177" name="Rectangle 24">
            <a:extLst>
              <a:ext uri="{FF2B5EF4-FFF2-40B4-BE49-F238E27FC236}">
                <a16:creationId xmlns:a16="http://schemas.microsoft.com/office/drawing/2014/main" id="{0E7ABE98-BF1E-794E-B054-DD8F5036C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7988" y="2749550"/>
            <a:ext cx="1282700" cy="139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49178" name="Rectangle 25">
            <a:extLst>
              <a:ext uri="{FF2B5EF4-FFF2-40B4-BE49-F238E27FC236}">
                <a16:creationId xmlns:a16="http://schemas.microsoft.com/office/drawing/2014/main" id="{EF1E2A9C-DB76-744A-BA29-8FD932FE0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7988" y="2901950"/>
            <a:ext cx="1282700" cy="139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49179" name="Rectangle 26">
            <a:extLst>
              <a:ext uri="{FF2B5EF4-FFF2-40B4-BE49-F238E27FC236}">
                <a16:creationId xmlns:a16="http://schemas.microsoft.com/office/drawing/2014/main" id="{5DEF6E75-17F2-AC45-AE05-A978B5CA1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7988" y="3054350"/>
            <a:ext cx="1282700" cy="139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49180" name="Rectangle 27">
            <a:extLst>
              <a:ext uri="{FF2B5EF4-FFF2-40B4-BE49-F238E27FC236}">
                <a16:creationId xmlns:a16="http://schemas.microsoft.com/office/drawing/2014/main" id="{1281C6BD-516C-FB49-95DB-B36494A63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2988" y="3435350"/>
            <a:ext cx="825500" cy="139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49181" name="Rectangle 28">
            <a:extLst>
              <a:ext uri="{FF2B5EF4-FFF2-40B4-BE49-F238E27FC236}">
                <a16:creationId xmlns:a16="http://schemas.microsoft.com/office/drawing/2014/main" id="{CC622213-F683-E348-B8DD-04148EB33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2988" y="3587750"/>
            <a:ext cx="825500" cy="139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49182" name="Rectangle 29">
            <a:extLst>
              <a:ext uri="{FF2B5EF4-FFF2-40B4-BE49-F238E27FC236}">
                <a16:creationId xmlns:a16="http://schemas.microsoft.com/office/drawing/2014/main" id="{D13CC616-DE63-9B43-8FF9-7F1E3B700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2988" y="3740150"/>
            <a:ext cx="825500" cy="139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49183" name="Rectangle 30">
            <a:extLst>
              <a:ext uri="{FF2B5EF4-FFF2-40B4-BE49-F238E27FC236}">
                <a16:creationId xmlns:a16="http://schemas.microsoft.com/office/drawing/2014/main" id="{E6CF98A7-8691-B246-8C2B-DFA4543FA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2988" y="3892550"/>
            <a:ext cx="825500" cy="139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49184" name="Line 31">
            <a:extLst>
              <a:ext uri="{FF2B5EF4-FFF2-40B4-BE49-F238E27FC236}">
                <a16:creationId xmlns:a16="http://schemas.microsoft.com/office/drawing/2014/main" id="{A1D886D7-0243-6347-BC67-A8866E3C61A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5238" y="20574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85" name="Line 32">
            <a:extLst>
              <a:ext uri="{FF2B5EF4-FFF2-40B4-BE49-F238E27FC236}">
                <a16:creationId xmlns:a16="http://schemas.microsoft.com/office/drawing/2014/main" id="{1543BAFE-3D27-AB43-BB33-201FA2D5E3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3038" y="22860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86" name="Freeform 33">
            <a:extLst>
              <a:ext uri="{FF2B5EF4-FFF2-40B4-BE49-F238E27FC236}">
                <a16:creationId xmlns:a16="http://schemas.microsoft.com/office/drawing/2014/main" id="{0217D9EB-0607-CE4B-B949-D6091C85EE00}"/>
              </a:ext>
            </a:extLst>
          </p:cNvPr>
          <p:cNvSpPr>
            <a:spLocks/>
          </p:cNvSpPr>
          <p:nvPr/>
        </p:nvSpPr>
        <p:spPr bwMode="auto">
          <a:xfrm>
            <a:off x="2281238" y="3276600"/>
            <a:ext cx="1525587" cy="915988"/>
          </a:xfrm>
          <a:custGeom>
            <a:avLst/>
            <a:gdLst>
              <a:gd name="T0" fmla="*/ 2147483647 w 961"/>
              <a:gd name="T1" fmla="*/ 0 h 577"/>
              <a:gd name="T2" fmla="*/ 2147483647 w 961"/>
              <a:gd name="T3" fmla="*/ 2147483647 h 577"/>
              <a:gd name="T4" fmla="*/ 0 w 961"/>
              <a:gd name="T5" fmla="*/ 2147483647 h 577"/>
              <a:gd name="T6" fmla="*/ 0 w 961"/>
              <a:gd name="T7" fmla="*/ 2147483647 h 577"/>
              <a:gd name="T8" fmla="*/ 0 60000 65536"/>
              <a:gd name="T9" fmla="*/ 0 60000 65536"/>
              <a:gd name="T10" fmla="*/ 0 60000 65536"/>
              <a:gd name="T11" fmla="*/ 0 60000 65536"/>
              <a:gd name="T12" fmla="*/ 0 w 961"/>
              <a:gd name="T13" fmla="*/ 0 h 577"/>
              <a:gd name="T14" fmla="*/ 961 w 961"/>
              <a:gd name="T15" fmla="*/ 577 h 57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1" h="577">
                <a:moveTo>
                  <a:pt x="960" y="0"/>
                </a:moveTo>
                <a:lnTo>
                  <a:pt x="960" y="192"/>
                </a:lnTo>
                <a:lnTo>
                  <a:pt x="0" y="192"/>
                </a:lnTo>
                <a:lnTo>
                  <a:pt x="0" y="576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87" name="Freeform 34">
            <a:extLst>
              <a:ext uri="{FF2B5EF4-FFF2-40B4-BE49-F238E27FC236}">
                <a16:creationId xmlns:a16="http://schemas.microsoft.com/office/drawing/2014/main" id="{9FBD139C-F29F-9642-B391-B72517D32087}"/>
              </a:ext>
            </a:extLst>
          </p:cNvPr>
          <p:cNvSpPr>
            <a:spLocks/>
          </p:cNvSpPr>
          <p:nvPr/>
        </p:nvSpPr>
        <p:spPr bwMode="auto">
          <a:xfrm>
            <a:off x="3805238" y="3581400"/>
            <a:ext cx="230187" cy="763588"/>
          </a:xfrm>
          <a:custGeom>
            <a:avLst/>
            <a:gdLst>
              <a:gd name="T0" fmla="*/ 0 w 145"/>
              <a:gd name="T1" fmla="*/ 0 h 481"/>
              <a:gd name="T2" fmla="*/ 2147483647 w 145"/>
              <a:gd name="T3" fmla="*/ 0 h 481"/>
              <a:gd name="T4" fmla="*/ 2147483647 w 145"/>
              <a:gd name="T5" fmla="*/ 2147483647 h 481"/>
              <a:gd name="T6" fmla="*/ 0 60000 65536"/>
              <a:gd name="T7" fmla="*/ 0 60000 65536"/>
              <a:gd name="T8" fmla="*/ 0 60000 65536"/>
              <a:gd name="T9" fmla="*/ 0 w 145"/>
              <a:gd name="T10" fmla="*/ 0 h 481"/>
              <a:gd name="T11" fmla="*/ 145 w 145"/>
              <a:gd name="T12" fmla="*/ 481 h 4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5" h="481">
                <a:moveTo>
                  <a:pt x="0" y="0"/>
                </a:moveTo>
                <a:lnTo>
                  <a:pt x="144" y="0"/>
                </a:lnTo>
                <a:lnTo>
                  <a:pt x="144" y="48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88" name="Rectangle 35">
            <a:extLst>
              <a:ext uri="{FF2B5EF4-FFF2-40B4-BE49-F238E27FC236}">
                <a16:creationId xmlns:a16="http://schemas.microsoft.com/office/drawing/2014/main" id="{8C7B91C7-9332-2446-AD2A-08A71436C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450" y="1804988"/>
            <a:ext cx="15271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from memory</a:t>
            </a:r>
          </a:p>
        </p:txBody>
      </p:sp>
      <p:sp>
        <p:nvSpPr>
          <p:cNvPr id="49189" name="Rectangle 36">
            <a:extLst>
              <a:ext uri="{FF2B5EF4-FFF2-40B4-BE49-F238E27FC236}">
                <a16:creationId xmlns:a16="http://schemas.microsoft.com/office/drawing/2014/main" id="{95C8B64D-94EF-A34A-842F-D6610D008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" y="2262188"/>
            <a:ext cx="8794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load</a:t>
            </a:r>
          </a:p>
          <a:p>
            <a:pPr eaLnBrk="1" hangingPunct="1"/>
            <a:r>
              <a:rPr lang="en-US" altLang="en-US" sz="1800"/>
              <a:t>buffers</a:t>
            </a:r>
          </a:p>
        </p:txBody>
      </p:sp>
      <p:sp>
        <p:nvSpPr>
          <p:cNvPr id="49190" name="Freeform 37">
            <a:extLst>
              <a:ext uri="{FF2B5EF4-FFF2-40B4-BE49-F238E27FC236}">
                <a16:creationId xmlns:a16="http://schemas.microsoft.com/office/drawing/2014/main" id="{EADCBBCB-C7A0-A34A-9D74-62A48766F371}"/>
              </a:ext>
            </a:extLst>
          </p:cNvPr>
          <p:cNvSpPr>
            <a:spLocks/>
          </p:cNvSpPr>
          <p:nvPr/>
        </p:nvSpPr>
        <p:spPr bwMode="auto">
          <a:xfrm>
            <a:off x="1443038" y="1981200"/>
            <a:ext cx="5640387" cy="3963988"/>
          </a:xfrm>
          <a:custGeom>
            <a:avLst/>
            <a:gdLst>
              <a:gd name="T0" fmla="*/ 0 w 3553"/>
              <a:gd name="T1" fmla="*/ 2147483647 h 2497"/>
              <a:gd name="T2" fmla="*/ 0 w 3553"/>
              <a:gd name="T3" fmla="*/ 2147483647 h 2497"/>
              <a:gd name="T4" fmla="*/ 2147483647 w 3553"/>
              <a:gd name="T5" fmla="*/ 2147483647 h 2497"/>
              <a:gd name="T6" fmla="*/ 2147483647 w 3553"/>
              <a:gd name="T7" fmla="*/ 0 h 2497"/>
              <a:gd name="T8" fmla="*/ 2147483647 w 3553"/>
              <a:gd name="T9" fmla="*/ 0 h 2497"/>
              <a:gd name="T10" fmla="*/ 2147483647 w 3553"/>
              <a:gd name="T11" fmla="*/ 2147483647 h 24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553"/>
              <a:gd name="T19" fmla="*/ 0 h 2497"/>
              <a:gd name="T20" fmla="*/ 3553 w 3553"/>
              <a:gd name="T21" fmla="*/ 2497 h 24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553" h="2497">
                <a:moveTo>
                  <a:pt x="0" y="960"/>
                </a:moveTo>
                <a:lnTo>
                  <a:pt x="0" y="2496"/>
                </a:lnTo>
                <a:lnTo>
                  <a:pt x="3552" y="2496"/>
                </a:lnTo>
                <a:lnTo>
                  <a:pt x="3552" y="0"/>
                </a:lnTo>
                <a:lnTo>
                  <a:pt x="2976" y="0"/>
                </a:lnTo>
                <a:lnTo>
                  <a:pt x="2976" y="288"/>
                </a:lnTo>
              </a:path>
            </a:pathLst>
          </a:custGeom>
          <a:noFill/>
          <a:ln w="50800" cap="rnd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91" name="Freeform 38">
            <a:extLst>
              <a:ext uri="{FF2B5EF4-FFF2-40B4-BE49-F238E27FC236}">
                <a16:creationId xmlns:a16="http://schemas.microsoft.com/office/drawing/2014/main" id="{364D0CEA-EF01-AB41-A444-5E4F3167A466}"/>
              </a:ext>
            </a:extLst>
          </p:cNvPr>
          <p:cNvSpPr>
            <a:spLocks/>
          </p:cNvSpPr>
          <p:nvPr/>
        </p:nvSpPr>
        <p:spPr bwMode="auto">
          <a:xfrm>
            <a:off x="3043238" y="3886200"/>
            <a:ext cx="4040187" cy="306388"/>
          </a:xfrm>
          <a:custGeom>
            <a:avLst/>
            <a:gdLst>
              <a:gd name="T0" fmla="*/ 2147483647 w 2545"/>
              <a:gd name="T1" fmla="*/ 0 h 193"/>
              <a:gd name="T2" fmla="*/ 0 w 2545"/>
              <a:gd name="T3" fmla="*/ 0 h 193"/>
              <a:gd name="T4" fmla="*/ 0 w 2545"/>
              <a:gd name="T5" fmla="*/ 2147483647 h 193"/>
              <a:gd name="T6" fmla="*/ 0 60000 65536"/>
              <a:gd name="T7" fmla="*/ 0 60000 65536"/>
              <a:gd name="T8" fmla="*/ 0 60000 65536"/>
              <a:gd name="T9" fmla="*/ 0 w 2545"/>
              <a:gd name="T10" fmla="*/ 0 h 193"/>
              <a:gd name="T11" fmla="*/ 2545 w 2545"/>
              <a:gd name="T12" fmla="*/ 193 h 1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45" h="193">
                <a:moveTo>
                  <a:pt x="2544" y="0"/>
                </a:moveTo>
                <a:lnTo>
                  <a:pt x="0" y="0"/>
                </a:lnTo>
                <a:lnTo>
                  <a:pt x="0" y="192"/>
                </a:lnTo>
              </a:path>
            </a:pathLst>
          </a:custGeom>
          <a:noFill/>
          <a:ln w="50800" cap="rnd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92" name="Line 39">
            <a:extLst>
              <a:ext uri="{FF2B5EF4-FFF2-40B4-BE49-F238E27FC236}">
                <a16:creationId xmlns:a16="http://schemas.microsoft.com/office/drawing/2014/main" id="{E16A6EC1-1417-7A48-AB7A-49036B65AE7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2038" y="3886200"/>
            <a:ext cx="0" cy="457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93" name="Freeform 40">
            <a:extLst>
              <a:ext uri="{FF2B5EF4-FFF2-40B4-BE49-F238E27FC236}">
                <a16:creationId xmlns:a16="http://schemas.microsoft.com/office/drawing/2014/main" id="{17359861-C82B-914C-B873-10E74D09ACEE}"/>
              </a:ext>
            </a:extLst>
          </p:cNvPr>
          <p:cNvSpPr>
            <a:spLocks/>
          </p:cNvSpPr>
          <p:nvPr/>
        </p:nvSpPr>
        <p:spPr bwMode="auto">
          <a:xfrm>
            <a:off x="7081838" y="2971800"/>
            <a:ext cx="687387" cy="458788"/>
          </a:xfrm>
          <a:custGeom>
            <a:avLst/>
            <a:gdLst>
              <a:gd name="T0" fmla="*/ 0 w 433"/>
              <a:gd name="T1" fmla="*/ 0 h 289"/>
              <a:gd name="T2" fmla="*/ 2147483647 w 433"/>
              <a:gd name="T3" fmla="*/ 0 h 289"/>
              <a:gd name="T4" fmla="*/ 2147483647 w 433"/>
              <a:gd name="T5" fmla="*/ 2147483647 h 289"/>
              <a:gd name="T6" fmla="*/ 0 60000 65536"/>
              <a:gd name="T7" fmla="*/ 0 60000 65536"/>
              <a:gd name="T8" fmla="*/ 0 60000 65536"/>
              <a:gd name="T9" fmla="*/ 0 w 433"/>
              <a:gd name="T10" fmla="*/ 0 h 289"/>
              <a:gd name="T11" fmla="*/ 433 w 433"/>
              <a:gd name="T12" fmla="*/ 289 h 2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3" h="289">
                <a:moveTo>
                  <a:pt x="0" y="0"/>
                </a:moveTo>
                <a:lnTo>
                  <a:pt x="432" y="0"/>
                </a:lnTo>
                <a:lnTo>
                  <a:pt x="432" y="288"/>
                </a:lnTo>
              </a:path>
            </a:pathLst>
          </a:custGeom>
          <a:noFill/>
          <a:ln w="50800" cap="rnd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94" name="Line 41">
            <a:extLst>
              <a:ext uri="{FF2B5EF4-FFF2-40B4-BE49-F238E27FC236}">
                <a16:creationId xmlns:a16="http://schemas.microsoft.com/office/drawing/2014/main" id="{45E8F2EA-2330-1643-93B5-818BFF3B57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0838" y="5181600"/>
            <a:ext cx="0" cy="762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95" name="Line 42">
            <a:extLst>
              <a:ext uri="{FF2B5EF4-FFF2-40B4-BE49-F238E27FC236}">
                <a16:creationId xmlns:a16="http://schemas.microsoft.com/office/drawing/2014/main" id="{74AB5C31-0752-464B-B805-BAE1494313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9638" y="5181600"/>
            <a:ext cx="0" cy="762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96" name="Rectangle 43">
            <a:extLst>
              <a:ext uri="{FF2B5EF4-FFF2-40B4-BE49-F238E27FC236}">
                <a16:creationId xmlns:a16="http://schemas.microsoft.com/office/drawing/2014/main" id="{3C552425-C4D9-C442-B233-22EBD0530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7800" y="1728788"/>
            <a:ext cx="21748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from instruction unit</a:t>
            </a:r>
          </a:p>
        </p:txBody>
      </p:sp>
      <p:sp>
        <p:nvSpPr>
          <p:cNvPr id="49197" name="Rectangle 44">
            <a:extLst>
              <a:ext uri="{FF2B5EF4-FFF2-40B4-BE49-F238E27FC236}">
                <a16:creationId xmlns:a16="http://schemas.microsoft.com/office/drawing/2014/main" id="{6C440507-1F56-B54F-BA06-95FD93588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2400" y="1576388"/>
            <a:ext cx="14874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 FP registers</a:t>
            </a:r>
          </a:p>
        </p:txBody>
      </p:sp>
      <p:sp>
        <p:nvSpPr>
          <p:cNvPr id="49198" name="Rectangle 45">
            <a:extLst>
              <a:ext uri="{FF2B5EF4-FFF2-40B4-BE49-F238E27FC236}">
                <a16:creationId xmlns:a16="http://schemas.microsoft.com/office/drawing/2014/main" id="{11C60FBF-FA83-574E-AC72-A21641D05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9350" y="2566988"/>
            <a:ext cx="1450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store buffers</a:t>
            </a:r>
          </a:p>
        </p:txBody>
      </p:sp>
      <p:sp>
        <p:nvSpPr>
          <p:cNvPr id="49199" name="Rectangle 46">
            <a:extLst>
              <a:ext uri="{FF2B5EF4-FFF2-40B4-BE49-F238E27FC236}">
                <a16:creationId xmlns:a16="http://schemas.microsoft.com/office/drawing/2014/main" id="{C39EEA7B-C6DD-BD44-95C9-18AEC478E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3600" y="4548188"/>
            <a:ext cx="12604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to memory</a:t>
            </a:r>
          </a:p>
        </p:txBody>
      </p:sp>
      <p:sp>
        <p:nvSpPr>
          <p:cNvPr id="49200" name="Rectangle 47">
            <a:extLst>
              <a:ext uri="{FF2B5EF4-FFF2-40B4-BE49-F238E27FC236}">
                <a16:creationId xmlns:a16="http://schemas.microsoft.com/office/drawing/2014/main" id="{D5ED5097-23A1-7D46-8CF4-56CE45645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0600" y="3176588"/>
            <a:ext cx="15652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operation bus</a:t>
            </a:r>
          </a:p>
        </p:txBody>
      </p:sp>
      <p:sp>
        <p:nvSpPr>
          <p:cNvPr id="49201" name="Line 48">
            <a:extLst>
              <a:ext uri="{FF2B5EF4-FFF2-40B4-BE49-F238E27FC236}">
                <a16:creationId xmlns:a16="http://schemas.microsoft.com/office/drawing/2014/main" id="{DBBEFD53-673B-F64F-9133-A903D380F48C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7638" y="40386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202" name="Freeform 49">
            <a:extLst>
              <a:ext uri="{FF2B5EF4-FFF2-40B4-BE49-F238E27FC236}">
                <a16:creationId xmlns:a16="http://schemas.microsoft.com/office/drawing/2014/main" id="{65AAEB8A-849D-5D4A-8AAA-65B57F35ED22}"/>
              </a:ext>
            </a:extLst>
          </p:cNvPr>
          <p:cNvSpPr>
            <a:spLocks/>
          </p:cNvSpPr>
          <p:nvPr/>
        </p:nvSpPr>
        <p:spPr bwMode="auto">
          <a:xfrm>
            <a:off x="3271838" y="3200400"/>
            <a:ext cx="2897187" cy="992188"/>
          </a:xfrm>
          <a:custGeom>
            <a:avLst/>
            <a:gdLst>
              <a:gd name="T0" fmla="*/ 2147483647 w 1825"/>
              <a:gd name="T1" fmla="*/ 0 h 625"/>
              <a:gd name="T2" fmla="*/ 2147483647 w 1825"/>
              <a:gd name="T3" fmla="*/ 2147483647 h 625"/>
              <a:gd name="T4" fmla="*/ 0 w 1825"/>
              <a:gd name="T5" fmla="*/ 2147483647 h 625"/>
              <a:gd name="T6" fmla="*/ 0 w 1825"/>
              <a:gd name="T7" fmla="*/ 2147483647 h 625"/>
              <a:gd name="T8" fmla="*/ 0 60000 65536"/>
              <a:gd name="T9" fmla="*/ 0 60000 65536"/>
              <a:gd name="T10" fmla="*/ 0 60000 65536"/>
              <a:gd name="T11" fmla="*/ 0 60000 65536"/>
              <a:gd name="T12" fmla="*/ 0 w 1825"/>
              <a:gd name="T13" fmla="*/ 0 h 625"/>
              <a:gd name="T14" fmla="*/ 1825 w 1825"/>
              <a:gd name="T15" fmla="*/ 625 h 62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25" h="625">
                <a:moveTo>
                  <a:pt x="1824" y="0"/>
                </a:moveTo>
                <a:lnTo>
                  <a:pt x="1824" y="288"/>
                </a:lnTo>
                <a:lnTo>
                  <a:pt x="0" y="288"/>
                </a:lnTo>
                <a:lnTo>
                  <a:pt x="0" y="62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203" name="Line 50">
            <a:extLst>
              <a:ext uri="{FF2B5EF4-FFF2-40B4-BE49-F238E27FC236}">
                <a16:creationId xmlns:a16="http://schemas.microsoft.com/office/drawing/2014/main" id="{F4CFCE57-646C-8E40-BBC3-877BCBD2DA4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0638" y="36576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204" name="Rectangle 51">
            <a:extLst>
              <a:ext uri="{FF2B5EF4-FFF2-40B4-BE49-F238E27FC236}">
                <a16:creationId xmlns:a16="http://schemas.microsoft.com/office/drawing/2014/main" id="{601071BC-D4E6-A14B-B34B-9EAAFCC98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588" y="4167188"/>
            <a:ext cx="1388202" cy="64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B0F0"/>
                </a:solidFill>
              </a:rPr>
              <a:t>reservation </a:t>
            </a:r>
          </a:p>
          <a:p>
            <a:pPr eaLnBrk="1" hangingPunct="1"/>
            <a:r>
              <a:rPr lang="en-US" altLang="en-US" sz="1800" dirty="0">
                <a:solidFill>
                  <a:srgbClr val="00B0F0"/>
                </a:solidFill>
              </a:rPr>
              <a:t>stations</a:t>
            </a:r>
          </a:p>
        </p:txBody>
      </p:sp>
      <p:sp>
        <p:nvSpPr>
          <p:cNvPr id="49205" name="TextBox 53">
            <a:extLst>
              <a:ext uri="{FF2B5EF4-FFF2-40B4-BE49-F238E27FC236}">
                <a16:creationId xmlns:a16="http://schemas.microsoft.com/office/drawing/2014/main" id="{EF1E00C1-D7F5-2049-AAAB-3A84966DC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2675" y="5421313"/>
            <a:ext cx="2070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cs typeface="Arial" panose="020B0604020202020204" pitchFamily="34" charset="0"/>
              </a:rPr>
              <a:t>Common data bus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>
            <a:extLst>
              <a:ext uri="{FF2B5EF4-FFF2-40B4-BE49-F238E27FC236}">
                <a16:creationId xmlns:a16="http://schemas.microsoft.com/office/drawing/2014/main" id="{04EDD646-4CE0-C643-AA4B-4D0F3C861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Recall Once More: Register Renaming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8CBFD-C0E8-AF44-B1C3-B1868CEA8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14400"/>
            <a:ext cx="8610600" cy="55626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Output and anti dependences are not true dependences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WHY? The same register refers to values that have nothing to do with each other</a:t>
            </a:r>
          </a:p>
          <a:p>
            <a:pPr lvl="1"/>
            <a:r>
              <a:rPr lang="en-US" altLang="en-US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They exist because not enough register ID</a:t>
            </a:r>
            <a:r>
              <a:rPr lang="ja-JP" altLang="en-US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ja-JP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 (i.e. names) in the ISA</a:t>
            </a:r>
            <a:endParaRPr lang="en-US" altLang="ja-JP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The </a:t>
            </a:r>
            <a:r>
              <a:rPr lang="en-US" altLang="en-US" dirty="0" err="1">
                <a:ea typeface="ＭＳ Ｐゴシック" panose="020B0600070205080204" pitchFamily="34" charset="-128"/>
              </a:rPr>
              <a:t>dest</a:t>
            </a:r>
            <a:r>
              <a:rPr lang="en-US" altLang="en-US" dirty="0">
                <a:ea typeface="ＭＳ Ｐゴシック" panose="020B0600070205080204" pitchFamily="34" charset="-128"/>
              </a:rPr>
              <a:t>. register ID is </a:t>
            </a:r>
            <a:r>
              <a:rPr lang="en-US" altLang="en-US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renamed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to the reservation station entry</a:t>
            </a:r>
            <a:endParaRPr lang="en-US" altLang="ja-JP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Destination register ID </a:t>
            </a:r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 RS entry ID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After renaming, RS entry ID used to refer to the register for the following instructions before updating the register. 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This eliminates anti- and output- dependences</a:t>
            </a:r>
          </a:p>
          <a:p>
            <a:pPr lvl="1"/>
            <a:r>
              <a:rPr lang="en-US" altLang="en-US" dirty="0">
                <a:solidFill>
                  <a:srgbClr val="0033CC"/>
                </a:solidFill>
                <a:ea typeface="ＭＳ Ｐゴシック" panose="020B0600070205080204" pitchFamily="34" charset="-128"/>
              </a:rPr>
              <a:t>Approximates the performance effect of a large number of registers even though ISA has a small number.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50179" name="Slide Number Placeholder 3">
            <a:extLst>
              <a:ext uri="{FF2B5EF4-FFF2-40B4-BE49-F238E27FC236}">
                <a16:creationId xmlns:a16="http://schemas.microsoft.com/office/drawing/2014/main" id="{E3BE1E2A-2A71-9046-90B8-4D230B049D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DC90BEC-134A-CA42-A971-44DCC949DF71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21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Content Placeholder 2">
            <a:extLst>
              <a:ext uri="{FF2B5EF4-FFF2-40B4-BE49-F238E27FC236}">
                <a16:creationId xmlns:a16="http://schemas.microsoft.com/office/drawing/2014/main" id="{D6362E37-59C8-1244-9C11-23AE983E2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62" y="1052509"/>
            <a:ext cx="4316130" cy="5341937"/>
          </a:xfrm>
        </p:spPr>
        <p:txBody>
          <a:bodyPr/>
          <a:lstStyle/>
          <a:p>
            <a:r>
              <a:rPr lang="en-US" altLang="en-US" b="1" dirty="0">
                <a:ea typeface="ＭＳ Ｐゴシック" panose="020B0600070205080204" pitchFamily="34" charset="-128"/>
              </a:rPr>
              <a:t>Register </a:t>
            </a:r>
            <a:r>
              <a:rPr lang="en-US" altLang="zh-CN" b="1" dirty="0">
                <a:ea typeface="ＭＳ Ｐゴシック" panose="020B0600070205080204" pitchFamily="34" charset="-128"/>
              </a:rPr>
              <a:t>R</a:t>
            </a:r>
            <a:r>
              <a:rPr lang="en-US" altLang="en-US" b="1" dirty="0">
                <a:ea typeface="ＭＳ Ｐゴシック" panose="020B0600070205080204" pitchFamily="34" charset="-128"/>
              </a:rPr>
              <a:t>ename Table </a:t>
            </a:r>
            <a:r>
              <a:rPr lang="en-US" altLang="en-US" dirty="0">
                <a:ea typeface="ＭＳ Ｐゴシック" panose="020B0600070205080204" pitchFamily="34" charset="-128"/>
              </a:rPr>
              <a:t>(register alias table)</a:t>
            </a:r>
          </a:p>
        </p:txBody>
      </p:sp>
      <p:sp>
        <p:nvSpPr>
          <p:cNvPr id="51202" name="Title 1">
            <a:extLst>
              <a:ext uri="{FF2B5EF4-FFF2-40B4-BE49-F238E27FC236}">
                <a16:creationId xmlns:a16="http://schemas.microsoft.com/office/drawing/2014/main" id="{6F85F30C-8FDF-2C4D-AB59-BD6C00569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7006"/>
            <a:ext cx="9220200" cy="1066800"/>
          </a:xfrm>
        </p:spPr>
        <p:txBody>
          <a:bodyPr/>
          <a:lstStyle/>
          <a:p>
            <a:r>
              <a:rPr lang="en-US" altLang="en-US" dirty="0" err="1">
                <a:ea typeface="ＭＳ Ｐゴシック" panose="020B0600070205080204" pitchFamily="34" charset="-128"/>
              </a:rPr>
              <a:t>Tomasulo’</a:t>
            </a:r>
            <a:r>
              <a:rPr lang="en-US" altLang="ja-JP" dirty="0" err="1">
                <a:ea typeface="ＭＳ Ｐゴシック" panose="020B0600070205080204" pitchFamily="34" charset="-128"/>
              </a:rPr>
              <a:t>s</a:t>
            </a:r>
            <a:r>
              <a:rPr lang="en-US" altLang="ja-JP" dirty="0">
                <a:ea typeface="ＭＳ Ｐゴシック" panose="020B0600070205080204" pitchFamily="34" charset="-128"/>
              </a:rPr>
              <a:t> Algorithm: Three Components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51203" name="Slide Number Placeholder 3">
            <a:extLst>
              <a:ext uri="{FF2B5EF4-FFF2-40B4-BE49-F238E27FC236}">
                <a16:creationId xmlns:a16="http://schemas.microsoft.com/office/drawing/2014/main" id="{9233D4D1-058C-BD41-B5F1-0EB20BB5E7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287542" y="6318250"/>
            <a:ext cx="62309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1235DD7-F68F-BC40-B88F-FC7E2DE8071E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22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3432EF2-4C2B-4FF8-93C0-4818AA520F43}"/>
              </a:ext>
            </a:extLst>
          </p:cNvPr>
          <p:cNvGrpSpPr/>
          <p:nvPr/>
        </p:nvGrpSpPr>
        <p:grpSpPr>
          <a:xfrm>
            <a:off x="167085" y="1990133"/>
            <a:ext cx="3395662" cy="4232870"/>
            <a:chOff x="414338" y="2021883"/>
            <a:chExt cx="3395662" cy="4232870"/>
          </a:xfrm>
        </p:grpSpPr>
        <p:sp>
          <p:nvSpPr>
            <p:cNvPr id="51204" name="Rectangle 3">
              <a:extLst>
                <a:ext uri="{FF2B5EF4-FFF2-40B4-BE49-F238E27FC236}">
                  <a16:creationId xmlns:a16="http://schemas.microsoft.com/office/drawing/2014/main" id="{CC2C0C19-8BFE-6A46-8A03-DC77BC5C77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738" y="2435228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51205" name="Rectangle 4">
              <a:extLst>
                <a:ext uri="{FF2B5EF4-FFF2-40B4-BE49-F238E27FC236}">
                  <a16:creationId xmlns:a16="http://schemas.microsoft.com/office/drawing/2014/main" id="{01AB7769-1F6D-9E4A-B33A-B62C702C9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738" y="2816228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51206" name="Rectangle 5">
              <a:extLst>
                <a:ext uri="{FF2B5EF4-FFF2-40B4-BE49-F238E27FC236}">
                  <a16:creationId xmlns:a16="http://schemas.microsoft.com/office/drawing/2014/main" id="{7435D3CF-D803-C54B-96A8-F831EEE86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738" y="3197228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51207" name="Rectangle 6">
              <a:extLst>
                <a:ext uri="{FF2B5EF4-FFF2-40B4-BE49-F238E27FC236}">
                  <a16:creationId xmlns:a16="http://schemas.microsoft.com/office/drawing/2014/main" id="{3D365497-7507-4945-90BE-3C2C93F63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738" y="3578228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51208" name="Rectangle 7">
              <a:extLst>
                <a:ext uri="{FF2B5EF4-FFF2-40B4-BE49-F238E27FC236}">
                  <a16:creationId xmlns:a16="http://schemas.microsoft.com/office/drawing/2014/main" id="{505F2192-7238-0C42-821B-FDC218382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338" y="2435228"/>
              <a:ext cx="5334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R0</a:t>
              </a:r>
            </a:p>
          </p:txBody>
        </p:sp>
        <p:sp>
          <p:nvSpPr>
            <p:cNvPr id="51209" name="Rectangle 8">
              <a:extLst>
                <a:ext uri="{FF2B5EF4-FFF2-40B4-BE49-F238E27FC236}">
                  <a16:creationId xmlns:a16="http://schemas.microsoft.com/office/drawing/2014/main" id="{488BDD01-7AF4-6345-B087-5891A4D1D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338" y="2816228"/>
              <a:ext cx="5334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R1</a:t>
              </a:r>
            </a:p>
          </p:txBody>
        </p:sp>
        <p:sp>
          <p:nvSpPr>
            <p:cNvPr id="51210" name="Rectangle 9">
              <a:extLst>
                <a:ext uri="{FF2B5EF4-FFF2-40B4-BE49-F238E27FC236}">
                  <a16:creationId xmlns:a16="http://schemas.microsoft.com/office/drawing/2014/main" id="{D9759F0D-0E7A-1147-98ED-64E521512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338" y="3197228"/>
              <a:ext cx="5334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R2</a:t>
              </a:r>
            </a:p>
          </p:txBody>
        </p:sp>
        <p:sp>
          <p:nvSpPr>
            <p:cNvPr id="51211" name="Rectangle 10">
              <a:extLst>
                <a:ext uri="{FF2B5EF4-FFF2-40B4-BE49-F238E27FC236}">
                  <a16:creationId xmlns:a16="http://schemas.microsoft.com/office/drawing/2014/main" id="{A900F137-A70A-9041-9439-3BD50B907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338" y="3578228"/>
              <a:ext cx="5334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/>
                <a:t>R3</a:t>
              </a:r>
            </a:p>
          </p:txBody>
        </p:sp>
        <p:sp>
          <p:nvSpPr>
            <p:cNvPr id="51212" name="Rectangle 11">
              <a:extLst>
                <a:ext uri="{FF2B5EF4-FFF2-40B4-BE49-F238E27FC236}">
                  <a16:creationId xmlns:a16="http://schemas.microsoft.com/office/drawing/2014/main" id="{DF2E5D1A-BCE5-0D44-B36E-6C648C753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3738" y="2435228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51213" name="Rectangle 12">
              <a:extLst>
                <a:ext uri="{FF2B5EF4-FFF2-40B4-BE49-F238E27FC236}">
                  <a16:creationId xmlns:a16="http://schemas.microsoft.com/office/drawing/2014/main" id="{02ABE02E-598E-7247-A8AD-24CD65510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3738" y="2816228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51214" name="Rectangle 13">
              <a:extLst>
                <a:ext uri="{FF2B5EF4-FFF2-40B4-BE49-F238E27FC236}">
                  <a16:creationId xmlns:a16="http://schemas.microsoft.com/office/drawing/2014/main" id="{E00F8FCC-0DAB-694B-98B1-5EF15B047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3738" y="3197228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51215" name="Rectangle 14">
              <a:extLst>
                <a:ext uri="{FF2B5EF4-FFF2-40B4-BE49-F238E27FC236}">
                  <a16:creationId xmlns:a16="http://schemas.microsoft.com/office/drawing/2014/main" id="{9F87CE6D-94C2-B345-8337-398F6085E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3738" y="3578228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51216" name="Rectangle 15">
              <a:extLst>
                <a:ext uri="{FF2B5EF4-FFF2-40B4-BE49-F238E27FC236}">
                  <a16:creationId xmlns:a16="http://schemas.microsoft.com/office/drawing/2014/main" id="{D5A32D8D-EC52-254D-8891-A3BB006E6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0738" y="2435228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51217" name="Rectangle 16">
              <a:extLst>
                <a:ext uri="{FF2B5EF4-FFF2-40B4-BE49-F238E27FC236}">
                  <a16:creationId xmlns:a16="http://schemas.microsoft.com/office/drawing/2014/main" id="{643A38F6-734A-284F-80E8-647A9229B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0738" y="2816228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51218" name="Rectangle 17">
              <a:extLst>
                <a:ext uri="{FF2B5EF4-FFF2-40B4-BE49-F238E27FC236}">
                  <a16:creationId xmlns:a16="http://schemas.microsoft.com/office/drawing/2014/main" id="{23F5E205-83A6-8B48-BAD4-0B374319E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0738" y="3197228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51219" name="Rectangle 18">
              <a:extLst>
                <a:ext uri="{FF2B5EF4-FFF2-40B4-BE49-F238E27FC236}">
                  <a16:creationId xmlns:a16="http://schemas.microsoft.com/office/drawing/2014/main" id="{54719B22-20B1-A147-82BE-D11537630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0738" y="3578228"/>
              <a:ext cx="1143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51220" name="Text Box 19">
              <a:extLst>
                <a:ext uri="{FF2B5EF4-FFF2-40B4-BE49-F238E27FC236}">
                  <a16:creationId xmlns:a16="http://schemas.microsoft.com/office/drawing/2014/main" id="{CB950FF3-9417-9748-B5A7-DAD5D5C380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4125" y="2051053"/>
              <a:ext cx="433388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400" dirty="0">
                  <a:solidFill>
                    <a:srgbClr val="FF0000"/>
                  </a:solidFill>
                  <a:cs typeface="Arial" panose="020B0604020202020204" pitchFamily="34" charset="0"/>
                </a:rPr>
                <a:t>tag</a:t>
              </a:r>
            </a:p>
          </p:txBody>
        </p:sp>
        <p:sp>
          <p:nvSpPr>
            <p:cNvPr id="51221" name="Text Box 20">
              <a:extLst>
                <a:ext uri="{FF2B5EF4-FFF2-40B4-BE49-F238E27FC236}">
                  <a16:creationId xmlns:a16="http://schemas.microsoft.com/office/drawing/2014/main" id="{AFB13F6B-3D89-6B4B-9B67-13931459B8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6682" y="2021883"/>
              <a:ext cx="612775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400" dirty="0">
                  <a:solidFill>
                    <a:srgbClr val="0432FF"/>
                  </a:solidFill>
                  <a:cs typeface="Arial" panose="020B0604020202020204" pitchFamily="34" charset="0"/>
                </a:rPr>
                <a:t>value</a:t>
              </a:r>
            </a:p>
          </p:txBody>
        </p:sp>
        <p:sp>
          <p:nvSpPr>
            <p:cNvPr id="51222" name="Text Box 21">
              <a:extLst>
                <a:ext uri="{FF2B5EF4-FFF2-40B4-BE49-F238E27FC236}">
                  <a16:creationId xmlns:a16="http://schemas.microsoft.com/office/drawing/2014/main" id="{069051E8-2FC8-C341-98A2-ADC8928F4B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7538" y="2051053"/>
              <a:ext cx="652462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400" dirty="0">
                  <a:solidFill>
                    <a:srgbClr val="0432FF"/>
                  </a:solidFill>
                  <a:cs typeface="Arial" panose="020B0604020202020204" pitchFamily="34" charset="0"/>
                </a:rPr>
                <a:t>valid</a:t>
              </a:r>
              <a:r>
                <a:rPr lang="en-US" altLang="en-US" sz="1400" dirty="0">
                  <a:cs typeface="Arial" panose="020B0604020202020204" pitchFamily="34" charset="0"/>
                </a:rPr>
                <a:t>?</a:t>
              </a:r>
            </a:p>
          </p:txBody>
        </p:sp>
        <p:grpSp>
          <p:nvGrpSpPr>
            <p:cNvPr id="51223" name="Group 28">
              <a:extLst>
                <a:ext uri="{FF2B5EF4-FFF2-40B4-BE49-F238E27FC236}">
                  <a16:creationId xmlns:a16="http://schemas.microsoft.com/office/drawing/2014/main" id="{F981A8BE-6E33-7542-9F75-89FBCD0841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9100" y="3960816"/>
              <a:ext cx="3124200" cy="381000"/>
              <a:chOff x="524181" y="3669169"/>
              <a:chExt cx="3124200" cy="381000"/>
            </a:xfrm>
          </p:grpSpPr>
          <p:sp>
            <p:nvSpPr>
              <p:cNvPr id="51259" name="Rectangle 6">
                <a:extLst>
                  <a:ext uri="{FF2B5EF4-FFF2-40B4-BE49-F238E27FC236}">
                    <a16:creationId xmlns:a16="http://schemas.microsoft.com/office/drawing/2014/main" id="{CC5B3F87-B5FA-1742-8FF3-3649749085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7581" y="3669169"/>
                <a:ext cx="11430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51260" name="Rectangle 10">
                <a:extLst>
                  <a:ext uri="{FF2B5EF4-FFF2-40B4-BE49-F238E27FC236}">
                    <a16:creationId xmlns:a16="http://schemas.microsoft.com/office/drawing/2014/main" id="{DE96C590-6D9A-F74D-92B1-FE46877F90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181" y="3669169"/>
                <a:ext cx="533400" cy="381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R4</a:t>
                </a:r>
              </a:p>
            </p:txBody>
          </p:sp>
          <p:sp>
            <p:nvSpPr>
              <p:cNvPr id="51261" name="Rectangle 14">
                <a:extLst>
                  <a:ext uri="{FF2B5EF4-FFF2-40B4-BE49-F238E27FC236}">
                    <a16:creationId xmlns:a16="http://schemas.microsoft.com/office/drawing/2014/main" id="{22FEC683-E752-E34E-B55C-CA8689D05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3581" y="3669169"/>
                <a:ext cx="3048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51262" name="Rectangle 18">
                <a:extLst>
                  <a:ext uri="{FF2B5EF4-FFF2-40B4-BE49-F238E27FC236}">
                    <a16:creationId xmlns:a16="http://schemas.microsoft.com/office/drawing/2014/main" id="{73EC2AB2-57ED-9F48-AEF7-A8426AC96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581" y="3669169"/>
                <a:ext cx="11430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</p:grpSp>
        <p:grpSp>
          <p:nvGrpSpPr>
            <p:cNvPr id="51224" name="Group 29">
              <a:extLst>
                <a:ext uri="{FF2B5EF4-FFF2-40B4-BE49-F238E27FC236}">
                  <a16:creationId xmlns:a16="http://schemas.microsoft.com/office/drawing/2014/main" id="{B5B4F3E9-4F34-A84A-9053-6BE6DC0C10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338" y="4344991"/>
              <a:ext cx="3124200" cy="381000"/>
              <a:chOff x="524181" y="3669169"/>
              <a:chExt cx="3124200" cy="381000"/>
            </a:xfrm>
          </p:grpSpPr>
          <p:sp>
            <p:nvSpPr>
              <p:cNvPr id="51255" name="Rectangle 6">
                <a:extLst>
                  <a:ext uri="{FF2B5EF4-FFF2-40B4-BE49-F238E27FC236}">
                    <a16:creationId xmlns:a16="http://schemas.microsoft.com/office/drawing/2014/main" id="{47019939-F1D8-3B41-A107-26A15F427B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7581" y="3669169"/>
                <a:ext cx="11430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51256" name="Rectangle 10">
                <a:extLst>
                  <a:ext uri="{FF2B5EF4-FFF2-40B4-BE49-F238E27FC236}">
                    <a16:creationId xmlns:a16="http://schemas.microsoft.com/office/drawing/2014/main" id="{4B1920BD-01C5-A943-B3EC-1AC46AC688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181" y="3669169"/>
                <a:ext cx="533400" cy="381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R5</a:t>
                </a:r>
              </a:p>
            </p:txBody>
          </p:sp>
          <p:sp>
            <p:nvSpPr>
              <p:cNvPr id="51257" name="Rectangle 14">
                <a:extLst>
                  <a:ext uri="{FF2B5EF4-FFF2-40B4-BE49-F238E27FC236}">
                    <a16:creationId xmlns:a16="http://schemas.microsoft.com/office/drawing/2014/main" id="{A84F5725-A881-6B47-80A3-612692F281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3581" y="3669169"/>
                <a:ext cx="3048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51258" name="Rectangle 18">
                <a:extLst>
                  <a:ext uri="{FF2B5EF4-FFF2-40B4-BE49-F238E27FC236}">
                    <a16:creationId xmlns:a16="http://schemas.microsoft.com/office/drawing/2014/main" id="{09D5518F-8EF3-E74E-BD15-E12C0A31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581" y="3669169"/>
                <a:ext cx="11430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</p:grpSp>
        <p:grpSp>
          <p:nvGrpSpPr>
            <p:cNvPr id="51225" name="Group 34">
              <a:extLst>
                <a:ext uri="{FF2B5EF4-FFF2-40B4-BE49-F238E27FC236}">
                  <a16:creationId xmlns:a16="http://schemas.microsoft.com/office/drawing/2014/main" id="{A3B86AB1-5C0E-6F4E-BA6D-704EEC3B61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338" y="4725991"/>
              <a:ext cx="3124200" cy="381000"/>
              <a:chOff x="524181" y="3669169"/>
              <a:chExt cx="3124200" cy="381000"/>
            </a:xfrm>
          </p:grpSpPr>
          <p:sp>
            <p:nvSpPr>
              <p:cNvPr id="51251" name="Rectangle 6">
                <a:extLst>
                  <a:ext uri="{FF2B5EF4-FFF2-40B4-BE49-F238E27FC236}">
                    <a16:creationId xmlns:a16="http://schemas.microsoft.com/office/drawing/2014/main" id="{AB91B156-5B96-5649-8A58-474079D632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7581" y="3669169"/>
                <a:ext cx="11430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51252" name="Rectangle 10">
                <a:extLst>
                  <a:ext uri="{FF2B5EF4-FFF2-40B4-BE49-F238E27FC236}">
                    <a16:creationId xmlns:a16="http://schemas.microsoft.com/office/drawing/2014/main" id="{491E5616-901D-1A41-B48B-86E5203A29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181" y="3669169"/>
                <a:ext cx="533400" cy="381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R6</a:t>
                </a:r>
              </a:p>
            </p:txBody>
          </p:sp>
          <p:sp>
            <p:nvSpPr>
              <p:cNvPr id="51253" name="Rectangle 14">
                <a:extLst>
                  <a:ext uri="{FF2B5EF4-FFF2-40B4-BE49-F238E27FC236}">
                    <a16:creationId xmlns:a16="http://schemas.microsoft.com/office/drawing/2014/main" id="{2A9D2732-6285-6148-82DF-DB29B72461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3581" y="3669169"/>
                <a:ext cx="3048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51254" name="Rectangle 18">
                <a:extLst>
                  <a:ext uri="{FF2B5EF4-FFF2-40B4-BE49-F238E27FC236}">
                    <a16:creationId xmlns:a16="http://schemas.microsoft.com/office/drawing/2014/main" id="{17BD87AF-0E89-2A45-BC55-00FA58194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581" y="3669169"/>
                <a:ext cx="11430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</p:grpSp>
        <p:grpSp>
          <p:nvGrpSpPr>
            <p:cNvPr id="51226" name="Group 39">
              <a:extLst>
                <a:ext uri="{FF2B5EF4-FFF2-40B4-BE49-F238E27FC236}">
                  <a16:creationId xmlns:a16="http://schemas.microsoft.com/office/drawing/2014/main" id="{996E8435-2728-984E-A79B-FBE9077B68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338" y="5106991"/>
              <a:ext cx="3124200" cy="381000"/>
              <a:chOff x="524181" y="3669169"/>
              <a:chExt cx="3124200" cy="381000"/>
            </a:xfrm>
          </p:grpSpPr>
          <p:sp>
            <p:nvSpPr>
              <p:cNvPr id="51247" name="Rectangle 6">
                <a:extLst>
                  <a:ext uri="{FF2B5EF4-FFF2-40B4-BE49-F238E27FC236}">
                    <a16:creationId xmlns:a16="http://schemas.microsoft.com/office/drawing/2014/main" id="{D9DFF840-6BE4-D741-800A-E3B6A7EBF4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7581" y="3669169"/>
                <a:ext cx="11430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51248" name="Rectangle 10">
                <a:extLst>
                  <a:ext uri="{FF2B5EF4-FFF2-40B4-BE49-F238E27FC236}">
                    <a16:creationId xmlns:a16="http://schemas.microsoft.com/office/drawing/2014/main" id="{75A0336E-6F06-4749-ADDB-9D1B506B95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181" y="3669169"/>
                <a:ext cx="533400" cy="381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R7</a:t>
                </a:r>
              </a:p>
            </p:txBody>
          </p:sp>
          <p:sp>
            <p:nvSpPr>
              <p:cNvPr id="51249" name="Rectangle 14">
                <a:extLst>
                  <a:ext uri="{FF2B5EF4-FFF2-40B4-BE49-F238E27FC236}">
                    <a16:creationId xmlns:a16="http://schemas.microsoft.com/office/drawing/2014/main" id="{5893361D-70F5-7C40-A6B5-B51D64D2B6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3581" y="3669169"/>
                <a:ext cx="3048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51250" name="Rectangle 18">
                <a:extLst>
                  <a:ext uri="{FF2B5EF4-FFF2-40B4-BE49-F238E27FC236}">
                    <a16:creationId xmlns:a16="http://schemas.microsoft.com/office/drawing/2014/main" id="{F454FAF1-2DE7-174F-ABA2-5E665CFB55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581" y="3669169"/>
                <a:ext cx="11430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</p:grpSp>
        <p:grpSp>
          <p:nvGrpSpPr>
            <p:cNvPr id="51227" name="Group 44">
              <a:extLst>
                <a:ext uri="{FF2B5EF4-FFF2-40B4-BE49-F238E27FC236}">
                  <a16:creationId xmlns:a16="http://schemas.microsoft.com/office/drawing/2014/main" id="{BE80D56F-BAB8-C141-9697-FBBCAA9557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338" y="5487991"/>
              <a:ext cx="3124200" cy="381000"/>
              <a:chOff x="524181" y="3669169"/>
              <a:chExt cx="3124200" cy="381000"/>
            </a:xfrm>
          </p:grpSpPr>
          <p:sp>
            <p:nvSpPr>
              <p:cNvPr id="51243" name="Rectangle 6">
                <a:extLst>
                  <a:ext uri="{FF2B5EF4-FFF2-40B4-BE49-F238E27FC236}">
                    <a16:creationId xmlns:a16="http://schemas.microsoft.com/office/drawing/2014/main" id="{8E757EC3-E1D9-5B49-8BEC-070867DB47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7581" y="3669169"/>
                <a:ext cx="11430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51244" name="Rectangle 10">
                <a:extLst>
                  <a:ext uri="{FF2B5EF4-FFF2-40B4-BE49-F238E27FC236}">
                    <a16:creationId xmlns:a16="http://schemas.microsoft.com/office/drawing/2014/main" id="{49F9EB96-E94F-FB47-83CB-89FF8EE4F8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181" y="3669169"/>
                <a:ext cx="533400" cy="381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R8</a:t>
                </a:r>
              </a:p>
            </p:txBody>
          </p:sp>
          <p:sp>
            <p:nvSpPr>
              <p:cNvPr id="51245" name="Rectangle 14">
                <a:extLst>
                  <a:ext uri="{FF2B5EF4-FFF2-40B4-BE49-F238E27FC236}">
                    <a16:creationId xmlns:a16="http://schemas.microsoft.com/office/drawing/2014/main" id="{FF7141EE-3017-A546-A620-16ABECAB2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3581" y="3669169"/>
                <a:ext cx="3048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51246" name="Rectangle 18">
                <a:extLst>
                  <a:ext uri="{FF2B5EF4-FFF2-40B4-BE49-F238E27FC236}">
                    <a16:creationId xmlns:a16="http://schemas.microsoft.com/office/drawing/2014/main" id="{E11F892F-25AC-7547-B075-84B839B968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581" y="3669169"/>
                <a:ext cx="11430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</p:grpSp>
        <p:grpSp>
          <p:nvGrpSpPr>
            <p:cNvPr id="51228" name="Group 49">
              <a:extLst>
                <a:ext uri="{FF2B5EF4-FFF2-40B4-BE49-F238E27FC236}">
                  <a16:creationId xmlns:a16="http://schemas.microsoft.com/office/drawing/2014/main" id="{6D472D09-41CB-6046-834F-B79034B547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338" y="5873753"/>
              <a:ext cx="3124200" cy="381000"/>
              <a:chOff x="524181" y="3669169"/>
              <a:chExt cx="3124200" cy="381000"/>
            </a:xfrm>
          </p:grpSpPr>
          <p:sp>
            <p:nvSpPr>
              <p:cNvPr id="51239" name="Rectangle 6">
                <a:extLst>
                  <a:ext uri="{FF2B5EF4-FFF2-40B4-BE49-F238E27FC236}">
                    <a16:creationId xmlns:a16="http://schemas.microsoft.com/office/drawing/2014/main" id="{137F3B06-72A3-2C4B-8EA2-5CEB2C2658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7581" y="3669169"/>
                <a:ext cx="11430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51240" name="Rectangle 10">
                <a:extLst>
                  <a:ext uri="{FF2B5EF4-FFF2-40B4-BE49-F238E27FC236}">
                    <a16:creationId xmlns:a16="http://schemas.microsoft.com/office/drawing/2014/main" id="{D551D758-2946-3849-A4E8-79F90CC3C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181" y="3669169"/>
                <a:ext cx="533400" cy="381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en-US" sz="1800"/>
                  <a:t>R9</a:t>
                </a:r>
              </a:p>
            </p:txBody>
          </p:sp>
          <p:sp>
            <p:nvSpPr>
              <p:cNvPr id="51241" name="Rectangle 14">
                <a:extLst>
                  <a:ext uri="{FF2B5EF4-FFF2-40B4-BE49-F238E27FC236}">
                    <a16:creationId xmlns:a16="http://schemas.microsoft.com/office/drawing/2014/main" id="{7C97516D-DF85-874E-96D2-C6AE67D429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3581" y="3669169"/>
                <a:ext cx="3048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51242" name="Rectangle 18">
                <a:extLst>
                  <a:ext uri="{FF2B5EF4-FFF2-40B4-BE49-F238E27FC236}">
                    <a16:creationId xmlns:a16="http://schemas.microsoft.com/office/drawing/2014/main" id="{004B9B5F-DAA1-8E46-BC55-E5C4F659A8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581" y="3669169"/>
                <a:ext cx="1143000" cy="381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</p:grpSp>
        <p:sp>
          <p:nvSpPr>
            <p:cNvPr id="51229" name="TextBox 54">
              <a:extLst>
                <a:ext uri="{FF2B5EF4-FFF2-40B4-BE49-F238E27FC236}">
                  <a16:creationId xmlns:a16="http://schemas.microsoft.com/office/drawing/2014/main" id="{F479096E-D719-3B47-BF53-A7F68B4EE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8025" y="2435228"/>
              <a:ext cx="312738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1230" name="TextBox 55">
              <a:extLst>
                <a:ext uri="{FF2B5EF4-FFF2-40B4-BE49-F238E27FC236}">
                  <a16:creationId xmlns:a16="http://schemas.microsoft.com/office/drawing/2014/main" id="{EF6AA362-6BD7-BE47-8791-F1B01E542C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8025" y="2827341"/>
              <a:ext cx="312738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1231" name="TextBox 56">
              <a:extLst>
                <a:ext uri="{FF2B5EF4-FFF2-40B4-BE49-F238E27FC236}">
                  <a16:creationId xmlns:a16="http://schemas.microsoft.com/office/drawing/2014/main" id="{3987D7B2-D33C-674A-9EF8-CBE933371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0563" y="3197228"/>
              <a:ext cx="312737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1232" name="TextBox 57">
              <a:extLst>
                <a:ext uri="{FF2B5EF4-FFF2-40B4-BE49-F238E27FC236}">
                  <a16:creationId xmlns:a16="http://schemas.microsoft.com/office/drawing/2014/main" id="{91AF07A6-2854-914E-8463-69DF78A9A8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8025" y="3592516"/>
              <a:ext cx="312738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1233" name="TextBox 58">
              <a:extLst>
                <a:ext uri="{FF2B5EF4-FFF2-40B4-BE49-F238E27FC236}">
                  <a16:creationId xmlns:a16="http://schemas.microsoft.com/office/drawing/2014/main" id="{046C48DD-0CAA-0B4A-AB4E-DCF5580E98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8025" y="3975103"/>
              <a:ext cx="3127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1234" name="TextBox 59">
              <a:extLst>
                <a:ext uri="{FF2B5EF4-FFF2-40B4-BE49-F238E27FC236}">
                  <a16:creationId xmlns:a16="http://schemas.microsoft.com/office/drawing/2014/main" id="{0FC87970-E487-7544-843D-21A9F8A459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0563" y="4356103"/>
              <a:ext cx="3127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1235" name="TextBox 60">
              <a:extLst>
                <a:ext uri="{FF2B5EF4-FFF2-40B4-BE49-F238E27FC236}">
                  <a16:creationId xmlns:a16="http://schemas.microsoft.com/office/drawing/2014/main" id="{910A0184-BB86-424F-865A-5CBBC1F3BE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3738" y="4725991"/>
              <a:ext cx="312737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1236" name="TextBox 61">
              <a:extLst>
                <a:ext uri="{FF2B5EF4-FFF2-40B4-BE49-F238E27FC236}">
                  <a16:creationId xmlns:a16="http://schemas.microsoft.com/office/drawing/2014/main" id="{E02EA655-16FC-A549-94CA-84BCB3581E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1038" y="5127628"/>
              <a:ext cx="3127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1237" name="TextBox 62">
              <a:extLst>
                <a:ext uri="{FF2B5EF4-FFF2-40B4-BE49-F238E27FC236}">
                  <a16:creationId xmlns:a16="http://schemas.microsoft.com/office/drawing/2014/main" id="{58E14508-CA31-5643-B48E-CD90304C93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5800" y="5503866"/>
              <a:ext cx="312738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1238" name="TextBox 63">
              <a:extLst>
                <a:ext uri="{FF2B5EF4-FFF2-40B4-BE49-F238E27FC236}">
                  <a16:creationId xmlns:a16="http://schemas.microsoft.com/office/drawing/2014/main" id="{818CD4E7-849D-4A4A-961C-87C7D1E3EE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1038" y="5873753"/>
              <a:ext cx="312737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800">
                  <a:cs typeface="Arial" panose="020B0604020202020204" pitchFamily="34" charset="0"/>
                </a:rPr>
                <a:t>1</a:t>
              </a:r>
            </a:p>
          </p:txBody>
        </p:sp>
      </p:grpSp>
      <p:graphicFrame>
        <p:nvGraphicFramePr>
          <p:cNvPr id="64" name="Table 33">
            <a:extLst>
              <a:ext uri="{FF2B5EF4-FFF2-40B4-BE49-F238E27FC236}">
                <a16:creationId xmlns:a16="http://schemas.microsoft.com/office/drawing/2014/main" id="{5F1C3712-46EE-4153-AEE8-5F3E62BF83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287732"/>
              </p:ext>
            </p:extLst>
          </p:nvPr>
        </p:nvGraphicFramePr>
        <p:xfrm>
          <a:off x="5087141" y="1609133"/>
          <a:ext cx="3200402" cy="1808160"/>
        </p:xfrm>
        <a:graphic>
          <a:graphicData uri="http://schemas.openxmlformats.org/drawingml/2006/table">
            <a:tbl>
              <a:tblPr firstRow="1" bandRow="1"/>
              <a:tblGrid>
                <a:gridCol w="251166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460818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460818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552982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460818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460818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552982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301436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301436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30132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30132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30132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30132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CH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2DCA63AD-2C68-429F-9B2E-3BA7EC0D474F}"/>
              </a:ext>
            </a:extLst>
          </p:cNvPr>
          <p:cNvSpPr txBox="1">
            <a:spLocks/>
          </p:cNvSpPr>
          <p:nvPr/>
        </p:nvSpPr>
        <p:spPr bwMode="auto">
          <a:xfrm>
            <a:off x="4493491" y="1018236"/>
            <a:ext cx="3827463" cy="892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b="1" kern="0">
                <a:ea typeface="ＭＳ Ｐゴシック" panose="020B0600070205080204" pitchFamily="34" charset="-128"/>
              </a:rPr>
              <a:t>Reservation Station</a:t>
            </a:r>
            <a:endParaRPr lang="en-US" altLang="en-US" b="1" kern="0" dirty="0">
              <a:ea typeface="ＭＳ Ｐゴシック" panose="020B0600070205080204" pitchFamily="34" charset="-128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4C72240-D826-48B0-B5FB-2E513FF0BF24}"/>
              </a:ext>
            </a:extLst>
          </p:cNvPr>
          <p:cNvSpPr txBox="1"/>
          <p:nvPr/>
        </p:nvSpPr>
        <p:spPr>
          <a:xfrm>
            <a:off x="4706144" y="1682356"/>
            <a:ext cx="804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solidFill>
                  <a:srgbClr val="FF0000"/>
                </a:solidFill>
              </a:rPr>
              <a:t>rs.tag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8B34876-CC4B-4BEC-927E-7B4220F35F77}"/>
              </a:ext>
            </a:extLst>
          </p:cNvPr>
          <p:cNvGrpSpPr/>
          <p:nvPr/>
        </p:nvGrpSpPr>
        <p:grpSpPr>
          <a:xfrm>
            <a:off x="5219377" y="5973376"/>
            <a:ext cx="2012585" cy="376238"/>
            <a:chOff x="5410200" y="5884865"/>
            <a:chExt cx="2012585" cy="376238"/>
          </a:xfrm>
        </p:grpSpPr>
        <p:grpSp>
          <p:nvGrpSpPr>
            <p:cNvPr id="67" name="Group 5">
              <a:extLst>
                <a:ext uri="{FF2B5EF4-FFF2-40B4-BE49-F238E27FC236}">
                  <a16:creationId xmlns:a16="http://schemas.microsoft.com/office/drawing/2014/main" id="{D7FCD96F-60BE-4A14-B451-846D0273A0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10200" y="5884865"/>
              <a:ext cx="804862" cy="369888"/>
              <a:chOff x="1001099" y="4100530"/>
              <a:chExt cx="805656" cy="369887"/>
            </a:xfrm>
          </p:grpSpPr>
          <p:sp>
            <p:nvSpPr>
              <p:cNvPr id="68" name="Rectangle 10">
                <a:extLst>
                  <a:ext uri="{FF2B5EF4-FFF2-40B4-BE49-F238E27FC236}">
                    <a16:creationId xmlns:a16="http://schemas.microsoft.com/office/drawing/2014/main" id="{6E6E47D5-9301-4A8C-8850-F982A2B50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1099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IF</a:t>
                </a:r>
              </a:p>
            </p:txBody>
          </p:sp>
          <p:sp>
            <p:nvSpPr>
              <p:cNvPr id="69" name="Rectangle 11">
                <a:extLst>
                  <a:ext uri="{FF2B5EF4-FFF2-40B4-BE49-F238E27FC236}">
                    <a16:creationId xmlns:a16="http://schemas.microsoft.com/office/drawing/2014/main" id="{62A6C7D1-05D6-4922-BFD0-C187543484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3927" y="4100530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ID</a:t>
                </a:r>
              </a:p>
            </p:txBody>
          </p:sp>
        </p:grpSp>
        <p:sp>
          <p:nvSpPr>
            <p:cNvPr id="70" name="Rectangle 12">
              <a:extLst>
                <a:ext uri="{FF2B5EF4-FFF2-40B4-BE49-F238E27FC236}">
                  <a16:creationId xmlns:a16="http://schemas.microsoft.com/office/drawing/2014/main" id="{D5937B89-5D21-4481-A939-454193415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5066" y="5891215"/>
              <a:ext cx="403225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71" name="Rectangle 13">
              <a:extLst>
                <a:ext uri="{FF2B5EF4-FFF2-40B4-BE49-F238E27FC236}">
                  <a16:creationId xmlns:a16="http://schemas.microsoft.com/office/drawing/2014/main" id="{6C6F0B7B-ADDA-42BE-A2CD-47D3CC40E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1147" y="5888040"/>
              <a:ext cx="401638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</a:t>
              </a:r>
            </a:p>
          </p:txBody>
        </p:sp>
        <p:sp>
          <p:nvSpPr>
            <p:cNvPr id="73" name="Rectangle 12">
              <a:extLst>
                <a:ext uri="{FF2B5EF4-FFF2-40B4-BE49-F238E27FC236}">
                  <a16:creationId xmlns:a16="http://schemas.microsoft.com/office/drawing/2014/main" id="{05D214B0-D4AC-446D-9368-241E56DD6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7918" y="5888040"/>
              <a:ext cx="440781" cy="3698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RS</a:t>
              </a:r>
            </a:p>
          </p:txBody>
        </p:sp>
      </p:grp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7FF131E9-7584-4D89-9A54-9D67CE55E68F}"/>
              </a:ext>
            </a:extLst>
          </p:cNvPr>
          <p:cNvSpPr txBox="1">
            <a:spLocks/>
          </p:cNvSpPr>
          <p:nvPr/>
        </p:nvSpPr>
        <p:spPr bwMode="auto">
          <a:xfrm>
            <a:off x="3352800" y="4009135"/>
            <a:ext cx="5867400" cy="1312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b="1" kern="0" dirty="0">
                <a:ea typeface="ＭＳ Ｐゴシック" panose="020B0600070205080204" pitchFamily="34" charset="-128"/>
              </a:rPr>
              <a:t>Common Data Bus</a:t>
            </a:r>
            <a:r>
              <a:rPr lang="en-US" altLang="en-US" kern="0" dirty="0">
                <a:ea typeface="ＭＳ Ｐゴシック" panose="020B0600070205080204" pitchFamily="34" charset="-128"/>
              </a:rPr>
              <a:t>:</a:t>
            </a:r>
          </a:p>
          <a:p>
            <a:pPr lvl="1"/>
            <a:r>
              <a:rPr lang="en-US" altLang="en-US" kern="0" dirty="0">
                <a:ea typeface="ＭＳ Ｐゴシック" panose="020B0600070205080204" pitchFamily="34" charset="-128"/>
              </a:rPr>
              <a:t>Broadcasts the tag and result to all FUs</a:t>
            </a:r>
          </a:p>
          <a:p>
            <a:pPr lvl="1"/>
            <a:r>
              <a:rPr lang="en-US" altLang="en-US" kern="0" dirty="0">
                <a:ea typeface="ＭＳ Ｐゴシック" panose="020B0600070205080204" pitchFamily="34" charset="-128"/>
              </a:rPr>
              <a:t>Updates the RF using the tag and result</a:t>
            </a:r>
          </a:p>
        </p:txBody>
      </p:sp>
    </p:spTree>
    <p:extLst>
      <p:ext uri="{BB962C8B-B14F-4D97-AF65-F5344CB8AC3E}">
        <p14:creationId xmlns:p14="http://schemas.microsoft.com/office/powerpoint/2010/main" val="81195016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>
            <a:extLst>
              <a:ext uri="{FF2B5EF4-FFF2-40B4-BE49-F238E27FC236}">
                <a16:creationId xmlns:a16="http://schemas.microsoft.com/office/drawing/2014/main" id="{7DB487FF-5283-0948-9D54-C5CDA2CBE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>
                <a:ea typeface="ＭＳ Ｐゴシック" panose="020B0600070205080204" pitchFamily="34" charset="-128"/>
              </a:rPr>
              <a:t>Tomasulo’</a:t>
            </a:r>
            <a:r>
              <a:rPr lang="en-US" altLang="ja-JP" dirty="0" err="1">
                <a:ea typeface="ＭＳ Ｐゴシック" panose="020B0600070205080204" pitchFamily="34" charset="-128"/>
              </a:rPr>
              <a:t>s</a:t>
            </a:r>
            <a:r>
              <a:rPr lang="en-US" altLang="ja-JP" dirty="0">
                <a:ea typeface="ＭＳ Ｐゴシック" panose="020B0600070205080204" pitchFamily="34" charset="-128"/>
              </a:rPr>
              <a:t> Algorithm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7068D-F729-E847-8BAA-9E537758E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914400"/>
            <a:ext cx="8915400" cy="5791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000" b="1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ID</a:t>
            </a:r>
            <a:r>
              <a:rPr lang="en-US" altLang="en-US" sz="2000" dirty="0">
                <a:ea typeface="ＭＳ Ｐゴシック" panose="020B0600070205080204" pitchFamily="34" charset="-128"/>
              </a:rPr>
              <a:t>: If </a:t>
            </a:r>
            <a:r>
              <a:rPr lang="en-US" altLang="en-US" sz="2000" dirty="0">
                <a:solidFill>
                  <a:srgbClr val="00B0F0"/>
                </a:solidFill>
                <a:ea typeface="ＭＳ Ｐゴシック" panose="020B0600070205080204" pitchFamily="34" charset="-128"/>
              </a:rPr>
              <a:t>reservation station </a:t>
            </a:r>
            <a:r>
              <a:rPr lang="en-US" altLang="en-US" sz="2000" dirty="0">
                <a:ea typeface="ＭＳ Ｐゴシック" panose="020B0600070205080204" pitchFamily="34" charset="-128"/>
              </a:rPr>
              <a:t>entry available before renaming </a:t>
            </a:r>
            <a:r>
              <a:rPr lang="en-US" altLang="en-US" sz="2000" dirty="0" err="1">
                <a:ea typeface="ＭＳ Ｐゴシック" panose="020B0600070205080204" pitchFamily="34" charset="-128"/>
              </a:rPr>
              <a:t>dest</a:t>
            </a:r>
            <a:r>
              <a:rPr lang="en-US" altLang="en-US" sz="2000" dirty="0">
                <a:ea typeface="ＭＳ Ｐゴシック" panose="020B0600070205080204" pitchFamily="34" charset="-128"/>
              </a:rPr>
              <a:t>. register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Occupy a RS entry for the instruction </a:t>
            </a:r>
          </a:p>
          <a:p>
            <a:pPr lvl="1">
              <a:lnSpc>
                <a:spcPct val="80000"/>
              </a:lnSpc>
            </a:pPr>
            <a:r>
              <a:rPr lang="en-US" altLang="en-US" sz="1800" b="1" dirty="0">
                <a:ea typeface="ＭＳ Ｐゴシック" panose="020B0600070205080204" pitchFamily="34" charset="-128"/>
              </a:rPr>
              <a:t>For each source register in the RS entry: </a:t>
            </a:r>
            <a:r>
              <a:rPr lang="en-US" altLang="en-US" sz="1800" dirty="0">
                <a:ea typeface="ＭＳ Ｐゴシック" panose="020B0600070205080204" pitchFamily="34" charset="-128"/>
              </a:rPr>
              <a:t>if </a:t>
            </a:r>
            <a:r>
              <a:rPr lang="en-US" altLang="zh-CN" sz="1800" dirty="0">
                <a:ea typeface="ＭＳ Ｐゴシック" panose="020B0600070205080204" pitchFamily="34" charset="-128"/>
              </a:rPr>
              <a:t>the valid bit of source register in RF is 1, </a:t>
            </a:r>
            <a:r>
              <a:rPr lang="en-US" altLang="zh-CN" sz="1800" dirty="0" err="1">
                <a:ea typeface="ＭＳ Ｐゴシック" panose="020B0600070205080204" pitchFamily="34" charset="-128"/>
              </a:rPr>
              <a:t>RS.source.v</a:t>
            </a:r>
            <a:r>
              <a:rPr lang="en-US" altLang="zh-CN" sz="1800" dirty="0">
                <a:ea typeface="ＭＳ Ｐゴシック" panose="020B0600070205080204" pitchFamily="34" charset="-128"/>
              </a:rPr>
              <a:t> = 1 and </a:t>
            </a:r>
            <a:r>
              <a:rPr lang="en-US" altLang="zh-CN" sz="1800" dirty="0" err="1">
                <a:ea typeface="ＭＳ Ｐゴシック" panose="020B0600070205080204" pitchFamily="34" charset="-128"/>
              </a:rPr>
              <a:t>RS.source.value</a:t>
            </a:r>
            <a:r>
              <a:rPr lang="en-US" altLang="zh-CN" sz="1800" dirty="0">
                <a:ea typeface="ＭＳ Ｐゴシック" panose="020B0600070205080204" pitchFamily="34" charset="-128"/>
              </a:rPr>
              <a:t>=source register; else </a:t>
            </a:r>
            <a:r>
              <a:rPr lang="en-US" altLang="zh-CN" sz="1800" dirty="0" err="1">
                <a:ea typeface="ＭＳ Ｐゴシック" panose="020B0600070205080204" pitchFamily="34" charset="-128"/>
              </a:rPr>
              <a:t>RS.source.v</a:t>
            </a:r>
            <a:r>
              <a:rPr lang="en-US" altLang="zh-CN" sz="1800" dirty="0">
                <a:ea typeface="ＭＳ Ｐゴシック" panose="020B0600070205080204" pitchFamily="34" charset="-128"/>
              </a:rPr>
              <a:t> = 0 and </a:t>
            </a:r>
            <a:r>
              <a:rPr lang="en-US" altLang="zh-CN" sz="1800" dirty="0" err="1">
                <a:ea typeface="ＭＳ Ｐゴシック" panose="020B0600070205080204" pitchFamily="34" charset="-128"/>
              </a:rPr>
              <a:t>RS.source.tag</a:t>
            </a:r>
            <a:r>
              <a:rPr lang="en-US" altLang="zh-CN" sz="1800" dirty="0">
                <a:ea typeface="ＭＳ Ｐゴシック" panose="020B0600070205080204" pitchFamily="34" charset="-128"/>
              </a:rPr>
              <a:t> = source </a:t>
            </a:r>
            <a:r>
              <a:rPr lang="en-US" altLang="zh-CN" sz="1800" dirty="0" err="1">
                <a:ea typeface="ＭＳ Ｐゴシック" panose="020B0600070205080204" pitchFamily="34" charset="-128"/>
              </a:rPr>
              <a:t>register.tag</a:t>
            </a:r>
            <a:r>
              <a:rPr lang="en-US" altLang="zh-CN" sz="1800" dirty="0">
                <a:ea typeface="ＭＳ Ｐゴシック" panose="020B0600070205080204" pitchFamily="34" charset="-128"/>
              </a:rPr>
              <a:t>. </a:t>
            </a:r>
            <a:endParaRPr lang="en-US" altLang="en-US" sz="1800" dirty="0">
              <a:ea typeface="ＭＳ Ｐゴシック" panose="020B0600070205080204" pitchFamily="34" charset="-128"/>
            </a:endParaRPr>
          </a:p>
          <a:p>
            <a:pPr lvl="1">
              <a:lnSpc>
                <a:spcPct val="80000"/>
              </a:lnSpc>
            </a:pPr>
            <a:r>
              <a:rPr lang="en-US" altLang="en-US" sz="1800" b="1" dirty="0">
                <a:ea typeface="ＭＳ Ｐゴシック" panose="020B0600070205080204" pitchFamily="34" charset="-128"/>
              </a:rPr>
              <a:t>For </a:t>
            </a:r>
            <a:r>
              <a:rPr lang="en-US" altLang="en-US" sz="1800" b="1" dirty="0" err="1">
                <a:ea typeface="ＭＳ Ｐゴシック" panose="020B0600070205080204" pitchFamily="34" charset="-128"/>
              </a:rPr>
              <a:t>dest</a:t>
            </a:r>
            <a:r>
              <a:rPr lang="en-US" altLang="en-US" sz="1800" b="1" dirty="0">
                <a:ea typeface="ＭＳ Ｐゴシック" panose="020B0600070205080204" pitchFamily="34" charset="-128"/>
              </a:rPr>
              <a:t>. register in RF</a:t>
            </a:r>
            <a:r>
              <a:rPr lang="en-US" altLang="en-US" sz="1800" dirty="0">
                <a:ea typeface="ＭＳ Ｐゴシック" panose="020B0600070205080204" pitchFamily="34" charset="-128"/>
              </a:rPr>
              <a:t>: Rename to the tag of the corresponding RS entry, set the valid bit to 0.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000" dirty="0">
                <a:ea typeface="ＭＳ Ｐゴシック" panose="020B0600070205080204" pitchFamily="34" charset="-128"/>
              </a:rPr>
              <a:t>      Else stall</a:t>
            </a:r>
          </a:p>
          <a:p>
            <a:pPr>
              <a:lnSpc>
                <a:spcPct val="80000"/>
              </a:lnSpc>
            </a:pPr>
            <a:r>
              <a:rPr lang="en-US" altLang="en-US" sz="2000" b="1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RS</a:t>
            </a:r>
            <a:r>
              <a:rPr lang="en-US" altLang="en-US" sz="2000" dirty="0">
                <a:ea typeface="ＭＳ Ｐゴシック" panose="020B0600070205080204" pitchFamily="34" charset="-128"/>
              </a:rPr>
              <a:t>: While in </a:t>
            </a:r>
            <a:r>
              <a:rPr lang="en-US" altLang="en-US" sz="2000" dirty="0">
                <a:solidFill>
                  <a:srgbClr val="00B0F0"/>
                </a:solidFill>
                <a:ea typeface="ＭＳ Ｐゴシック" panose="020B0600070205080204" pitchFamily="34" charset="-128"/>
              </a:rPr>
              <a:t>reservation station</a:t>
            </a:r>
            <a:r>
              <a:rPr lang="en-US" altLang="en-US" sz="2000" dirty="0">
                <a:ea typeface="ＭＳ Ｐゴシック" panose="020B0600070205080204" pitchFamily="34" charset="-128"/>
              </a:rPr>
              <a:t>, each instruction:</a:t>
            </a:r>
          </a:p>
          <a:p>
            <a:pPr lvl="1">
              <a:lnSpc>
                <a:spcPct val="80000"/>
              </a:lnSpc>
            </a:pPr>
            <a:r>
              <a:rPr lang="en-US" altLang="en-US" sz="1800" b="1" dirty="0">
                <a:ea typeface="ＭＳ Ｐゴシック" panose="020B0600070205080204" pitchFamily="34" charset="-128"/>
              </a:rPr>
              <a:t>Update</a:t>
            </a:r>
            <a:r>
              <a:rPr lang="en-US" altLang="en-US" sz="1800" dirty="0">
                <a:ea typeface="ＭＳ Ｐゴシック" panose="020B0600070205080204" pitchFamily="34" charset="-128"/>
              </a:rPr>
              <a:t>: Watches common data bus (CDB) for tag of its sources. When tag seen, grab value for the source and keep it in the reservation station (.v = 1). </a:t>
            </a:r>
          </a:p>
          <a:p>
            <a:pPr lvl="1">
              <a:lnSpc>
                <a:spcPct val="80000"/>
              </a:lnSpc>
            </a:pPr>
            <a:r>
              <a:rPr lang="en-US" altLang="en-US" sz="1800" b="1" dirty="0">
                <a:ea typeface="ＭＳ Ｐゴシック" panose="020B0600070205080204" pitchFamily="34" charset="-128"/>
              </a:rPr>
              <a:t>Issue</a:t>
            </a:r>
            <a:r>
              <a:rPr lang="en-US" altLang="en-US" sz="1800" dirty="0">
                <a:ea typeface="ＭＳ Ｐゴシック" panose="020B0600070205080204" pitchFamily="34" charset="-128"/>
              </a:rPr>
              <a:t>: When both operands available, instruction ready to be dispatched to </a:t>
            </a:r>
            <a:r>
              <a:rPr lang="en-US" altLang="zh-CN" sz="1800" dirty="0">
                <a:ea typeface="ＭＳ Ｐゴシック" panose="020B0600070205080204" pitchFamily="34" charset="-128"/>
              </a:rPr>
              <a:t>FU</a:t>
            </a:r>
            <a:endParaRPr lang="en-US" altLang="en-US" sz="1800" dirty="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r>
              <a:rPr lang="en-US" altLang="en-US" sz="2000" b="1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EXE</a:t>
            </a:r>
            <a:r>
              <a:rPr lang="en-US" altLang="en-US" sz="2000" dirty="0">
                <a:ea typeface="ＭＳ Ｐゴシック" panose="020B0600070205080204" pitchFamily="34" charset="-128"/>
              </a:rPr>
              <a:t>: Execute the instruction </a:t>
            </a:r>
            <a:r>
              <a:rPr lang="en-US" altLang="zh-CN" sz="2000" dirty="0">
                <a:ea typeface="ＭＳ Ｐゴシック" panose="020B0600070205080204" pitchFamily="34" charset="-128"/>
              </a:rPr>
              <a:t>in FU, produce </a:t>
            </a:r>
            <a:r>
              <a:rPr lang="en-US" altLang="en-US" sz="2000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its broadcast</a:t>
            </a:r>
            <a:r>
              <a:rPr lang="en-US" altLang="en-US" sz="2000" dirty="0">
                <a:ea typeface="ＭＳ Ｐゴシック" panose="020B0600070205080204" pitchFamily="34" charset="-128"/>
              </a:rPr>
              <a:t> </a:t>
            </a:r>
            <a:r>
              <a:rPr lang="en-US" altLang="en-US" sz="2000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tag and value </a:t>
            </a:r>
            <a:endParaRPr lang="en-US" altLang="en-US" sz="2000" dirty="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r>
              <a:rPr lang="en-US" altLang="en-US" sz="2000" b="1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WB</a:t>
            </a:r>
            <a:r>
              <a:rPr lang="en-US" altLang="en-US" sz="2000" dirty="0">
                <a:ea typeface="ＭＳ Ｐゴシック" panose="020B0600070205080204" pitchFamily="34" charset="-128"/>
              </a:rPr>
              <a:t>: After instruction finishes in the Functional Unit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a, Arbitrate for CDB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b, Put </a:t>
            </a:r>
            <a:r>
              <a:rPr lang="en-US" altLang="en-US" sz="1800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broadcast</a:t>
            </a:r>
            <a:r>
              <a:rPr lang="en-US" altLang="en-US" sz="1800" dirty="0">
                <a:ea typeface="ＭＳ Ｐゴシック" panose="020B0600070205080204" pitchFamily="34" charset="-128"/>
              </a:rPr>
              <a:t> </a:t>
            </a:r>
            <a:r>
              <a:rPr lang="en-US" altLang="en-US" sz="1800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tag and its broadcast value </a:t>
            </a:r>
            <a:r>
              <a:rPr lang="en-US" altLang="en-US" sz="1800" dirty="0">
                <a:ea typeface="ＭＳ Ｐゴシック" panose="020B0600070205080204" pitchFamily="34" charset="-128"/>
              </a:rPr>
              <a:t>onto CDB (tag broadcast)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c, Update register file connected to the CDB</a:t>
            </a:r>
          </a:p>
          <a:p>
            <a:pPr lvl="2">
              <a:lnSpc>
                <a:spcPct val="80000"/>
              </a:lnSpc>
            </a:pPr>
            <a:r>
              <a:rPr lang="en-US" altLang="en-US" sz="1700" dirty="0">
                <a:ea typeface="ＭＳ Ｐゴシック" panose="020B0600070205080204" pitchFamily="34" charset="-128"/>
              </a:rPr>
              <a:t>If the tag in the RF matches the </a:t>
            </a:r>
            <a:r>
              <a:rPr lang="en-US" altLang="en-US" sz="1700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broadcast</a:t>
            </a:r>
            <a:r>
              <a:rPr lang="en-US" altLang="en-US" sz="1700" dirty="0">
                <a:ea typeface="ＭＳ Ｐゴシック" panose="020B0600070205080204" pitchFamily="34" charset="-128"/>
              </a:rPr>
              <a:t> </a:t>
            </a:r>
            <a:r>
              <a:rPr lang="en-US" altLang="en-US" sz="1700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tag</a:t>
            </a:r>
            <a:r>
              <a:rPr lang="en-US" altLang="en-US" sz="1700" dirty="0">
                <a:ea typeface="ＭＳ Ｐゴシック" panose="020B0600070205080204" pitchFamily="34" charset="-128"/>
              </a:rPr>
              <a:t>, write </a:t>
            </a:r>
            <a:r>
              <a:rPr lang="en-US" altLang="en-US" sz="1700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broadcast value</a:t>
            </a:r>
            <a:r>
              <a:rPr lang="en-US" altLang="en-US" sz="1700" dirty="0">
                <a:ea typeface="ＭＳ Ｐゴシック" panose="020B0600070205080204" pitchFamily="34" charset="-128"/>
              </a:rPr>
              <a:t> into register (and set valid bit)</a:t>
            </a:r>
          </a:p>
          <a:p>
            <a:pPr lvl="1">
              <a:lnSpc>
                <a:spcPct val="80000"/>
              </a:lnSpc>
              <a:buClr>
                <a:srgbClr val="3B812F"/>
              </a:buClr>
            </a:pPr>
            <a:r>
              <a:rPr lang="en-US" altLang="en-US" sz="1800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d, Update reservation station connected to the CDB</a:t>
            </a:r>
            <a:endParaRPr lang="en-US" altLang="en-US" sz="1700" dirty="0">
              <a:ea typeface="ＭＳ Ｐゴシック" panose="020B0600070205080204" pitchFamily="34" charset="-128"/>
            </a:endParaRPr>
          </a:p>
          <a:p>
            <a:pPr lvl="2">
              <a:lnSpc>
                <a:spcPct val="80000"/>
              </a:lnSpc>
            </a:pPr>
            <a:r>
              <a:rPr lang="en-US" altLang="en-US" sz="1700" dirty="0">
                <a:ea typeface="ＭＳ Ｐゴシック" panose="020B0600070205080204" pitchFamily="34" charset="-128"/>
              </a:rPr>
              <a:t>If the </a:t>
            </a:r>
            <a:r>
              <a:rPr lang="en-US" altLang="en-US" sz="1700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broadcast tag</a:t>
            </a:r>
            <a:r>
              <a:rPr lang="en-US" altLang="en-US" sz="1700" dirty="0">
                <a:ea typeface="ＭＳ Ｐゴシック" panose="020B0600070205080204" pitchFamily="34" charset="-128"/>
              </a:rPr>
              <a:t> matches the tag of any source in a </a:t>
            </a:r>
            <a:r>
              <a:rPr lang="en-US" altLang="en-US" sz="1800" dirty="0">
                <a:solidFill>
                  <a:srgbClr val="00B0F0"/>
                </a:solidFill>
                <a:ea typeface="ＭＳ Ｐゴシック" panose="020B0600070205080204" pitchFamily="34" charset="-128"/>
              </a:rPr>
              <a:t>RS entry</a:t>
            </a:r>
            <a:r>
              <a:rPr lang="en-US" altLang="en-US" sz="1700" dirty="0">
                <a:ea typeface="ＭＳ Ｐゴシック" panose="020B0600070205080204" pitchFamily="34" charset="-128"/>
              </a:rPr>
              <a:t>, write the </a:t>
            </a:r>
            <a:r>
              <a:rPr lang="en-US" altLang="en-US" sz="1700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broadcast value</a:t>
            </a:r>
            <a:r>
              <a:rPr lang="en-US" altLang="en-US" sz="1700" dirty="0">
                <a:ea typeface="ＭＳ Ｐゴシック" panose="020B0600070205080204" pitchFamily="34" charset="-128"/>
              </a:rPr>
              <a:t> to the source and set the valid bit of the source. 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52227" name="Slide Number Placeholder 3">
            <a:extLst>
              <a:ext uri="{FF2B5EF4-FFF2-40B4-BE49-F238E27FC236}">
                <a16:creationId xmlns:a16="http://schemas.microsoft.com/office/drawing/2014/main" id="{037FD9B1-BD69-FE44-BB0C-27E133283B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20E612B8-7975-0D4A-842B-C2F48E154FB4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23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FDBD3-8031-42D6-80CF-FE05E4EE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dirty="0"/>
              <a:t>Our First </a:t>
            </a:r>
            <a:r>
              <a:rPr lang="en-US" dirty="0" err="1"/>
              <a:t>OoO</a:t>
            </a:r>
            <a:r>
              <a:rPr lang="en-US" dirty="0"/>
              <a:t> Machine Simulation 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BFAF7-D375-4D96-BA5E-AF0327B958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A640EF-F0E2-4E49-9455-7E266BCEBB7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9BE5B82-150F-45D1-8DA5-7D3091FBB69B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3060460"/>
          <a:ext cx="2021396" cy="30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197">
                  <a:extLst>
                    <a:ext uri="{9D8B030D-6E8A-4147-A177-3AD203B41FA5}">
                      <a16:colId xmlns:a16="http://schemas.microsoft.com/office/drawing/2014/main" val="178228208"/>
                    </a:ext>
                  </a:extLst>
                </a:gridCol>
                <a:gridCol w="456057">
                  <a:extLst>
                    <a:ext uri="{9D8B030D-6E8A-4147-A177-3AD203B41FA5}">
                      <a16:colId xmlns:a16="http://schemas.microsoft.com/office/drawing/2014/main" val="514640341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3807375684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347605207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Register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Valid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Tag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Value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855663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67566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717070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R3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3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5088068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8062439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8299616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1653268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0538406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7141418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960802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9711068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4197808428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A4AA7E21-7B39-4D87-8095-EBAAA1B5887A}"/>
              </a:ext>
            </a:extLst>
          </p:cNvPr>
          <p:cNvGrpSpPr/>
          <p:nvPr/>
        </p:nvGrpSpPr>
        <p:grpSpPr>
          <a:xfrm>
            <a:off x="3398728" y="4989344"/>
            <a:ext cx="1449705" cy="798651"/>
            <a:chOff x="6998109" y="2092803"/>
            <a:chExt cx="3805084" cy="2096244"/>
          </a:xfrm>
        </p:grpSpPr>
        <p:sp>
          <p:nvSpPr>
            <p:cNvPr id="20" name="Flowchart: Manual Operation 19">
              <a:extLst>
                <a:ext uri="{FF2B5EF4-FFF2-40B4-BE49-F238E27FC236}">
                  <a16:creationId xmlns:a16="http://schemas.microsoft.com/office/drawing/2014/main" id="{D9788A89-F980-424B-B3EA-FD96B8BD3A8E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+</a:t>
              </a:r>
              <a:endParaRPr kumimoji="0" lang="en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1E8E30-D2BE-4453-842F-BFE9A1A107DA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9DD9CB-A55D-427D-99E0-64627FC8AE38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ECA4318-6D66-4D09-AE89-D97B30539D8A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A79CD7C-A37E-433C-B255-46FD6FEBCF89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84043F-213C-4FA2-A503-A68507FB5934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B88D05-5CA0-48B4-9863-D2A4299DDDA4}"/>
              </a:ext>
            </a:extLst>
          </p:cNvPr>
          <p:cNvGrpSpPr/>
          <p:nvPr/>
        </p:nvGrpSpPr>
        <p:grpSpPr>
          <a:xfrm>
            <a:off x="6477000" y="4989344"/>
            <a:ext cx="1449705" cy="795474"/>
            <a:chOff x="6998109" y="2101142"/>
            <a:chExt cx="3805084" cy="2087904"/>
          </a:xfrm>
        </p:grpSpPr>
        <p:sp>
          <p:nvSpPr>
            <p:cNvPr id="27" name="Flowchart: Manual Operation 26">
              <a:extLst>
                <a:ext uri="{FF2B5EF4-FFF2-40B4-BE49-F238E27FC236}">
                  <a16:creationId xmlns:a16="http://schemas.microsoft.com/office/drawing/2014/main" id="{697BEE34-7099-4A97-B1AC-C9CE1D11B917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∗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4EB639-D558-45E4-9466-BDE2F8372937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5582676-F310-42D3-80E5-0D91022531B7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D48D83-B4BE-48B5-9027-5A30266F2B1B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4A397-3F5E-43B7-A316-493D0DF44868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5A5D3E-8DEE-420C-BF49-4FDB538C5A67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33C88395-4758-4F88-A6AE-720C47DD47BE}"/>
              </a:ext>
            </a:extLst>
          </p:cNvPr>
          <p:cNvGraphicFramePr>
            <a:graphicFrameLocks noGrp="1"/>
          </p:cNvGraphicFramePr>
          <p:nvPr/>
        </p:nvGraphicFramePr>
        <p:xfrm>
          <a:off x="2805320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97CEA6B2-1EB6-48A9-8CFF-BC13AB7D53A8}"/>
              </a:ext>
            </a:extLst>
          </p:cNvPr>
          <p:cNvGraphicFramePr>
            <a:graphicFrameLocks noGrp="1"/>
          </p:cNvGraphicFramePr>
          <p:nvPr/>
        </p:nvGraphicFramePr>
        <p:xfrm>
          <a:off x="5860859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4FB17FC8-50B1-43AE-BE29-2AEB0A137143}"/>
              </a:ext>
            </a:extLst>
          </p:cNvPr>
          <p:cNvGraphicFramePr>
            <a:graphicFrameLocks noGrp="1"/>
          </p:cNvGraphicFramePr>
          <p:nvPr/>
        </p:nvGraphicFramePr>
        <p:xfrm>
          <a:off x="221457" y="1347785"/>
          <a:ext cx="2013700" cy="1521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68285122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6171413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6253014"/>
                    </a:ext>
                  </a:extLst>
                </a:gridCol>
                <a:gridCol w="465700">
                  <a:extLst>
                    <a:ext uri="{9D8B030D-6E8A-4147-A177-3AD203B41FA5}">
                      <a16:colId xmlns:a16="http://schemas.microsoft.com/office/drawing/2014/main" val="3517611654"/>
                    </a:ext>
                  </a:extLst>
                </a:gridCol>
              </a:tblGrid>
              <a:tr h="171963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R1, R2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241112"/>
                  </a:ext>
                </a:extLst>
              </a:tr>
              <a:tr h="27449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R3, R4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7394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R2, R6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21130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R8, R9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26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R7, 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14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R5, 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895326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D7A617A-85E3-A047-9F22-8BA147C1BE9A}"/>
              </a:ext>
            </a:extLst>
          </p:cNvPr>
          <p:cNvSpPr txBox="1"/>
          <p:nvPr/>
        </p:nvSpPr>
        <p:spPr>
          <a:xfrm>
            <a:off x="6660614" y="5736839"/>
            <a:ext cx="556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82DD4E-9933-3047-856A-1C33962BA55D}"/>
              </a:ext>
            </a:extLst>
          </p:cNvPr>
          <p:cNvSpPr txBox="1"/>
          <p:nvPr/>
        </p:nvSpPr>
        <p:spPr>
          <a:xfrm>
            <a:off x="7201852" y="5736839"/>
            <a:ext cx="757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Value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F4BDC3-139C-E947-BCD6-D40A6A4B701D}"/>
              </a:ext>
            </a:extLst>
          </p:cNvPr>
          <p:cNvSpPr txBox="1"/>
          <p:nvPr/>
        </p:nvSpPr>
        <p:spPr>
          <a:xfrm>
            <a:off x="3586554" y="5736839"/>
            <a:ext cx="556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351A27-A1AB-8044-8AF2-98BB1F1328F7}"/>
              </a:ext>
            </a:extLst>
          </p:cNvPr>
          <p:cNvSpPr txBox="1"/>
          <p:nvPr/>
        </p:nvSpPr>
        <p:spPr>
          <a:xfrm>
            <a:off x="4127792" y="5736839"/>
            <a:ext cx="757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Value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C4626B-7328-4240-AB5C-4CFB5E57F80C}"/>
              </a:ext>
            </a:extLst>
          </p:cNvPr>
          <p:cNvSpPr txBox="1"/>
          <p:nvPr/>
        </p:nvSpPr>
        <p:spPr>
          <a:xfrm>
            <a:off x="3329614" y="2735360"/>
            <a:ext cx="1851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RS for ADD Unit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28D911-E3BC-B948-B72D-59EE2E391368}"/>
              </a:ext>
            </a:extLst>
          </p:cNvPr>
          <p:cNvSpPr txBox="1"/>
          <p:nvPr/>
        </p:nvSpPr>
        <p:spPr>
          <a:xfrm>
            <a:off x="6275925" y="2749073"/>
            <a:ext cx="1856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RS for MUL Unit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79E197-C9A8-784C-8223-1E3B84AA5482}"/>
              </a:ext>
            </a:extLst>
          </p:cNvPr>
          <p:cNvSpPr txBox="1"/>
          <p:nvPr/>
        </p:nvSpPr>
        <p:spPr>
          <a:xfrm>
            <a:off x="165344" y="6084460"/>
            <a:ext cx="2591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Register </a:t>
            </a:r>
            <a:r>
              <a:rPr lang="en-US" altLang="zh-CN" dirty="0">
                <a:solidFill>
                  <a:srgbClr val="0432FF"/>
                </a:solidFill>
              </a:rPr>
              <a:t>Rename</a:t>
            </a:r>
            <a:r>
              <a:rPr lang="en-US" dirty="0">
                <a:solidFill>
                  <a:srgbClr val="0432FF"/>
                </a:solidFill>
              </a:rPr>
              <a:t> Table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2F1B6A-3B3F-4848-BBA8-FD5595C54B92}"/>
              </a:ext>
            </a:extLst>
          </p:cNvPr>
          <p:cNvSpPr txBox="1"/>
          <p:nvPr/>
        </p:nvSpPr>
        <p:spPr>
          <a:xfrm>
            <a:off x="124895" y="952225"/>
            <a:ext cx="2873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Program We Will Simulate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3AD5E8-40A8-F041-AA2C-A0A9D55EF679}"/>
              </a:ext>
            </a:extLst>
          </p:cNvPr>
          <p:cNvSpPr txBox="1"/>
          <p:nvPr/>
        </p:nvSpPr>
        <p:spPr>
          <a:xfrm>
            <a:off x="3769853" y="6175226"/>
            <a:ext cx="38523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ADD and MUL Execution Units </a:t>
            </a:r>
          </a:p>
          <a:p>
            <a:pPr algn="ctr"/>
            <a:r>
              <a:rPr lang="en-US" dirty="0"/>
              <a:t>have separate common data buses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B56CF4-1B97-0846-AA0D-E77F2BA7CA96}"/>
              </a:ext>
            </a:extLst>
          </p:cNvPr>
          <p:cNvSpPr txBox="1"/>
          <p:nvPr/>
        </p:nvSpPr>
        <p:spPr>
          <a:xfrm>
            <a:off x="3591339" y="1457739"/>
            <a:ext cx="33095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Initially:</a:t>
            </a:r>
          </a:p>
          <a:p>
            <a:pPr marL="342900" indent="-342900">
              <a:buAutoNum type="arabicPeriod"/>
            </a:pPr>
            <a:r>
              <a:rPr lang="en-US" dirty="0"/>
              <a:t>RS’s are all Invalid (Empty)</a:t>
            </a:r>
          </a:p>
          <a:p>
            <a:pPr marL="342900" indent="-342900">
              <a:buAutoNum type="arabicPeriod"/>
            </a:pPr>
            <a:r>
              <a:rPr lang="en-US" dirty="0"/>
              <a:t>All Registers are Valid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571EDCA-E336-4F6A-BC74-8752E5BA7EDD}"/>
              </a:ext>
            </a:extLst>
          </p:cNvPr>
          <p:cNvSpPr/>
          <p:nvPr/>
        </p:nvSpPr>
        <p:spPr>
          <a:xfrm>
            <a:off x="210753" y="6508393"/>
            <a:ext cx="3262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MUL: 6 cycles,  ADD</a:t>
            </a:r>
            <a:r>
              <a:rPr lang="zh-CN" altLang="en-US" dirty="0"/>
              <a:t>：</a:t>
            </a:r>
            <a:r>
              <a:rPr lang="en-US" altLang="zh-CN" dirty="0"/>
              <a:t> 4 cycle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07599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FDBD3-8031-42D6-80CF-FE05E4EE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dirty="0"/>
              <a:t>Cycle </a:t>
            </a:r>
            <a:r>
              <a:rPr lang="en-US" dirty="0">
                <a:sym typeface="Wingdings" panose="05000000000000000000" pitchFamily="2" charset="2"/>
              </a:rPr>
              <a:t>0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BFAF7-D375-4D96-BA5E-AF0327B958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A640EF-F0E2-4E49-9455-7E266BCEBB7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9BE5B82-150F-45D1-8DA5-7D3091FBB69B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3060460"/>
          <a:ext cx="2021396" cy="30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197">
                  <a:extLst>
                    <a:ext uri="{9D8B030D-6E8A-4147-A177-3AD203B41FA5}">
                      <a16:colId xmlns:a16="http://schemas.microsoft.com/office/drawing/2014/main" val="178228208"/>
                    </a:ext>
                  </a:extLst>
                </a:gridCol>
                <a:gridCol w="456057">
                  <a:extLst>
                    <a:ext uri="{9D8B030D-6E8A-4147-A177-3AD203B41FA5}">
                      <a16:colId xmlns:a16="http://schemas.microsoft.com/office/drawing/2014/main" val="514640341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3807375684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347605207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Register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Valid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Tag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Value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855663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67566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717070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R3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3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5088068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8062439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8299616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1653268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0538406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7141418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960802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9711068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4197808428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A4AA7E21-7B39-4D87-8095-EBAAA1B5887A}"/>
              </a:ext>
            </a:extLst>
          </p:cNvPr>
          <p:cNvGrpSpPr/>
          <p:nvPr/>
        </p:nvGrpSpPr>
        <p:grpSpPr>
          <a:xfrm>
            <a:off x="3398728" y="4989344"/>
            <a:ext cx="1449705" cy="798651"/>
            <a:chOff x="6998109" y="2092803"/>
            <a:chExt cx="3805084" cy="2096244"/>
          </a:xfrm>
        </p:grpSpPr>
        <p:sp>
          <p:nvSpPr>
            <p:cNvPr id="20" name="Flowchart: Manual Operation 19">
              <a:extLst>
                <a:ext uri="{FF2B5EF4-FFF2-40B4-BE49-F238E27FC236}">
                  <a16:creationId xmlns:a16="http://schemas.microsoft.com/office/drawing/2014/main" id="{D9788A89-F980-424B-B3EA-FD96B8BD3A8E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+</a:t>
              </a:r>
              <a:endParaRPr kumimoji="0" lang="en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1E8E30-D2BE-4453-842F-BFE9A1A107DA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9DD9CB-A55D-427D-99E0-64627FC8AE38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ECA4318-6D66-4D09-AE89-D97B30539D8A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A79CD7C-A37E-433C-B255-46FD6FEBCF89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84043F-213C-4FA2-A503-A68507FB5934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B88D05-5CA0-48B4-9863-D2A4299DDDA4}"/>
              </a:ext>
            </a:extLst>
          </p:cNvPr>
          <p:cNvGrpSpPr/>
          <p:nvPr/>
        </p:nvGrpSpPr>
        <p:grpSpPr>
          <a:xfrm>
            <a:off x="6477000" y="4989344"/>
            <a:ext cx="1449705" cy="795474"/>
            <a:chOff x="6998109" y="2101142"/>
            <a:chExt cx="3805084" cy="2087904"/>
          </a:xfrm>
        </p:grpSpPr>
        <p:sp>
          <p:nvSpPr>
            <p:cNvPr id="27" name="Flowchart: Manual Operation 26">
              <a:extLst>
                <a:ext uri="{FF2B5EF4-FFF2-40B4-BE49-F238E27FC236}">
                  <a16:creationId xmlns:a16="http://schemas.microsoft.com/office/drawing/2014/main" id="{697BEE34-7099-4A97-B1AC-C9CE1D11B917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∗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4EB639-D558-45E4-9466-BDE2F8372937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5582676-F310-42D3-80E5-0D91022531B7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D48D83-B4BE-48B5-9027-5A30266F2B1B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4A397-3F5E-43B7-A316-493D0DF44868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5A5D3E-8DEE-420C-BF49-4FDB538C5A67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33C88395-4758-4F88-A6AE-720C47DD47BE}"/>
              </a:ext>
            </a:extLst>
          </p:cNvPr>
          <p:cNvGraphicFramePr>
            <a:graphicFrameLocks noGrp="1"/>
          </p:cNvGraphicFramePr>
          <p:nvPr/>
        </p:nvGraphicFramePr>
        <p:xfrm>
          <a:off x="2805320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97CEA6B2-1EB6-48A9-8CFF-BC13AB7D53A8}"/>
              </a:ext>
            </a:extLst>
          </p:cNvPr>
          <p:cNvGraphicFramePr>
            <a:graphicFrameLocks noGrp="1"/>
          </p:cNvGraphicFramePr>
          <p:nvPr/>
        </p:nvGraphicFramePr>
        <p:xfrm>
          <a:off x="5860859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sp>
        <p:nvSpPr>
          <p:cNvPr id="425" name="Rectangle 29">
            <a:extLst>
              <a:ext uri="{FF2B5EF4-FFF2-40B4-BE49-F238E27FC236}">
                <a16:creationId xmlns:a16="http://schemas.microsoft.com/office/drawing/2014/main" id="{AED3A31C-147D-48A2-BB70-585A3895D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2" y="1004752"/>
            <a:ext cx="724441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Cycle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4FB17FC8-50B1-43AE-BE29-2AEB0A137143}"/>
              </a:ext>
            </a:extLst>
          </p:cNvPr>
          <p:cNvGraphicFramePr>
            <a:graphicFrameLocks noGrp="1"/>
          </p:cNvGraphicFramePr>
          <p:nvPr/>
        </p:nvGraphicFramePr>
        <p:xfrm>
          <a:off x="221457" y="1347785"/>
          <a:ext cx="2013700" cy="1521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68285122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6171413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6253014"/>
                    </a:ext>
                  </a:extLst>
                </a:gridCol>
                <a:gridCol w="465700">
                  <a:extLst>
                    <a:ext uri="{9D8B030D-6E8A-4147-A177-3AD203B41FA5}">
                      <a16:colId xmlns:a16="http://schemas.microsoft.com/office/drawing/2014/main" val="3517611654"/>
                    </a:ext>
                  </a:extLst>
                </a:gridCol>
              </a:tblGrid>
              <a:tr h="171963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R1, R2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241112"/>
                  </a:ext>
                </a:extLst>
              </a:tr>
              <a:tr h="27449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R3, R4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7394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R2, R6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21130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R8, R9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26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R7, 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14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R5, 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8953267"/>
                  </a:ext>
                </a:extLst>
              </a:tr>
            </a:tbl>
          </a:graphicData>
        </a:graphic>
      </p:graphicFrame>
      <p:sp>
        <p:nvSpPr>
          <p:cNvPr id="33" name="矩形 32">
            <a:extLst>
              <a:ext uri="{FF2B5EF4-FFF2-40B4-BE49-F238E27FC236}">
                <a16:creationId xmlns:a16="http://schemas.microsoft.com/office/drawing/2014/main" id="{389E328E-8AD1-4752-B1C7-B60D6BB17568}"/>
              </a:ext>
            </a:extLst>
          </p:cNvPr>
          <p:cNvSpPr/>
          <p:nvPr/>
        </p:nvSpPr>
        <p:spPr>
          <a:xfrm>
            <a:off x="210753" y="6508393"/>
            <a:ext cx="3262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MUL: 6 cycles,  ADD</a:t>
            </a:r>
            <a:r>
              <a:rPr lang="zh-CN" altLang="en-US" dirty="0"/>
              <a:t>：</a:t>
            </a:r>
            <a:r>
              <a:rPr lang="en-US" altLang="zh-CN" dirty="0"/>
              <a:t> 4 cycle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1024258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FDBD3-8031-42D6-80CF-FE05E4EE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dirty="0"/>
              <a:t>Cycle </a:t>
            </a:r>
            <a:r>
              <a:rPr lang="en-US" dirty="0">
                <a:sym typeface="Wingdings" panose="05000000000000000000" pitchFamily="2" charset="2"/>
              </a:rPr>
              <a:t>1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BFAF7-D375-4D96-BA5E-AF0327B958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A640EF-F0E2-4E49-9455-7E266BCEBB7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9BE5B82-150F-45D1-8DA5-7D3091FBB69B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3060460"/>
          <a:ext cx="2021396" cy="30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197">
                  <a:extLst>
                    <a:ext uri="{9D8B030D-6E8A-4147-A177-3AD203B41FA5}">
                      <a16:colId xmlns:a16="http://schemas.microsoft.com/office/drawing/2014/main" val="178228208"/>
                    </a:ext>
                  </a:extLst>
                </a:gridCol>
                <a:gridCol w="456057">
                  <a:extLst>
                    <a:ext uri="{9D8B030D-6E8A-4147-A177-3AD203B41FA5}">
                      <a16:colId xmlns:a16="http://schemas.microsoft.com/office/drawing/2014/main" val="514640341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3807375684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347605207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Register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Valid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Tag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Value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855663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67566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717070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R3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3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5088068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8062439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8299616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1653268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0538406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7141418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960802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9711068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4197808428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A4AA7E21-7B39-4D87-8095-EBAAA1B5887A}"/>
              </a:ext>
            </a:extLst>
          </p:cNvPr>
          <p:cNvGrpSpPr/>
          <p:nvPr/>
        </p:nvGrpSpPr>
        <p:grpSpPr>
          <a:xfrm>
            <a:off x="3398728" y="4989344"/>
            <a:ext cx="1449705" cy="798651"/>
            <a:chOff x="6998109" y="2092803"/>
            <a:chExt cx="3805084" cy="2096244"/>
          </a:xfrm>
        </p:grpSpPr>
        <p:sp>
          <p:nvSpPr>
            <p:cNvPr id="20" name="Flowchart: Manual Operation 19">
              <a:extLst>
                <a:ext uri="{FF2B5EF4-FFF2-40B4-BE49-F238E27FC236}">
                  <a16:creationId xmlns:a16="http://schemas.microsoft.com/office/drawing/2014/main" id="{D9788A89-F980-424B-B3EA-FD96B8BD3A8E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+</a:t>
              </a:r>
              <a:endParaRPr kumimoji="0" lang="en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1E8E30-D2BE-4453-842F-BFE9A1A107DA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9DD9CB-A55D-427D-99E0-64627FC8AE38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ECA4318-6D66-4D09-AE89-D97B30539D8A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A79CD7C-A37E-433C-B255-46FD6FEBCF89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84043F-213C-4FA2-A503-A68507FB5934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B88D05-5CA0-48B4-9863-D2A4299DDDA4}"/>
              </a:ext>
            </a:extLst>
          </p:cNvPr>
          <p:cNvGrpSpPr/>
          <p:nvPr/>
        </p:nvGrpSpPr>
        <p:grpSpPr>
          <a:xfrm>
            <a:off x="6477000" y="4989344"/>
            <a:ext cx="1449705" cy="795474"/>
            <a:chOff x="6998109" y="2101142"/>
            <a:chExt cx="3805084" cy="2087904"/>
          </a:xfrm>
        </p:grpSpPr>
        <p:sp>
          <p:nvSpPr>
            <p:cNvPr id="27" name="Flowchart: Manual Operation 26">
              <a:extLst>
                <a:ext uri="{FF2B5EF4-FFF2-40B4-BE49-F238E27FC236}">
                  <a16:creationId xmlns:a16="http://schemas.microsoft.com/office/drawing/2014/main" id="{697BEE34-7099-4A97-B1AC-C9CE1D11B917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∗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4EB639-D558-45E4-9466-BDE2F8372937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5582676-F310-42D3-80E5-0D91022531B7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D48D83-B4BE-48B5-9027-5A30266F2B1B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4A397-3F5E-43B7-A316-493D0DF44868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5A5D3E-8DEE-420C-BF49-4FDB538C5A67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33C88395-4758-4F88-A6AE-720C47DD47BE}"/>
              </a:ext>
            </a:extLst>
          </p:cNvPr>
          <p:cNvGraphicFramePr>
            <a:graphicFrameLocks noGrp="1"/>
          </p:cNvGraphicFramePr>
          <p:nvPr/>
        </p:nvGraphicFramePr>
        <p:xfrm>
          <a:off x="2805320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97CEA6B2-1EB6-48A9-8CFF-BC13AB7D53A8}"/>
              </a:ext>
            </a:extLst>
          </p:cNvPr>
          <p:cNvGraphicFramePr>
            <a:graphicFrameLocks noGrp="1"/>
          </p:cNvGraphicFramePr>
          <p:nvPr/>
        </p:nvGraphicFramePr>
        <p:xfrm>
          <a:off x="5860859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grpSp>
        <p:nvGrpSpPr>
          <p:cNvPr id="414" name="Group 413">
            <a:extLst>
              <a:ext uri="{FF2B5EF4-FFF2-40B4-BE49-F238E27FC236}">
                <a16:creationId xmlns:a16="http://schemas.microsoft.com/office/drawing/2014/main" id="{D168BC2F-0974-4F0A-BFFB-E18AAB4F1C15}"/>
              </a:ext>
            </a:extLst>
          </p:cNvPr>
          <p:cNvGrpSpPr/>
          <p:nvPr/>
        </p:nvGrpSpPr>
        <p:grpSpPr>
          <a:xfrm>
            <a:off x="2249996" y="1004738"/>
            <a:ext cx="331200" cy="1864342"/>
            <a:chOff x="5410200" y="1004738"/>
            <a:chExt cx="331200" cy="1835117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415" name="Rectangle 48">
              <a:extLst>
                <a:ext uri="{FF2B5EF4-FFF2-40B4-BE49-F238E27FC236}">
                  <a16:creationId xmlns:a16="http://schemas.microsoft.com/office/drawing/2014/main" id="{DF6050E3-65BA-4872-BF70-2695E8DD5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grpFill/>
            <a:ln w="6350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Rectangle 29">
              <a:extLst>
                <a:ext uri="{FF2B5EF4-FFF2-40B4-BE49-F238E27FC236}">
                  <a16:creationId xmlns:a16="http://schemas.microsoft.com/office/drawing/2014/main" id="{E633F1E3-BF51-4A22-A2FE-6031B8D6A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grpFill/>
            <a:ln w="63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7" name="Rectangle 48">
              <a:extLst>
                <a:ext uri="{FF2B5EF4-FFF2-40B4-BE49-F238E27FC236}">
                  <a16:creationId xmlns:a16="http://schemas.microsoft.com/office/drawing/2014/main" id="{D4FCBAF0-A16A-4869-AC17-83637C14C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grpFill/>
            <a:ln w="6350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48">
              <a:extLst>
                <a:ext uri="{FF2B5EF4-FFF2-40B4-BE49-F238E27FC236}">
                  <a16:creationId xmlns:a16="http://schemas.microsoft.com/office/drawing/2014/main" id="{65EE864A-41B2-4B33-9FF8-1150A7CF8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grpFill/>
            <a:ln w="6350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9" name="Rectangle 48">
              <a:extLst>
                <a:ext uri="{FF2B5EF4-FFF2-40B4-BE49-F238E27FC236}">
                  <a16:creationId xmlns:a16="http://schemas.microsoft.com/office/drawing/2014/main" id="{65D34BCB-11DF-4DD0-BF8B-DE25D4AE1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grpFill/>
            <a:ln w="6350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0" name="Rectangle 48">
              <a:extLst>
                <a:ext uri="{FF2B5EF4-FFF2-40B4-BE49-F238E27FC236}">
                  <a16:creationId xmlns:a16="http://schemas.microsoft.com/office/drawing/2014/main" id="{18D60625-9BC7-4C6D-99B1-E813F3C54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grpFill/>
            <a:ln w="6350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48">
              <a:extLst>
                <a:ext uri="{FF2B5EF4-FFF2-40B4-BE49-F238E27FC236}">
                  <a16:creationId xmlns:a16="http://schemas.microsoft.com/office/drawing/2014/main" id="{FC1191EF-0526-421E-9971-AA816F7AF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grpFill/>
            <a:ln w="6350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25" name="Rectangle 29">
            <a:extLst>
              <a:ext uri="{FF2B5EF4-FFF2-40B4-BE49-F238E27FC236}">
                <a16:creationId xmlns:a16="http://schemas.microsoft.com/office/drawing/2014/main" id="{AED3A31C-147D-48A2-BB70-585A3895D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2" y="1004752"/>
            <a:ext cx="724441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Cycle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4FB17FC8-50B1-43AE-BE29-2AEB0A137143}"/>
              </a:ext>
            </a:extLst>
          </p:cNvPr>
          <p:cNvGraphicFramePr>
            <a:graphicFrameLocks noGrp="1"/>
          </p:cNvGraphicFramePr>
          <p:nvPr/>
        </p:nvGraphicFramePr>
        <p:xfrm>
          <a:off x="221457" y="1347785"/>
          <a:ext cx="2013700" cy="1521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68285122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6171413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6253014"/>
                    </a:ext>
                  </a:extLst>
                </a:gridCol>
                <a:gridCol w="465700">
                  <a:extLst>
                    <a:ext uri="{9D8B030D-6E8A-4147-A177-3AD203B41FA5}">
                      <a16:colId xmlns:a16="http://schemas.microsoft.com/office/drawing/2014/main" val="3517611654"/>
                    </a:ext>
                  </a:extLst>
                </a:gridCol>
              </a:tblGrid>
              <a:tr h="171963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R1, R2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241112"/>
                  </a:ext>
                </a:extLst>
              </a:tr>
              <a:tr h="27449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R3, R4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7394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R2, R6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21130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R8, R9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26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R7, 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14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R5, 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8953267"/>
                  </a:ext>
                </a:extLst>
              </a:tr>
            </a:tbl>
          </a:graphicData>
        </a:graphic>
      </p:graphicFrame>
      <p:sp>
        <p:nvSpPr>
          <p:cNvPr id="33" name="矩形 32">
            <a:extLst>
              <a:ext uri="{FF2B5EF4-FFF2-40B4-BE49-F238E27FC236}">
                <a16:creationId xmlns:a16="http://schemas.microsoft.com/office/drawing/2014/main" id="{B85BBDAC-3D67-475C-8767-99C38EF9E774}"/>
              </a:ext>
            </a:extLst>
          </p:cNvPr>
          <p:cNvSpPr/>
          <p:nvPr/>
        </p:nvSpPr>
        <p:spPr>
          <a:xfrm>
            <a:off x="210753" y="6508393"/>
            <a:ext cx="3262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MUL: 6 cycles,  ADD</a:t>
            </a:r>
            <a:r>
              <a:rPr lang="zh-CN" altLang="en-US" dirty="0"/>
              <a:t>：</a:t>
            </a:r>
            <a:r>
              <a:rPr lang="en-US" altLang="zh-CN" dirty="0"/>
              <a:t> 4 cycle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8334838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83">
            <a:extLst>
              <a:ext uri="{FF2B5EF4-FFF2-40B4-BE49-F238E27FC236}">
                <a16:creationId xmlns:a16="http://schemas.microsoft.com/office/drawing/2014/main" id="{ED296681-EBE9-4F9B-9170-2C69E7F9A4D0}"/>
              </a:ext>
            </a:extLst>
          </p:cNvPr>
          <p:cNvSpPr/>
          <p:nvPr/>
        </p:nvSpPr>
        <p:spPr bwMode="auto">
          <a:xfrm>
            <a:off x="2581196" y="951055"/>
            <a:ext cx="331200" cy="1918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5446F0-67BD-4BAE-83EA-D04F521C5B77}"/>
              </a:ext>
            </a:extLst>
          </p:cNvPr>
          <p:cNvSpPr/>
          <p:nvPr/>
        </p:nvSpPr>
        <p:spPr bwMode="auto">
          <a:xfrm>
            <a:off x="228600" y="1352694"/>
            <a:ext cx="2006558" cy="25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FDBD3-8031-42D6-80CF-FE05E4EE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dirty="0"/>
              <a:t>Cycle 2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BFAF7-D375-4D96-BA5E-AF0327B958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A640EF-F0E2-4E49-9455-7E266BCEBB7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9BE5B82-150F-45D1-8DA5-7D3091FBB69B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3060460"/>
          <a:ext cx="2021396" cy="30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197">
                  <a:extLst>
                    <a:ext uri="{9D8B030D-6E8A-4147-A177-3AD203B41FA5}">
                      <a16:colId xmlns:a16="http://schemas.microsoft.com/office/drawing/2014/main" val="178228208"/>
                    </a:ext>
                  </a:extLst>
                </a:gridCol>
                <a:gridCol w="456057">
                  <a:extLst>
                    <a:ext uri="{9D8B030D-6E8A-4147-A177-3AD203B41FA5}">
                      <a16:colId xmlns:a16="http://schemas.microsoft.com/office/drawing/2014/main" val="514640341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3807375684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347605207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Register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Valid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Tag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Value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855663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67566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717070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R3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3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5088068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8062439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8299616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1653268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0538406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7141418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960802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9711068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4197808428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A4AA7E21-7B39-4D87-8095-EBAAA1B5887A}"/>
              </a:ext>
            </a:extLst>
          </p:cNvPr>
          <p:cNvGrpSpPr/>
          <p:nvPr/>
        </p:nvGrpSpPr>
        <p:grpSpPr>
          <a:xfrm>
            <a:off x="3398728" y="4989344"/>
            <a:ext cx="1449705" cy="798651"/>
            <a:chOff x="6998109" y="2092803"/>
            <a:chExt cx="3805084" cy="2096244"/>
          </a:xfrm>
        </p:grpSpPr>
        <p:sp>
          <p:nvSpPr>
            <p:cNvPr id="20" name="Flowchart: Manual Operation 19">
              <a:extLst>
                <a:ext uri="{FF2B5EF4-FFF2-40B4-BE49-F238E27FC236}">
                  <a16:creationId xmlns:a16="http://schemas.microsoft.com/office/drawing/2014/main" id="{D9788A89-F980-424B-B3EA-FD96B8BD3A8E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+</a:t>
              </a:r>
              <a:endParaRPr kumimoji="0" lang="en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1E8E30-D2BE-4453-842F-BFE9A1A107DA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9DD9CB-A55D-427D-99E0-64627FC8AE38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ECA4318-6D66-4D09-AE89-D97B30539D8A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A79CD7C-A37E-433C-B255-46FD6FEBCF89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84043F-213C-4FA2-A503-A68507FB5934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B88D05-5CA0-48B4-9863-D2A4299DDDA4}"/>
              </a:ext>
            </a:extLst>
          </p:cNvPr>
          <p:cNvGrpSpPr/>
          <p:nvPr/>
        </p:nvGrpSpPr>
        <p:grpSpPr>
          <a:xfrm>
            <a:off x="6477000" y="4989344"/>
            <a:ext cx="1449705" cy="795474"/>
            <a:chOff x="6998109" y="2101142"/>
            <a:chExt cx="3805084" cy="2087904"/>
          </a:xfrm>
        </p:grpSpPr>
        <p:sp>
          <p:nvSpPr>
            <p:cNvPr id="27" name="Flowchart: Manual Operation 26">
              <a:extLst>
                <a:ext uri="{FF2B5EF4-FFF2-40B4-BE49-F238E27FC236}">
                  <a16:creationId xmlns:a16="http://schemas.microsoft.com/office/drawing/2014/main" id="{697BEE34-7099-4A97-B1AC-C9CE1D11B917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∗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4EB639-D558-45E4-9466-BDE2F8372937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5582676-F310-42D3-80E5-0D91022531B7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D48D83-B4BE-48B5-9027-5A30266F2B1B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4A397-3F5E-43B7-A316-493D0DF44868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5A5D3E-8DEE-420C-BF49-4FDB538C5A67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33C88395-4758-4F88-A6AE-720C47DD47BE}"/>
              </a:ext>
            </a:extLst>
          </p:cNvPr>
          <p:cNvGraphicFramePr>
            <a:graphicFrameLocks noGrp="1"/>
          </p:cNvGraphicFramePr>
          <p:nvPr/>
        </p:nvGraphicFramePr>
        <p:xfrm>
          <a:off x="2805320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97CEA6B2-1EB6-48A9-8CFF-BC13AB7D53A8}"/>
              </a:ext>
            </a:extLst>
          </p:cNvPr>
          <p:cNvGraphicFramePr>
            <a:graphicFrameLocks noGrp="1"/>
          </p:cNvGraphicFramePr>
          <p:nvPr/>
        </p:nvGraphicFramePr>
        <p:xfrm>
          <a:off x="5860859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sp>
        <p:nvSpPr>
          <p:cNvPr id="407" name="Rectangle 48">
            <a:extLst>
              <a:ext uri="{FF2B5EF4-FFF2-40B4-BE49-F238E27FC236}">
                <a16:creationId xmlns:a16="http://schemas.microsoft.com/office/drawing/2014/main" id="{27B534A0-1731-4C7B-AC8C-3E952B8E9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466" y="1327562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D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08" name="Rectangle 29">
            <a:extLst>
              <a:ext uri="{FF2B5EF4-FFF2-40B4-BE49-F238E27FC236}">
                <a16:creationId xmlns:a16="http://schemas.microsoft.com/office/drawing/2014/main" id="{19AE8AE4-23C5-411E-A72A-CF7583142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466" y="1004738"/>
            <a:ext cx="331200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2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09" name="Rectangle 48">
            <a:extLst>
              <a:ext uri="{FF2B5EF4-FFF2-40B4-BE49-F238E27FC236}">
                <a16:creationId xmlns:a16="http://schemas.microsoft.com/office/drawing/2014/main" id="{D60C497F-5863-432A-872C-7CC5B7AB8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466" y="1579562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F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10" name="Rectangle 48">
            <a:extLst>
              <a:ext uri="{FF2B5EF4-FFF2-40B4-BE49-F238E27FC236}">
                <a16:creationId xmlns:a16="http://schemas.microsoft.com/office/drawing/2014/main" id="{259E1573-4CCB-4122-9F76-DDF3F9C6E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466" y="1831824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11" name="Rectangle 48">
            <a:extLst>
              <a:ext uri="{FF2B5EF4-FFF2-40B4-BE49-F238E27FC236}">
                <a16:creationId xmlns:a16="http://schemas.microsoft.com/office/drawing/2014/main" id="{E7AD8661-72B6-434D-BAAE-A37760DEA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466" y="2083593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12" name="Rectangle 48">
            <a:extLst>
              <a:ext uri="{FF2B5EF4-FFF2-40B4-BE49-F238E27FC236}">
                <a16:creationId xmlns:a16="http://schemas.microsoft.com/office/drawing/2014/main" id="{FFDF3ED4-98B5-48BE-80CC-22D8F973F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466" y="2335593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13" name="Rectangle 48">
            <a:extLst>
              <a:ext uri="{FF2B5EF4-FFF2-40B4-BE49-F238E27FC236}">
                <a16:creationId xmlns:a16="http://schemas.microsoft.com/office/drawing/2014/main" id="{B05C23C0-D121-4693-B294-D836B1DE4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466" y="2587855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D168BC2F-0974-4F0A-BFFB-E18AAB4F1C15}"/>
              </a:ext>
            </a:extLst>
          </p:cNvPr>
          <p:cNvGrpSpPr/>
          <p:nvPr/>
        </p:nvGrpSpPr>
        <p:grpSpPr>
          <a:xfrm>
            <a:off x="2249996" y="1004738"/>
            <a:ext cx="331200" cy="1835117"/>
            <a:chOff x="5410200" y="1004738"/>
            <a:chExt cx="331200" cy="1835117"/>
          </a:xfrm>
        </p:grpSpPr>
        <p:sp>
          <p:nvSpPr>
            <p:cNvPr id="415" name="Rectangle 48">
              <a:extLst>
                <a:ext uri="{FF2B5EF4-FFF2-40B4-BE49-F238E27FC236}">
                  <a16:creationId xmlns:a16="http://schemas.microsoft.com/office/drawing/2014/main" id="{DF6050E3-65BA-4872-BF70-2695E8DD5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Rectangle 29">
              <a:extLst>
                <a:ext uri="{FF2B5EF4-FFF2-40B4-BE49-F238E27FC236}">
                  <a16:creationId xmlns:a16="http://schemas.microsoft.com/office/drawing/2014/main" id="{E633F1E3-BF51-4A22-A2FE-6031B8D6A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7" name="Rectangle 48">
              <a:extLst>
                <a:ext uri="{FF2B5EF4-FFF2-40B4-BE49-F238E27FC236}">
                  <a16:creationId xmlns:a16="http://schemas.microsoft.com/office/drawing/2014/main" id="{D4FCBAF0-A16A-4869-AC17-83637C14C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48">
              <a:extLst>
                <a:ext uri="{FF2B5EF4-FFF2-40B4-BE49-F238E27FC236}">
                  <a16:creationId xmlns:a16="http://schemas.microsoft.com/office/drawing/2014/main" id="{65EE864A-41B2-4B33-9FF8-1150A7CF8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9" name="Rectangle 48">
              <a:extLst>
                <a:ext uri="{FF2B5EF4-FFF2-40B4-BE49-F238E27FC236}">
                  <a16:creationId xmlns:a16="http://schemas.microsoft.com/office/drawing/2014/main" id="{65D34BCB-11DF-4DD0-BF8B-DE25D4AE1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0" name="Rectangle 48">
              <a:extLst>
                <a:ext uri="{FF2B5EF4-FFF2-40B4-BE49-F238E27FC236}">
                  <a16:creationId xmlns:a16="http://schemas.microsoft.com/office/drawing/2014/main" id="{18D60625-9BC7-4C6D-99B1-E813F3C54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48">
              <a:extLst>
                <a:ext uri="{FF2B5EF4-FFF2-40B4-BE49-F238E27FC236}">
                  <a16:creationId xmlns:a16="http://schemas.microsoft.com/office/drawing/2014/main" id="{FC1191EF-0526-421E-9971-AA816F7AF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aphicFrame>
        <p:nvGraphicFramePr>
          <p:cNvPr id="423" name="Table 422">
            <a:extLst>
              <a:ext uri="{FF2B5EF4-FFF2-40B4-BE49-F238E27FC236}">
                <a16:creationId xmlns:a16="http://schemas.microsoft.com/office/drawing/2014/main" id="{FD847E71-6207-4B61-AC4A-DDC9BE9D0300}"/>
              </a:ext>
            </a:extLst>
          </p:cNvPr>
          <p:cNvGraphicFramePr>
            <a:graphicFrameLocks noGrp="1"/>
          </p:cNvGraphicFramePr>
          <p:nvPr/>
        </p:nvGraphicFramePr>
        <p:xfrm>
          <a:off x="221457" y="1347785"/>
          <a:ext cx="2013700" cy="1521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68285122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6171413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6253014"/>
                    </a:ext>
                  </a:extLst>
                </a:gridCol>
                <a:gridCol w="465700">
                  <a:extLst>
                    <a:ext uri="{9D8B030D-6E8A-4147-A177-3AD203B41FA5}">
                      <a16:colId xmlns:a16="http://schemas.microsoft.com/office/drawing/2014/main" val="3517611654"/>
                    </a:ext>
                  </a:extLst>
                </a:gridCol>
              </a:tblGrid>
              <a:tr h="171963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R1, R2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241112"/>
                  </a:ext>
                </a:extLst>
              </a:tr>
              <a:tr h="27449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R3, R4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7394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R2, R6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21130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R8, R9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26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R7, 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14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R5, 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8953267"/>
                  </a:ext>
                </a:extLst>
              </a:tr>
            </a:tbl>
          </a:graphicData>
        </a:graphic>
      </p:graphicFrame>
      <p:sp>
        <p:nvSpPr>
          <p:cNvPr id="425" name="Rectangle 29">
            <a:extLst>
              <a:ext uri="{FF2B5EF4-FFF2-40B4-BE49-F238E27FC236}">
                <a16:creationId xmlns:a16="http://schemas.microsoft.com/office/drawing/2014/main" id="{AED3A31C-147D-48A2-BB70-585A3895D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2" y="1004752"/>
            <a:ext cx="724441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Cycle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F04019-FA59-4979-BB4D-91648E56C1C7}"/>
              </a:ext>
            </a:extLst>
          </p:cNvPr>
          <p:cNvSpPr txBox="1"/>
          <p:nvPr/>
        </p:nvSpPr>
        <p:spPr>
          <a:xfrm>
            <a:off x="1784298" y="3308679"/>
            <a:ext cx="43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4E71FD-44E9-4493-98CE-3F14C93163FC}"/>
              </a:ext>
            </a:extLst>
          </p:cNvPr>
          <p:cNvSpPr/>
          <p:nvPr/>
        </p:nvSpPr>
        <p:spPr bwMode="auto">
          <a:xfrm>
            <a:off x="654050" y="1349519"/>
            <a:ext cx="253627" cy="252000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D5C0AF8-05E0-492D-B985-0AD44F5740B8}"/>
              </a:ext>
            </a:extLst>
          </p:cNvPr>
          <p:cNvSpPr txBox="1"/>
          <p:nvPr/>
        </p:nvSpPr>
        <p:spPr>
          <a:xfrm>
            <a:off x="1784298" y="3560630"/>
            <a:ext cx="43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2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6AF5D5D-EEE3-4FC2-9AA3-2A79BEEFD85F}"/>
              </a:ext>
            </a:extLst>
          </p:cNvPr>
          <p:cNvCxnSpPr>
            <a:cxnSpLocks/>
          </p:cNvCxnSpPr>
          <p:nvPr/>
        </p:nvCxnSpPr>
        <p:spPr bwMode="auto">
          <a:xfrm flipH="1">
            <a:off x="543750" y="1607104"/>
            <a:ext cx="237114" cy="174569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530CEDE1-448C-433D-9B90-64EFB93E1996}"/>
              </a:ext>
            </a:extLst>
          </p:cNvPr>
          <p:cNvSpPr/>
          <p:nvPr/>
        </p:nvSpPr>
        <p:spPr bwMode="auto">
          <a:xfrm>
            <a:off x="4038601" y="961488"/>
            <a:ext cx="4800600" cy="324001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Step 2: Access </a:t>
            </a: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the Register Alias Table</a:t>
            </a:r>
            <a:endParaRPr kumimoji="0" lang="en-CH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0420CFD-7C0E-4B5F-9946-59FF0245E8A4}"/>
              </a:ext>
            </a:extLst>
          </p:cNvPr>
          <p:cNvCxnSpPr>
            <a:cxnSpLocks/>
          </p:cNvCxnSpPr>
          <p:nvPr/>
        </p:nvCxnSpPr>
        <p:spPr bwMode="auto">
          <a:xfrm flipH="1">
            <a:off x="609600" y="1607869"/>
            <a:ext cx="546675" cy="201203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Flowchart: Process 70">
            <a:extLst>
              <a:ext uri="{FF2B5EF4-FFF2-40B4-BE49-F238E27FC236}">
                <a16:creationId xmlns:a16="http://schemas.microsoft.com/office/drawing/2014/main" id="{40AFB291-F701-4D75-87B8-648662447F51}"/>
              </a:ext>
            </a:extLst>
          </p:cNvPr>
          <p:cNvSpPr/>
          <p:nvPr/>
        </p:nvSpPr>
        <p:spPr bwMode="auto">
          <a:xfrm>
            <a:off x="4038600" y="1335395"/>
            <a:ext cx="4795578" cy="320040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Step 3: Put source registers into reservation station x.</a:t>
            </a:r>
            <a:endParaRPr kumimoji="0" lang="en-CH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4AF2AF4-CDD1-41D2-A5C7-BB1937836236}"/>
              </a:ext>
            </a:extLst>
          </p:cNvPr>
          <p:cNvSpPr txBox="1"/>
          <p:nvPr/>
        </p:nvSpPr>
        <p:spPr>
          <a:xfrm>
            <a:off x="965090" y="3304648"/>
            <a:ext cx="356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1E9F0F7-1862-4CAA-AF7F-8BED221B58CE}"/>
              </a:ext>
            </a:extLst>
          </p:cNvPr>
          <p:cNvSpPr txBox="1"/>
          <p:nvPr/>
        </p:nvSpPr>
        <p:spPr>
          <a:xfrm>
            <a:off x="968598" y="3561869"/>
            <a:ext cx="356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50C6941-F685-4F37-9385-F51FC7A304B8}"/>
              </a:ext>
            </a:extLst>
          </p:cNvPr>
          <p:cNvSpPr txBox="1"/>
          <p:nvPr/>
        </p:nvSpPr>
        <p:spPr>
          <a:xfrm>
            <a:off x="6418138" y="3702685"/>
            <a:ext cx="356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~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3A9D336-5450-4EEB-BCA2-393268A790BA}"/>
              </a:ext>
            </a:extLst>
          </p:cNvPr>
          <p:cNvSpPr txBox="1"/>
          <p:nvPr/>
        </p:nvSpPr>
        <p:spPr>
          <a:xfrm>
            <a:off x="7569944" y="3702685"/>
            <a:ext cx="356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~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E30AAF8-1531-4E8F-8F85-74914F18202E}"/>
              </a:ext>
            </a:extLst>
          </p:cNvPr>
          <p:cNvSpPr/>
          <p:nvPr/>
        </p:nvSpPr>
        <p:spPr bwMode="auto">
          <a:xfrm>
            <a:off x="1776041" y="1348597"/>
            <a:ext cx="253627" cy="252000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82" name="Flowchart: Process 81">
            <a:extLst>
              <a:ext uri="{FF2B5EF4-FFF2-40B4-BE49-F238E27FC236}">
                <a16:creationId xmlns:a16="http://schemas.microsoft.com/office/drawing/2014/main" id="{17F80AF9-7888-462A-86C0-05416C7D9139}"/>
              </a:ext>
            </a:extLst>
          </p:cNvPr>
          <p:cNvSpPr/>
          <p:nvPr/>
        </p:nvSpPr>
        <p:spPr bwMode="auto">
          <a:xfrm>
            <a:off x="4038600" y="1705341"/>
            <a:ext cx="4795577" cy="320040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</a:rPr>
              <a:t>Step 4: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Rename destination register R3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  <a:sym typeface="Wingdings" panose="05000000000000000000" pitchFamily="2" charset="2"/>
              </a:rPr>
              <a:t> x</a:t>
            </a:r>
            <a:endParaRPr kumimoji="0" lang="en-CH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6A13AD9-4ED5-4741-93BC-E431E800451D}"/>
              </a:ext>
            </a:extLst>
          </p:cNvPr>
          <p:cNvSpPr txBox="1"/>
          <p:nvPr/>
        </p:nvSpPr>
        <p:spPr>
          <a:xfrm>
            <a:off x="923942" y="3823479"/>
            <a:ext cx="438912" cy="237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0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DAD2886-1D63-4A5F-8D71-D3C7A8ACFC42}"/>
              </a:ext>
            </a:extLst>
          </p:cNvPr>
          <p:cNvSpPr txBox="1"/>
          <p:nvPr/>
        </p:nvSpPr>
        <p:spPr>
          <a:xfrm>
            <a:off x="1381123" y="3823479"/>
            <a:ext cx="356616" cy="237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x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AC460F2-6FBE-4EC1-9A6F-C471108D2551}"/>
              </a:ext>
            </a:extLst>
          </p:cNvPr>
          <p:cNvCxnSpPr>
            <a:cxnSpLocks/>
            <a:stCxn id="77" idx="1"/>
          </p:cNvCxnSpPr>
          <p:nvPr/>
        </p:nvCxnSpPr>
        <p:spPr bwMode="auto">
          <a:xfrm flipH="1">
            <a:off x="662307" y="1474597"/>
            <a:ext cx="1113734" cy="2419611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Flowchart: Process 87">
            <a:extLst>
              <a:ext uri="{FF2B5EF4-FFF2-40B4-BE49-F238E27FC236}">
                <a16:creationId xmlns:a16="http://schemas.microsoft.com/office/drawing/2014/main" id="{C3C2A707-EBF4-4C40-BC83-AEEA7AA6D3C0}"/>
              </a:ext>
            </a:extLst>
          </p:cNvPr>
          <p:cNvSpPr/>
          <p:nvPr/>
        </p:nvSpPr>
        <p:spPr bwMode="auto">
          <a:xfrm>
            <a:off x="4040700" y="2125472"/>
            <a:ext cx="4795577" cy="743607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R3 is now renamed to x.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Its new value will produced by the </a:t>
            </a: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reservation station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that is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identified by tag x.</a:t>
            </a:r>
            <a:endParaRPr kumimoji="0" lang="en-CH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DB1769D-2F7A-4088-B90E-6DDE1C45CC11}"/>
              </a:ext>
            </a:extLst>
          </p:cNvPr>
          <p:cNvSpPr txBox="1"/>
          <p:nvPr/>
        </p:nvSpPr>
        <p:spPr>
          <a:xfrm>
            <a:off x="1755165" y="3823479"/>
            <a:ext cx="484632" cy="237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CC99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3FCD5CAB-EC1D-4A6D-8222-B0DF58A56ACF}"/>
              </a:ext>
            </a:extLst>
          </p:cNvPr>
          <p:cNvCxnSpPr>
            <a:cxnSpLocks/>
          </p:cNvCxnSpPr>
          <p:nvPr/>
        </p:nvCxnSpPr>
        <p:spPr bwMode="auto">
          <a:xfrm flipV="1">
            <a:off x="2133600" y="3256793"/>
            <a:ext cx="4517818" cy="170202"/>
          </a:xfrm>
          <a:prstGeom prst="bentConnector4">
            <a:avLst>
              <a:gd name="adj1" fmla="val 10785"/>
              <a:gd name="adj2" fmla="val 170886"/>
            </a:avLst>
          </a:prstGeom>
          <a:ln w="28575">
            <a:solidFill>
              <a:schemeClr val="accent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F8844277-6775-4990-BC09-24962429A4AB}"/>
              </a:ext>
            </a:extLst>
          </p:cNvPr>
          <p:cNvCxnSpPr>
            <a:cxnSpLocks/>
          </p:cNvCxnSpPr>
          <p:nvPr/>
        </p:nvCxnSpPr>
        <p:spPr bwMode="auto">
          <a:xfrm flipV="1">
            <a:off x="2123198" y="3256793"/>
            <a:ext cx="5656691" cy="423392"/>
          </a:xfrm>
          <a:prstGeom prst="bentConnector4">
            <a:avLst>
              <a:gd name="adj1" fmla="val 6107"/>
              <a:gd name="adj2" fmla="val 153993"/>
            </a:avLst>
          </a:prstGeom>
          <a:ln w="28575">
            <a:solidFill>
              <a:schemeClr val="accent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Flowchart: Process 187">
            <a:extLst>
              <a:ext uri="{FF2B5EF4-FFF2-40B4-BE49-F238E27FC236}">
                <a16:creationId xmlns:a16="http://schemas.microsoft.com/office/drawing/2014/main" id="{1A4C3F08-BC2A-164E-B1B2-61FEB4406340}"/>
              </a:ext>
            </a:extLst>
          </p:cNvPr>
          <p:cNvSpPr/>
          <p:nvPr/>
        </p:nvSpPr>
        <p:spPr bwMode="auto">
          <a:xfrm>
            <a:off x="3126105" y="6056794"/>
            <a:ext cx="4800600" cy="324001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MUL in 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</a:rPr>
              <a:t>RS x is ready to execute in the next cycle!</a:t>
            </a:r>
            <a:endParaRPr kumimoji="0" lang="en-CH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2" name="Flowchart: Process 11">
            <a:extLst>
              <a:ext uri="{FF2B5EF4-FFF2-40B4-BE49-F238E27FC236}">
                <a16:creationId xmlns:a16="http://schemas.microsoft.com/office/drawing/2014/main" id="{89065568-9BC0-C341-9C53-1CE180C5DEC0}"/>
              </a:ext>
            </a:extLst>
          </p:cNvPr>
          <p:cNvSpPr/>
          <p:nvPr/>
        </p:nvSpPr>
        <p:spPr bwMode="auto">
          <a:xfrm>
            <a:off x="4038600" y="539307"/>
            <a:ext cx="4800600" cy="324001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Step 1: Check if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</a:rPr>
              <a:t> reservation station available. Yes: x</a:t>
            </a:r>
            <a:endParaRPr kumimoji="0" lang="en-CH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3" name="Flowchart: Process 54">
            <a:extLst>
              <a:ext uri="{FF2B5EF4-FFF2-40B4-BE49-F238E27FC236}">
                <a16:creationId xmlns:a16="http://schemas.microsoft.com/office/drawing/2014/main" id="{08FDFED5-C862-5848-A836-0AAFDD7E50EC}"/>
              </a:ext>
            </a:extLst>
          </p:cNvPr>
          <p:cNvSpPr/>
          <p:nvPr/>
        </p:nvSpPr>
        <p:spPr bwMode="auto">
          <a:xfrm>
            <a:off x="4038600" y="56999"/>
            <a:ext cx="4800600" cy="324001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500" dirty="0">
                <a:solidFill>
                  <a:srgbClr val="0432FF"/>
                </a:solidFill>
                <a:latin typeface="Arial" pitchFamily="34" charset="0"/>
              </a:rPr>
              <a:t>MUL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gets decoded and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alloc</a:t>
            </a:r>
            <a:r>
              <a:rPr lang="en-US" sz="1500" dirty="0" err="1">
                <a:solidFill>
                  <a:srgbClr val="0432FF"/>
                </a:solidFill>
                <a:latin typeface="Arial" pitchFamily="34" charset="0"/>
              </a:rPr>
              <a:t>ated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into RS x</a:t>
            </a:r>
            <a:endParaRPr kumimoji="0" lang="en-CH" sz="15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5A040DC-FDA3-49BF-95E9-B64260729885}"/>
              </a:ext>
            </a:extLst>
          </p:cNvPr>
          <p:cNvSpPr/>
          <p:nvPr/>
        </p:nvSpPr>
        <p:spPr>
          <a:xfrm>
            <a:off x="210753" y="6508393"/>
            <a:ext cx="3262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MUL: 6 cycles,  ADD</a:t>
            </a:r>
            <a:r>
              <a:rPr lang="zh-CN" altLang="en-US" dirty="0"/>
              <a:t>：</a:t>
            </a:r>
            <a:r>
              <a:rPr lang="en-US" altLang="zh-CN" dirty="0"/>
              <a:t> 4 cycle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87477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8 -0.00093 L 0.16042 -0.00186 L 0.16111 -0.0426 L 0.6 -0.0426 L 0.60069 -0.02871 L 0.55694 0.05648 " pathEditMode="relative" rAng="0" ptsTypes="AAAAAA">
                                      <p:cBhvr>
                                        <p:cTn id="57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174" y="787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-0.00185 L 0.06858 -0.00278 L 0.06858 -0.0463 L 0.51024 -0.0463 L 0.50955 -0.03148 L 0.54566 0.05648 " pathEditMode="relative" rAng="0" ptsTypes="AAAAAA">
                                      <p:cBhvr>
                                        <p:cTn id="5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292" y="6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3.7037E-6 L 0.04375 3.7037E-6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0.00185 L 0.14444 0.00046 L 0.14444 -0.09468 L 0.72552 -0.09399 L 0.72552 -0.06621 L 0.68246 0.0199 " pathEditMode="relative" rAng="0" ptsTypes="AAAAAA">
                                      <p:cBhvr>
                                        <p:cTn id="90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285" y="-3935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65 0.00209 L 0.04722 0.00116 C 0.04757 -0.03125 0.04757 -0.06412 0.04792 -0.09652 L 0.62917 -0.09606 L 0.62847 -0.06458 L 0.67188 0.02014 " pathEditMode="relative" rAng="0" ptsTypes="AAAAAA">
                                      <p:cBhvr>
                                        <p:cTn id="92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67" y="-4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0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" grpId="0" animBg="1"/>
      <p:bldP spid="3" grpId="0" animBg="1"/>
      <p:bldP spid="3" grpId="1" animBg="1"/>
      <p:bldP spid="407" grpId="0"/>
      <p:bldP spid="409" grpId="0"/>
      <p:bldP spid="5" grpId="0"/>
      <p:bldP spid="5" grpId="1"/>
      <p:bldP spid="7" grpId="0" animBg="1"/>
      <p:bldP spid="7" grpId="1" animBg="1"/>
      <p:bldP spid="7" grpId="2" animBg="1"/>
      <p:bldP spid="48" grpId="0"/>
      <p:bldP spid="48" grpId="1"/>
      <p:bldP spid="12" grpId="0" animBg="1"/>
      <p:bldP spid="71" grpId="0" animBg="1"/>
      <p:bldP spid="72" grpId="0"/>
      <p:bldP spid="72" grpId="1"/>
      <p:bldP spid="73" grpId="0"/>
      <p:bldP spid="73" grpId="1"/>
      <p:bldP spid="75" grpId="0"/>
      <p:bldP spid="76" grpId="0"/>
      <p:bldP spid="77" grpId="0" animBg="1"/>
      <p:bldP spid="77" grpId="1" animBg="1"/>
      <p:bldP spid="82" grpId="0" animBg="1"/>
      <p:bldP spid="83" grpId="0" animBg="1"/>
      <p:bldP spid="84" grpId="0" animBg="1"/>
      <p:bldP spid="88" grpId="0" animBg="1"/>
      <p:bldP spid="89" grpId="0" animBg="1"/>
      <p:bldP spid="60" grpId="0" animBg="1"/>
      <p:bldP spid="62" grpId="0" animBg="1"/>
      <p:bldP spid="6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23FF5FD9-F4B5-40CD-9C27-4D02F0E23D08}"/>
              </a:ext>
            </a:extLst>
          </p:cNvPr>
          <p:cNvSpPr/>
          <p:nvPr/>
        </p:nvSpPr>
        <p:spPr bwMode="auto">
          <a:xfrm>
            <a:off x="2912666" y="951055"/>
            <a:ext cx="331200" cy="1918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3929DFDE-8D46-4911-A741-06708C01D0E4}"/>
              </a:ext>
            </a:extLst>
          </p:cNvPr>
          <p:cNvSpPr/>
          <p:nvPr/>
        </p:nvSpPr>
        <p:spPr bwMode="auto">
          <a:xfrm>
            <a:off x="228600" y="1600200"/>
            <a:ext cx="2006558" cy="25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FDBD3-8031-42D6-80CF-FE05E4EE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dirty="0"/>
              <a:t>Cycle </a:t>
            </a:r>
            <a:r>
              <a:rPr lang="en-US" dirty="0">
                <a:sym typeface="Wingdings" panose="05000000000000000000" pitchFamily="2" charset="2"/>
              </a:rPr>
              <a:t>3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BFAF7-D375-4D96-BA5E-AF0327B958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A640EF-F0E2-4E49-9455-7E266BCEBB7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9BE5B82-150F-45D1-8DA5-7D3091FBB69B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3060460"/>
          <a:ext cx="2021396" cy="30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197">
                  <a:extLst>
                    <a:ext uri="{9D8B030D-6E8A-4147-A177-3AD203B41FA5}">
                      <a16:colId xmlns:a16="http://schemas.microsoft.com/office/drawing/2014/main" val="178228208"/>
                    </a:ext>
                  </a:extLst>
                </a:gridCol>
                <a:gridCol w="456057">
                  <a:extLst>
                    <a:ext uri="{9D8B030D-6E8A-4147-A177-3AD203B41FA5}">
                      <a16:colId xmlns:a16="http://schemas.microsoft.com/office/drawing/2014/main" val="514640341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3807375684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347605207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Register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Valid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Tag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Value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855663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67566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717070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R3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5088068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8062439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8299616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1653268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0538406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7141418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960802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9711068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4197808428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A4AA7E21-7B39-4D87-8095-EBAAA1B5887A}"/>
              </a:ext>
            </a:extLst>
          </p:cNvPr>
          <p:cNvGrpSpPr/>
          <p:nvPr/>
        </p:nvGrpSpPr>
        <p:grpSpPr>
          <a:xfrm>
            <a:off x="3398728" y="4989344"/>
            <a:ext cx="1449705" cy="798651"/>
            <a:chOff x="6998109" y="2092803"/>
            <a:chExt cx="3805084" cy="2096244"/>
          </a:xfrm>
        </p:grpSpPr>
        <p:sp>
          <p:nvSpPr>
            <p:cNvPr id="20" name="Flowchart: Manual Operation 19">
              <a:extLst>
                <a:ext uri="{FF2B5EF4-FFF2-40B4-BE49-F238E27FC236}">
                  <a16:creationId xmlns:a16="http://schemas.microsoft.com/office/drawing/2014/main" id="{D9788A89-F980-424B-B3EA-FD96B8BD3A8E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+</a:t>
              </a:r>
              <a:endParaRPr kumimoji="0" lang="en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1E8E30-D2BE-4453-842F-BFE9A1A107DA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9DD9CB-A55D-427D-99E0-64627FC8AE38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ECA4318-6D66-4D09-AE89-D97B30539D8A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A79CD7C-A37E-433C-B255-46FD6FEBCF89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84043F-213C-4FA2-A503-A68507FB5934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B88D05-5CA0-48B4-9863-D2A4299DDDA4}"/>
              </a:ext>
            </a:extLst>
          </p:cNvPr>
          <p:cNvGrpSpPr/>
          <p:nvPr/>
        </p:nvGrpSpPr>
        <p:grpSpPr>
          <a:xfrm>
            <a:off x="6477000" y="4989344"/>
            <a:ext cx="1449705" cy="795474"/>
            <a:chOff x="6998109" y="2101142"/>
            <a:chExt cx="3805084" cy="2087904"/>
          </a:xfrm>
        </p:grpSpPr>
        <p:sp>
          <p:nvSpPr>
            <p:cNvPr id="27" name="Flowchart: Manual Operation 26">
              <a:extLst>
                <a:ext uri="{FF2B5EF4-FFF2-40B4-BE49-F238E27FC236}">
                  <a16:creationId xmlns:a16="http://schemas.microsoft.com/office/drawing/2014/main" id="{697BEE34-7099-4A97-B1AC-C9CE1D11B917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∗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4EB639-D558-45E4-9466-BDE2F8372937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5582676-F310-42D3-80E5-0D91022531B7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D48D83-B4BE-48B5-9027-5A30266F2B1B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4A397-3F5E-43B7-A316-493D0DF44868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5A5D3E-8DEE-420C-BF49-4FDB538C5A67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33C88395-4758-4F88-A6AE-720C47DD47BE}"/>
              </a:ext>
            </a:extLst>
          </p:cNvPr>
          <p:cNvGraphicFramePr>
            <a:graphicFrameLocks noGrp="1"/>
          </p:cNvGraphicFramePr>
          <p:nvPr/>
        </p:nvGraphicFramePr>
        <p:xfrm>
          <a:off x="2805320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97CEA6B2-1EB6-48A9-8CFF-BC13AB7D53A8}"/>
              </a:ext>
            </a:extLst>
          </p:cNvPr>
          <p:cNvGraphicFramePr>
            <a:graphicFrameLocks noGrp="1"/>
          </p:cNvGraphicFramePr>
          <p:nvPr/>
        </p:nvGraphicFramePr>
        <p:xfrm>
          <a:off x="5860859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sp>
        <p:nvSpPr>
          <p:cNvPr id="399" name="Rectangle 48">
            <a:extLst>
              <a:ext uri="{FF2B5EF4-FFF2-40B4-BE49-F238E27FC236}">
                <a16:creationId xmlns:a16="http://schemas.microsoft.com/office/drawing/2014/main" id="{CDFC79D4-F0D6-4806-BBCC-A199E0E36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744" y="1327562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E</a:t>
            </a:r>
            <a:r>
              <a: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00" name="Rectangle 29">
            <a:extLst>
              <a:ext uri="{FF2B5EF4-FFF2-40B4-BE49-F238E27FC236}">
                <a16:creationId xmlns:a16="http://schemas.microsoft.com/office/drawing/2014/main" id="{8456C1BF-C019-45CA-9136-7AF43E602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744" y="1004738"/>
            <a:ext cx="331200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3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01" name="Rectangle 48">
            <a:extLst>
              <a:ext uri="{FF2B5EF4-FFF2-40B4-BE49-F238E27FC236}">
                <a16:creationId xmlns:a16="http://schemas.microsoft.com/office/drawing/2014/main" id="{603066F0-C071-4BB9-915E-ED891C4BA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744" y="1579562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D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02" name="Rectangle 48">
            <a:extLst>
              <a:ext uri="{FF2B5EF4-FFF2-40B4-BE49-F238E27FC236}">
                <a16:creationId xmlns:a16="http://schemas.microsoft.com/office/drawing/2014/main" id="{970BA58B-509E-4458-8B4B-FA40620B2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744" y="1831824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F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03" name="Rectangle 48">
            <a:extLst>
              <a:ext uri="{FF2B5EF4-FFF2-40B4-BE49-F238E27FC236}">
                <a16:creationId xmlns:a16="http://schemas.microsoft.com/office/drawing/2014/main" id="{ACFC700F-1EF3-4765-B4A7-89DB13F1E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744" y="2083593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04" name="Rectangle 48">
            <a:extLst>
              <a:ext uri="{FF2B5EF4-FFF2-40B4-BE49-F238E27FC236}">
                <a16:creationId xmlns:a16="http://schemas.microsoft.com/office/drawing/2014/main" id="{62E8CF34-1D1A-44E1-81AE-291184DC8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744" y="2335593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05" name="Rectangle 48">
            <a:extLst>
              <a:ext uri="{FF2B5EF4-FFF2-40B4-BE49-F238E27FC236}">
                <a16:creationId xmlns:a16="http://schemas.microsoft.com/office/drawing/2014/main" id="{6B08EDC5-DFB0-47A0-8E71-4AD7900E0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744" y="2587855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04D9F499-8E91-4BB3-880A-CCC85C9720BB}"/>
              </a:ext>
            </a:extLst>
          </p:cNvPr>
          <p:cNvGrpSpPr/>
          <p:nvPr/>
        </p:nvGrpSpPr>
        <p:grpSpPr>
          <a:xfrm>
            <a:off x="2581466" y="1004738"/>
            <a:ext cx="331200" cy="1835117"/>
            <a:chOff x="5410200" y="1004738"/>
            <a:chExt cx="331200" cy="1835117"/>
          </a:xfrm>
        </p:grpSpPr>
        <p:sp>
          <p:nvSpPr>
            <p:cNvPr id="407" name="Rectangle 48">
              <a:extLst>
                <a:ext uri="{FF2B5EF4-FFF2-40B4-BE49-F238E27FC236}">
                  <a16:creationId xmlns:a16="http://schemas.microsoft.com/office/drawing/2014/main" id="{27B534A0-1731-4C7B-AC8C-3E952B8E9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8" name="Rectangle 29">
              <a:extLst>
                <a:ext uri="{FF2B5EF4-FFF2-40B4-BE49-F238E27FC236}">
                  <a16:creationId xmlns:a16="http://schemas.microsoft.com/office/drawing/2014/main" id="{19AE8AE4-23C5-411E-A72A-CF7583142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Rectangle 48">
              <a:extLst>
                <a:ext uri="{FF2B5EF4-FFF2-40B4-BE49-F238E27FC236}">
                  <a16:creationId xmlns:a16="http://schemas.microsoft.com/office/drawing/2014/main" id="{D60C497F-5863-432A-872C-7CC5B7AB8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Rectangle 48">
              <a:extLst>
                <a:ext uri="{FF2B5EF4-FFF2-40B4-BE49-F238E27FC236}">
                  <a16:creationId xmlns:a16="http://schemas.microsoft.com/office/drawing/2014/main" id="{259E1573-4CCB-4122-9F76-DDF3F9C6E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Rectangle 48">
              <a:extLst>
                <a:ext uri="{FF2B5EF4-FFF2-40B4-BE49-F238E27FC236}">
                  <a16:creationId xmlns:a16="http://schemas.microsoft.com/office/drawing/2014/main" id="{E7AD8661-72B6-434D-BAAE-A37760DEA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Rectangle 48">
              <a:extLst>
                <a:ext uri="{FF2B5EF4-FFF2-40B4-BE49-F238E27FC236}">
                  <a16:creationId xmlns:a16="http://schemas.microsoft.com/office/drawing/2014/main" id="{FFDF3ED4-98B5-48BE-80CC-22D8F973F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Rectangle 48">
              <a:extLst>
                <a:ext uri="{FF2B5EF4-FFF2-40B4-BE49-F238E27FC236}">
                  <a16:creationId xmlns:a16="http://schemas.microsoft.com/office/drawing/2014/main" id="{B05C23C0-D121-4693-B294-D836B1DE4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D168BC2F-0974-4F0A-BFFB-E18AAB4F1C15}"/>
              </a:ext>
            </a:extLst>
          </p:cNvPr>
          <p:cNvGrpSpPr/>
          <p:nvPr/>
        </p:nvGrpSpPr>
        <p:grpSpPr>
          <a:xfrm>
            <a:off x="2249996" y="1004738"/>
            <a:ext cx="331200" cy="1835117"/>
            <a:chOff x="5410200" y="1004738"/>
            <a:chExt cx="331200" cy="1835117"/>
          </a:xfrm>
        </p:grpSpPr>
        <p:sp>
          <p:nvSpPr>
            <p:cNvPr id="415" name="Rectangle 48">
              <a:extLst>
                <a:ext uri="{FF2B5EF4-FFF2-40B4-BE49-F238E27FC236}">
                  <a16:creationId xmlns:a16="http://schemas.microsoft.com/office/drawing/2014/main" id="{DF6050E3-65BA-4872-BF70-2695E8DD5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Rectangle 29">
              <a:extLst>
                <a:ext uri="{FF2B5EF4-FFF2-40B4-BE49-F238E27FC236}">
                  <a16:creationId xmlns:a16="http://schemas.microsoft.com/office/drawing/2014/main" id="{E633F1E3-BF51-4A22-A2FE-6031B8D6A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7" name="Rectangle 48">
              <a:extLst>
                <a:ext uri="{FF2B5EF4-FFF2-40B4-BE49-F238E27FC236}">
                  <a16:creationId xmlns:a16="http://schemas.microsoft.com/office/drawing/2014/main" id="{D4FCBAF0-A16A-4869-AC17-83637C14C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48">
              <a:extLst>
                <a:ext uri="{FF2B5EF4-FFF2-40B4-BE49-F238E27FC236}">
                  <a16:creationId xmlns:a16="http://schemas.microsoft.com/office/drawing/2014/main" id="{65EE864A-41B2-4B33-9FF8-1150A7CF8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9" name="Rectangle 48">
              <a:extLst>
                <a:ext uri="{FF2B5EF4-FFF2-40B4-BE49-F238E27FC236}">
                  <a16:creationId xmlns:a16="http://schemas.microsoft.com/office/drawing/2014/main" id="{65D34BCB-11DF-4DD0-BF8B-DE25D4AE1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0" name="Rectangle 48">
              <a:extLst>
                <a:ext uri="{FF2B5EF4-FFF2-40B4-BE49-F238E27FC236}">
                  <a16:creationId xmlns:a16="http://schemas.microsoft.com/office/drawing/2014/main" id="{18D60625-9BC7-4C6D-99B1-E813F3C54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48">
              <a:extLst>
                <a:ext uri="{FF2B5EF4-FFF2-40B4-BE49-F238E27FC236}">
                  <a16:creationId xmlns:a16="http://schemas.microsoft.com/office/drawing/2014/main" id="{FC1191EF-0526-421E-9971-AA816F7AF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25" name="Rectangle 29">
            <a:extLst>
              <a:ext uri="{FF2B5EF4-FFF2-40B4-BE49-F238E27FC236}">
                <a16:creationId xmlns:a16="http://schemas.microsoft.com/office/drawing/2014/main" id="{AED3A31C-147D-48A2-BB70-585A3895D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2" y="1004752"/>
            <a:ext cx="724441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Cycle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186" name="Table 185">
            <a:extLst>
              <a:ext uri="{FF2B5EF4-FFF2-40B4-BE49-F238E27FC236}">
                <a16:creationId xmlns:a16="http://schemas.microsoft.com/office/drawing/2014/main" id="{51C6B3D4-7C07-43B9-B55C-DCA3270DFBAC}"/>
              </a:ext>
            </a:extLst>
          </p:cNvPr>
          <p:cNvGraphicFramePr>
            <a:graphicFrameLocks noGrp="1"/>
          </p:cNvGraphicFramePr>
          <p:nvPr/>
        </p:nvGraphicFramePr>
        <p:xfrm>
          <a:off x="221457" y="1347785"/>
          <a:ext cx="2013700" cy="1521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68285122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6171413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6253014"/>
                    </a:ext>
                  </a:extLst>
                </a:gridCol>
                <a:gridCol w="465700">
                  <a:extLst>
                    <a:ext uri="{9D8B030D-6E8A-4147-A177-3AD203B41FA5}">
                      <a16:colId xmlns:a16="http://schemas.microsoft.com/office/drawing/2014/main" val="3517611654"/>
                    </a:ext>
                  </a:extLst>
                </a:gridCol>
              </a:tblGrid>
              <a:tr h="171963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R1, R2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241112"/>
                  </a:ext>
                </a:extLst>
              </a:tr>
              <a:tr h="27449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R3, R4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7394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R2, R6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21130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R8, R9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26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R7, 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14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R5, 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8953267"/>
                  </a:ext>
                </a:extLst>
              </a:tr>
            </a:tbl>
          </a:graphicData>
        </a:graphic>
      </p:graphicFrame>
      <p:sp>
        <p:nvSpPr>
          <p:cNvPr id="187" name="Rectangle 186">
            <a:extLst>
              <a:ext uri="{FF2B5EF4-FFF2-40B4-BE49-F238E27FC236}">
                <a16:creationId xmlns:a16="http://schemas.microsoft.com/office/drawing/2014/main" id="{D79341E3-A419-4C56-9CF3-925D692A30C7}"/>
              </a:ext>
            </a:extLst>
          </p:cNvPr>
          <p:cNvSpPr/>
          <p:nvPr/>
        </p:nvSpPr>
        <p:spPr bwMode="auto">
          <a:xfrm>
            <a:off x="654050" y="1600615"/>
            <a:ext cx="253627" cy="252000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2530E4D-1EB1-450C-A4BC-72386443623B}"/>
              </a:ext>
            </a:extLst>
          </p:cNvPr>
          <p:cNvCxnSpPr>
            <a:cxnSpLocks/>
            <a:stCxn id="399" idx="3"/>
          </p:cNvCxnSpPr>
          <p:nvPr/>
        </p:nvCxnSpPr>
        <p:spPr bwMode="auto">
          <a:xfrm>
            <a:off x="3247944" y="1453562"/>
            <a:ext cx="2695656" cy="2337797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lowchart: Process 54">
            <a:extLst>
              <a:ext uri="{FF2B5EF4-FFF2-40B4-BE49-F238E27FC236}">
                <a16:creationId xmlns:a16="http://schemas.microsoft.com/office/drawing/2014/main" id="{4F09920A-CAF9-4459-9B60-3F06EB82400C}"/>
              </a:ext>
            </a:extLst>
          </p:cNvPr>
          <p:cNvSpPr/>
          <p:nvPr/>
        </p:nvSpPr>
        <p:spPr bwMode="auto">
          <a:xfrm>
            <a:off x="4038601" y="961488"/>
            <a:ext cx="4800600" cy="324001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Check 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</a:rPr>
              <a:t>r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eadiness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(Both sources ready?)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  <a:sym typeface="Wingdings" panose="05000000000000000000" pitchFamily="2" charset="2"/>
              </a:rPr>
              <a:t> Wakeup</a:t>
            </a:r>
            <a:endParaRPr kumimoji="0" lang="en-CH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55332E5-4317-4977-A449-28523CD77AD3}"/>
              </a:ext>
            </a:extLst>
          </p:cNvPr>
          <p:cNvSpPr/>
          <p:nvPr/>
        </p:nvSpPr>
        <p:spPr bwMode="auto">
          <a:xfrm>
            <a:off x="6149328" y="3742648"/>
            <a:ext cx="182880" cy="182880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F065807-1C63-465B-A6FE-F51FB6C9C960}"/>
              </a:ext>
            </a:extLst>
          </p:cNvPr>
          <p:cNvSpPr/>
          <p:nvPr/>
        </p:nvSpPr>
        <p:spPr bwMode="auto">
          <a:xfrm>
            <a:off x="7293565" y="3742648"/>
            <a:ext cx="182880" cy="182880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8" name="Flowchart: Process 57">
            <a:extLst>
              <a:ext uri="{FF2B5EF4-FFF2-40B4-BE49-F238E27FC236}">
                <a16:creationId xmlns:a16="http://schemas.microsoft.com/office/drawing/2014/main" id="{CB2DE2A7-4F65-45C8-8690-6CF4656EB0C6}"/>
              </a:ext>
            </a:extLst>
          </p:cNvPr>
          <p:cNvSpPr/>
          <p:nvPr/>
        </p:nvSpPr>
        <p:spPr bwMode="auto">
          <a:xfrm>
            <a:off x="4038601" y="1327395"/>
            <a:ext cx="4800600" cy="324001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Ready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Dispatch the instruction to the MUL unit</a:t>
            </a:r>
            <a:endParaRPr kumimoji="0" lang="en-CH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9568478F-4B8D-4469-AE9B-6B012870F72E}"/>
              </a:ext>
            </a:extLst>
          </p:cNvPr>
          <p:cNvCxnSpPr>
            <a:cxnSpLocks/>
            <a:endCxn id="27" idx="0"/>
          </p:cNvCxnSpPr>
          <p:nvPr/>
        </p:nvCxnSpPr>
        <p:spPr bwMode="auto">
          <a:xfrm rot="16200000" flipH="1">
            <a:off x="6484219" y="4451710"/>
            <a:ext cx="1243816" cy="191451"/>
          </a:xfrm>
          <a:prstGeom prst="bentConnector3">
            <a:avLst>
              <a:gd name="adj1" fmla="val 77568"/>
            </a:avLst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91725A1F-25DF-47F9-995B-45A048556D8A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7268536" y="4284479"/>
            <a:ext cx="1243820" cy="525914"/>
          </a:xfrm>
          <a:prstGeom prst="bentConnector3">
            <a:avLst>
              <a:gd name="adj1" fmla="val 79610"/>
            </a:avLst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A20FCD02-C900-44EA-8D2B-646E61AA5C33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5752306" y="4155272"/>
            <a:ext cx="1243817" cy="784328"/>
          </a:xfrm>
          <a:prstGeom prst="bentConnector3">
            <a:avLst>
              <a:gd name="adj1" fmla="val 77058"/>
            </a:avLst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Graphic 40" descr="Stopwatch">
            <a:extLst>
              <a:ext uri="{FF2B5EF4-FFF2-40B4-BE49-F238E27FC236}">
                <a16:creationId xmlns:a16="http://schemas.microsoft.com/office/drawing/2014/main" id="{0706BF34-FB3E-449F-9C37-A612AB1AC1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8668" y="5233489"/>
            <a:ext cx="204227" cy="204227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2DAD7AA2-B2FB-4D2C-B62C-5418AB4F7312}"/>
              </a:ext>
            </a:extLst>
          </p:cNvPr>
          <p:cNvSpPr txBox="1"/>
          <p:nvPr/>
        </p:nvSpPr>
        <p:spPr>
          <a:xfrm>
            <a:off x="7926704" y="5162603"/>
            <a:ext cx="5693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6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Cycles</a:t>
            </a:r>
            <a:endParaRPr kumimoji="0" lang="en-CH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7E9E085F-F14A-4274-B49B-317457535F86}"/>
              </a:ext>
            </a:extLst>
          </p:cNvPr>
          <p:cNvCxnSpPr>
            <a:cxnSpLocks/>
          </p:cNvCxnSpPr>
          <p:nvPr/>
        </p:nvCxnSpPr>
        <p:spPr bwMode="auto">
          <a:xfrm flipV="1">
            <a:off x="2209800" y="3198590"/>
            <a:ext cx="1371600" cy="741386"/>
          </a:xfrm>
          <a:prstGeom prst="bentConnector4">
            <a:avLst>
              <a:gd name="adj1" fmla="val 15661"/>
              <a:gd name="adj2" fmla="val 122911"/>
            </a:avLst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78BF2A0-F2C9-4026-8C0E-3C30926E0097}"/>
              </a:ext>
            </a:extLst>
          </p:cNvPr>
          <p:cNvSpPr txBox="1"/>
          <p:nvPr/>
        </p:nvSpPr>
        <p:spPr>
          <a:xfrm>
            <a:off x="963792" y="3812285"/>
            <a:ext cx="356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0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BE45038-E1BE-4DC6-83F9-E2C7A459CC9B}"/>
              </a:ext>
            </a:extLst>
          </p:cNvPr>
          <p:cNvSpPr txBox="1"/>
          <p:nvPr/>
        </p:nvSpPr>
        <p:spPr>
          <a:xfrm>
            <a:off x="1381123" y="3809171"/>
            <a:ext cx="356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x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45C38157-3789-488E-902B-8A9E2C83979C}"/>
              </a:ext>
            </a:extLst>
          </p:cNvPr>
          <p:cNvCxnSpPr>
            <a:cxnSpLocks/>
          </p:cNvCxnSpPr>
          <p:nvPr/>
        </p:nvCxnSpPr>
        <p:spPr bwMode="auto">
          <a:xfrm flipV="1">
            <a:off x="2202838" y="3198590"/>
            <a:ext cx="2500215" cy="973769"/>
          </a:xfrm>
          <a:prstGeom prst="bentConnector4">
            <a:avLst>
              <a:gd name="adj1" fmla="val 15981"/>
              <a:gd name="adj2" fmla="val 127714"/>
            </a:avLst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953EA394-6903-43E8-B70A-4CB4E0D59FA7}"/>
              </a:ext>
            </a:extLst>
          </p:cNvPr>
          <p:cNvSpPr txBox="1"/>
          <p:nvPr/>
        </p:nvSpPr>
        <p:spPr>
          <a:xfrm>
            <a:off x="1779202" y="4063438"/>
            <a:ext cx="43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4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40995A8-CEAD-4A75-86AC-0B76AFFFC580}"/>
              </a:ext>
            </a:extLst>
          </p:cNvPr>
          <p:cNvSpPr txBox="1"/>
          <p:nvPr/>
        </p:nvSpPr>
        <p:spPr>
          <a:xfrm>
            <a:off x="965898" y="4066812"/>
            <a:ext cx="356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A3E4C95A-BDFB-4EFF-BB9D-84A9820A192A}"/>
              </a:ext>
            </a:extLst>
          </p:cNvPr>
          <p:cNvSpPr txBox="1"/>
          <p:nvPr/>
        </p:nvSpPr>
        <p:spPr>
          <a:xfrm>
            <a:off x="4520276" y="3702685"/>
            <a:ext cx="356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~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60EB1C67-9747-46F4-8148-261402CDF56D}"/>
              </a:ext>
            </a:extLst>
          </p:cNvPr>
          <p:cNvSpPr/>
          <p:nvPr/>
        </p:nvSpPr>
        <p:spPr bwMode="auto">
          <a:xfrm>
            <a:off x="1776041" y="1600200"/>
            <a:ext cx="253627" cy="252000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0EBF90D4-1BFD-4300-A178-30DA109443F2}"/>
              </a:ext>
            </a:extLst>
          </p:cNvPr>
          <p:cNvCxnSpPr>
            <a:cxnSpLocks/>
          </p:cNvCxnSpPr>
          <p:nvPr/>
        </p:nvCxnSpPr>
        <p:spPr bwMode="auto">
          <a:xfrm flipH="1">
            <a:off x="654050" y="1852200"/>
            <a:ext cx="1121991" cy="256740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AD52EB46-1E91-4BA2-866E-3F156376EF9C}"/>
              </a:ext>
            </a:extLst>
          </p:cNvPr>
          <p:cNvSpPr txBox="1"/>
          <p:nvPr/>
        </p:nvSpPr>
        <p:spPr>
          <a:xfrm>
            <a:off x="923942" y="4329509"/>
            <a:ext cx="438912" cy="237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0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E7ED4016-D035-4B12-89A9-664436456991}"/>
              </a:ext>
            </a:extLst>
          </p:cNvPr>
          <p:cNvSpPr txBox="1"/>
          <p:nvPr/>
        </p:nvSpPr>
        <p:spPr>
          <a:xfrm>
            <a:off x="1381123" y="4329509"/>
            <a:ext cx="356616" cy="237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a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8A1B2D4-A203-45BB-9BF5-1CE5E07AA83F}"/>
              </a:ext>
            </a:extLst>
          </p:cNvPr>
          <p:cNvSpPr txBox="1"/>
          <p:nvPr/>
        </p:nvSpPr>
        <p:spPr>
          <a:xfrm>
            <a:off x="1755165" y="4330700"/>
            <a:ext cx="484632" cy="237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CC99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7" name="Flowchart: Process 146">
            <a:extLst>
              <a:ext uri="{FF2B5EF4-FFF2-40B4-BE49-F238E27FC236}">
                <a16:creationId xmlns:a16="http://schemas.microsoft.com/office/drawing/2014/main" id="{CB25D2B1-66BE-44F4-869C-D300B7D96F1F}"/>
              </a:ext>
            </a:extLst>
          </p:cNvPr>
          <p:cNvSpPr/>
          <p:nvPr/>
        </p:nvSpPr>
        <p:spPr bwMode="auto">
          <a:xfrm>
            <a:off x="4038601" y="1689050"/>
            <a:ext cx="4800600" cy="324001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Same Steps 1-4 for ADD… Rename R5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  <a:sym typeface="Wingdings" panose="05000000000000000000" pitchFamily="2" charset="2"/>
              </a:rPr>
              <a:t> a</a:t>
            </a:r>
            <a:endParaRPr kumimoji="0" lang="en-CH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39DC553D-CF2F-4BDA-9954-2676932822E2}"/>
              </a:ext>
            </a:extLst>
          </p:cNvPr>
          <p:cNvCxnSpPr>
            <a:cxnSpLocks/>
          </p:cNvCxnSpPr>
          <p:nvPr/>
        </p:nvCxnSpPr>
        <p:spPr bwMode="auto">
          <a:xfrm flipH="1">
            <a:off x="1644594" y="3845716"/>
            <a:ext cx="1176515" cy="573884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Flowchart: Process 146">
            <a:extLst>
              <a:ext uri="{FF2B5EF4-FFF2-40B4-BE49-F238E27FC236}">
                <a16:creationId xmlns:a16="http://schemas.microsoft.com/office/drawing/2014/main" id="{C4AE780C-7074-B94B-B5F7-7BEEEEF2225E}"/>
              </a:ext>
            </a:extLst>
          </p:cNvPr>
          <p:cNvSpPr/>
          <p:nvPr/>
        </p:nvSpPr>
        <p:spPr bwMode="auto">
          <a:xfrm>
            <a:off x="2540182" y="6068548"/>
            <a:ext cx="6146618" cy="324001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ADD in </a:t>
            </a: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RS a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cannot execute in the next cycle: one source is not valid</a:t>
            </a:r>
            <a:endParaRPr kumimoji="0" lang="en-CH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4" name="Flowchart: Process 54">
            <a:extLst>
              <a:ext uri="{FF2B5EF4-FFF2-40B4-BE49-F238E27FC236}">
                <a16:creationId xmlns:a16="http://schemas.microsoft.com/office/drawing/2014/main" id="{EFDEBB8A-5006-D84E-B3CE-32EBB54AE3D4}"/>
              </a:ext>
            </a:extLst>
          </p:cNvPr>
          <p:cNvSpPr/>
          <p:nvPr/>
        </p:nvSpPr>
        <p:spPr bwMode="auto">
          <a:xfrm>
            <a:off x="4041446" y="130880"/>
            <a:ext cx="4800600" cy="324001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1. MUL in RS x starts executing</a:t>
            </a:r>
            <a:endParaRPr kumimoji="0" lang="en-CH" sz="15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5" name="Flowchart: Process 54">
            <a:extLst>
              <a:ext uri="{FF2B5EF4-FFF2-40B4-BE49-F238E27FC236}">
                <a16:creationId xmlns:a16="http://schemas.microsoft.com/office/drawing/2014/main" id="{ACDB9FB4-B1BC-CA41-8B0D-2547DF2CF629}"/>
              </a:ext>
            </a:extLst>
          </p:cNvPr>
          <p:cNvSpPr/>
          <p:nvPr/>
        </p:nvSpPr>
        <p:spPr bwMode="auto">
          <a:xfrm>
            <a:off x="4038600" y="443415"/>
            <a:ext cx="4800600" cy="324001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2. ADD gets decoded and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alloc</a:t>
            </a:r>
            <a:r>
              <a:rPr lang="en-US" sz="1500" dirty="0" err="1">
                <a:solidFill>
                  <a:srgbClr val="0432FF"/>
                </a:solidFill>
                <a:latin typeface="Arial" pitchFamily="34" charset="0"/>
              </a:rPr>
              <a:t>ated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into RS a</a:t>
            </a:r>
            <a:endParaRPr kumimoji="0" lang="en-CH" sz="15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C0C46616-5C69-4F04-8284-E985AD888B01}"/>
              </a:ext>
            </a:extLst>
          </p:cNvPr>
          <p:cNvSpPr/>
          <p:nvPr/>
        </p:nvSpPr>
        <p:spPr>
          <a:xfrm>
            <a:off x="210753" y="6508393"/>
            <a:ext cx="3262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MUL: 6 cycles,  ADD</a:t>
            </a:r>
            <a:r>
              <a:rPr lang="zh-CN" altLang="en-US" dirty="0"/>
              <a:t>：</a:t>
            </a:r>
            <a:r>
              <a:rPr lang="en-US" altLang="zh-CN" dirty="0"/>
              <a:t> 4 cycle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93502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0.00115 L 0.09514 0.00069 C 0.09514 -0.04491 0.09531 -0.09051 0.09548 -0.13588 L 0.22014 -0.13727 L 0.22083 -0.11227 L 0.21666 -0.01598 " pathEditMode="relative" rAng="0" ptsTypes="AAAAAA">
                                      <p:cBhvr>
                                        <p:cTn id="89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59" y="-6921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9 -0.00162 L 0.1408 -0.00278 L 0.14045 -0.1375 L 0.26736 -0.13658 L 0.26736 -0.11296 L 0.22257 -0.01644 " pathEditMode="relative" rAng="0" ptsTypes="AAAAAA">
                                      <p:cBhvr>
                                        <p:cTn id="91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333" y="-6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7037E-7 L 0.04375 -3.7037E-7 " pathEditMode="relative" rAng="0" ptsTypes="AA">
                                      <p:cBhvr>
                                        <p:cTn id="95" dur="2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8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0.00046 L 0.1599 0.00046 L 0.1599 -0.19885 L 0.3901 -0.19815 C 0.38976 -0.18195 0.38976 -0.16528 0.38941 -0.14908 L 0.34948 -0.05324 " pathEditMode="relative" rAng="0" ptsTypes="AAAAAA">
                                      <p:cBhvr>
                                        <p:cTn id="107" dur="2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49" y="-9977"/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 0.00209 L 0.06875 0.00301 C 0.06892 -0.06365 0.0691 -0.13032 0.06927 -0.19699 L 0.29896 -0.19768 L 0.29792 -0.14791 L 0.33802 -0.05393 " pathEditMode="relative" rAng="0" ptsTypes="AAAAAA">
                                      <p:cBhvr>
                                        <p:cTn id="109" dur="2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71" y="-99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185" grpId="0" animBg="1"/>
      <p:bldP spid="185" grpId="1" animBg="1"/>
      <p:bldP spid="399" grpId="0"/>
      <p:bldP spid="401" grpId="0"/>
      <p:bldP spid="402" grpId="0"/>
      <p:bldP spid="187" grpId="0" animBg="1"/>
      <p:bldP spid="187" grpId="1" animBg="1"/>
      <p:bldP spid="187" grpId="2" animBg="1"/>
      <p:bldP spid="55" grpId="0" animBg="1"/>
      <p:bldP spid="56" grpId="0" animBg="1"/>
      <p:bldP spid="56" grpId="1" animBg="1"/>
      <p:bldP spid="57" grpId="0" animBg="1"/>
      <p:bldP spid="57" grpId="1" animBg="1"/>
      <p:bldP spid="58" grpId="0" animBg="1"/>
      <p:bldP spid="42" grpId="0"/>
      <p:bldP spid="112" grpId="0"/>
      <p:bldP spid="112" grpId="1"/>
      <p:bldP spid="113" grpId="0"/>
      <p:bldP spid="113" grpId="1"/>
      <p:bldP spid="137" grpId="0"/>
      <p:bldP spid="137" grpId="1"/>
      <p:bldP spid="138" grpId="0"/>
      <p:bldP spid="138" grpId="1"/>
      <p:bldP spid="139" grpId="0"/>
      <p:bldP spid="140" grpId="0" animBg="1"/>
      <p:bldP spid="140" grpId="1" animBg="1"/>
      <p:bldP spid="144" grpId="0" animBg="1"/>
      <p:bldP spid="145" grpId="0" animBg="1"/>
      <p:bldP spid="146" grpId="0" animBg="1"/>
      <p:bldP spid="147" grpId="0" animBg="1"/>
      <p:bldP spid="73" grpId="0" animBg="1"/>
      <p:bldP spid="74" grpId="0" animBg="1"/>
      <p:bldP spid="7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ctangle 191">
            <a:extLst>
              <a:ext uri="{FF2B5EF4-FFF2-40B4-BE49-F238E27FC236}">
                <a16:creationId xmlns:a16="http://schemas.microsoft.com/office/drawing/2014/main" id="{3E52303C-EF3A-40E0-8ECE-49696D977DB4}"/>
              </a:ext>
            </a:extLst>
          </p:cNvPr>
          <p:cNvSpPr/>
          <p:nvPr/>
        </p:nvSpPr>
        <p:spPr bwMode="auto">
          <a:xfrm>
            <a:off x="228600" y="1870170"/>
            <a:ext cx="2006558" cy="25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EF72707B-B44D-4197-BA04-42E70BD05C1C}"/>
              </a:ext>
            </a:extLst>
          </p:cNvPr>
          <p:cNvSpPr/>
          <p:nvPr/>
        </p:nvSpPr>
        <p:spPr bwMode="auto">
          <a:xfrm>
            <a:off x="3233128" y="951055"/>
            <a:ext cx="331200" cy="1918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FDBD3-8031-42D6-80CF-FE05E4EE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dirty="0"/>
              <a:t>Cycle </a:t>
            </a:r>
            <a:r>
              <a:rPr lang="en-US" dirty="0">
                <a:sym typeface="Wingdings" panose="05000000000000000000" pitchFamily="2" charset="2"/>
              </a:rPr>
              <a:t>4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BFAF7-D375-4D96-BA5E-AF0327B958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A640EF-F0E2-4E49-9455-7E266BCEBB7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4AA7E21-7B39-4D87-8095-EBAAA1B5887A}"/>
              </a:ext>
            </a:extLst>
          </p:cNvPr>
          <p:cNvGrpSpPr/>
          <p:nvPr/>
        </p:nvGrpSpPr>
        <p:grpSpPr>
          <a:xfrm>
            <a:off x="3398728" y="4989344"/>
            <a:ext cx="1449705" cy="798651"/>
            <a:chOff x="6998109" y="2092803"/>
            <a:chExt cx="3805084" cy="2096244"/>
          </a:xfrm>
        </p:grpSpPr>
        <p:sp>
          <p:nvSpPr>
            <p:cNvPr id="20" name="Flowchart: Manual Operation 19">
              <a:extLst>
                <a:ext uri="{FF2B5EF4-FFF2-40B4-BE49-F238E27FC236}">
                  <a16:creationId xmlns:a16="http://schemas.microsoft.com/office/drawing/2014/main" id="{D9788A89-F980-424B-B3EA-FD96B8BD3A8E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+</a:t>
              </a:r>
              <a:endParaRPr kumimoji="0" lang="en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1E8E30-D2BE-4453-842F-BFE9A1A107DA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9DD9CB-A55D-427D-99E0-64627FC8AE38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ECA4318-6D66-4D09-AE89-D97B30539D8A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A79CD7C-A37E-433C-B255-46FD6FEBCF89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84043F-213C-4FA2-A503-A68507FB5934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B88D05-5CA0-48B4-9863-D2A4299DDDA4}"/>
              </a:ext>
            </a:extLst>
          </p:cNvPr>
          <p:cNvGrpSpPr/>
          <p:nvPr/>
        </p:nvGrpSpPr>
        <p:grpSpPr>
          <a:xfrm>
            <a:off x="6477000" y="4989344"/>
            <a:ext cx="1449705" cy="795474"/>
            <a:chOff x="6998109" y="2101142"/>
            <a:chExt cx="3805084" cy="2087904"/>
          </a:xfrm>
        </p:grpSpPr>
        <p:sp>
          <p:nvSpPr>
            <p:cNvPr id="27" name="Flowchart: Manual Operation 26">
              <a:extLst>
                <a:ext uri="{FF2B5EF4-FFF2-40B4-BE49-F238E27FC236}">
                  <a16:creationId xmlns:a16="http://schemas.microsoft.com/office/drawing/2014/main" id="{697BEE34-7099-4A97-B1AC-C9CE1D11B917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∗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4EB639-D558-45E4-9466-BDE2F8372937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5582676-F310-42D3-80E5-0D91022531B7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D48D83-B4BE-48B5-9027-5A30266F2B1B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4A397-3F5E-43B7-A316-493D0DF44868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5A5D3E-8DEE-420C-BF49-4FDB538C5A67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33C88395-4758-4F88-A6AE-720C47DD47BE}"/>
              </a:ext>
            </a:extLst>
          </p:cNvPr>
          <p:cNvGraphicFramePr>
            <a:graphicFrameLocks noGrp="1"/>
          </p:cNvGraphicFramePr>
          <p:nvPr/>
        </p:nvGraphicFramePr>
        <p:xfrm>
          <a:off x="2805320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4</a:t>
                      </a: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97CEA6B2-1EB6-48A9-8CFF-BC13AB7D53A8}"/>
              </a:ext>
            </a:extLst>
          </p:cNvPr>
          <p:cNvGraphicFramePr>
            <a:graphicFrameLocks noGrp="1"/>
          </p:cNvGraphicFramePr>
          <p:nvPr/>
        </p:nvGraphicFramePr>
        <p:xfrm>
          <a:off x="5860859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sp>
        <p:nvSpPr>
          <p:cNvPr id="391" name="Rectangle 48">
            <a:extLst>
              <a:ext uri="{FF2B5EF4-FFF2-40B4-BE49-F238E27FC236}">
                <a16:creationId xmlns:a16="http://schemas.microsoft.com/office/drawing/2014/main" id="{142C9FB2-4DFA-45FE-9967-3D16C5807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214" y="1327562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E</a:t>
            </a:r>
            <a:r>
              <a: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2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92" name="Rectangle 29">
            <a:extLst>
              <a:ext uri="{FF2B5EF4-FFF2-40B4-BE49-F238E27FC236}">
                <a16:creationId xmlns:a16="http://schemas.microsoft.com/office/drawing/2014/main" id="{13C845B4-BBD0-4E88-86A5-1201EC939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214" y="1004738"/>
            <a:ext cx="331200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4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93" name="Rectangle 48">
            <a:extLst>
              <a:ext uri="{FF2B5EF4-FFF2-40B4-BE49-F238E27FC236}">
                <a16:creationId xmlns:a16="http://schemas.microsoft.com/office/drawing/2014/main" id="{4FC63368-BB30-4160-8128-E1956EDEE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214" y="1579562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-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94" name="Rectangle 48">
            <a:extLst>
              <a:ext uri="{FF2B5EF4-FFF2-40B4-BE49-F238E27FC236}">
                <a16:creationId xmlns:a16="http://schemas.microsoft.com/office/drawing/2014/main" id="{5A872067-9D5D-455D-B495-E18252EE3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214" y="1831824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D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95" name="Rectangle 48">
            <a:extLst>
              <a:ext uri="{FF2B5EF4-FFF2-40B4-BE49-F238E27FC236}">
                <a16:creationId xmlns:a16="http://schemas.microsoft.com/office/drawing/2014/main" id="{EB1BAB0E-8365-4C09-B376-99F62A1D9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214" y="2083593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F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96" name="Rectangle 48">
            <a:extLst>
              <a:ext uri="{FF2B5EF4-FFF2-40B4-BE49-F238E27FC236}">
                <a16:creationId xmlns:a16="http://schemas.microsoft.com/office/drawing/2014/main" id="{CABB04FE-6DE0-4414-A1A8-D9186CBEA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214" y="2335593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97" name="Rectangle 48">
            <a:extLst>
              <a:ext uri="{FF2B5EF4-FFF2-40B4-BE49-F238E27FC236}">
                <a16:creationId xmlns:a16="http://schemas.microsoft.com/office/drawing/2014/main" id="{D449F55E-6A28-4068-9352-3D600B69D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214" y="2587855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83D1EE34-BD69-4228-8815-3E2F99EC7E75}"/>
              </a:ext>
            </a:extLst>
          </p:cNvPr>
          <p:cNvGrpSpPr/>
          <p:nvPr/>
        </p:nvGrpSpPr>
        <p:grpSpPr>
          <a:xfrm>
            <a:off x="2916744" y="1004738"/>
            <a:ext cx="331200" cy="1835117"/>
            <a:chOff x="5410200" y="1004738"/>
            <a:chExt cx="331200" cy="1835117"/>
          </a:xfrm>
        </p:grpSpPr>
        <p:sp>
          <p:nvSpPr>
            <p:cNvPr id="399" name="Rectangle 48">
              <a:extLst>
                <a:ext uri="{FF2B5EF4-FFF2-40B4-BE49-F238E27FC236}">
                  <a16:creationId xmlns:a16="http://schemas.microsoft.com/office/drawing/2014/main" id="{CDFC79D4-F0D6-4806-BBCC-A199E0E36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0" name="Rectangle 29">
              <a:extLst>
                <a:ext uri="{FF2B5EF4-FFF2-40B4-BE49-F238E27FC236}">
                  <a16:creationId xmlns:a16="http://schemas.microsoft.com/office/drawing/2014/main" id="{8456C1BF-C019-45CA-9136-7AF43E602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Rectangle 48">
              <a:extLst>
                <a:ext uri="{FF2B5EF4-FFF2-40B4-BE49-F238E27FC236}">
                  <a16:creationId xmlns:a16="http://schemas.microsoft.com/office/drawing/2014/main" id="{603066F0-C071-4BB9-915E-ED891C4BA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Rectangle 48">
              <a:extLst>
                <a:ext uri="{FF2B5EF4-FFF2-40B4-BE49-F238E27FC236}">
                  <a16:creationId xmlns:a16="http://schemas.microsoft.com/office/drawing/2014/main" id="{970BA58B-509E-4458-8B4B-FA40620B2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3" name="Rectangle 48">
              <a:extLst>
                <a:ext uri="{FF2B5EF4-FFF2-40B4-BE49-F238E27FC236}">
                  <a16:creationId xmlns:a16="http://schemas.microsoft.com/office/drawing/2014/main" id="{ACFC700F-1EF3-4765-B4A7-89DB13F1E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48">
              <a:extLst>
                <a:ext uri="{FF2B5EF4-FFF2-40B4-BE49-F238E27FC236}">
                  <a16:creationId xmlns:a16="http://schemas.microsoft.com/office/drawing/2014/main" id="{62E8CF34-1D1A-44E1-81AE-291184DC8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5" name="Rectangle 48">
              <a:extLst>
                <a:ext uri="{FF2B5EF4-FFF2-40B4-BE49-F238E27FC236}">
                  <a16:creationId xmlns:a16="http://schemas.microsoft.com/office/drawing/2014/main" id="{6B08EDC5-DFB0-47A0-8E71-4AD7900E0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04D9F499-8E91-4BB3-880A-CCC85C9720BB}"/>
              </a:ext>
            </a:extLst>
          </p:cNvPr>
          <p:cNvGrpSpPr/>
          <p:nvPr/>
        </p:nvGrpSpPr>
        <p:grpSpPr>
          <a:xfrm>
            <a:off x="2581466" y="1004738"/>
            <a:ext cx="331200" cy="1835117"/>
            <a:chOff x="5410200" y="1004738"/>
            <a:chExt cx="331200" cy="1835117"/>
          </a:xfrm>
        </p:grpSpPr>
        <p:sp>
          <p:nvSpPr>
            <p:cNvPr id="407" name="Rectangle 48">
              <a:extLst>
                <a:ext uri="{FF2B5EF4-FFF2-40B4-BE49-F238E27FC236}">
                  <a16:creationId xmlns:a16="http://schemas.microsoft.com/office/drawing/2014/main" id="{27B534A0-1731-4C7B-AC8C-3E952B8E9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8" name="Rectangle 29">
              <a:extLst>
                <a:ext uri="{FF2B5EF4-FFF2-40B4-BE49-F238E27FC236}">
                  <a16:creationId xmlns:a16="http://schemas.microsoft.com/office/drawing/2014/main" id="{19AE8AE4-23C5-411E-A72A-CF7583142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Rectangle 48">
              <a:extLst>
                <a:ext uri="{FF2B5EF4-FFF2-40B4-BE49-F238E27FC236}">
                  <a16:creationId xmlns:a16="http://schemas.microsoft.com/office/drawing/2014/main" id="{D60C497F-5863-432A-872C-7CC5B7AB8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Rectangle 48">
              <a:extLst>
                <a:ext uri="{FF2B5EF4-FFF2-40B4-BE49-F238E27FC236}">
                  <a16:creationId xmlns:a16="http://schemas.microsoft.com/office/drawing/2014/main" id="{259E1573-4CCB-4122-9F76-DDF3F9C6E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Rectangle 48">
              <a:extLst>
                <a:ext uri="{FF2B5EF4-FFF2-40B4-BE49-F238E27FC236}">
                  <a16:creationId xmlns:a16="http://schemas.microsoft.com/office/drawing/2014/main" id="{E7AD8661-72B6-434D-BAAE-A37760DEA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Rectangle 48">
              <a:extLst>
                <a:ext uri="{FF2B5EF4-FFF2-40B4-BE49-F238E27FC236}">
                  <a16:creationId xmlns:a16="http://schemas.microsoft.com/office/drawing/2014/main" id="{FFDF3ED4-98B5-48BE-80CC-22D8F973F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Rectangle 48">
              <a:extLst>
                <a:ext uri="{FF2B5EF4-FFF2-40B4-BE49-F238E27FC236}">
                  <a16:creationId xmlns:a16="http://schemas.microsoft.com/office/drawing/2014/main" id="{B05C23C0-D121-4693-B294-D836B1DE4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D168BC2F-0974-4F0A-BFFB-E18AAB4F1C15}"/>
              </a:ext>
            </a:extLst>
          </p:cNvPr>
          <p:cNvGrpSpPr/>
          <p:nvPr/>
        </p:nvGrpSpPr>
        <p:grpSpPr>
          <a:xfrm>
            <a:off x="2249996" y="1004738"/>
            <a:ext cx="331200" cy="1835117"/>
            <a:chOff x="5410200" y="1004738"/>
            <a:chExt cx="331200" cy="1835117"/>
          </a:xfrm>
        </p:grpSpPr>
        <p:sp>
          <p:nvSpPr>
            <p:cNvPr id="415" name="Rectangle 48">
              <a:extLst>
                <a:ext uri="{FF2B5EF4-FFF2-40B4-BE49-F238E27FC236}">
                  <a16:creationId xmlns:a16="http://schemas.microsoft.com/office/drawing/2014/main" id="{DF6050E3-65BA-4872-BF70-2695E8DD5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Rectangle 29">
              <a:extLst>
                <a:ext uri="{FF2B5EF4-FFF2-40B4-BE49-F238E27FC236}">
                  <a16:creationId xmlns:a16="http://schemas.microsoft.com/office/drawing/2014/main" id="{E633F1E3-BF51-4A22-A2FE-6031B8D6A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7" name="Rectangle 48">
              <a:extLst>
                <a:ext uri="{FF2B5EF4-FFF2-40B4-BE49-F238E27FC236}">
                  <a16:creationId xmlns:a16="http://schemas.microsoft.com/office/drawing/2014/main" id="{D4FCBAF0-A16A-4869-AC17-83637C14C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48">
              <a:extLst>
                <a:ext uri="{FF2B5EF4-FFF2-40B4-BE49-F238E27FC236}">
                  <a16:creationId xmlns:a16="http://schemas.microsoft.com/office/drawing/2014/main" id="{65EE864A-41B2-4B33-9FF8-1150A7CF8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9" name="Rectangle 48">
              <a:extLst>
                <a:ext uri="{FF2B5EF4-FFF2-40B4-BE49-F238E27FC236}">
                  <a16:creationId xmlns:a16="http://schemas.microsoft.com/office/drawing/2014/main" id="{65D34BCB-11DF-4DD0-BF8B-DE25D4AE1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0" name="Rectangle 48">
              <a:extLst>
                <a:ext uri="{FF2B5EF4-FFF2-40B4-BE49-F238E27FC236}">
                  <a16:creationId xmlns:a16="http://schemas.microsoft.com/office/drawing/2014/main" id="{18D60625-9BC7-4C6D-99B1-E813F3C54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48">
              <a:extLst>
                <a:ext uri="{FF2B5EF4-FFF2-40B4-BE49-F238E27FC236}">
                  <a16:creationId xmlns:a16="http://schemas.microsoft.com/office/drawing/2014/main" id="{FC1191EF-0526-421E-9971-AA816F7AF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25" name="Rectangle 29">
            <a:extLst>
              <a:ext uri="{FF2B5EF4-FFF2-40B4-BE49-F238E27FC236}">
                <a16:creationId xmlns:a16="http://schemas.microsoft.com/office/drawing/2014/main" id="{AED3A31C-147D-48A2-BB70-585A3895D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2" y="1004752"/>
            <a:ext cx="724441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Cycle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183" name="Table 182">
            <a:extLst>
              <a:ext uri="{FF2B5EF4-FFF2-40B4-BE49-F238E27FC236}">
                <a16:creationId xmlns:a16="http://schemas.microsoft.com/office/drawing/2014/main" id="{EC8722A4-BC07-4377-AF70-204E93F2B8BB}"/>
              </a:ext>
            </a:extLst>
          </p:cNvPr>
          <p:cNvGraphicFramePr>
            <a:graphicFrameLocks noGrp="1"/>
          </p:cNvGraphicFramePr>
          <p:nvPr/>
        </p:nvGraphicFramePr>
        <p:xfrm>
          <a:off x="221457" y="1347785"/>
          <a:ext cx="2013700" cy="1521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68285122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6171413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6253014"/>
                    </a:ext>
                  </a:extLst>
                </a:gridCol>
                <a:gridCol w="465700">
                  <a:extLst>
                    <a:ext uri="{9D8B030D-6E8A-4147-A177-3AD203B41FA5}">
                      <a16:colId xmlns:a16="http://schemas.microsoft.com/office/drawing/2014/main" val="3517611654"/>
                    </a:ext>
                  </a:extLst>
                </a:gridCol>
              </a:tblGrid>
              <a:tr h="171963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R1, R2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241112"/>
                  </a:ext>
                </a:extLst>
              </a:tr>
              <a:tr h="27449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R3, R4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7394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R2, R6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21130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R8, R9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26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R7, 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14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R5, 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8953267"/>
                  </a:ext>
                </a:extLst>
              </a:tr>
            </a:tbl>
          </a:graphicData>
        </a:graphic>
      </p:graphicFrame>
      <p:graphicFrame>
        <p:nvGraphicFramePr>
          <p:cNvPr id="184" name="Table 183">
            <a:extLst>
              <a:ext uri="{FF2B5EF4-FFF2-40B4-BE49-F238E27FC236}">
                <a16:creationId xmlns:a16="http://schemas.microsoft.com/office/drawing/2014/main" id="{0C6F85A7-7770-4B31-A94D-B01A1CFAADBD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3060460"/>
          <a:ext cx="2021396" cy="30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197">
                  <a:extLst>
                    <a:ext uri="{9D8B030D-6E8A-4147-A177-3AD203B41FA5}">
                      <a16:colId xmlns:a16="http://schemas.microsoft.com/office/drawing/2014/main" val="178228208"/>
                    </a:ext>
                  </a:extLst>
                </a:gridCol>
                <a:gridCol w="456057">
                  <a:extLst>
                    <a:ext uri="{9D8B030D-6E8A-4147-A177-3AD203B41FA5}">
                      <a16:colId xmlns:a16="http://schemas.microsoft.com/office/drawing/2014/main" val="514640341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3807375684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347605207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Register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Valid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Tag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Value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855663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67566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717070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R3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8068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8062439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a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9616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1653268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0538406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7141418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960802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9711068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4197808428"/>
                  </a:ext>
                </a:extLst>
              </a:tr>
            </a:tbl>
          </a:graphicData>
        </a:graphic>
      </p:graphicFrame>
      <p:sp>
        <p:nvSpPr>
          <p:cNvPr id="188" name="Flowchart: Process 187">
            <a:extLst>
              <a:ext uri="{FF2B5EF4-FFF2-40B4-BE49-F238E27FC236}">
                <a16:creationId xmlns:a16="http://schemas.microsoft.com/office/drawing/2014/main" id="{FF9119BE-54AB-4CFA-9022-3FF299A895AB}"/>
              </a:ext>
            </a:extLst>
          </p:cNvPr>
          <p:cNvSpPr/>
          <p:nvPr/>
        </p:nvSpPr>
        <p:spPr bwMode="auto">
          <a:xfrm>
            <a:off x="4038601" y="961488"/>
            <a:ext cx="4800600" cy="324001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ADD in 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</a:rPr>
              <a:t>RS a w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aits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because one source is not valid.</a:t>
            </a:r>
            <a:endParaRPr kumimoji="0" lang="en-CH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463F55AF-AED4-4689-B152-1B93BBC4D06E}"/>
              </a:ext>
            </a:extLst>
          </p:cNvPr>
          <p:cNvSpPr/>
          <p:nvPr/>
        </p:nvSpPr>
        <p:spPr bwMode="auto">
          <a:xfrm>
            <a:off x="656106" y="1867862"/>
            <a:ext cx="253627" cy="252000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F690379E-9152-4D12-8A7A-50522EDAE159}"/>
              </a:ext>
            </a:extLst>
          </p:cNvPr>
          <p:cNvCxnSpPr>
            <a:cxnSpLocks/>
          </p:cNvCxnSpPr>
          <p:nvPr/>
        </p:nvCxnSpPr>
        <p:spPr bwMode="auto">
          <a:xfrm flipV="1">
            <a:off x="2178007" y="3195413"/>
            <a:ext cx="1441493" cy="506079"/>
          </a:xfrm>
          <a:prstGeom prst="bentConnector4">
            <a:avLst>
              <a:gd name="adj1" fmla="val 44053"/>
              <a:gd name="adj2" fmla="val 121080"/>
            </a:avLst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7CF00258-FA02-4382-8759-E8A764E74247}"/>
              </a:ext>
            </a:extLst>
          </p:cNvPr>
          <p:cNvSpPr txBox="1"/>
          <p:nvPr/>
        </p:nvSpPr>
        <p:spPr>
          <a:xfrm>
            <a:off x="1781583" y="3560733"/>
            <a:ext cx="43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2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CE4A84F4-E4CA-4EAE-A3FD-20D8E91A2FC8}"/>
              </a:ext>
            </a:extLst>
          </p:cNvPr>
          <p:cNvSpPr txBox="1"/>
          <p:nvPr/>
        </p:nvSpPr>
        <p:spPr>
          <a:xfrm>
            <a:off x="965898" y="3561726"/>
            <a:ext cx="356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CD25FC68-D780-4806-8640-8EF91DC305B7}"/>
              </a:ext>
            </a:extLst>
          </p:cNvPr>
          <p:cNvSpPr txBox="1"/>
          <p:nvPr/>
        </p:nvSpPr>
        <p:spPr>
          <a:xfrm>
            <a:off x="3362897" y="3950183"/>
            <a:ext cx="356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~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206" name="Connector: Elbow 205">
            <a:extLst>
              <a:ext uri="{FF2B5EF4-FFF2-40B4-BE49-F238E27FC236}">
                <a16:creationId xmlns:a16="http://schemas.microsoft.com/office/drawing/2014/main" id="{F3238EB8-9817-4A36-B332-0D77D591FDCF}"/>
              </a:ext>
            </a:extLst>
          </p:cNvPr>
          <p:cNvCxnSpPr>
            <a:cxnSpLocks/>
          </p:cNvCxnSpPr>
          <p:nvPr/>
        </p:nvCxnSpPr>
        <p:spPr bwMode="auto">
          <a:xfrm flipV="1">
            <a:off x="2176879" y="3195413"/>
            <a:ext cx="2577412" cy="1509732"/>
          </a:xfrm>
          <a:prstGeom prst="bentConnector4">
            <a:avLst>
              <a:gd name="adj1" fmla="val 15558"/>
              <a:gd name="adj2" fmla="val 115142"/>
            </a:avLst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Box 211">
            <a:extLst>
              <a:ext uri="{FF2B5EF4-FFF2-40B4-BE49-F238E27FC236}">
                <a16:creationId xmlns:a16="http://schemas.microsoft.com/office/drawing/2014/main" id="{A909E2CE-5FE6-4FE9-97C4-B78A8B276504}"/>
              </a:ext>
            </a:extLst>
          </p:cNvPr>
          <p:cNvSpPr txBox="1"/>
          <p:nvPr/>
        </p:nvSpPr>
        <p:spPr>
          <a:xfrm>
            <a:off x="1779615" y="4568190"/>
            <a:ext cx="43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6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7E6C9DC4-3715-4D51-8839-B36F4E17078D}"/>
              </a:ext>
            </a:extLst>
          </p:cNvPr>
          <p:cNvSpPr txBox="1"/>
          <p:nvPr/>
        </p:nvSpPr>
        <p:spPr>
          <a:xfrm>
            <a:off x="963930" y="4569183"/>
            <a:ext cx="356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185D8ADA-A9FE-42F8-905B-BD68F58FFA41}"/>
              </a:ext>
            </a:extLst>
          </p:cNvPr>
          <p:cNvSpPr txBox="1"/>
          <p:nvPr/>
        </p:nvSpPr>
        <p:spPr>
          <a:xfrm>
            <a:off x="4514850" y="3949687"/>
            <a:ext cx="356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~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862B9A9B-47CB-46C7-98DF-F36A8E9BE059}"/>
              </a:ext>
            </a:extLst>
          </p:cNvPr>
          <p:cNvSpPr/>
          <p:nvPr/>
        </p:nvSpPr>
        <p:spPr bwMode="auto">
          <a:xfrm>
            <a:off x="1774745" y="1874343"/>
            <a:ext cx="253627" cy="252000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16" name="Flowchart: Process 215">
            <a:extLst>
              <a:ext uri="{FF2B5EF4-FFF2-40B4-BE49-F238E27FC236}">
                <a16:creationId xmlns:a16="http://schemas.microsoft.com/office/drawing/2014/main" id="{486F418E-D10B-42EC-A8E8-4F13DD045922}"/>
              </a:ext>
            </a:extLst>
          </p:cNvPr>
          <p:cNvSpPr/>
          <p:nvPr/>
        </p:nvSpPr>
        <p:spPr bwMode="auto">
          <a:xfrm>
            <a:off x="4038601" y="1346512"/>
            <a:ext cx="4800600" cy="324001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Rename R7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  <a:sym typeface="Wingdings" panose="05000000000000000000" pitchFamily="2" charset="2"/>
              </a:rPr>
              <a:t> b</a:t>
            </a:r>
            <a:endParaRPr kumimoji="0" lang="en-CH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0F169859-79BF-476B-AA8A-F6721E4194AF}"/>
              </a:ext>
            </a:extLst>
          </p:cNvPr>
          <p:cNvSpPr txBox="1"/>
          <p:nvPr/>
        </p:nvSpPr>
        <p:spPr>
          <a:xfrm>
            <a:off x="923942" y="4829178"/>
            <a:ext cx="438912" cy="237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0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1C305F61-95D0-4870-B67D-9825EB06DCDB}"/>
              </a:ext>
            </a:extLst>
          </p:cNvPr>
          <p:cNvSpPr txBox="1"/>
          <p:nvPr/>
        </p:nvSpPr>
        <p:spPr>
          <a:xfrm>
            <a:off x="1381123" y="4829178"/>
            <a:ext cx="356616" cy="237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b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8B28EA2F-DFF4-46AB-81E2-FB0A3946E692}"/>
              </a:ext>
            </a:extLst>
          </p:cNvPr>
          <p:cNvSpPr txBox="1"/>
          <p:nvPr/>
        </p:nvSpPr>
        <p:spPr>
          <a:xfrm>
            <a:off x="1758950" y="4832731"/>
            <a:ext cx="475488" cy="237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CC99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1" name="Flowchart: Process 187">
            <a:extLst>
              <a:ext uri="{FF2B5EF4-FFF2-40B4-BE49-F238E27FC236}">
                <a16:creationId xmlns:a16="http://schemas.microsoft.com/office/drawing/2014/main" id="{207477D8-4893-3C47-A601-8040B500F8AE}"/>
              </a:ext>
            </a:extLst>
          </p:cNvPr>
          <p:cNvSpPr/>
          <p:nvPr/>
        </p:nvSpPr>
        <p:spPr bwMode="auto">
          <a:xfrm>
            <a:off x="3126105" y="6056794"/>
            <a:ext cx="4800600" cy="324001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ADD in 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</a:rPr>
              <a:t>RS b is ready to execute in the next cycle!</a:t>
            </a:r>
            <a:endParaRPr kumimoji="0" lang="en-CH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2" name="Flowchart: Process 187">
            <a:extLst>
              <a:ext uri="{FF2B5EF4-FFF2-40B4-BE49-F238E27FC236}">
                <a16:creationId xmlns:a16="http://schemas.microsoft.com/office/drawing/2014/main" id="{E89D36E6-09D9-3D4F-88A0-32F085178741}"/>
              </a:ext>
            </a:extLst>
          </p:cNvPr>
          <p:cNvSpPr/>
          <p:nvPr/>
        </p:nvSpPr>
        <p:spPr bwMode="auto">
          <a:xfrm>
            <a:off x="3126105" y="6396244"/>
            <a:ext cx="4800600" cy="324001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It will be executed out of order in the next cycle.</a:t>
            </a:r>
            <a:endParaRPr kumimoji="0" lang="en-CH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65363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0.00185 L 0.18229 -0.00024 L 0.18229 -0.08982 L 0.27188 -0.08982 L 0.27083 -0.07593 L 0.22344 0.05601 " pathEditMode="relative" rAng="0" ptsTypes="AAAAAA">
                                      <p:cBhvr>
                                        <p:cTn id="42" dur="2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46" y="-1875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21 0.00232 L 0.09045 0.00093 L 0.08837 -0.08865 L 0.17726 -0.08865 L 0.17726 -0.07685 L 0.21129 0.05649 " pathEditMode="relative" rAng="0" ptsTypes="AAAAAA">
                                      <p:cBhvr>
                                        <p:cTn id="44" dur="2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625" y="-18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7.40741E-7 L 0.04375 -7.40741E-7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8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0208 L 0.15625 0.00092 L 0.15711 -0.25348 L 0.39357 -0.25348 L 0.39357 -0.22292 L 0.34965 -0.09075 " pathEditMode="relative" ptsTypes="AAAAAA">
                                      <p:cBhvr>
                                        <p:cTn id="62" dur="2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0416 L 0.06233 0.00231 L 0.06267 -0.24954 L 0.29983 -0.24954 L 0.30069 -0.2213 L 0.33785 -0.09028 " pathEditMode="relative" rAng="0" ptsTypes="AAAAAA">
                                      <p:cBhvr>
                                        <p:cTn id="64" dur="2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10" y="-12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animBg="1"/>
      <p:bldP spid="192" grpId="1" animBg="1"/>
      <p:bldP spid="185" grpId="0" animBg="1"/>
      <p:bldP spid="391" grpId="0"/>
      <p:bldP spid="393" grpId="0"/>
      <p:bldP spid="394" grpId="0"/>
      <p:bldP spid="395" grpId="0"/>
      <p:bldP spid="188" grpId="0" animBg="1"/>
      <p:bldP spid="191" grpId="0" animBg="1"/>
      <p:bldP spid="191" grpId="1" animBg="1"/>
      <p:bldP spid="191" grpId="2" animBg="1"/>
      <p:bldP spid="203" grpId="0"/>
      <p:bldP spid="203" grpId="1"/>
      <p:bldP spid="204" grpId="0"/>
      <p:bldP spid="204" grpId="1"/>
      <p:bldP spid="205" grpId="0"/>
      <p:bldP spid="212" grpId="0"/>
      <p:bldP spid="212" grpId="1"/>
      <p:bldP spid="213" grpId="0"/>
      <p:bldP spid="213" grpId="1"/>
      <p:bldP spid="214" grpId="0"/>
      <p:bldP spid="215" grpId="0" animBg="1"/>
      <p:bldP spid="215" grpId="1" animBg="1"/>
      <p:bldP spid="216" grpId="0" animBg="1"/>
      <p:bldP spid="217" grpId="0" animBg="1"/>
      <p:bldP spid="218" grpId="0" animBg="1"/>
      <p:bldP spid="219" grpId="0" animBg="1"/>
      <p:bldP spid="71" grpId="0" animBg="1"/>
      <p:bldP spid="7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142B0EFD-9B5D-4AC5-85FC-75F5D9A0D9AE}"/>
              </a:ext>
            </a:extLst>
          </p:cNvPr>
          <p:cNvSpPr/>
          <p:nvPr/>
        </p:nvSpPr>
        <p:spPr bwMode="auto">
          <a:xfrm>
            <a:off x="228600" y="2133600"/>
            <a:ext cx="2006558" cy="25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9A5C5B3F-729A-40A0-955E-2A0F7EA80F30}"/>
              </a:ext>
            </a:extLst>
          </p:cNvPr>
          <p:cNvSpPr/>
          <p:nvPr/>
        </p:nvSpPr>
        <p:spPr bwMode="auto">
          <a:xfrm>
            <a:off x="3565884" y="951055"/>
            <a:ext cx="331200" cy="1918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FDBD3-8031-42D6-80CF-FE05E4EE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dirty="0"/>
              <a:t>Cycle 5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BFAF7-D375-4D96-BA5E-AF0327B958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A640EF-F0E2-4E49-9455-7E266BCEBB7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4AA7E21-7B39-4D87-8095-EBAAA1B5887A}"/>
              </a:ext>
            </a:extLst>
          </p:cNvPr>
          <p:cNvGrpSpPr/>
          <p:nvPr/>
        </p:nvGrpSpPr>
        <p:grpSpPr>
          <a:xfrm>
            <a:off x="3398728" y="4989344"/>
            <a:ext cx="1449705" cy="798651"/>
            <a:chOff x="6998109" y="2092803"/>
            <a:chExt cx="3805084" cy="2096244"/>
          </a:xfrm>
        </p:grpSpPr>
        <p:sp>
          <p:nvSpPr>
            <p:cNvPr id="20" name="Flowchart: Manual Operation 19">
              <a:extLst>
                <a:ext uri="{FF2B5EF4-FFF2-40B4-BE49-F238E27FC236}">
                  <a16:creationId xmlns:a16="http://schemas.microsoft.com/office/drawing/2014/main" id="{D9788A89-F980-424B-B3EA-FD96B8BD3A8E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+</a:t>
              </a:r>
              <a:endParaRPr kumimoji="0" lang="en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1E8E30-D2BE-4453-842F-BFE9A1A107DA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9DD9CB-A55D-427D-99E0-64627FC8AE38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ECA4318-6D66-4D09-AE89-D97B30539D8A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A79CD7C-A37E-433C-B255-46FD6FEBCF89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84043F-213C-4FA2-A503-A68507FB5934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B88D05-5CA0-48B4-9863-D2A4299DDDA4}"/>
              </a:ext>
            </a:extLst>
          </p:cNvPr>
          <p:cNvGrpSpPr/>
          <p:nvPr/>
        </p:nvGrpSpPr>
        <p:grpSpPr>
          <a:xfrm>
            <a:off x="6477000" y="4989344"/>
            <a:ext cx="1449705" cy="795474"/>
            <a:chOff x="6998109" y="2101142"/>
            <a:chExt cx="3805084" cy="2087904"/>
          </a:xfrm>
        </p:grpSpPr>
        <p:sp>
          <p:nvSpPr>
            <p:cNvPr id="27" name="Flowchart: Manual Operation 26">
              <a:extLst>
                <a:ext uri="{FF2B5EF4-FFF2-40B4-BE49-F238E27FC236}">
                  <a16:creationId xmlns:a16="http://schemas.microsoft.com/office/drawing/2014/main" id="{697BEE34-7099-4A97-B1AC-C9CE1D11B917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∗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4EB639-D558-45E4-9466-BDE2F8372937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5582676-F310-42D3-80E5-0D91022531B7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D48D83-B4BE-48B5-9027-5A30266F2B1B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4A397-3F5E-43B7-A316-493D0DF44868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5A5D3E-8DEE-420C-BF49-4FDB538C5A67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1" name="Rectangle 48">
            <a:extLst>
              <a:ext uri="{FF2B5EF4-FFF2-40B4-BE49-F238E27FC236}">
                <a16:creationId xmlns:a16="http://schemas.microsoft.com/office/drawing/2014/main" id="{948C3007-FCCB-4C6E-AC3E-7A3E53F18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8145" y="1327562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E</a:t>
            </a:r>
            <a:r>
              <a: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3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2" name="Rectangle 29">
            <a:extLst>
              <a:ext uri="{FF2B5EF4-FFF2-40B4-BE49-F238E27FC236}">
                <a16:creationId xmlns:a16="http://schemas.microsoft.com/office/drawing/2014/main" id="{99A1184C-590C-48A6-B563-6107C0ED8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8145" y="1004738"/>
            <a:ext cx="331200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5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3" name="Rectangle 48">
            <a:extLst>
              <a:ext uri="{FF2B5EF4-FFF2-40B4-BE49-F238E27FC236}">
                <a16:creationId xmlns:a16="http://schemas.microsoft.com/office/drawing/2014/main" id="{F7C02F4A-2BDB-4EDC-B5CD-C21DA4AA5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8145" y="1579562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-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4" name="Rectangle 48">
            <a:extLst>
              <a:ext uri="{FF2B5EF4-FFF2-40B4-BE49-F238E27FC236}">
                <a16:creationId xmlns:a16="http://schemas.microsoft.com/office/drawing/2014/main" id="{BDA0FFCA-B617-4185-A4E4-C01BE10E6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8145" y="1831824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E</a:t>
            </a:r>
            <a:r>
              <a: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5" name="Rectangle 48">
            <a:extLst>
              <a:ext uri="{FF2B5EF4-FFF2-40B4-BE49-F238E27FC236}">
                <a16:creationId xmlns:a16="http://schemas.microsoft.com/office/drawing/2014/main" id="{D0A0FC86-ADFC-4188-A139-A27828021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8145" y="2083593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D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6" name="Rectangle 48">
            <a:extLst>
              <a:ext uri="{FF2B5EF4-FFF2-40B4-BE49-F238E27FC236}">
                <a16:creationId xmlns:a16="http://schemas.microsoft.com/office/drawing/2014/main" id="{C1B0E32B-96BA-4122-95E4-2EEAEF749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8145" y="2335593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F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7" name="Rectangle 48">
            <a:extLst>
              <a:ext uri="{FF2B5EF4-FFF2-40B4-BE49-F238E27FC236}">
                <a16:creationId xmlns:a16="http://schemas.microsoft.com/office/drawing/2014/main" id="{1BCD692A-E03D-446D-805F-8727CCA16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8145" y="2587855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D0D0D1D7-221D-499B-A7D7-74C40B469889}"/>
              </a:ext>
            </a:extLst>
          </p:cNvPr>
          <p:cNvGrpSpPr/>
          <p:nvPr/>
        </p:nvGrpSpPr>
        <p:grpSpPr>
          <a:xfrm>
            <a:off x="3248214" y="1004738"/>
            <a:ext cx="331200" cy="1835117"/>
            <a:chOff x="5410200" y="1004738"/>
            <a:chExt cx="331200" cy="1835117"/>
          </a:xfrm>
        </p:grpSpPr>
        <p:sp>
          <p:nvSpPr>
            <p:cNvPr id="391" name="Rectangle 48">
              <a:extLst>
                <a:ext uri="{FF2B5EF4-FFF2-40B4-BE49-F238E27FC236}">
                  <a16:creationId xmlns:a16="http://schemas.microsoft.com/office/drawing/2014/main" id="{142C9FB2-4DFA-45FE-9967-3D16C5807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2" name="Rectangle 29">
              <a:extLst>
                <a:ext uri="{FF2B5EF4-FFF2-40B4-BE49-F238E27FC236}">
                  <a16:creationId xmlns:a16="http://schemas.microsoft.com/office/drawing/2014/main" id="{13C845B4-BBD0-4E88-86A5-1201EC939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3" name="Rectangle 48">
              <a:extLst>
                <a:ext uri="{FF2B5EF4-FFF2-40B4-BE49-F238E27FC236}">
                  <a16:creationId xmlns:a16="http://schemas.microsoft.com/office/drawing/2014/main" id="{4FC63368-BB30-4160-8128-E1956EDEE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4" name="Rectangle 48">
              <a:extLst>
                <a:ext uri="{FF2B5EF4-FFF2-40B4-BE49-F238E27FC236}">
                  <a16:creationId xmlns:a16="http://schemas.microsoft.com/office/drawing/2014/main" id="{5A872067-9D5D-455D-B495-E18252EE3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5" name="Rectangle 48">
              <a:extLst>
                <a:ext uri="{FF2B5EF4-FFF2-40B4-BE49-F238E27FC236}">
                  <a16:creationId xmlns:a16="http://schemas.microsoft.com/office/drawing/2014/main" id="{EB1BAB0E-8365-4C09-B376-99F62A1D9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48">
              <a:extLst>
                <a:ext uri="{FF2B5EF4-FFF2-40B4-BE49-F238E27FC236}">
                  <a16:creationId xmlns:a16="http://schemas.microsoft.com/office/drawing/2014/main" id="{CABB04FE-6DE0-4414-A1A8-D9186CBEA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Rectangle 48">
              <a:extLst>
                <a:ext uri="{FF2B5EF4-FFF2-40B4-BE49-F238E27FC236}">
                  <a16:creationId xmlns:a16="http://schemas.microsoft.com/office/drawing/2014/main" id="{D449F55E-6A28-4068-9352-3D600B69D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83D1EE34-BD69-4228-8815-3E2F99EC7E75}"/>
              </a:ext>
            </a:extLst>
          </p:cNvPr>
          <p:cNvGrpSpPr/>
          <p:nvPr/>
        </p:nvGrpSpPr>
        <p:grpSpPr>
          <a:xfrm>
            <a:off x="2916744" y="1004738"/>
            <a:ext cx="331200" cy="1835117"/>
            <a:chOff x="5410200" y="1004738"/>
            <a:chExt cx="331200" cy="1835117"/>
          </a:xfrm>
        </p:grpSpPr>
        <p:sp>
          <p:nvSpPr>
            <p:cNvPr id="399" name="Rectangle 48">
              <a:extLst>
                <a:ext uri="{FF2B5EF4-FFF2-40B4-BE49-F238E27FC236}">
                  <a16:creationId xmlns:a16="http://schemas.microsoft.com/office/drawing/2014/main" id="{CDFC79D4-F0D6-4806-BBCC-A199E0E36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0" name="Rectangle 29">
              <a:extLst>
                <a:ext uri="{FF2B5EF4-FFF2-40B4-BE49-F238E27FC236}">
                  <a16:creationId xmlns:a16="http://schemas.microsoft.com/office/drawing/2014/main" id="{8456C1BF-C019-45CA-9136-7AF43E602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Rectangle 48">
              <a:extLst>
                <a:ext uri="{FF2B5EF4-FFF2-40B4-BE49-F238E27FC236}">
                  <a16:creationId xmlns:a16="http://schemas.microsoft.com/office/drawing/2014/main" id="{603066F0-C071-4BB9-915E-ED891C4BA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Rectangle 48">
              <a:extLst>
                <a:ext uri="{FF2B5EF4-FFF2-40B4-BE49-F238E27FC236}">
                  <a16:creationId xmlns:a16="http://schemas.microsoft.com/office/drawing/2014/main" id="{970BA58B-509E-4458-8B4B-FA40620B2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3" name="Rectangle 48">
              <a:extLst>
                <a:ext uri="{FF2B5EF4-FFF2-40B4-BE49-F238E27FC236}">
                  <a16:creationId xmlns:a16="http://schemas.microsoft.com/office/drawing/2014/main" id="{ACFC700F-1EF3-4765-B4A7-89DB13F1E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48">
              <a:extLst>
                <a:ext uri="{FF2B5EF4-FFF2-40B4-BE49-F238E27FC236}">
                  <a16:creationId xmlns:a16="http://schemas.microsoft.com/office/drawing/2014/main" id="{62E8CF34-1D1A-44E1-81AE-291184DC8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5" name="Rectangle 48">
              <a:extLst>
                <a:ext uri="{FF2B5EF4-FFF2-40B4-BE49-F238E27FC236}">
                  <a16:creationId xmlns:a16="http://schemas.microsoft.com/office/drawing/2014/main" id="{6B08EDC5-DFB0-47A0-8E71-4AD7900E0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04D9F499-8E91-4BB3-880A-CCC85C9720BB}"/>
              </a:ext>
            </a:extLst>
          </p:cNvPr>
          <p:cNvGrpSpPr/>
          <p:nvPr/>
        </p:nvGrpSpPr>
        <p:grpSpPr>
          <a:xfrm>
            <a:off x="2581466" y="1004738"/>
            <a:ext cx="331200" cy="1835117"/>
            <a:chOff x="5410200" y="1004738"/>
            <a:chExt cx="331200" cy="1835117"/>
          </a:xfrm>
        </p:grpSpPr>
        <p:sp>
          <p:nvSpPr>
            <p:cNvPr id="407" name="Rectangle 48">
              <a:extLst>
                <a:ext uri="{FF2B5EF4-FFF2-40B4-BE49-F238E27FC236}">
                  <a16:creationId xmlns:a16="http://schemas.microsoft.com/office/drawing/2014/main" id="{27B534A0-1731-4C7B-AC8C-3E952B8E9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8" name="Rectangle 29">
              <a:extLst>
                <a:ext uri="{FF2B5EF4-FFF2-40B4-BE49-F238E27FC236}">
                  <a16:creationId xmlns:a16="http://schemas.microsoft.com/office/drawing/2014/main" id="{19AE8AE4-23C5-411E-A72A-CF7583142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Rectangle 48">
              <a:extLst>
                <a:ext uri="{FF2B5EF4-FFF2-40B4-BE49-F238E27FC236}">
                  <a16:creationId xmlns:a16="http://schemas.microsoft.com/office/drawing/2014/main" id="{D60C497F-5863-432A-872C-7CC5B7AB8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Rectangle 48">
              <a:extLst>
                <a:ext uri="{FF2B5EF4-FFF2-40B4-BE49-F238E27FC236}">
                  <a16:creationId xmlns:a16="http://schemas.microsoft.com/office/drawing/2014/main" id="{259E1573-4CCB-4122-9F76-DDF3F9C6E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Rectangle 48">
              <a:extLst>
                <a:ext uri="{FF2B5EF4-FFF2-40B4-BE49-F238E27FC236}">
                  <a16:creationId xmlns:a16="http://schemas.microsoft.com/office/drawing/2014/main" id="{E7AD8661-72B6-434D-BAAE-A37760DEA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Rectangle 48">
              <a:extLst>
                <a:ext uri="{FF2B5EF4-FFF2-40B4-BE49-F238E27FC236}">
                  <a16:creationId xmlns:a16="http://schemas.microsoft.com/office/drawing/2014/main" id="{FFDF3ED4-98B5-48BE-80CC-22D8F973F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Rectangle 48">
              <a:extLst>
                <a:ext uri="{FF2B5EF4-FFF2-40B4-BE49-F238E27FC236}">
                  <a16:creationId xmlns:a16="http://schemas.microsoft.com/office/drawing/2014/main" id="{B05C23C0-D121-4693-B294-D836B1DE4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D168BC2F-0974-4F0A-BFFB-E18AAB4F1C15}"/>
              </a:ext>
            </a:extLst>
          </p:cNvPr>
          <p:cNvGrpSpPr/>
          <p:nvPr/>
        </p:nvGrpSpPr>
        <p:grpSpPr>
          <a:xfrm>
            <a:off x="2249996" y="1004738"/>
            <a:ext cx="331200" cy="1835117"/>
            <a:chOff x="5410200" y="1004738"/>
            <a:chExt cx="331200" cy="1835117"/>
          </a:xfrm>
        </p:grpSpPr>
        <p:sp>
          <p:nvSpPr>
            <p:cNvPr id="415" name="Rectangle 48">
              <a:extLst>
                <a:ext uri="{FF2B5EF4-FFF2-40B4-BE49-F238E27FC236}">
                  <a16:creationId xmlns:a16="http://schemas.microsoft.com/office/drawing/2014/main" id="{DF6050E3-65BA-4872-BF70-2695E8DD5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Rectangle 29">
              <a:extLst>
                <a:ext uri="{FF2B5EF4-FFF2-40B4-BE49-F238E27FC236}">
                  <a16:creationId xmlns:a16="http://schemas.microsoft.com/office/drawing/2014/main" id="{E633F1E3-BF51-4A22-A2FE-6031B8D6A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7" name="Rectangle 48">
              <a:extLst>
                <a:ext uri="{FF2B5EF4-FFF2-40B4-BE49-F238E27FC236}">
                  <a16:creationId xmlns:a16="http://schemas.microsoft.com/office/drawing/2014/main" id="{D4FCBAF0-A16A-4869-AC17-83637C14C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48">
              <a:extLst>
                <a:ext uri="{FF2B5EF4-FFF2-40B4-BE49-F238E27FC236}">
                  <a16:creationId xmlns:a16="http://schemas.microsoft.com/office/drawing/2014/main" id="{65EE864A-41B2-4B33-9FF8-1150A7CF8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9" name="Rectangle 48">
              <a:extLst>
                <a:ext uri="{FF2B5EF4-FFF2-40B4-BE49-F238E27FC236}">
                  <a16:creationId xmlns:a16="http://schemas.microsoft.com/office/drawing/2014/main" id="{65D34BCB-11DF-4DD0-BF8B-DE25D4AE1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0" name="Rectangle 48">
              <a:extLst>
                <a:ext uri="{FF2B5EF4-FFF2-40B4-BE49-F238E27FC236}">
                  <a16:creationId xmlns:a16="http://schemas.microsoft.com/office/drawing/2014/main" id="{18D60625-9BC7-4C6D-99B1-E813F3C54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48">
              <a:extLst>
                <a:ext uri="{FF2B5EF4-FFF2-40B4-BE49-F238E27FC236}">
                  <a16:creationId xmlns:a16="http://schemas.microsoft.com/office/drawing/2014/main" id="{FC1191EF-0526-421E-9971-AA816F7AF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25" name="Rectangle 29">
            <a:extLst>
              <a:ext uri="{FF2B5EF4-FFF2-40B4-BE49-F238E27FC236}">
                <a16:creationId xmlns:a16="http://schemas.microsoft.com/office/drawing/2014/main" id="{AED3A31C-147D-48A2-BB70-585A3895D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2" y="1004752"/>
            <a:ext cx="724441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Cycle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183" name="Table 182">
            <a:extLst>
              <a:ext uri="{FF2B5EF4-FFF2-40B4-BE49-F238E27FC236}">
                <a16:creationId xmlns:a16="http://schemas.microsoft.com/office/drawing/2014/main" id="{EC8722A4-BC07-4377-AF70-204E93F2B8BB}"/>
              </a:ext>
            </a:extLst>
          </p:cNvPr>
          <p:cNvGraphicFramePr>
            <a:graphicFrameLocks noGrp="1"/>
          </p:cNvGraphicFramePr>
          <p:nvPr/>
        </p:nvGraphicFramePr>
        <p:xfrm>
          <a:off x="221457" y="1347785"/>
          <a:ext cx="2013700" cy="1521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68285122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6171413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6253014"/>
                    </a:ext>
                  </a:extLst>
                </a:gridCol>
                <a:gridCol w="465700">
                  <a:extLst>
                    <a:ext uri="{9D8B030D-6E8A-4147-A177-3AD203B41FA5}">
                      <a16:colId xmlns:a16="http://schemas.microsoft.com/office/drawing/2014/main" val="3517611654"/>
                    </a:ext>
                  </a:extLst>
                </a:gridCol>
              </a:tblGrid>
              <a:tr h="171963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R1, R2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241112"/>
                  </a:ext>
                </a:extLst>
              </a:tr>
              <a:tr h="27449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R3, R4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7394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R2, R6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21130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R8, R9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26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R7, 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14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R5, 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8953267"/>
                  </a:ext>
                </a:extLst>
              </a:tr>
            </a:tbl>
          </a:graphicData>
        </a:graphic>
      </p:graphicFrame>
      <p:graphicFrame>
        <p:nvGraphicFramePr>
          <p:cNvPr id="185" name="Table 184">
            <a:extLst>
              <a:ext uri="{FF2B5EF4-FFF2-40B4-BE49-F238E27FC236}">
                <a16:creationId xmlns:a16="http://schemas.microsoft.com/office/drawing/2014/main" id="{2C70D80D-C8E4-476F-8497-D2B601EB3C42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3060460"/>
          <a:ext cx="2021396" cy="30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197">
                  <a:extLst>
                    <a:ext uri="{9D8B030D-6E8A-4147-A177-3AD203B41FA5}">
                      <a16:colId xmlns:a16="http://schemas.microsoft.com/office/drawing/2014/main" val="178228208"/>
                    </a:ext>
                  </a:extLst>
                </a:gridCol>
                <a:gridCol w="456057">
                  <a:extLst>
                    <a:ext uri="{9D8B030D-6E8A-4147-A177-3AD203B41FA5}">
                      <a16:colId xmlns:a16="http://schemas.microsoft.com/office/drawing/2014/main" val="514640341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3807375684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347605207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Register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Valid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Tag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Value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855663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67566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717070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R3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8068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8062439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a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9616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1653268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8406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7141418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960802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9711068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4197808428"/>
                  </a:ext>
                </a:extLst>
              </a:tr>
            </a:tbl>
          </a:graphicData>
        </a:graphic>
      </p:graphicFrame>
      <p:graphicFrame>
        <p:nvGraphicFramePr>
          <p:cNvPr id="186" name="Table 185">
            <a:extLst>
              <a:ext uri="{FF2B5EF4-FFF2-40B4-BE49-F238E27FC236}">
                <a16:creationId xmlns:a16="http://schemas.microsoft.com/office/drawing/2014/main" id="{67A56D39-A013-4D09-843C-C55401CDA7BA}"/>
              </a:ext>
            </a:extLst>
          </p:cNvPr>
          <p:cNvGraphicFramePr>
            <a:graphicFrameLocks noGrp="1"/>
          </p:cNvGraphicFramePr>
          <p:nvPr/>
        </p:nvGraphicFramePr>
        <p:xfrm>
          <a:off x="2805320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graphicFrame>
        <p:nvGraphicFramePr>
          <p:cNvPr id="187" name="Table 186">
            <a:extLst>
              <a:ext uri="{FF2B5EF4-FFF2-40B4-BE49-F238E27FC236}">
                <a16:creationId xmlns:a16="http://schemas.microsoft.com/office/drawing/2014/main" id="{69072BEB-2E10-4756-BBBD-B0FD664C4460}"/>
              </a:ext>
            </a:extLst>
          </p:cNvPr>
          <p:cNvGraphicFramePr>
            <a:graphicFrameLocks noGrp="1"/>
          </p:cNvGraphicFramePr>
          <p:nvPr/>
        </p:nvGraphicFramePr>
        <p:xfrm>
          <a:off x="5860859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sp>
        <p:nvSpPr>
          <p:cNvPr id="188" name="TextBox 187">
            <a:extLst>
              <a:ext uri="{FF2B5EF4-FFF2-40B4-BE49-F238E27FC236}">
                <a16:creationId xmlns:a16="http://schemas.microsoft.com/office/drawing/2014/main" id="{327879AD-2F10-43BC-B041-EB1619DCABE1}"/>
              </a:ext>
            </a:extLst>
          </p:cNvPr>
          <p:cNvSpPr txBox="1"/>
          <p:nvPr/>
        </p:nvSpPr>
        <p:spPr>
          <a:xfrm>
            <a:off x="3724069" y="4203234"/>
            <a:ext cx="43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8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66687716-C634-41FA-AC58-471CFD7DBCDE}"/>
              </a:ext>
            </a:extLst>
          </p:cNvPr>
          <p:cNvSpPr txBox="1"/>
          <p:nvPr/>
        </p:nvSpPr>
        <p:spPr>
          <a:xfrm>
            <a:off x="3003694" y="4205606"/>
            <a:ext cx="356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1BB1DFE0-41D7-4E09-9CF2-87112B5DADBC}"/>
              </a:ext>
            </a:extLst>
          </p:cNvPr>
          <p:cNvSpPr txBox="1"/>
          <p:nvPr/>
        </p:nvSpPr>
        <p:spPr>
          <a:xfrm>
            <a:off x="3364509" y="4205606"/>
            <a:ext cx="356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~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6F352702-953F-4410-9672-362BCC0B2F86}"/>
              </a:ext>
            </a:extLst>
          </p:cNvPr>
          <p:cNvSpPr txBox="1"/>
          <p:nvPr/>
        </p:nvSpPr>
        <p:spPr>
          <a:xfrm>
            <a:off x="4875010" y="4203700"/>
            <a:ext cx="43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9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9BF0ECF3-48A6-4DE6-A633-EF8B07B732F3}"/>
              </a:ext>
            </a:extLst>
          </p:cNvPr>
          <p:cNvSpPr txBox="1"/>
          <p:nvPr/>
        </p:nvSpPr>
        <p:spPr>
          <a:xfrm>
            <a:off x="4154635" y="4206072"/>
            <a:ext cx="356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6C13BB80-6ECE-464A-9365-5DC3B58717B0}"/>
              </a:ext>
            </a:extLst>
          </p:cNvPr>
          <p:cNvSpPr txBox="1"/>
          <p:nvPr/>
        </p:nvSpPr>
        <p:spPr>
          <a:xfrm>
            <a:off x="4515450" y="4206072"/>
            <a:ext cx="356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~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82581DD1-48D7-4838-B40A-6511E5D11931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2870266" y="4170791"/>
            <a:ext cx="840755" cy="804954"/>
          </a:xfrm>
          <a:prstGeom prst="bentConnector3">
            <a:avLst>
              <a:gd name="adj1" fmla="val 76623"/>
            </a:avLst>
          </a:prstGeom>
          <a:solidFill>
            <a:srgbClr val="C0C0C0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78F4833E-2FEE-4BD4-B631-2F430F031560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3617668" y="4490264"/>
            <a:ext cx="840755" cy="202854"/>
          </a:xfrm>
          <a:prstGeom prst="bentConnector3">
            <a:avLst>
              <a:gd name="adj1" fmla="val 75491"/>
            </a:avLst>
          </a:prstGeom>
          <a:solidFill>
            <a:srgbClr val="C0C0C0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A4E0C198-45D9-4B59-8969-86E87393FF02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4400059" y="4302695"/>
            <a:ext cx="840756" cy="541146"/>
          </a:xfrm>
          <a:prstGeom prst="bentConnector3">
            <a:avLst>
              <a:gd name="adj1" fmla="val 75491"/>
            </a:avLst>
          </a:prstGeom>
          <a:solidFill>
            <a:srgbClr val="C0C0C0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14" name="Graphic 213" descr="Stopwatch">
            <a:extLst>
              <a:ext uri="{FF2B5EF4-FFF2-40B4-BE49-F238E27FC236}">
                <a16:creationId xmlns:a16="http://schemas.microsoft.com/office/drawing/2014/main" id="{07505238-922C-4028-A39C-280605A666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0600" y="5233489"/>
            <a:ext cx="204227" cy="204227"/>
          </a:xfrm>
          <a:prstGeom prst="rect">
            <a:avLst/>
          </a:prstGeom>
        </p:spPr>
      </p:pic>
      <p:sp>
        <p:nvSpPr>
          <p:cNvPr id="215" name="TextBox 214">
            <a:extLst>
              <a:ext uri="{FF2B5EF4-FFF2-40B4-BE49-F238E27FC236}">
                <a16:creationId xmlns:a16="http://schemas.microsoft.com/office/drawing/2014/main" id="{ABE52089-0B75-40CB-8200-0BD3C1B990C2}"/>
              </a:ext>
            </a:extLst>
          </p:cNvPr>
          <p:cNvSpPr txBox="1"/>
          <p:nvPr/>
        </p:nvSpPr>
        <p:spPr>
          <a:xfrm>
            <a:off x="4898636" y="5162603"/>
            <a:ext cx="5693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4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Cycles</a:t>
            </a:r>
            <a:endParaRPr kumimoji="0" lang="en-CH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B0E87A5B-7095-4BA7-825C-53BFDB8CCB9C}"/>
              </a:ext>
            </a:extLst>
          </p:cNvPr>
          <p:cNvSpPr txBox="1"/>
          <p:nvPr/>
        </p:nvSpPr>
        <p:spPr>
          <a:xfrm>
            <a:off x="923942" y="5586418"/>
            <a:ext cx="438912" cy="237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0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69BF4FD8-64A9-4B91-BB9F-FA0EDE52EF77}"/>
              </a:ext>
            </a:extLst>
          </p:cNvPr>
          <p:cNvSpPr txBox="1"/>
          <p:nvPr/>
        </p:nvSpPr>
        <p:spPr>
          <a:xfrm>
            <a:off x="1381123" y="5586418"/>
            <a:ext cx="356616" cy="237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c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5B122844-CC92-48AC-8B42-B415EAEADE69}"/>
              </a:ext>
            </a:extLst>
          </p:cNvPr>
          <p:cNvSpPr txBox="1"/>
          <p:nvPr/>
        </p:nvSpPr>
        <p:spPr>
          <a:xfrm>
            <a:off x="1758950" y="5589971"/>
            <a:ext cx="475488" cy="234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CC99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8" name="Flowchart: Process 187">
            <a:extLst>
              <a:ext uri="{FF2B5EF4-FFF2-40B4-BE49-F238E27FC236}">
                <a16:creationId xmlns:a16="http://schemas.microsoft.com/office/drawing/2014/main" id="{944D43BB-1DC3-6A4B-AC01-A3C24DC2A457}"/>
              </a:ext>
            </a:extLst>
          </p:cNvPr>
          <p:cNvSpPr/>
          <p:nvPr/>
        </p:nvSpPr>
        <p:spPr bwMode="auto">
          <a:xfrm>
            <a:off x="3126105" y="6056794"/>
            <a:ext cx="4800600" cy="324001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ADD in 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</a:rPr>
              <a:t>RS c is ready to execute in the next cycle!</a:t>
            </a:r>
            <a:endParaRPr kumimoji="0" lang="en-CH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F42765B4-0F30-4D30-BDD4-44A894DED5CD}"/>
              </a:ext>
            </a:extLst>
          </p:cNvPr>
          <p:cNvSpPr/>
          <p:nvPr/>
        </p:nvSpPr>
        <p:spPr>
          <a:xfrm>
            <a:off x="210753" y="6508393"/>
            <a:ext cx="3262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MUL: 6 cycles,  ADD</a:t>
            </a:r>
            <a:r>
              <a:rPr lang="zh-CN" altLang="en-US" dirty="0"/>
              <a:t>：</a:t>
            </a:r>
            <a:r>
              <a:rPr lang="en-US" altLang="zh-CN" dirty="0"/>
              <a:t> 4 cycle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97097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7" grpId="1" animBg="1"/>
      <p:bldP spid="184" grpId="0" animBg="1"/>
      <p:bldP spid="351" grpId="0"/>
      <p:bldP spid="353" grpId="0"/>
      <p:bldP spid="354" grpId="0"/>
      <p:bldP spid="355" grpId="0"/>
      <p:bldP spid="356" grpId="0"/>
      <p:bldP spid="188" grpId="0"/>
      <p:bldP spid="189" grpId="0"/>
      <p:bldP spid="190" grpId="0"/>
      <p:bldP spid="191" grpId="0"/>
      <p:bldP spid="192" grpId="0"/>
      <p:bldP spid="193" grpId="0"/>
      <p:bldP spid="215" grpId="0"/>
      <p:bldP spid="215" grpId="1"/>
      <p:bldP spid="216" grpId="0" animBg="1"/>
      <p:bldP spid="217" grpId="0" animBg="1"/>
      <p:bldP spid="218" grpId="0" animBg="1"/>
      <p:bldP spid="7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>
            <a:extLst>
              <a:ext uri="{FF2B5EF4-FFF2-40B4-BE49-F238E27FC236}">
                <a16:creationId xmlns:a16="http://schemas.microsoft.com/office/drawing/2014/main" id="{9FA51B6F-BED3-4F82-B3AC-891D63BC57DD}"/>
              </a:ext>
            </a:extLst>
          </p:cNvPr>
          <p:cNvSpPr/>
          <p:nvPr/>
        </p:nvSpPr>
        <p:spPr bwMode="auto">
          <a:xfrm>
            <a:off x="228600" y="2368550"/>
            <a:ext cx="2006558" cy="25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35DD9F92-B5B3-4AA1-86ED-96B87693B1D3}"/>
              </a:ext>
            </a:extLst>
          </p:cNvPr>
          <p:cNvSpPr/>
          <p:nvPr/>
        </p:nvSpPr>
        <p:spPr bwMode="auto">
          <a:xfrm>
            <a:off x="3896085" y="951055"/>
            <a:ext cx="331200" cy="1918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FDBD3-8031-42D6-80CF-FE05E4EE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dirty="0"/>
              <a:t>Cycle </a:t>
            </a:r>
            <a:r>
              <a:rPr lang="en-US" dirty="0">
                <a:sym typeface="Wingdings" panose="05000000000000000000" pitchFamily="2" charset="2"/>
              </a:rPr>
              <a:t>6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BFAF7-D375-4D96-BA5E-AF0327B958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A640EF-F0E2-4E49-9455-7E266BCEBB7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4AA7E21-7B39-4D87-8095-EBAAA1B5887A}"/>
              </a:ext>
            </a:extLst>
          </p:cNvPr>
          <p:cNvGrpSpPr/>
          <p:nvPr/>
        </p:nvGrpSpPr>
        <p:grpSpPr>
          <a:xfrm>
            <a:off x="3398728" y="4989344"/>
            <a:ext cx="1449705" cy="798651"/>
            <a:chOff x="6998109" y="2092803"/>
            <a:chExt cx="3805084" cy="2096244"/>
          </a:xfrm>
        </p:grpSpPr>
        <p:sp>
          <p:nvSpPr>
            <p:cNvPr id="20" name="Flowchart: Manual Operation 19">
              <a:extLst>
                <a:ext uri="{FF2B5EF4-FFF2-40B4-BE49-F238E27FC236}">
                  <a16:creationId xmlns:a16="http://schemas.microsoft.com/office/drawing/2014/main" id="{D9788A89-F980-424B-B3EA-FD96B8BD3A8E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+</a:t>
              </a:r>
              <a:endParaRPr kumimoji="0" lang="en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1E8E30-D2BE-4453-842F-BFE9A1A107DA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9DD9CB-A55D-427D-99E0-64627FC8AE38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ECA4318-6D66-4D09-AE89-D97B30539D8A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A79CD7C-A37E-433C-B255-46FD6FEBCF89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84043F-213C-4FA2-A503-A68507FB5934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B88D05-5CA0-48B4-9863-D2A4299DDDA4}"/>
              </a:ext>
            </a:extLst>
          </p:cNvPr>
          <p:cNvGrpSpPr/>
          <p:nvPr/>
        </p:nvGrpSpPr>
        <p:grpSpPr>
          <a:xfrm>
            <a:off x="6477000" y="4989344"/>
            <a:ext cx="1449705" cy="795474"/>
            <a:chOff x="6998109" y="2101142"/>
            <a:chExt cx="3805084" cy="2087904"/>
          </a:xfrm>
        </p:grpSpPr>
        <p:sp>
          <p:nvSpPr>
            <p:cNvPr id="27" name="Flowchart: Manual Operation 26">
              <a:extLst>
                <a:ext uri="{FF2B5EF4-FFF2-40B4-BE49-F238E27FC236}">
                  <a16:creationId xmlns:a16="http://schemas.microsoft.com/office/drawing/2014/main" id="{697BEE34-7099-4A97-B1AC-C9CE1D11B917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∗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4EB639-D558-45E4-9466-BDE2F8372937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5582676-F310-42D3-80E5-0D91022531B7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D48D83-B4BE-48B5-9027-5A30266F2B1B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4A397-3F5E-43B7-A316-493D0DF44868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5A5D3E-8DEE-420C-BF49-4FDB538C5A67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3" name="Rectangle 48">
            <a:extLst>
              <a:ext uri="{FF2B5EF4-FFF2-40B4-BE49-F238E27FC236}">
                <a16:creationId xmlns:a16="http://schemas.microsoft.com/office/drawing/2014/main" id="{DB108FB9-796F-4D35-BC0A-CC0464243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9615" y="1327562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E</a:t>
            </a:r>
            <a:r>
              <a: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4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4" name="Rectangle 29">
            <a:extLst>
              <a:ext uri="{FF2B5EF4-FFF2-40B4-BE49-F238E27FC236}">
                <a16:creationId xmlns:a16="http://schemas.microsoft.com/office/drawing/2014/main" id="{B433B9A4-94B1-4C87-A6E1-55518397A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9615" y="1004738"/>
            <a:ext cx="331200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6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5" name="Rectangle 48">
            <a:extLst>
              <a:ext uri="{FF2B5EF4-FFF2-40B4-BE49-F238E27FC236}">
                <a16:creationId xmlns:a16="http://schemas.microsoft.com/office/drawing/2014/main" id="{01CE9CD9-3BA8-48AF-97F3-8DBD484E4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9615" y="1579562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-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6" name="Rectangle 48">
            <a:extLst>
              <a:ext uri="{FF2B5EF4-FFF2-40B4-BE49-F238E27FC236}">
                <a16:creationId xmlns:a16="http://schemas.microsoft.com/office/drawing/2014/main" id="{615243F1-AB54-43A6-B06A-0C6CE1214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9615" y="1831824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E</a:t>
            </a:r>
            <a:r>
              <a: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2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7" name="Rectangle 48">
            <a:extLst>
              <a:ext uri="{FF2B5EF4-FFF2-40B4-BE49-F238E27FC236}">
                <a16:creationId xmlns:a16="http://schemas.microsoft.com/office/drawing/2014/main" id="{28949A8F-4EB4-4CC9-BBAF-C67DBBE38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9615" y="2083593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E</a:t>
            </a:r>
            <a:r>
              <a: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8" name="Rectangle 48">
            <a:extLst>
              <a:ext uri="{FF2B5EF4-FFF2-40B4-BE49-F238E27FC236}">
                <a16:creationId xmlns:a16="http://schemas.microsoft.com/office/drawing/2014/main" id="{B8EFCFE0-6C94-4A1A-8750-7EBCECD3A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9615" y="2335593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D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9" name="Rectangle 48">
            <a:extLst>
              <a:ext uri="{FF2B5EF4-FFF2-40B4-BE49-F238E27FC236}">
                <a16:creationId xmlns:a16="http://schemas.microsoft.com/office/drawing/2014/main" id="{B3BB5F8C-F65C-4C77-9345-C1A084715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9615" y="2587855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F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F64DB39A-2EDA-4EE0-89CA-B7E7863F05E0}"/>
              </a:ext>
            </a:extLst>
          </p:cNvPr>
          <p:cNvGrpSpPr/>
          <p:nvPr/>
        </p:nvGrpSpPr>
        <p:grpSpPr>
          <a:xfrm>
            <a:off x="3578145" y="1004738"/>
            <a:ext cx="331200" cy="1835117"/>
            <a:chOff x="5410200" y="1004738"/>
            <a:chExt cx="331200" cy="1835117"/>
          </a:xfrm>
        </p:grpSpPr>
        <p:sp>
          <p:nvSpPr>
            <p:cNvPr id="351" name="Rectangle 48">
              <a:extLst>
                <a:ext uri="{FF2B5EF4-FFF2-40B4-BE49-F238E27FC236}">
                  <a16:creationId xmlns:a16="http://schemas.microsoft.com/office/drawing/2014/main" id="{948C3007-FCCB-4C6E-AC3E-7A3E53F18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9">
              <a:extLst>
                <a:ext uri="{FF2B5EF4-FFF2-40B4-BE49-F238E27FC236}">
                  <a16:creationId xmlns:a16="http://schemas.microsoft.com/office/drawing/2014/main" id="{99A1184C-590C-48A6-B563-6107C0ED8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3" name="Rectangle 48">
              <a:extLst>
                <a:ext uri="{FF2B5EF4-FFF2-40B4-BE49-F238E27FC236}">
                  <a16:creationId xmlns:a16="http://schemas.microsoft.com/office/drawing/2014/main" id="{F7C02F4A-2BDB-4EDC-B5CD-C21DA4AA5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4" name="Rectangle 48">
              <a:extLst>
                <a:ext uri="{FF2B5EF4-FFF2-40B4-BE49-F238E27FC236}">
                  <a16:creationId xmlns:a16="http://schemas.microsoft.com/office/drawing/2014/main" id="{BDA0FFCA-B617-4185-A4E4-C01BE10E6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5" name="Rectangle 48">
              <a:extLst>
                <a:ext uri="{FF2B5EF4-FFF2-40B4-BE49-F238E27FC236}">
                  <a16:creationId xmlns:a16="http://schemas.microsoft.com/office/drawing/2014/main" id="{D0A0FC86-ADFC-4188-A139-A27828021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6" name="Rectangle 48">
              <a:extLst>
                <a:ext uri="{FF2B5EF4-FFF2-40B4-BE49-F238E27FC236}">
                  <a16:creationId xmlns:a16="http://schemas.microsoft.com/office/drawing/2014/main" id="{C1B0E32B-96BA-4122-95E4-2EEAEF749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7" name="Rectangle 48">
              <a:extLst>
                <a:ext uri="{FF2B5EF4-FFF2-40B4-BE49-F238E27FC236}">
                  <a16:creationId xmlns:a16="http://schemas.microsoft.com/office/drawing/2014/main" id="{1BCD692A-E03D-446D-805F-8727CCA16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D0D0D1D7-221D-499B-A7D7-74C40B469889}"/>
              </a:ext>
            </a:extLst>
          </p:cNvPr>
          <p:cNvGrpSpPr/>
          <p:nvPr/>
        </p:nvGrpSpPr>
        <p:grpSpPr>
          <a:xfrm>
            <a:off x="3248214" y="1004738"/>
            <a:ext cx="331200" cy="1835117"/>
            <a:chOff x="5410200" y="1004738"/>
            <a:chExt cx="331200" cy="1835117"/>
          </a:xfrm>
        </p:grpSpPr>
        <p:sp>
          <p:nvSpPr>
            <p:cNvPr id="391" name="Rectangle 48">
              <a:extLst>
                <a:ext uri="{FF2B5EF4-FFF2-40B4-BE49-F238E27FC236}">
                  <a16:creationId xmlns:a16="http://schemas.microsoft.com/office/drawing/2014/main" id="{142C9FB2-4DFA-45FE-9967-3D16C5807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2" name="Rectangle 29">
              <a:extLst>
                <a:ext uri="{FF2B5EF4-FFF2-40B4-BE49-F238E27FC236}">
                  <a16:creationId xmlns:a16="http://schemas.microsoft.com/office/drawing/2014/main" id="{13C845B4-BBD0-4E88-86A5-1201EC939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3" name="Rectangle 48">
              <a:extLst>
                <a:ext uri="{FF2B5EF4-FFF2-40B4-BE49-F238E27FC236}">
                  <a16:creationId xmlns:a16="http://schemas.microsoft.com/office/drawing/2014/main" id="{4FC63368-BB30-4160-8128-E1956EDEE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4" name="Rectangle 48">
              <a:extLst>
                <a:ext uri="{FF2B5EF4-FFF2-40B4-BE49-F238E27FC236}">
                  <a16:creationId xmlns:a16="http://schemas.microsoft.com/office/drawing/2014/main" id="{5A872067-9D5D-455D-B495-E18252EE3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5" name="Rectangle 48">
              <a:extLst>
                <a:ext uri="{FF2B5EF4-FFF2-40B4-BE49-F238E27FC236}">
                  <a16:creationId xmlns:a16="http://schemas.microsoft.com/office/drawing/2014/main" id="{EB1BAB0E-8365-4C09-B376-99F62A1D9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48">
              <a:extLst>
                <a:ext uri="{FF2B5EF4-FFF2-40B4-BE49-F238E27FC236}">
                  <a16:creationId xmlns:a16="http://schemas.microsoft.com/office/drawing/2014/main" id="{CABB04FE-6DE0-4414-A1A8-D9186CBEA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Rectangle 48">
              <a:extLst>
                <a:ext uri="{FF2B5EF4-FFF2-40B4-BE49-F238E27FC236}">
                  <a16:creationId xmlns:a16="http://schemas.microsoft.com/office/drawing/2014/main" id="{D449F55E-6A28-4068-9352-3D600B69D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83D1EE34-BD69-4228-8815-3E2F99EC7E75}"/>
              </a:ext>
            </a:extLst>
          </p:cNvPr>
          <p:cNvGrpSpPr/>
          <p:nvPr/>
        </p:nvGrpSpPr>
        <p:grpSpPr>
          <a:xfrm>
            <a:off x="2916744" y="1004738"/>
            <a:ext cx="331200" cy="1835117"/>
            <a:chOff x="5410200" y="1004738"/>
            <a:chExt cx="331200" cy="1835117"/>
          </a:xfrm>
        </p:grpSpPr>
        <p:sp>
          <p:nvSpPr>
            <p:cNvPr id="399" name="Rectangle 48">
              <a:extLst>
                <a:ext uri="{FF2B5EF4-FFF2-40B4-BE49-F238E27FC236}">
                  <a16:creationId xmlns:a16="http://schemas.microsoft.com/office/drawing/2014/main" id="{CDFC79D4-F0D6-4806-BBCC-A199E0E36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0" name="Rectangle 29">
              <a:extLst>
                <a:ext uri="{FF2B5EF4-FFF2-40B4-BE49-F238E27FC236}">
                  <a16:creationId xmlns:a16="http://schemas.microsoft.com/office/drawing/2014/main" id="{8456C1BF-C019-45CA-9136-7AF43E602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Rectangle 48">
              <a:extLst>
                <a:ext uri="{FF2B5EF4-FFF2-40B4-BE49-F238E27FC236}">
                  <a16:creationId xmlns:a16="http://schemas.microsoft.com/office/drawing/2014/main" id="{603066F0-C071-4BB9-915E-ED891C4BA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Rectangle 48">
              <a:extLst>
                <a:ext uri="{FF2B5EF4-FFF2-40B4-BE49-F238E27FC236}">
                  <a16:creationId xmlns:a16="http://schemas.microsoft.com/office/drawing/2014/main" id="{970BA58B-509E-4458-8B4B-FA40620B2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3" name="Rectangle 48">
              <a:extLst>
                <a:ext uri="{FF2B5EF4-FFF2-40B4-BE49-F238E27FC236}">
                  <a16:creationId xmlns:a16="http://schemas.microsoft.com/office/drawing/2014/main" id="{ACFC700F-1EF3-4765-B4A7-89DB13F1E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48">
              <a:extLst>
                <a:ext uri="{FF2B5EF4-FFF2-40B4-BE49-F238E27FC236}">
                  <a16:creationId xmlns:a16="http://schemas.microsoft.com/office/drawing/2014/main" id="{62E8CF34-1D1A-44E1-81AE-291184DC8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5" name="Rectangle 48">
              <a:extLst>
                <a:ext uri="{FF2B5EF4-FFF2-40B4-BE49-F238E27FC236}">
                  <a16:creationId xmlns:a16="http://schemas.microsoft.com/office/drawing/2014/main" id="{6B08EDC5-DFB0-47A0-8E71-4AD7900E0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04D9F499-8E91-4BB3-880A-CCC85C9720BB}"/>
              </a:ext>
            </a:extLst>
          </p:cNvPr>
          <p:cNvGrpSpPr/>
          <p:nvPr/>
        </p:nvGrpSpPr>
        <p:grpSpPr>
          <a:xfrm>
            <a:off x="2581466" y="1004738"/>
            <a:ext cx="331200" cy="1835117"/>
            <a:chOff x="5410200" y="1004738"/>
            <a:chExt cx="331200" cy="1835117"/>
          </a:xfrm>
        </p:grpSpPr>
        <p:sp>
          <p:nvSpPr>
            <p:cNvPr id="407" name="Rectangle 48">
              <a:extLst>
                <a:ext uri="{FF2B5EF4-FFF2-40B4-BE49-F238E27FC236}">
                  <a16:creationId xmlns:a16="http://schemas.microsoft.com/office/drawing/2014/main" id="{27B534A0-1731-4C7B-AC8C-3E952B8E9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8" name="Rectangle 29">
              <a:extLst>
                <a:ext uri="{FF2B5EF4-FFF2-40B4-BE49-F238E27FC236}">
                  <a16:creationId xmlns:a16="http://schemas.microsoft.com/office/drawing/2014/main" id="{19AE8AE4-23C5-411E-A72A-CF7583142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Rectangle 48">
              <a:extLst>
                <a:ext uri="{FF2B5EF4-FFF2-40B4-BE49-F238E27FC236}">
                  <a16:creationId xmlns:a16="http://schemas.microsoft.com/office/drawing/2014/main" id="{D60C497F-5863-432A-872C-7CC5B7AB8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Rectangle 48">
              <a:extLst>
                <a:ext uri="{FF2B5EF4-FFF2-40B4-BE49-F238E27FC236}">
                  <a16:creationId xmlns:a16="http://schemas.microsoft.com/office/drawing/2014/main" id="{259E1573-4CCB-4122-9F76-DDF3F9C6E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Rectangle 48">
              <a:extLst>
                <a:ext uri="{FF2B5EF4-FFF2-40B4-BE49-F238E27FC236}">
                  <a16:creationId xmlns:a16="http://schemas.microsoft.com/office/drawing/2014/main" id="{E7AD8661-72B6-434D-BAAE-A37760DEA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Rectangle 48">
              <a:extLst>
                <a:ext uri="{FF2B5EF4-FFF2-40B4-BE49-F238E27FC236}">
                  <a16:creationId xmlns:a16="http://schemas.microsoft.com/office/drawing/2014/main" id="{FFDF3ED4-98B5-48BE-80CC-22D8F973F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Rectangle 48">
              <a:extLst>
                <a:ext uri="{FF2B5EF4-FFF2-40B4-BE49-F238E27FC236}">
                  <a16:creationId xmlns:a16="http://schemas.microsoft.com/office/drawing/2014/main" id="{B05C23C0-D121-4693-B294-D836B1DE4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D168BC2F-0974-4F0A-BFFB-E18AAB4F1C15}"/>
              </a:ext>
            </a:extLst>
          </p:cNvPr>
          <p:cNvGrpSpPr/>
          <p:nvPr/>
        </p:nvGrpSpPr>
        <p:grpSpPr>
          <a:xfrm>
            <a:off x="2249996" y="1004738"/>
            <a:ext cx="331200" cy="1835117"/>
            <a:chOff x="5410200" y="1004738"/>
            <a:chExt cx="331200" cy="1835117"/>
          </a:xfrm>
        </p:grpSpPr>
        <p:sp>
          <p:nvSpPr>
            <p:cNvPr id="415" name="Rectangle 48">
              <a:extLst>
                <a:ext uri="{FF2B5EF4-FFF2-40B4-BE49-F238E27FC236}">
                  <a16:creationId xmlns:a16="http://schemas.microsoft.com/office/drawing/2014/main" id="{DF6050E3-65BA-4872-BF70-2695E8DD5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Rectangle 29">
              <a:extLst>
                <a:ext uri="{FF2B5EF4-FFF2-40B4-BE49-F238E27FC236}">
                  <a16:creationId xmlns:a16="http://schemas.microsoft.com/office/drawing/2014/main" id="{E633F1E3-BF51-4A22-A2FE-6031B8D6A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7" name="Rectangle 48">
              <a:extLst>
                <a:ext uri="{FF2B5EF4-FFF2-40B4-BE49-F238E27FC236}">
                  <a16:creationId xmlns:a16="http://schemas.microsoft.com/office/drawing/2014/main" id="{D4FCBAF0-A16A-4869-AC17-83637C14C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48">
              <a:extLst>
                <a:ext uri="{FF2B5EF4-FFF2-40B4-BE49-F238E27FC236}">
                  <a16:creationId xmlns:a16="http://schemas.microsoft.com/office/drawing/2014/main" id="{65EE864A-41B2-4B33-9FF8-1150A7CF8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9" name="Rectangle 48">
              <a:extLst>
                <a:ext uri="{FF2B5EF4-FFF2-40B4-BE49-F238E27FC236}">
                  <a16:creationId xmlns:a16="http://schemas.microsoft.com/office/drawing/2014/main" id="{65D34BCB-11DF-4DD0-BF8B-DE25D4AE1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0" name="Rectangle 48">
              <a:extLst>
                <a:ext uri="{FF2B5EF4-FFF2-40B4-BE49-F238E27FC236}">
                  <a16:creationId xmlns:a16="http://schemas.microsoft.com/office/drawing/2014/main" id="{18D60625-9BC7-4C6D-99B1-E813F3C54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48">
              <a:extLst>
                <a:ext uri="{FF2B5EF4-FFF2-40B4-BE49-F238E27FC236}">
                  <a16:creationId xmlns:a16="http://schemas.microsoft.com/office/drawing/2014/main" id="{FC1191EF-0526-421E-9971-AA816F7AF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25" name="Rectangle 29">
            <a:extLst>
              <a:ext uri="{FF2B5EF4-FFF2-40B4-BE49-F238E27FC236}">
                <a16:creationId xmlns:a16="http://schemas.microsoft.com/office/drawing/2014/main" id="{AED3A31C-147D-48A2-BB70-585A3895D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2" y="1004752"/>
            <a:ext cx="724441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Cycle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183" name="Table 182">
            <a:extLst>
              <a:ext uri="{FF2B5EF4-FFF2-40B4-BE49-F238E27FC236}">
                <a16:creationId xmlns:a16="http://schemas.microsoft.com/office/drawing/2014/main" id="{EC8722A4-BC07-4377-AF70-204E93F2B8BB}"/>
              </a:ext>
            </a:extLst>
          </p:cNvPr>
          <p:cNvGraphicFramePr>
            <a:graphicFrameLocks noGrp="1"/>
          </p:cNvGraphicFramePr>
          <p:nvPr/>
        </p:nvGraphicFramePr>
        <p:xfrm>
          <a:off x="221457" y="1347785"/>
          <a:ext cx="2013700" cy="1521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68285122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6171413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6253014"/>
                    </a:ext>
                  </a:extLst>
                </a:gridCol>
                <a:gridCol w="465700">
                  <a:extLst>
                    <a:ext uri="{9D8B030D-6E8A-4147-A177-3AD203B41FA5}">
                      <a16:colId xmlns:a16="http://schemas.microsoft.com/office/drawing/2014/main" val="3517611654"/>
                    </a:ext>
                  </a:extLst>
                </a:gridCol>
              </a:tblGrid>
              <a:tr h="171963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R1, R2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241112"/>
                  </a:ext>
                </a:extLst>
              </a:tr>
              <a:tr h="27449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R3, R4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7394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R2, R6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21130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R8, R9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26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R7, 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14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R5, 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8953267"/>
                  </a:ext>
                </a:extLst>
              </a:tr>
            </a:tbl>
          </a:graphicData>
        </a:graphic>
      </p:graphicFrame>
      <p:graphicFrame>
        <p:nvGraphicFramePr>
          <p:cNvPr id="184" name="Table 183">
            <a:extLst>
              <a:ext uri="{FF2B5EF4-FFF2-40B4-BE49-F238E27FC236}">
                <a16:creationId xmlns:a16="http://schemas.microsoft.com/office/drawing/2014/main" id="{316E65DD-D278-411B-9595-689F76F19DEA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3060460"/>
          <a:ext cx="2021396" cy="30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197">
                  <a:extLst>
                    <a:ext uri="{9D8B030D-6E8A-4147-A177-3AD203B41FA5}">
                      <a16:colId xmlns:a16="http://schemas.microsoft.com/office/drawing/2014/main" val="178228208"/>
                    </a:ext>
                  </a:extLst>
                </a:gridCol>
                <a:gridCol w="456057">
                  <a:extLst>
                    <a:ext uri="{9D8B030D-6E8A-4147-A177-3AD203B41FA5}">
                      <a16:colId xmlns:a16="http://schemas.microsoft.com/office/drawing/2014/main" val="514640341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3807375684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347605207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Register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Valid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Tag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Value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855663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67566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717070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R3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8068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8062439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a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9616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1653268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8406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7141418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960802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1068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4197808428"/>
                  </a:ext>
                </a:extLst>
              </a:tr>
            </a:tbl>
          </a:graphicData>
        </a:graphic>
      </p:graphicFrame>
      <p:graphicFrame>
        <p:nvGraphicFramePr>
          <p:cNvPr id="185" name="Table 184">
            <a:extLst>
              <a:ext uri="{FF2B5EF4-FFF2-40B4-BE49-F238E27FC236}">
                <a16:creationId xmlns:a16="http://schemas.microsoft.com/office/drawing/2014/main" id="{250E5612-8DFF-4F7D-ACD4-A1DAF7BF285F}"/>
              </a:ext>
            </a:extLst>
          </p:cNvPr>
          <p:cNvGraphicFramePr>
            <a:graphicFrameLocks noGrp="1"/>
          </p:cNvGraphicFramePr>
          <p:nvPr/>
        </p:nvGraphicFramePr>
        <p:xfrm>
          <a:off x="2805320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graphicFrame>
        <p:nvGraphicFramePr>
          <p:cNvPr id="186" name="Table 185">
            <a:extLst>
              <a:ext uri="{FF2B5EF4-FFF2-40B4-BE49-F238E27FC236}">
                <a16:creationId xmlns:a16="http://schemas.microsoft.com/office/drawing/2014/main" id="{17C4D56D-B72A-4D1C-972E-BDCD3A391EB8}"/>
              </a:ext>
            </a:extLst>
          </p:cNvPr>
          <p:cNvGraphicFramePr>
            <a:graphicFrameLocks noGrp="1"/>
          </p:cNvGraphicFramePr>
          <p:nvPr/>
        </p:nvGraphicFramePr>
        <p:xfrm>
          <a:off x="5860859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sp>
        <p:nvSpPr>
          <p:cNvPr id="188" name="TextBox 187">
            <a:extLst>
              <a:ext uri="{FF2B5EF4-FFF2-40B4-BE49-F238E27FC236}">
                <a16:creationId xmlns:a16="http://schemas.microsoft.com/office/drawing/2014/main" id="{D3FA2D67-83DD-474A-B516-4DF71D204B97}"/>
              </a:ext>
            </a:extLst>
          </p:cNvPr>
          <p:cNvSpPr txBox="1"/>
          <p:nvPr/>
        </p:nvSpPr>
        <p:spPr>
          <a:xfrm>
            <a:off x="923942" y="5839570"/>
            <a:ext cx="438912" cy="237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0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0DA5F7FE-680C-4F9B-BFAA-AC1869362299}"/>
              </a:ext>
            </a:extLst>
          </p:cNvPr>
          <p:cNvSpPr txBox="1"/>
          <p:nvPr/>
        </p:nvSpPr>
        <p:spPr>
          <a:xfrm>
            <a:off x="1381123" y="5839570"/>
            <a:ext cx="356616" cy="237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y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091B5EAD-65E4-4F88-8504-CA723489802E}"/>
              </a:ext>
            </a:extLst>
          </p:cNvPr>
          <p:cNvSpPr txBox="1"/>
          <p:nvPr/>
        </p:nvSpPr>
        <p:spPr>
          <a:xfrm>
            <a:off x="6785420" y="3961791"/>
            <a:ext cx="411480" cy="23774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F8885AD8-5B76-49E3-8D7C-8456B08CC8FA}"/>
              </a:ext>
            </a:extLst>
          </p:cNvPr>
          <p:cNvSpPr txBox="1"/>
          <p:nvPr/>
        </p:nvSpPr>
        <p:spPr>
          <a:xfrm>
            <a:off x="6060281" y="3951062"/>
            <a:ext cx="356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0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4E3FBF21-786A-4952-8AD4-5D5C047847A4}"/>
              </a:ext>
            </a:extLst>
          </p:cNvPr>
          <p:cNvSpPr txBox="1"/>
          <p:nvPr/>
        </p:nvSpPr>
        <p:spPr>
          <a:xfrm>
            <a:off x="6421096" y="3951062"/>
            <a:ext cx="356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b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671C8CEC-591B-4618-A107-94F8E8958569}"/>
              </a:ext>
            </a:extLst>
          </p:cNvPr>
          <p:cNvSpPr txBox="1"/>
          <p:nvPr/>
        </p:nvSpPr>
        <p:spPr>
          <a:xfrm>
            <a:off x="7211222" y="3951528"/>
            <a:ext cx="356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0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E96DBD40-556D-4981-86D6-2A269AAAAC87}"/>
              </a:ext>
            </a:extLst>
          </p:cNvPr>
          <p:cNvSpPr txBox="1"/>
          <p:nvPr/>
        </p:nvSpPr>
        <p:spPr>
          <a:xfrm>
            <a:off x="7572037" y="3951528"/>
            <a:ext cx="356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c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D87EDB61-27A4-4041-A49A-5475633A8E92}"/>
              </a:ext>
            </a:extLst>
          </p:cNvPr>
          <p:cNvSpPr txBox="1"/>
          <p:nvPr/>
        </p:nvSpPr>
        <p:spPr>
          <a:xfrm>
            <a:off x="7939123" y="3961791"/>
            <a:ext cx="411480" cy="23774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C95728BD-DC72-4820-AFAC-4066732F8711}"/>
              </a:ext>
            </a:extLst>
          </p:cNvPr>
          <p:cNvSpPr txBox="1"/>
          <p:nvPr/>
        </p:nvSpPr>
        <p:spPr>
          <a:xfrm>
            <a:off x="1758950" y="5843123"/>
            <a:ext cx="475488" cy="234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CC99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A6E0CDCE-7702-4B37-B654-E697FB56B40C}"/>
              </a:ext>
            </a:extLst>
          </p:cNvPr>
          <p:cNvSpPr/>
          <p:nvPr/>
        </p:nvSpPr>
        <p:spPr>
          <a:xfrm>
            <a:off x="210753" y="6508393"/>
            <a:ext cx="3262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MUL: 6 cycles,  ADD</a:t>
            </a:r>
            <a:r>
              <a:rPr lang="zh-CN" altLang="en-US" dirty="0"/>
              <a:t>：</a:t>
            </a:r>
            <a:r>
              <a:rPr lang="en-US" altLang="zh-CN" dirty="0"/>
              <a:t> 4 cycle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23530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  <p:bldP spid="80" grpId="1" animBg="1"/>
      <p:bldP spid="187" grpId="0" animBg="1"/>
      <p:bldP spid="343" grpId="0"/>
      <p:bldP spid="345" grpId="0"/>
      <p:bldP spid="346" grpId="0"/>
      <p:bldP spid="347" grpId="0"/>
      <p:bldP spid="348" grpId="0"/>
      <p:bldP spid="349" grpId="0"/>
      <p:bldP spid="188" grpId="0" animBg="1"/>
      <p:bldP spid="189" grpId="0" animBg="1"/>
      <p:bldP spid="190" grpId="0" animBg="1"/>
      <p:bldP spid="191" grpId="0"/>
      <p:bldP spid="192" grpId="0"/>
      <p:bldP spid="194" grpId="0"/>
      <p:bldP spid="195" grpId="0"/>
      <p:bldP spid="196" grpId="0" animBg="1"/>
      <p:bldP spid="19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>
            <a:extLst>
              <a:ext uri="{FF2B5EF4-FFF2-40B4-BE49-F238E27FC236}">
                <a16:creationId xmlns:a16="http://schemas.microsoft.com/office/drawing/2014/main" id="{AAC74118-E510-4D8B-BF6C-1833BC235BA0}"/>
              </a:ext>
            </a:extLst>
          </p:cNvPr>
          <p:cNvSpPr/>
          <p:nvPr/>
        </p:nvSpPr>
        <p:spPr bwMode="auto">
          <a:xfrm>
            <a:off x="228600" y="2605500"/>
            <a:ext cx="2006558" cy="25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274B6EBB-F385-4C6F-B686-08C21CC75420}"/>
              </a:ext>
            </a:extLst>
          </p:cNvPr>
          <p:cNvSpPr/>
          <p:nvPr/>
        </p:nvSpPr>
        <p:spPr bwMode="auto">
          <a:xfrm>
            <a:off x="4238174" y="951055"/>
            <a:ext cx="331200" cy="1918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FDBD3-8031-42D6-80CF-FE05E4EE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dirty="0"/>
              <a:t>Cycle 7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BFAF7-D375-4D96-BA5E-AF0327B958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A640EF-F0E2-4E49-9455-7E266BCEBB7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4AA7E21-7B39-4D87-8095-EBAAA1B5887A}"/>
              </a:ext>
            </a:extLst>
          </p:cNvPr>
          <p:cNvGrpSpPr/>
          <p:nvPr/>
        </p:nvGrpSpPr>
        <p:grpSpPr>
          <a:xfrm>
            <a:off x="3398728" y="4989344"/>
            <a:ext cx="1449705" cy="798651"/>
            <a:chOff x="6998109" y="2092803"/>
            <a:chExt cx="3805084" cy="2096244"/>
          </a:xfrm>
        </p:grpSpPr>
        <p:sp>
          <p:nvSpPr>
            <p:cNvPr id="20" name="Flowchart: Manual Operation 19">
              <a:extLst>
                <a:ext uri="{FF2B5EF4-FFF2-40B4-BE49-F238E27FC236}">
                  <a16:creationId xmlns:a16="http://schemas.microsoft.com/office/drawing/2014/main" id="{D9788A89-F980-424B-B3EA-FD96B8BD3A8E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+</a:t>
              </a:r>
              <a:endParaRPr kumimoji="0" lang="en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1E8E30-D2BE-4453-842F-BFE9A1A107DA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9DD9CB-A55D-427D-99E0-64627FC8AE38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ECA4318-6D66-4D09-AE89-D97B30539D8A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A79CD7C-A37E-433C-B255-46FD6FEBCF89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84043F-213C-4FA2-A503-A68507FB5934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B88D05-5CA0-48B4-9863-D2A4299DDDA4}"/>
              </a:ext>
            </a:extLst>
          </p:cNvPr>
          <p:cNvGrpSpPr/>
          <p:nvPr/>
        </p:nvGrpSpPr>
        <p:grpSpPr>
          <a:xfrm>
            <a:off x="6477000" y="4989344"/>
            <a:ext cx="1449705" cy="795474"/>
            <a:chOff x="6998109" y="2101142"/>
            <a:chExt cx="3805084" cy="2087904"/>
          </a:xfrm>
        </p:grpSpPr>
        <p:sp>
          <p:nvSpPr>
            <p:cNvPr id="27" name="Flowchart: Manual Operation 26">
              <a:extLst>
                <a:ext uri="{FF2B5EF4-FFF2-40B4-BE49-F238E27FC236}">
                  <a16:creationId xmlns:a16="http://schemas.microsoft.com/office/drawing/2014/main" id="{697BEE34-7099-4A97-B1AC-C9CE1D11B917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∗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4EB639-D558-45E4-9466-BDE2F8372937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5582676-F310-42D3-80E5-0D91022531B7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D48D83-B4BE-48B5-9027-5A30266F2B1B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4A397-3F5E-43B7-A316-493D0DF44868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5A5D3E-8DEE-420C-BF49-4FDB538C5A67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5" name="Rectangle 48">
            <a:extLst>
              <a:ext uri="{FF2B5EF4-FFF2-40B4-BE49-F238E27FC236}">
                <a16:creationId xmlns:a16="http://schemas.microsoft.com/office/drawing/2014/main" id="{297F945E-8439-4238-B96E-115E46847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4893" y="1327562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E</a:t>
            </a:r>
            <a:r>
              <a: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5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6" name="Rectangle 29">
            <a:extLst>
              <a:ext uri="{FF2B5EF4-FFF2-40B4-BE49-F238E27FC236}">
                <a16:creationId xmlns:a16="http://schemas.microsoft.com/office/drawing/2014/main" id="{234ED10A-8BF0-43DC-B80F-E1C978196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4893" y="1004738"/>
            <a:ext cx="331200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7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7" name="Rectangle 48">
            <a:extLst>
              <a:ext uri="{FF2B5EF4-FFF2-40B4-BE49-F238E27FC236}">
                <a16:creationId xmlns:a16="http://schemas.microsoft.com/office/drawing/2014/main" id="{387A1859-590F-4BE2-810A-4A6E69651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4893" y="1579562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-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8" name="Rectangle 48">
            <a:extLst>
              <a:ext uri="{FF2B5EF4-FFF2-40B4-BE49-F238E27FC236}">
                <a16:creationId xmlns:a16="http://schemas.microsoft.com/office/drawing/2014/main" id="{EF5B30EB-E433-4708-91AE-AA87A2BC6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4893" y="1831824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E</a:t>
            </a:r>
            <a:r>
              <a: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3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9" name="Rectangle 48">
            <a:extLst>
              <a:ext uri="{FF2B5EF4-FFF2-40B4-BE49-F238E27FC236}">
                <a16:creationId xmlns:a16="http://schemas.microsoft.com/office/drawing/2014/main" id="{6EF03208-866E-4C87-9D31-A40DD67D4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4893" y="2083593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E</a:t>
            </a:r>
            <a:r>
              <a: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2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0" name="Rectangle 48">
            <a:extLst>
              <a:ext uri="{FF2B5EF4-FFF2-40B4-BE49-F238E27FC236}">
                <a16:creationId xmlns:a16="http://schemas.microsoft.com/office/drawing/2014/main" id="{3589C470-B0A0-4CDD-8141-D072CE5F5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4893" y="2335593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-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1" name="Rectangle 48">
            <a:extLst>
              <a:ext uri="{FF2B5EF4-FFF2-40B4-BE49-F238E27FC236}">
                <a16:creationId xmlns:a16="http://schemas.microsoft.com/office/drawing/2014/main" id="{6B64D656-AA6D-4CF1-A146-1DF571C71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4893" y="2587855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D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35D5D976-C5CB-4915-A940-F1F859F0DCEB}"/>
              </a:ext>
            </a:extLst>
          </p:cNvPr>
          <p:cNvGrpSpPr/>
          <p:nvPr/>
        </p:nvGrpSpPr>
        <p:grpSpPr>
          <a:xfrm>
            <a:off x="3909615" y="1004738"/>
            <a:ext cx="331200" cy="1835117"/>
            <a:chOff x="5410200" y="1004738"/>
            <a:chExt cx="331200" cy="1835117"/>
          </a:xfrm>
        </p:grpSpPr>
        <p:sp>
          <p:nvSpPr>
            <p:cNvPr id="343" name="Rectangle 48">
              <a:extLst>
                <a:ext uri="{FF2B5EF4-FFF2-40B4-BE49-F238E27FC236}">
                  <a16:creationId xmlns:a16="http://schemas.microsoft.com/office/drawing/2014/main" id="{DB108FB9-796F-4D35-BC0A-CC0464243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Rectangle 29">
              <a:extLst>
                <a:ext uri="{FF2B5EF4-FFF2-40B4-BE49-F238E27FC236}">
                  <a16:creationId xmlns:a16="http://schemas.microsoft.com/office/drawing/2014/main" id="{B433B9A4-94B1-4C87-A6E1-55518397A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Rectangle 48">
              <a:extLst>
                <a:ext uri="{FF2B5EF4-FFF2-40B4-BE49-F238E27FC236}">
                  <a16:creationId xmlns:a16="http://schemas.microsoft.com/office/drawing/2014/main" id="{01CE9CD9-3BA8-48AF-97F3-8DBD484E4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Rectangle 48">
              <a:extLst>
                <a:ext uri="{FF2B5EF4-FFF2-40B4-BE49-F238E27FC236}">
                  <a16:creationId xmlns:a16="http://schemas.microsoft.com/office/drawing/2014/main" id="{615243F1-AB54-43A6-B06A-0C6CE1214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Rectangle 48">
              <a:extLst>
                <a:ext uri="{FF2B5EF4-FFF2-40B4-BE49-F238E27FC236}">
                  <a16:creationId xmlns:a16="http://schemas.microsoft.com/office/drawing/2014/main" id="{28949A8F-4EB4-4CC9-BBAF-C67DBBE38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Rectangle 48">
              <a:extLst>
                <a:ext uri="{FF2B5EF4-FFF2-40B4-BE49-F238E27FC236}">
                  <a16:creationId xmlns:a16="http://schemas.microsoft.com/office/drawing/2014/main" id="{B8EFCFE0-6C94-4A1A-8750-7EBCECD3A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Rectangle 48">
              <a:extLst>
                <a:ext uri="{FF2B5EF4-FFF2-40B4-BE49-F238E27FC236}">
                  <a16:creationId xmlns:a16="http://schemas.microsoft.com/office/drawing/2014/main" id="{B3BB5F8C-F65C-4C77-9345-C1A084715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F64DB39A-2EDA-4EE0-89CA-B7E7863F05E0}"/>
              </a:ext>
            </a:extLst>
          </p:cNvPr>
          <p:cNvGrpSpPr/>
          <p:nvPr/>
        </p:nvGrpSpPr>
        <p:grpSpPr>
          <a:xfrm>
            <a:off x="3578145" y="1004738"/>
            <a:ext cx="331200" cy="1835117"/>
            <a:chOff x="5410200" y="1004738"/>
            <a:chExt cx="331200" cy="1835117"/>
          </a:xfrm>
        </p:grpSpPr>
        <p:sp>
          <p:nvSpPr>
            <p:cNvPr id="351" name="Rectangle 48">
              <a:extLst>
                <a:ext uri="{FF2B5EF4-FFF2-40B4-BE49-F238E27FC236}">
                  <a16:creationId xmlns:a16="http://schemas.microsoft.com/office/drawing/2014/main" id="{948C3007-FCCB-4C6E-AC3E-7A3E53F18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9">
              <a:extLst>
                <a:ext uri="{FF2B5EF4-FFF2-40B4-BE49-F238E27FC236}">
                  <a16:creationId xmlns:a16="http://schemas.microsoft.com/office/drawing/2014/main" id="{99A1184C-590C-48A6-B563-6107C0ED8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3" name="Rectangle 48">
              <a:extLst>
                <a:ext uri="{FF2B5EF4-FFF2-40B4-BE49-F238E27FC236}">
                  <a16:creationId xmlns:a16="http://schemas.microsoft.com/office/drawing/2014/main" id="{F7C02F4A-2BDB-4EDC-B5CD-C21DA4AA5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4" name="Rectangle 48">
              <a:extLst>
                <a:ext uri="{FF2B5EF4-FFF2-40B4-BE49-F238E27FC236}">
                  <a16:creationId xmlns:a16="http://schemas.microsoft.com/office/drawing/2014/main" id="{BDA0FFCA-B617-4185-A4E4-C01BE10E6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5" name="Rectangle 48">
              <a:extLst>
                <a:ext uri="{FF2B5EF4-FFF2-40B4-BE49-F238E27FC236}">
                  <a16:creationId xmlns:a16="http://schemas.microsoft.com/office/drawing/2014/main" id="{D0A0FC86-ADFC-4188-A139-A27828021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6" name="Rectangle 48">
              <a:extLst>
                <a:ext uri="{FF2B5EF4-FFF2-40B4-BE49-F238E27FC236}">
                  <a16:creationId xmlns:a16="http://schemas.microsoft.com/office/drawing/2014/main" id="{C1B0E32B-96BA-4122-95E4-2EEAEF749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7" name="Rectangle 48">
              <a:extLst>
                <a:ext uri="{FF2B5EF4-FFF2-40B4-BE49-F238E27FC236}">
                  <a16:creationId xmlns:a16="http://schemas.microsoft.com/office/drawing/2014/main" id="{1BCD692A-E03D-446D-805F-8727CCA16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D0D0D1D7-221D-499B-A7D7-74C40B469889}"/>
              </a:ext>
            </a:extLst>
          </p:cNvPr>
          <p:cNvGrpSpPr/>
          <p:nvPr/>
        </p:nvGrpSpPr>
        <p:grpSpPr>
          <a:xfrm>
            <a:off x="3248214" y="1004738"/>
            <a:ext cx="331200" cy="1835117"/>
            <a:chOff x="5410200" y="1004738"/>
            <a:chExt cx="331200" cy="1835117"/>
          </a:xfrm>
        </p:grpSpPr>
        <p:sp>
          <p:nvSpPr>
            <p:cNvPr id="391" name="Rectangle 48">
              <a:extLst>
                <a:ext uri="{FF2B5EF4-FFF2-40B4-BE49-F238E27FC236}">
                  <a16:creationId xmlns:a16="http://schemas.microsoft.com/office/drawing/2014/main" id="{142C9FB2-4DFA-45FE-9967-3D16C5807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2" name="Rectangle 29">
              <a:extLst>
                <a:ext uri="{FF2B5EF4-FFF2-40B4-BE49-F238E27FC236}">
                  <a16:creationId xmlns:a16="http://schemas.microsoft.com/office/drawing/2014/main" id="{13C845B4-BBD0-4E88-86A5-1201EC939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3" name="Rectangle 48">
              <a:extLst>
                <a:ext uri="{FF2B5EF4-FFF2-40B4-BE49-F238E27FC236}">
                  <a16:creationId xmlns:a16="http://schemas.microsoft.com/office/drawing/2014/main" id="{4FC63368-BB30-4160-8128-E1956EDEE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4" name="Rectangle 48">
              <a:extLst>
                <a:ext uri="{FF2B5EF4-FFF2-40B4-BE49-F238E27FC236}">
                  <a16:creationId xmlns:a16="http://schemas.microsoft.com/office/drawing/2014/main" id="{5A872067-9D5D-455D-B495-E18252EE3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5" name="Rectangle 48">
              <a:extLst>
                <a:ext uri="{FF2B5EF4-FFF2-40B4-BE49-F238E27FC236}">
                  <a16:creationId xmlns:a16="http://schemas.microsoft.com/office/drawing/2014/main" id="{EB1BAB0E-8365-4C09-B376-99F62A1D9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48">
              <a:extLst>
                <a:ext uri="{FF2B5EF4-FFF2-40B4-BE49-F238E27FC236}">
                  <a16:creationId xmlns:a16="http://schemas.microsoft.com/office/drawing/2014/main" id="{CABB04FE-6DE0-4414-A1A8-D9186CBEA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Rectangle 48">
              <a:extLst>
                <a:ext uri="{FF2B5EF4-FFF2-40B4-BE49-F238E27FC236}">
                  <a16:creationId xmlns:a16="http://schemas.microsoft.com/office/drawing/2014/main" id="{D449F55E-6A28-4068-9352-3D600B69D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83D1EE34-BD69-4228-8815-3E2F99EC7E75}"/>
              </a:ext>
            </a:extLst>
          </p:cNvPr>
          <p:cNvGrpSpPr/>
          <p:nvPr/>
        </p:nvGrpSpPr>
        <p:grpSpPr>
          <a:xfrm>
            <a:off x="2916744" y="1004738"/>
            <a:ext cx="331200" cy="1835117"/>
            <a:chOff x="5410200" y="1004738"/>
            <a:chExt cx="331200" cy="1835117"/>
          </a:xfrm>
        </p:grpSpPr>
        <p:sp>
          <p:nvSpPr>
            <p:cNvPr id="399" name="Rectangle 48">
              <a:extLst>
                <a:ext uri="{FF2B5EF4-FFF2-40B4-BE49-F238E27FC236}">
                  <a16:creationId xmlns:a16="http://schemas.microsoft.com/office/drawing/2014/main" id="{CDFC79D4-F0D6-4806-BBCC-A199E0E36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0" name="Rectangle 29">
              <a:extLst>
                <a:ext uri="{FF2B5EF4-FFF2-40B4-BE49-F238E27FC236}">
                  <a16:creationId xmlns:a16="http://schemas.microsoft.com/office/drawing/2014/main" id="{8456C1BF-C019-45CA-9136-7AF43E602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Rectangle 48">
              <a:extLst>
                <a:ext uri="{FF2B5EF4-FFF2-40B4-BE49-F238E27FC236}">
                  <a16:creationId xmlns:a16="http://schemas.microsoft.com/office/drawing/2014/main" id="{603066F0-C071-4BB9-915E-ED891C4BA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Rectangle 48">
              <a:extLst>
                <a:ext uri="{FF2B5EF4-FFF2-40B4-BE49-F238E27FC236}">
                  <a16:creationId xmlns:a16="http://schemas.microsoft.com/office/drawing/2014/main" id="{970BA58B-509E-4458-8B4B-FA40620B2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3" name="Rectangle 48">
              <a:extLst>
                <a:ext uri="{FF2B5EF4-FFF2-40B4-BE49-F238E27FC236}">
                  <a16:creationId xmlns:a16="http://schemas.microsoft.com/office/drawing/2014/main" id="{ACFC700F-1EF3-4765-B4A7-89DB13F1E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48">
              <a:extLst>
                <a:ext uri="{FF2B5EF4-FFF2-40B4-BE49-F238E27FC236}">
                  <a16:creationId xmlns:a16="http://schemas.microsoft.com/office/drawing/2014/main" id="{62E8CF34-1D1A-44E1-81AE-291184DC8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5" name="Rectangle 48">
              <a:extLst>
                <a:ext uri="{FF2B5EF4-FFF2-40B4-BE49-F238E27FC236}">
                  <a16:creationId xmlns:a16="http://schemas.microsoft.com/office/drawing/2014/main" id="{6B08EDC5-DFB0-47A0-8E71-4AD7900E0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04D9F499-8E91-4BB3-880A-CCC85C9720BB}"/>
              </a:ext>
            </a:extLst>
          </p:cNvPr>
          <p:cNvGrpSpPr/>
          <p:nvPr/>
        </p:nvGrpSpPr>
        <p:grpSpPr>
          <a:xfrm>
            <a:off x="2581466" y="1004738"/>
            <a:ext cx="331200" cy="1835117"/>
            <a:chOff x="5410200" y="1004738"/>
            <a:chExt cx="331200" cy="1835117"/>
          </a:xfrm>
        </p:grpSpPr>
        <p:sp>
          <p:nvSpPr>
            <p:cNvPr id="407" name="Rectangle 48">
              <a:extLst>
                <a:ext uri="{FF2B5EF4-FFF2-40B4-BE49-F238E27FC236}">
                  <a16:creationId xmlns:a16="http://schemas.microsoft.com/office/drawing/2014/main" id="{27B534A0-1731-4C7B-AC8C-3E952B8E9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8" name="Rectangle 29">
              <a:extLst>
                <a:ext uri="{FF2B5EF4-FFF2-40B4-BE49-F238E27FC236}">
                  <a16:creationId xmlns:a16="http://schemas.microsoft.com/office/drawing/2014/main" id="{19AE8AE4-23C5-411E-A72A-CF7583142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Rectangle 48">
              <a:extLst>
                <a:ext uri="{FF2B5EF4-FFF2-40B4-BE49-F238E27FC236}">
                  <a16:creationId xmlns:a16="http://schemas.microsoft.com/office/drawing/2014/main" id="{D60C497F-5863-432A-872C-7CC5B7AB8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Rectangle 48">
              <a:extLst>
                <a:ext uri="{FF2B5EF4-FFF2-40B4-BE49-F238E27FC236}">
                  <a16:creationId xmlns:a16="http://schemas.microsoft.com/office/drawing/2014/main" id="{259E1573-4CCB-4122-9F76-DDF3F9C6E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Rectangle 48">
              <a:extLst>
                <a:ext uri="{FF2B5EF4-FFF2-40B4-BE49-F238E27FC236}">
                  <a16:creationId xmlns:a16="http://schemas.microsoft.com/office/drawing/2014/main" id="{E7AD8661-72B6-434D-BAAE-A37760DEA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Rectangle 48">
              <a:extLst>
                <a:ext uri="{FF2B5EF4-FFF2-40B4-BE49-F238E27FC236}">
                  <a16:creationId xmlns:a16="http://schemas.microsoft.com/office/drawing/2014/main" id="{FFDF3ED4-98B5-48BE-80CC-22D8F973F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Rectangle 48">
              <a:extLst>
                <a:ext uri="{FF2B5EF4-FFF2-40B4-BE49-F238E27FC236}">
                  <a16:creationId xmlns:a16="http://schemas.microsoft.com/office/drawing/2014/main" id="{B05C23C0-D121-4693-B294-D836B1DE4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D168BC2F-0974-4F0A-BFFB-E18AAB4F1C15}"/>
              </a:ext>
            </a:extLst>
          </p:cNvPr>
          <p:cNvGrpSpPr/>
          <p:nvPr/>
        </p:nvGrpSpPr>
        <p:grpSpPr>
          <a:xfrm>
            <a:off x="2249996" y="1004738"/>
            <a:ext cx="331200" cy="1835117"/>
            <a:chOff x="5410200" y="1004738"/>
            <a:chExt cx="331200" cy="1835117"/>
          </a:xfrm>
        </p:grpSpPr>
        <p:sp>
          <p:nvSpPr>
            <p:cNvPr id="415" name="Rectangle 48">
              <a:extLst>
                <a:ext uri="{FF2B5EF4-FFF2-40B4-BE49-F238E27FC236}">
                  <a16:creationId xmlns:a16="http://schemas.microsoft.com/office/drawing/2014/main" id="{DF6050E3-65BA-4872-BF70-2695E8DD5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Rectangle 29">
              <a:extLst>
                <a:ext uri="{FF2B5EF4-FFF2-40B4-BE49-F238E27FC236}">
                  <a16:creationId xmlns:a16="http://schemas.microsoft.com/office/drawing/2014/main" id="{E633F1E3-BF51-4A22-A2FE-6031B8D6A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7" name="Rectangle 48">
              <a:extLst>
                <a:ext uri="{FF2B5EF4-FFF2-40B4-BE49-F238E27FC236}">
                  <a16:creationId xmlns:a16="http://schemas.microsoft.com/office/drawing/2014/main" id="{D4FCBAF0-A16A-4869-AC17-83637C14C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48">
              <a:extLst>
                <a:ext uri="{FF2B5EF4-FFF2-40B4-BE49-F238E27FC236}">
                  <a16:creationId xmlns:a16="http://schemas.microsoft.com/office/drawing/2014/main" id="{65EE864A-41B2-4B33-9FF8-1150A7CF8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9" name="Rectangle 48">
              <a:extLst>
                <a:ext uri="{FF2B5EF4-FFF2-40B4-BE49-F238E27FC236}">
                  <a16:creationId xmlns:a16="http://schemas.microsoft.com/office/drawing/2014/main" id="{65D34BCB-11DF-4DD0-BF8B-DE25D4AE1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0" name="Rectangle 48">
              <a:extLst>
                <a:ext uri="{FF2B5EF4-FFF2-40B4-BE49-F238E27FC236}">
                  <a16:creationId xmlns:a16="http://schemas.microsoft.com/office/drawing/2014/main" id="{18D60625-9BC7-4C6D-99B1-E813F3C54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48">
              <a:extLst>
                <a:ext uri="{FF2B5EF4-FFF2-40B4-BE49-F238E27FC236}">
                  <a16:creationId xmlns:a16="http://schemas.microsoft.com/office/drawing/2014/main" id="{FC1191EF-0526-421E-9971-AA816F7AF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25" name="Rectangle 29">
            <a:extLst>
              <a:ext uri="{FF2B5EF4-FFF2-40B4-BE49-F238E27FC236}">
                <a16:creationId xmlns:a16="http://schemas.microsoft.com/office/drawing/2014/main" id="{AED3A31C-147D-48A2-BB70-585A3895D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2" y="1004752"/>
            <a:ext cx="724441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Cycle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183" name="Table 182">
            <a:extLst>
              <a:ext uri="{FF2B5EF4-FFF2-40B4-BE49-F238E27FC236}">
                <a16:creationId xmlns:a16="http://schemas.microsoft.com/office/drawing/2014/main" id="{EC8722A4-BC07-4377-AF70-204E93F2B8BB}"/>
              </a:ext>
            </a:extLst>
          </p:cNvPr>
          <p:cNvGraphicFramePr>
            <a:graphicFrameLocks noGrp="1"/>
          </p:cNvGraphicFramePr>
          <p:nvPr/>
        </p:nvGraphicFramePr>
        <p:xfrm>
          <a:off x="221457" y="1347785"/>
          <a:ext cx="2013700" cy="1521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68285122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6171413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6253014"/>
                    </a:ext>
                  </a:extLst>
                </a:gridCol>
                <a:gridCol w="465700">
                  <a:extLst>
                    <a:ext uri="{9D8B030D-6E8A-4147-A177-3AD203B41FA5}">
                      <a16:colId xmlns:a16="http://schemas.microsoft.com/office/drawing/2014/main" val="3517611654"/>
                    </a:ext>
                  </a:extLst>
                </a:gridCol>
              </a:tblGrid>
              <a:tr h="171963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R1, R2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241112"/>
                  </a:ext>
                </a:extLst>
              </a:tr>
              <a:tr h="27449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R3, R4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7394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R2, R6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21130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R8, R9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26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R7, 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14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R5, 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8953267"/>
                  </a:ext>
                </a:extLst>
              </a:tr>
            </a:tbl>
          </a:graphicData>
        </a:graphic>
      </p:graphicFrame>
      <p:graphicFrame>
        <p:nvGraphicFramePr>
          <p:cNvPr id="184" name="Table 183">
            <a:extLst>
              <a:ext uri="{FF2B5EF4-FFF2-40B4-BE49-F238E27FC236}">
                <a16:creationId xmlns:a16="http://schemas.microsoft.com/office/drawing/2014/main" id="{5910B334-5E3C-449F-8601-E7D99CF3C6A2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3060460"/>
          <a:ext cx="2021396" cy="30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197">
                  <a:extLst>
                    <a:ext uri="{9D8B030D-6E8A-4147-A177-3AD203B41FA5}">
                      <a16:colId xmlns:a16="http://schemas.microsoft.com/office/drawing/2014/main" val="178228208"/>
                    </a:ext>
                  </a:extLst>
                </a:gridCol>
                <a:gridCol w="456057">
                  <a:extLst>
                    <a:ext uri="{9D8B030D-6E8A-4147-A177-3AD203B41FA5}">
                      <a16:colId xmlns:a16="http://schemas.microsoft.com/office/drawing/2014/main" val="514640341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3807375684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347605207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Register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Valid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Tag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Value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855663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67566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717070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R3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8068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8062439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a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9616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1653268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8406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7141418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960802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1068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</a:t>
                      </a:r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808428"/>
                  </a:ext>
                </a:extLst>
              </a:tr>
            </a:tbl>
          </a:graphicData>
        </a:graphic>
      </p:graphicFrame>
      <p:graphicFrame>
        <p:nvGraphicFramePr>
          <p:cNvPr id="185" name="Table 184">
            <a:extLst>
              <a:ext uri="{FF2B5EF4-FFF2-40B4-BE49-F238E27FC236}">
                <a16:creationId xmlns:a16="http://schemas.microsoft.com/office/drawing/2014/main" id="{956F218F-9FAB-4DA8-8056-7368789621E9}"/>
              </a:ext>
            </a:extLst>
          </p:cNvPr>
          <p:cNvGraphicFramePr>
            <a:graphicFrameLocks noGrp="1"/>
          </p:cNvGraphicFramePr>
          <p:nvPr/>
        </p:nvGraphicFramePr>
        <p:xfrm>
          <a:off x="2805320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sp>
        <p:nvSpPr>
          <p:cNvPr id="188" name="TextBox 187">
            <a:extLst>
              <a:ext uri="{FF2B5EF4-FFF2-40B4-BE49-F238E27FC236}">
                <a16:creationId xmlns:a16="http://schemas.microsoft.com/office/drawing/2014/main" id="{954DF918-0526-4ABE-B5B0-9F5A5468E8A4}"/>
              </a:ext>
            </a:extLst>
          </p:cNvPr>
          <p:cNvSpPr txBox="1"/>
          <p:nvPr/>
        </p:nvSpPr>
        <p:spPr>
          <a:xfrm>
            <a:off x="3730082" y="4464781"/>
            <a:ext cx="411480" cy="23774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B4C303D4-489C-497A-AB52-605EBE7BEBE4}"/>
              </a:ext>
            </a:extLst>
          </p:cNvPr>
          <p:cNvSpPr txBox="1"/>
          <p:nvPr/>
        </p:nvSpPr>
        <p:spPr>
          <a:xfrm>
            <a:off x="3004943" y="4454052"/>
            <a:ext cx="356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0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1E1A8CC2-FCDE-4DDF-AF28-67EF65161379}"/>
              </a:ext>
            </a:extLst>
          </p:cNvPr>
          <p:cNvSpPr txBox="1"/>
          <p:nvPr/>
        </p:nvSpPr>
        <p:spPr>
          <a:xfrm>
            <a:off x="3365758" y="4454052"/>
            <a:ext cx="356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a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A0CA34B3-B035-44A3-8277-924DCD153100}"/>
              </a:ext>
            </a:extLst>
          </p:cNvPr>
          <p:cNvSpPr txBox="1"/>
          <p:nvPr/>
        </p:nvSpPr>
        <p:spPr>
          <a:xfrm>
            <a:off x="4155884" y="4454518"/>
            <a:ext cx="356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0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484E102A-39F8-45E6-9F8D-1C8C731CD600}"/>
              </a:ext>
            </a:extLst>
          </p:cNvPr>
          <p:cNvSpPr txBox="1"/>
          <p:nvPr/>
        </p:nvSpPr>
        <p:spPr>
          <a:xfrm>
            <a:off x="4516699" y="4454518"/>
            <a:ext cx="356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y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3477F6AD-C541-47B4-BBCF-D2BCB8408901}"/>
              </a:ext>
            </a:extLst>
          </p:cNvPr>
          <p:cNvSpPr txBox="1"/>
          <p:nvPr/>
        </p:nvSpPr>
        <p:spPr>
          <a:xfrm>
            <a:off x="4883785" y="4464781"/>
            <a:ext cx="411480" cy="23774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6D1C3DCF-0A9C-472D-B1FB-9EDD55E8450D}"/>
              </a:ext>
            </a:extLst>
          </p:cNvPr>
          <p:cNvSpPr txBox="1"/>
          <p:nvPr/>
        </p:nvSpPr>
        <p:spPr>
          <a:xfrm>
            <a:off x="923942" y="4328830"/>
            <a:ext cx="438912" cy="237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0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CA0BE90B-2855-4404-B099-BEC961BF5079}"/>
              </a:ext>
            </a:extLst>
          </p:cNvPr>
          <p:cNvSpPr txBox="1"/>
          <p:nvPr/>
        </p:nvSpPr>
        <p:spPr>
          <a:xfrm>
            <a:off x="1381123" y="4328830"/>
            <a:ext cx="356616" cy="237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d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A7F86C3A-AC68-4362-B203-519869DE59C3}"/>
              </a:ext>
            </a:extLst>
          </p:cNvPr>
          <p:cNvSpPr txBox="1"/>
          <p:nvPr/>
        </p:nvSpPr>
        <p:spPr>
          <a:xfrm>
            <a:off x="1758950" y="4332383"/>
            <a:ext cx="475488" cy="2341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CC99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197" name="Table 196">
            <a:extLst>
              <a:ext uri="{FF2B5EF4-FFF2-40B4-BE49-F238E27FC236}">
                <a16:creationId xmlns:a16="http://schemas.microsoft.com/office/drawing/2014/main" id="{C7B72528-F910-46E6-AE3D-0BA19F699483}"/>
              </a:ext>
            </a:extLst>
          </p:cNvPr>
          <p:cNvGraphicFramePr>
            <a:graphicFrameLocks noGrp="1"/>
          </p:cNvGraphicFramePr>
          <p:nvPr/>
        </p:nvGraphicFramePr>
        <p:xfrm>
          <a:off x="5860859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sp>
        <p:nvSpPr>
          <p:cNvPr id="89" name="Flowchart: Process 54">
            <a:extLst>
              <a:ext uri="{FF2B5EF4-FFF2-40B4-BE49-F238E27FC236}">
                <a16:creationId xmlns:a16="http://schemas.microsoft.com/office/drawing/2014/main" id="{9A383878-C859-924C-A837-4996325EC514}"/>
              </a:ext>
            </a:extLst>
          </p:cNvPr>
          <p:cNvSpPr/>
          <p:nvPr/>
        </p:nvSpPr>
        <p:spPr bwMode="auto">
          <a:xfrm>
            <a:off x="4038600" y="133199"/>
            <a:ext cx="4800600" cy="324001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500" dirty="0">
                <a:solidFill>
                  <a:srgbClr val="0432FF"/>
                </a:solidFill>
                <a:latin typeface="Arial" pitchFamily="34" charset="0"/>
              </a:rPr>
              <a:t>All 6 instructions are now decoded and renamed</a:t>
            </a:r>
            <a:endParaRPr kumimoji="0" lang="en-CH" sz="15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90" name="Flowchart: Process 54">
            <a:extLst>
              <a:ext uri="{FF2B5EF4-FFF2-40B4-BE49-F238E27FC236}">
                <a16:creationId xmlns:a16="http://schemas.microsoft.com/office/drawing/2014/main" id="{1355E7AF-795A-0E44-B2BD-54B9AB483051}"/>
              </a:ext>
            </a:extLst>
          </p:cNvPr>
          <p:cNvSpPr/>
          <p:nvPr/>
        </p:nvSpPr>
        <p:spPr bwMode="auto">
          <a:xfrm>
            <a:off x="4038600" y="514199"/>
            <a:ext cx="4800600" cy="324001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500" dirty="0">
                <a:solidFill>
                  <a:srgbClr val="0432FF"/>
                </a:solidFill>
                <a:latin typeface="Arial" pitchFamily="34" charset="0"/>
              </a:rPr>
              <a:t>Note what happened to R5!</a:t>
            </a:r>
            <a:endParaRPr kumimoji="0" lang="en-CH" sz="15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68D8E5D7-5C57-43DC-89F1-1E700BAA9ACB}"/>
              </a:ext>
            </a:extLst>
          </p:cNvPr>
          <p:cNvSpPr/>
          <p:nvPr/>
        </p:nvSpPr>
        <p:spPr>
          <a:xfrm>
            <a:off x="210753" y="6508393"/>
            <a:ext cx="3262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MUL: 6 cycles,  ADD</a:t>
            </a:r>
            <a:r>
              <a:rPr lang="zh-CN" altLang="en-US" dirty="0"/>
              <a:t>：</a:t>
            </a:r>
            <a:r>
              <a:rPr lang="en-US" altLang="zh-CN" dirty="0"/>
              <a:t> 4 cycle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59531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187" grpId="0" animBg="1"/>
      <p:bldP spid="335" grpId="0"/>
      <p:bldP spid="337" grpId="0"/>
      <p:bldP spid="338" grpId="0"/>
      <p:bldP spid="339" grpId="0"/>
      <p:bldP spid="340" grpId="0"/>
      <p:bldP spid="341" grpId="0"/>
      <p:bldP spid="188" grpId="0" animBg="1"/>
      <p:bldP spid="189" grpId="0"/>
      <p:bldP spid="190" grpId="0"/>
      <p:bldP spid="191" grpId="0"/>
      <p:bldP spid="192" grpId="0"/>
      <p:bldP spid="193" grpId="0" animBg="1"/>
      <p:bldP spid="194" grpId="0" animBg="1"/>
      <p:bldP spid="195" grpId="0" animBg="1"/>
      <p:bldP spid="196" grpId="0" animBg="1"/>
      <p:bldP spid="89" grpId="0" animBg="1"/>
      <p:bldP spid="9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C14D6DF7-AE3A-42B8-9571-345FFED89DD0}"/>
              </a:ext>
            </a:extLst>
          </p:cNvPr>
          <p:cNvCxnSpPr>
            <a:cxnSpLocks/>
          </p:cNvCxnSpPr>
          <p:nvPr/>
        </p:nvCxnSpPr>
        <p:spPr bwMode="auto">
          <a:xfrm>
            <a:off x="1553353" y="2931872"/>
            <a:ext cx="1980151" cy="1912013"/>
          </a:xfrm>
          <a:prstGeom prst="bentConnector3">
            <a:avLst>
              <a:gd name="adj1" fmla="val 100147"/>
            </a:avLst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Rectangle 360">
            <a:extLst>
              <a:ext uri="{FF2B5EF4-FFF2-40B4-BE49-F238E27FC236}">
                <a16:creationId xmlns:a16="http://schemas.microsoft.com/office/drawing/2014/main" id="{B90C94A8-B15A-42E6-87B1-5C59B807C667}"/>
              </a:ext>
            </a:extLst>
          </p:cNvPr>
          <p:cNvSpPr/>
          <p:nvPr/>
        </p:nvSpPr>
        <p:spPr bwMode="auto">
          <a:xfrm>
            <a:off x="3017972" y="3636399"/>
            <a:ext cx="326136" cy="3761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185" name="Table 184">
            <a:extLst>
              <a:ext uri="{FF2B5EF4-FFF2-40B4-BE49-F238E27FC236}">
                <a16:creationId xmlns:a16="http://schemas.microsoft.com/office/drawing/2014/main" id="{AEDDFFB8-A59B-4441-BFD9-BA5DEFF49EED}"/>
              </a:ext>
            </a:extLst>
          </p:cNvPr>
          <p:cNvGraphicFramePr>
            <a:graphicFrameLocks noGrp="1"/>
          </p:cNvGraphicFramePr>
          <p:nvPr/>
        </p:nvGraphicFramePr>
        <p:xfrm>
          <a:off x="2805320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FF75E693-9FDE-4900-9B32-F716D376B490}"/>
              </a:ext>
            </a:extLst>
          </p:cNvPr>
          <p:cNvSpPr/>
          <p:nvPr/>
        </p:nvSpPr>
        <p:spPr bwMode="auto">
          <a:xfrm>
            <a:off x="977900" y="3757727"/>
            <a:ext cx="326136" cy="3761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03AD9D1E-CA53-446C-B72A-DCA5CD30CABA}"/>
              </a:ext>
            </a:extLst>
          </p:cNvPr>
          <p:cNvSpPr/>
          <p:nvPr/>
        </p:nvSpPr>
        <p:spPr bwMode="auto">
          <a:xfrm>
            <a:off x="4572000" y="951055"/>
            <a:ext cx="331200" cy="1918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FDBD3-8031-42D6-80CF-FE05E4EE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dirty="0"/>
              <a:t>Cycle 8 (First Slide)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BFAF7-D375-4D96-BA5E-AF0327B958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A640EF-F0E2-4E49-9455-7E266BCEBB7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4AA7E21-7B39-4D87-8095-EBAAA1B5887A}"/>
              </a:ext>
            </a:extLst>
          </p:cNvPr>
          <p:cNvGrpSpPr/>
          <p:nvPr/>
        </p:nvGrpSpPr>
        <p:grpSpPr>
          <a:xfrm>
            <a:off x="3398728" y="4989344"/>
            <a:ext cx="1449705" cy="798651"/>
            <a:chOff x="6998109" y="2092803"/>
            <a:chExt cx="3805084" cy="2096244"/>
          </a:xfrm>
        </p:grpSpPr>
        <p:sp>
          <p:nvSpPr>
            <p:cNvPr id="20" name="Flowchart: Manual Operation 19">
              <a:extLst>
                <a:ext uri="{FF2B5EF4-FFF2-40B4-BE49-F238E27FC236}">
                  <a16:creationId xmlns:a16="http://schemas.microsoft.com/office/drawing/2014/main" id="{D9788A89-F980-424B-B3EA-FD96B8BD3A8E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+</a:t>
              </a:r>
              <a:endParaRPr kumimoji="0" lang="en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1E8E30-D2BE-4453-842F-BFE9A1A107DA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9DD9CB-A55D-427D-99E0-64627FC8AE38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ECA4318-6D66-4D09-AE89-D97B30539D8A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A79CD7C-A37E-433C-B255-46FD6FEBCF89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84043F-213C-4FA2-A503-A68507FB5934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B88D05-5CA0-48B4-9863-D2A4299DDDA4}"/>
              </a:ext>
            </a:extLst>
          </p:cNvPr>
          <p:cNvGrpSpPr/>
          <p:nvPr/>
        </p:nvGrpSpPr>
        <p:grpSpPr>
          <a:xfrm>
            <a:off x="6477000" y="4989344"/>
            <a:ext cx="1449705" cy="795474"/>
            <a:chOff x="6998109" y="2101142"/>
            <a:chExt cx="3805084" cy="2087904"/>
          </a:xfrm>
        </p:grpSpPr>
        <p:sp>
          <p:nvSpPr>
            <p:cNvPr id="27" name="Flowchart: Manual Operation 26">
              <a:extLst>
                <a:ext uri="{FF2B5EF4-FFF2-40B4-BE49-F238E27FC236}">
                  <a16:creationId xmlns:a16="http://schemas.microsoft.com/office/drawing/2014/main" id="{697BEE34-7099-4A97-B1AC-C9CE1D11B917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∗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4EB639-D558-45E4-9466-BDE2F8372937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5582676-F310-42D3-80E5-0D91022531B7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D48D83-B4BE-48B5-9027-5A30266F2B1B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4A397-3F5E-43B7-A316-493D0DF44868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5A5D3E-8DEE-420C-BF49-4FDB538C5A67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7" name="Rectangle 48">
            <a:extLst>
              <a:ext uri="{FF2B5EF4-FFF2-40B4-BE49-F238E27FC236}">
                <a16:creationId xmlns:a16="http://schemas.microsoft.com/office/drawing/2014/main" id="{5C3374E5-8F34-4259-A78D-063086340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6363" y="1327562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E</a:t>
            </a:r>
            <a:r>
              <a: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6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28" name="Rectangle 29">
            <a:extLst>
              <a:ext uri="{FF2B5EF4-FFF2-40B4-BE49-F238E27FC236}">
                <a16:creationId xmlns:a16="http://schemas.microsoft.com/office/drawing/2014/main" id="{3E826BE3-D567-465F-AB3E-FC6CEEBF6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6363" y="1004738"/>
            <a:ext cx="331200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8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BC666277-2CBB-46EC-838E-0C7B13DB300E}"/>
              </a:ext>
            </a:extLst>
          </p:cNvPr>
          <p:cNvGrpSpPr/>
          <p:nvPr/>
        </p:nvGrpSpPr>
        <p:grpSpPr>
          <a:xfrm>
            <a:off x="4244893" y="1004738"/>
            <a:ext cx="331200" cy="1835117"/>
            <a:chOff x="5410200" y="1004738"/>
            <a:chExt cx="331200" cy="1835117"/>
          </a:xfrm>
        </p:grpSpPr>
        <p:sp>
          <p:nvSpPr>
            <p:cNvPr id="335" name="Rectangle 48">
              <a:extLst>
                <a:ext uri="{FF2B5EF4-FFF2-40B4-BE49-F238E27FC236}">
                  <a16:creationId xmlns:a16="http://schemas.microsoft.com/office/drawing/2014/main" id="{297F945E-8439-4238-B96E-115E46847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6" name="Rectangle 29">
              <a:extLst>
                <a:ext uri="{FF2B5EF4-FFF2-40B4-BE49-F238E27FC236}">
                  <a16:creationId xmlns:a16="http://schemas.microsoft.com/office/drawing/2014/main" id="{234ED10A-8BF0-43DC-B80F-E1C978196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7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7" name="Rectangle 48">
              <a:extLst>
                <a:ext uri="{FF2B5EF4-FFF2-40B4-BE49-F238E27FC236}">
                  <a16:creationId xmlns:a16="http://schemas.microsoft.com/office/drawing/2014/main" id="{387A1859-590F-4BE2-810A-4A6E69651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48">
              <a:extLst>
                <a:ext uri="{FF2B5EF4-FFF2-40B4-BE49-F238E27FC236}">
                  <a16:creationId xmlns:a16="http://schemas.microsoft.com/office/drawing/2014/main" id="{EF5B30EB-E433-4708-91AE-AA87A2BC6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9" name="Rectangle 48">
              <a:extLst>
                <a:ext uri="{FF2B5EF4-FFF2-40B4-BE49-F238E27FC236}">
                  <a16:creationId xmlns:a16="http://schemas.microsoft.com/office/drawing/2014/main" id="{6EF03208-866E-4C87-9D31-A40DD67D4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0" name="Rectangle 48">
              <a:extLst>
                <a:ext uri="{FF2B5EF4-FFF2-40B4-BE49-F238E27FC236}">
                  <a16:creationId xmlns:a16="http://schemas.microsoft.com/office/drawing/2014/main" id="{3589C470-B0A0-4CDD-8141-D072CE5F5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1" name="Rectangle 48">
              <a:extLst>
                <a:ext uri="{FF2B5EF4-FFF2-40B4-BE49-F238E27FC236}">
                  <a16:creationId xmlns:a16="http://schemas.microsoft.com/office/drawing/2014/main" id="{6B64D656-AA6D-4CF1-A146-1DF571C71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35D5D976-C5CB-4915-A940-F1F859F0DCEB}"/>
              </a:ext>
            </a:extLst>
          </p:cNvPr>
          <p:cNvGrpSpPr/>
          <p:nvPr/>
        </p:nvGrpSpPr>
        <p:grpSpPr>
          <a:xfrm>
            <a:off x="3909615" y="1004738"/>
            <a:ext cx="331200" cy="1835117"/>
            <a:chOff x="5410200" y="1004738"/>
            <a:chExt cx="331200" cy="1835117"/>
          </a:xfrm>
        </p:grpSpPr>
        <p:sp>
          <p:nvSpPr>
            <p:cNvPr id="343" name="Rectangle 48">
              <a:extLst>
                <a:ext uri="{FF2B5EF4-FFF2-40B4-BE49-F238E27FC236}">
                  <a16:creationId xmlns:a16="http://schemas.microsoft.com/office/drawing/2014/main" id="{DB108FB9-796F-4D35-BC0A-CC0464243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Rectangle 29">
              <a:extLst>
                <a:ext uri="{FF2B5EF4-FFF2-40B4-BE49-F238E27FC236}">
                  <a16:creationId xmlns:a16="http://schemas.microsoft.com/office/drawing/2014/main" id="{B433B9A4-94B1-4C87-A6E1-55518397A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Rectangle 48">
              <a:extLst>
                <a:ext uri="{FF2B5EF4-FFF2-40B4-BE49-F238E27FC236}">
                  <a16:creationId xmlns:a16="http://schemas.microsoft.com/office/drawing/2014/main" id="{01CE9CD9-3BA8-48AF-97F3-8DBD484E4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Rectangle 48">
              <a:extLst>
                <a:ext uri="{FF2B5EF4-FFF2-40B4-BE49-F238E27FC236}">
                  <a16:creationId xmlns:a16="http://schemas.microsoft.com/office/drawing/2014/main" id="{615243F1-AB54-43A6-B06A-0C6CE1214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Rectangle 48">
              <a:extLst>
                <a:ext uri="{FF2B5EF4-FFF2-40B4-BE49-F238E27FC236}">
                  <a16:creationId xmlns:a16="http://schemas.microsoft.com/office/drawing/2014/main" id="{28949A8F-4EB4-4CC9-BBAF-C67DBBE38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Rectangle 48">
              <a:extLst>
                <a:ext uri="{FF2B5EF4-FFF2-40B4-BE49-F238E27FC236}">
                  <a16:creationId xmlns:a16="http://schemas.microsoft.com/office/drawing/2014/main" id="{B8EFCFE0-6C94-4A1A-8750-7EBCECD3A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Rectangle 48">
              <a:extLst>
                <a:ext uri="{FF2B5EF4-FFF2-40B4-BE49-F238E27FC236}">
                  <a16:creationId xmlns:a16="http://schemas.microsoft.com/office/drawing/2014/main" id="{B3BB5F8C-F65C-4C77-9345-C1A084715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F64DB39A-2EDA-4EE0-89CA-B7E7863F05E0}"/>
              </a:ext>
            </a:extLst>
          </p:cNvPr>
          <p:cNvGrpSpPr/>
          <p:nvPr/>
        </p:nvGrpSpPr>
        <p:grpSpPr>
          <a:xfrm>
            <a:off x="3578145" y="1004738"/>
            <a:ext cx="331200" cy="1835117"/>
            <a:chOff x="5410200" y="1004738"/>
            <a:chExt cx="331200" cy="1835117"/>
          </a:xfrm>
        </p:grpSpPr>
        <p:sp>
          <p:nvSpPr>
            <p:cNvPr id="351" name="Rectangle 48">
              <a:extLst>
                <a:ext uri="{FF2B5EF4-FFF2-40B4-BE49-F238E27FC236}">
                  <a16:creationId xmlns:a16="http://schemas.microsoft.com/office/drawing/2014/main" id="{948C3007-FCCB-4C6E-AC3E-7A3E53F18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9">
              <a:extLst>
                <a:ext uri="{FF2B5EF4-FFF2-40B4-BE49-F238E27FC236}">
                  <a16:creationId xmlns:a16="http://schemas.microsoft.com/office/drawing/2014/main" id="{99A1184C-590C-48A6-B563-6107C0ED8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3" name="Rectangle 48">
              <a:extLst>
                <a:ext uri="{FF2B5EF4-FFF2-40B4-BE49-F238E27FC236}">
                  <a16:creationId xmlns:a16="http://schemas.microsoft.com/office/drawing/2014/main" id="{F7C02F4A-2BDB-4EDC-B5CD-C21DA4AA5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4" name="Rectangle 48">
              <a:extLst>
                <a:ext uri="{FF2B5EF4-FFF2-40B4-BE49-F238E27FC236}">
                  <a16:creationId xmlns:a16="http://schemas.microsoft.com/office/drawing/2014/main" id="{BDA0FFCA-B617-4185-A4E4-C01BE10E6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5" name="Rectangle 48">
              <a:extLst>
                <a:ext uri="{FF2B5EF4-FFF2-40B4-BE49-F238E27FC236}">
                  <a16:creationId xmlns:a16="http://schemas.microsoft.com/office/drawing/2014/main" id="{D0A0FC86-ADFC-4188-A139-A27828021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6" name="Rectangle 48">
              <a:extLst>
                <a:ext uri="{FF2B5EF4-FFF2-40B4-BE49-F238E27FC236}">
                  <a16:creationId xmlns:a16="http://schemas.microsoft.com/office/drawing/2014/main" id="{C1B0E32B-96BA-4122-95E4-2EEAEF749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7" name="Rectangle 48">
              <a:extLst>
                <a:ext uri="{FF2B5EF4-FFF2-40B4-BE49-F238E27FC236}">
                  <a16:creationId xmlns:a16="http://schemas.microsoft.com/office/drawing/2014/main" id="{1BCD692A-E03D-446D-805F-8727CCA16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D0D0D1D7-221D-499B-A7D7-74C40B469889}"/>
              </a:ext>
            </a:extLst>
          </p:cNvPr>
          <p:cNvGrpSpPr/>
          <p:nvPr/>
        </p:nvGrpSpPr>
        <p:grpSpPr>
          <a:xfrm>
            <a:off x="3248214" y="1004738"/>
            <a:ext cx="331200" cy="1835117"/>
            <a:chOff x="5410200" y="1004738"/>
            <a:chExt cx="331200" cy="1835117"/>
          </a:xfrm>
        </p:grpSpPr>
        <p:sp>
          <p:nvSpPr>
            <p:cNvPr id="391" name="Rectangle 48">
              <a:extLst>
                <a:ext uri="{FF2B5EF4-FFF2-40B4-BE49-F238E27FC236}">
                  <a16:creationId xmlns:a16="http://schemas.microsoft.com/office/drawing/2014/main" id="{142C9FB2-4DFA-45FE-9967-3D16C5807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2" name="Rectangle 29">
              <a:extLst>
                <a:ext uri="{FF2B5EF4-FFF2-40B4-BE49-F238E27FC236}">
                  <a16:creationId xmlns:a16="http://schemas.microsoft.com/office/drawing/2014/main" id="{13C845B4-BBD0-4E88-86A5-1201EC939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3" name="Rectangle 48">
              <a:extLst>
                <a:ext uri="{FF2B5EF4-FFF2-40B4-BE49-F238E27FC236}">
                  <a16:creationId xmlns:a16="http://schemas.microsoft.com/office/drawing/2014/main" id="{4FC63368-BB30-4160-8128-E1956EDEE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4" name="Rectangle 48">
              <a:extLst>
                <a:ext uri="{FF2B5EF4-FFF2-40B4-BE49-F238E27FC236}">
                  <a16:creationId xmlns:a16="http://schemas.microsoft.com/office/drawing/2014/main" id="{5A872067-9D5D-455D-B495-E18252EE3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5" name="Rectangle 48">
              <a:extLst>
                <a:ext uri="{FF2B5EF4-FFF2-40B4-BE49-F238E27FC236}">
                  <a16:creationId xmlns:a16="http://schemas.microsoft.com/office/drawing/2014/main" id="{EB1BAB0E-8365-4C09-B376-99F62A1D9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48">
              <a:extLst>
                <a:ext uri="{FF2B5EF4-FFF2-40B4-BE49-F238E27FC236}">
                  <a16:creationId xmlns:a16="http://schemas.microsoft.com/office/drawing/2014/main" id="{CABB04FE-6DE0-4414-A1A8-D9186CBEA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Rectangle 48">
              <a:extLst>
                <a:ext uri="{FF2B5EF4-FFF2-40B4-BE49-F238E27FC236}">
                  <a16:creationId xmlns:a16="http://schemas.microsoft.com/office/drawing/2014/main" id="{D449F55E-6A28-4068-9352-3D600B69D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83D1EE34-BD69-4228-8815-3E2F99EC7E75}"/>
              </a:ext>
            </a:extLst>
          </p:cNvPr>
          <p:cNvGrpSpPr/>
          <p:nvPr/>
        </p:nvGrpSpPr>
        <p:grpSpPr>
          <a:xfrm>
            <a:off x="2916744" y="1004738"/>
            <a:ext cx="331200" cy="1835117"/>
            <a:chOff x="5410200" y="1004738"/>
            <a:chExt cx="331200" cy="1835117"/>
          </a:xfrm>
        </p:grpSpPr>
        <p:sp>
          <p:nvSpPr>
            <p:cNvPr id="399" name="Rectangle 48">
              <a:extLst>
                <a:ext uri="{FF2B5EF4-FFF2-40B4-BE49-F238E27FC236}">
                  <a16:creationId xmlns:a16="http://schemas.microsoft.com/office/drawing/2014/main" id="{CDFC79D4-F0D6-4806-BBCC-A199E0E36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0" name="Rectangle 29">
              <a:extLst>
                <a:ext uri="{FF2B5EF4-FFF2-40B4-BE49-F238E27FC236}">
                  <a16:creationId xmlns:a16="http://schemas.microsoft.com/office/drawing/2014/main" id="{8456C1BF-C019-45CA-9136-7AF43E602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Rectangle 48">
              <a:extLst>
                <a:ext uri="{FF2B5EF4-FFF2-40B4-BE49-F238E27FC236}">
                  <a16:creationId xmlns:a16="http://schemas.microsoft.com/office/drawing/2014/main" id="{603066F0-C071-4BB9-915E-ED891C4BA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Rectangle 48">
              <a:extLst>
                <a:ext uri="{FF2B5EF4-FFF2-40B4-BE49-F238E27FC236}">
                  <a16:creationId xmlns:a16="http://schemas.microsoft.com/office/drawing/2014/main" id="{970BA58B-509E-4458-8B4B-FA40620B2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3" name="Rectangle 48">
              <a:extLst>
                <a:ext uri="{FF2B5EF4-FFF2-40B4-BE49-F238E27FC236}">
                  <a16:creationId xmlns:a16="http://schemas.microsoft.com/office/drawing/2014/main" id="{ACFC700F-1EF3-4765-B4A7-89DB13F1E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48">
              <a:extLst>
                <a:ext uri="{FF2B5EF4-FFF2-40B4-BE49-F238E27FC236}">
                  <a16:creationId xmlns:a16="http://schemas.microsoft.com/office/drawing/2014/main" id="{62E8CF34-1D1A-44E1-81AE-291184DC8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5" name="Rectangle 48">
              <a:extLst>
                <a:ext uri="{FF2B5EF4-FFF2-40B4-BE49-F238E27FC236}">
                  <a16:creationId xmlns:a16="http://schemas.microsoft.com/office/drawing/2014/main" id="{6B08EDC5-DFB0-47A0-8E71-4AD7900E0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04D9F499-8E91-4BB3-880A-CCC85C9720BB}"/>
              </a:ext>
            </a:extLst>
          </p:cNvPr>
          <p:cNvGrpSpPr/>
          <p:nvPr/>
        </p:nvGrpSpPr>
        <p:grpSpPr>
          <a:xfrm>
            <a:off x="2581466" y="1004738"/>
            <a:ext cx="331200" cy="1835117"/>
            <a:chOff x="5410200" y="1004738"/>
            <a:chExt cx="331200" cy="1835117"/>
          </a:xfrm>
        </p:grpSpPr>
        <p:sp>
          <p:nvSpPr>
            <p:cNvPr id="407" name="Rectangle 48">
              <a:extLst>
                <a:ext uri="{FF2B5EF4-FFF2-40B4-BE49-F238E27FC236}">
                  <a16:creationId xmlns:a16="http://schemas.microsoft.com/office/drawing/2014/main" id="{27B534A0-1731-4C7B-AC8C-3E952B8E9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8" name="Rectangle 29">
              <a:extLst>
                <a:ext uri="{FF2B5EF4-FFF2-40B4-BE49-F238E27FC236}">
                  <a16:creationId xmlns:a16="http://schemas.microsoft.com/office/drawing/2014/main" id="{19AE8AE4-23C5-411E-A72A-CF7583142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Rectangle 48">
              <a:extLst>
                <a:ext uri="{FF2B5EF4-FFF2-40B4-BE49-F238E27FC236}">
                  <a16:creationId xmlns:a16="http://schemas.microsoft.com/office/drawing/2014/main" id="{D60C497F-5863-432A-872C-7CC5B7AB8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Rectangle 48">
              <a:extLst>
                <a:ext uri="{FF2B5EF4-FFF2-40B4-BE49-F238E27FC236}">
                  <a16:creationId xmlns:a16="http://schemas.microsoft.com/office/drawing/2014/main" id="{259E1573-4CCB-4122-9F76-DDF3F9C6E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Rectangle 48">
              <a:extLst>
                <a:ext uri="{FF2B5EF4-FFF2-40B4-BE49-F238E27FC236}">
                  <a16:creationId xmlns:a16="http://schemas.microsoft.com/office/drawing/2014/main" id="{E7AD8661-72B6-434D-BAAE-A37760DEA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Rectangle 48">
              <a:extLst>
                <a:ext uri="{FF2B5EF4-FFF2-40B4-BE49-F238E27FC236}">
                  <a16:creationId xmlns:a16="http://schemas.microsoft.com/office/drawing/2014/main" id="{FFDF3ED4-98B5-48BE-80CC-22D8F973F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Rectangle 48">
              <a:extLst>
                <a:ext uri="{FF2B5EF4-FFF2-40B4-BE49-F238E27FC236}">
                  <a16:creationId xmlns:a16="http://schemas.microsoft.com/office/drawing/2014/main" id="{B05C23C0-D121-4693-B294-D836B1DE4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D168BC2F-0974-4F0A-BFFB-E18AAB4F1C15}"/>
              </a:ext>
            </a:extLst>
          </p:cNvPr>
          <p:cNvGrpSpPr/>
          <p:nvPr/>
        </p:nvGrpSpPr>
        <p:grpSpPr>
          <a:xfrm>
            <a:off x="2249996" y="1004738"/>
            <a:ext cx="331200" cy="1835117"/>
            <a:chOff x="5410200" y="1004738"/>
            <a:chExt cx="331200" cy="1835117"/>
          </a:xfrm>
        </p:grpSpPr>
        <p:sp>
          <p:nvSpPr>
            <p:cNvPr id="415" name="Rectangle 48">
              <a:extLst>
                <a:ext uri="{FF2B5EF4-FFF2-40B4-BE49-F238E27FC236}">
                  <a16:creationId xmlns:a16="http://schemas.microsoft.com/office/drawing/2014/main" id="{DF6050E3-65BA-4872-BF70-2695E8DD5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Rectangle 29">
              <a:extLst>
                <a:ext uri="{FF2B5EF4-FFF2-40B4-BE49-F238E27FC236}">
                  <a16:creationId xmlns:a16="http://schemas.microsoft.com/office/drawing/2014/main" id="{E633F1E3-BF51-4A22-A2FE-6031B8D6A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7" name="Rectangle 48">
              <a:extLst>
                <a:ext uri="{FF2B5EF4-FFF2-40B4-BE49-F238E27FC236}">
                  <a16:creationId xmlns:a16="http://schemas.microsoft.com/office/drawing/2014/main" id="{D4FCBAF0-A16A-4869-AC17-83637C14C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48">
              <a:extLst>
                <a:ext uri="{FF2B5EF4-FFF2-40B4-BE49-F238E27FC236}">
                  <a16:creationId xmlns:a16="http://schemas.microsoft.com/office/drawing/2014/main" id="{65EE864A-41B2-4B33-9FF8-1150A7CF8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9" name="Rectangle 48">
              <a:extLst>
                <a:ext uri="{FF2B5EF4-FFF2-40B4-BE49-F238E27FC236}">
                  <a16:creationId xmlns:a16="http://schemas.microsoft.com/office/drawing/2014/main" id="{65D34BCB-11DF-4DD0-BF8B-DE25D4AE1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0" name="Rectangle 48">
              <a:extLst>
                <a:ext uri="{FF2B5EF4-FFF2-40B4-BE49-F238E27FC236}">
                  <a16:creationId xmlns:a16="http://schemas.microsoft.com/office/drawing/2014/main" id="{18D60625-9BC7-4C6D-99B1-E813F3C54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48">
              <a:extLst>
                <a:ext uri="{FF2B5EF4-FFF2-40B4-BE49-F238E27FC236}">
                  <a16:creationId xmlns:a16="http://schemas.microsoft.com/office/drawing/2014/main" id="{FC1191EF-0526-421E-9971-AA816F7AF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25" name="Rectangle 29">
            <a:extLst>
              <a:ext uri="{FF2B5EF4-FFF2-40B4-BE49-F238E27FC236}">
                <a16:creationId xmlns:a16="http://schemas.microsoft.com/office/drawing/2014/main" id="{AED3A31C-147D-48A2-BB70-585A3895D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2" y="1004752"/>
            <a:ext cx="724441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Cycle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183" name="Table 182">
            <a:extLst>
              <a:ext uri="{FF2B5EF4-FFF2-40B4-BE49-F238E27FC236}">
                <a16:creationId xmlns:a16="http://schemas.microsoft.com/office/drawing/2014/main" id="{EC8722A4-BC07-4377-AF70-204E93F2B8BB}"/>
              </a:ext>
            </a:extLst>
          </p:cNvPr>
          <p:cNvGraphicFramePr>
            <a:graphicFrameLocks noGrp="1"/>
          </p:cNvGraphicFramePr>
          <p:nvPr/>
        </p:nvGraphicFramePr>
        <p:xfrm>
          <a:off x="221457" y="1347785"/>
          <a:ext cx="2013700" cy="1521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68285122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6171413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6253014"/>
                    </a:ext>
                  </a:extLst>
                </a:gridCol>
                <a:gridCol w="465700">
                  <a:extLst>
                    <a:ext uri="{9D8B030D-6E8A-4147-A177-3AD203B41FA5}">
                      <a16:colId xmlns:a16="http://schemas.microsoft.com/office/drawing/2014/main" val="3517611654"/>
                    </a:ext>
                  </a:extLst>
                </a:gridCol>
              </a:tblGrid>
              <a:tr h="171963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R1, R2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241112"/>
                  </a:ext>
                </a:extLst>
              </a:tr>
              <a:tr h="27449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R3, R4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7394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R2, R6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21130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R8, R9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26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R7, 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14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R5, 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8953267"/>
                  </a:ext>
                </a:extLst>
              </a:tr>
            </a:tbl>
          </a:graphicData>
        </a:graphic>
      </p:graphicFrame>
      <p:graphicFrame>
        <p:nvGraphicFramePr>
          <p:cNvPr id="184" name="Table 183">
            <a:extLst>
              <a:ext uri="{FF2B5EF4-FFF2-40B4-BE49-F238E27FC236}">
                <a16:creationId xmlns:a16="http://schemas.microsoft.com/office/drawing/2014/main" id="{C196DA4A-7260-463D-9234-9B1B2CFD965D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3060460"/>
          <a:ext cx="2021396" cy="30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197">
                  <a:extLst>
                    <a:ext uri="{9D8B030D-6E8A-4147-A177-3AD203B41FA5}">
                      <a16:colId xmlns:a16="http://schemas.microsoft.com/office/drawing/2014/main" val="178228208"/>
                    </a:ext>
                  </a:extLst>
                </a:gridCol>
                <a:gridCol w="456057">
                  <a:extLst>
                    <a:ext uri="{9D8B030D-6E8A-4147-A177-3AD203B41FA5}">
                      <a16:colId xmlns:a16="http://schemas.microsoft.com/office/drawing/2014/main" val="514640341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3807375684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347605207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Register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Valid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Tag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Value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855663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67566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717070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R3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8068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8062439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9616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1653268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8406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7141418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960802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1068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</a:t>
                      </a:r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808428"/>
                  </a:ext>
                </a:extLst>
              </a:tr>
            </a:tbl>
          </a:graphicData>
        </a:graphic>
      </p:graphicFrame>
      <p:graphicFrame>
        <p:nvGraphicFramePr>
          <p:cNvPr id="186" name="Table 185">
            <a:extLst>
              <a:ext uri="{FF2B5EF4-FFF2-40B4-BE49-F238E27FC236}">
                <a16:creationId xmlns:a16="http://schemas.microsoft.com/office/drawing/2014/main" id="{BBC7C4D2-74EE-43DC-8465-104310E144B0}"/>
              </a:ext>
            </a:extLst>
          </p:cNvPr>
          <p:cNvGraphicFramePr>
            <a:graphicFrameLocks noGrp="1"/>
          </p:cNvGraphicFramePr>
          <p:nvPr/>
        </p:nvGraphicFramePr>
        <p:xfrm>
          <a:off x="5860859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sp>
        <p:nvSpPr>
          <p:cNvPr id="188" name="Flowchart: Process 187">
            <a:extLst>
              <a:ext uri="{FF2B5EF4-FFF2-40B4-BE49-F238E27FC236}">
                <a16:creationId xmlns:a16="http://schemas.microsoft.com/office/drawing/2014/main" id="{B5512064-C390-4C10-A6A9-E93CB49C7ACF}"/>
              </a:ext>
            </a:extLst>
          </p:cNvPr>
          <p:cNvSpPr/>
          <p:nvPr/>
        </p:nvSpPr>
        <p:spPr bwMode="auto">
          <a:xfrm>
            <a:off x="5105399" y="1351221"/>
            <a:ext cx="3733801" cy="324001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Broadcast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MUL’s tag (x)</a:t>
            </a:r>
            <a:endParaRPr kumimoji="0" lang="en-CH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1D4BA3-3614-4F59-83AE-F9516A1FAAA2}"/>
              </a:ext>
            </a:extLst>
          </p:cNvPr>
          <p:cNvSpPr txBox="1"/>
          <p:nvPr/>
        </p:nvSpPr>
        <p:spPr>
          <a:xfrm>
            <a:off x="6258302" y="1756678"/>
            <a:ext cx="258089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Check tag</a:t>
            </a:r>
            <a:endParaRPr kumimoji="0" lang="en-CH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D9F0786E-5DD5-4840-B134-1D126E311A3E}"/>
              </a:ext>
            </a:extLst>
          </p:cNvPr>
          <p:cNvSpPr txBox="1"/>
          <p:nvPr/>
        </p:nvSpPr>
        <p:spPr>
          <a:xfrm>
            <a:off x="6258302" y="2012428"/>
            <a:ext cx="258089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Check for invalidity</a:t>
            </a:r>
            <a:endParaRPr kumimoji="0" lang="en-CH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205" name="Connector: Elbow 204">
            <a:extLst>
              <a:ext uri="{FF2B5EF4-FFF2-40B4-BE49-F238E27FC236}">
                <a16:creationId xmlns:a16="http://schemas.microsoft.com/office/drawing/2014/main" id="{DAFBA58B-2D53-4493-A68D-BFFB8CAFC709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6484219" y="4451710"/>
            <a:ext cx="1243816" cy="191451"/>
          </a:xfrm>
          <a:prstGeom prst="bentConnector3">
            <a:avLst>
              <a:gd name="adj1" fmla="val 77568"/>
            </a:avLst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: Elbow 205">
            <a:extLst>
              <a:ext uri="{FF2B5EF4-FFF2-40B4-BE49-F238E27FC236}">
                <a16:creationId xmlns:a16="http://schemas.microsoft.com/office/drawing/2014/main" id="{017DB998-7E28-4F9A-8B09-8176111E5CA9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7268536" y="4284479"/>
            <a:ext cx="1243820" cy="525914"/>
          </a:xfrm>
          <a:prstGeom prst="bentConnector3">
            <a:avLst>
              <a:gd name="adj1" fmla="val 79610"/>
            </a:avLst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: Elbow 206">
            <a:extLst>
              <a:ext uri="{FF2B5EF4-FFF2-40B4-BE49-F238E27FC236}">
                <a16:creationId xmlns:a16="http://schemas.microsoft.com/office/drawing/2014/main" id="{6B38ED85-6E56-4F7F-8A81-8D8334C70648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5752306" y="4155272"/>
            <a:ext cx="1243817" cy="784328"/>
          </a:xfrm>
          <a:prstGeom prst="bentConnector3">
            <a:avLst>
              <a:gd name="adj1" fmla="val 77058"/>
            </a:avLst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83EFCCF2-A18E-437E-A295-347993C25FB7}"/>
              </a:ext>
            </a:extLst>
          </p:cNvPr>
          <p:cNvSpPr txBox="1"/>
          <p:nvPr/>
        </p:nvSpPr>
        <p:spPr>
          <a:xfrm>
            <a:off x="7294259" y="5740728"/>
            <a:ext cx="2617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2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9" name="Flowchart: Process 208">
            <a:extLst>
              <a:ext uri="{FF2B5EF4-FFF2-40B4-BE49-F238E27FC236}">
                <a16:creationId xmlns:a16="http://schemas.microsoft.com/office/drawing/2014/main" id="{214EB8E2-9C82-4EB8-95E6-BFC7F02B0D21}"/>
              </a:ext>
            </a:extLst>
          </p:cNvPr>
          <p:cNvSpPr/>
          <p:nvPr/>
        </p:nvSpPr>
        <p:spPr bwMode="auto">
          <a:xfrm>
            <a:off x="5105399" y="951880"/>
            <a:ext cx="3733801" cy="324001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MUL in RS x is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done</a:t>
            </a:r>
            <a:endParaRPr kumimoji="0" lang="en-CH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76EF95C2-17C0-44AB-9054-121C968EBDC0}"/>
              </a:ext>
            </a:extLst>
          </p:cNvPr>
          <p:cNvSpPr txBox="1"/>
          <p:nvPr/>
        </p:nvSpPr>
        <p:spPr>
          <a:xfrm>
            <a:off x="6854619" y="5740728"/>
            <a:ext cx="2617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x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1" name="Flowchart: Process 210">
            <a:extLst>
              <a:ext uri="{FF2B5EF4-FFF2-40B4-BE49-F238E27FC236}">
                <a16:creationId xmlns:a16="http://schemas.microsoft.com/office/drawing/2014/main" id="{7012A58C-C830-400F-BBDB-CC0F5329B4B7}"/>
              </a:ext>
            </a:extLst>
          </p:cNvPr>
          <p:cNvSpPr/>
          <p:nvPr/>
        </p:nvSpPr>
        <p:spPr bwMode="auto">
          <a:xfrm>
            <a:off x="5105399" y="2367602"/>
            <a:ext cx="3733801" cy="324001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Broadcast MUL’s result (2)</a:t>
            </a:r>
            <a:endParaRPr kumimoji="0" lang="en-CH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A388525C-B90E-415A-9F03-7BF80E5D2EC2}"/>
              </a:ext>
            </a:extLst>
          </p:cNvPr>
          <p:cNvSpPr txBox="1"/>
          <p:nvPr/>
        </p:nvSpPr>
        <p:spPr>
          <a:xfrm>
            <a:off x="923942" y="3824461"/>
            <a:ext cx="438912" cy="237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C08A808E-2BC7-430C-A0A5-BABC47D4EC45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2844745" y="1629763"/>
            <a:ext cx="2838533" cy="5442753"/>
          </a:xfrm>
          <a:prstGeom prst="bentConnector3">
            <a:avLst>
              <a:gd name="adj1" fmla="val 121252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1F7BA9F3-BAEC-4E60-A587-3D5E2B61614F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2172675" y="2312552"/>
            <a:ext cx="1912011" cy="3150653"/>
          </a:xfrm>
          <a:prstGeom prst="bentConnector3">
            <a:avLst>
              <a:gd name="adj1" fmla="val -16"/>
            </a:avLst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: Elbow 145">
            <a:extLst>
              <a:ext uri="{FF2B5EF4-FFF2-40B4-BE49-F238E27FC236}">
                <a16:creationId xmlns:a16="http://schemas.microsoft.com/office/drawing/2014/main" id="{49F391DB-4DCC-4333-8D45-04C14D9FE45A}"/>
              </a:ext>
            </a:extLst>
          </p:cNvPr>
          <p:cNvCxnSpPr>
            <a:cxnSpLocks/>
          </p:cNvCxnSpPr>
          <p:nvPr/>
        </p:nvCxnSpPr>
        <p:spPr bwMode="auto">
          <a:xfrm>
            <a:off x="1582978" y="2931872"/>
            <a:ext cx="5009665" cy="1912013"/>
          </a:xfrm>
          <a:prstGeom prst="bentConnector2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: Elbow 147">
            <a:extLst>
              <a:ext uri="{FF2B5EF4-FFF2-40B4-BE49-F238E27FC236}">
                <a16:creationId xmlns:a16="http://schemas.microsoft.com/office/drawing/2014/main" id="{9F242297-6BFC-4D7E-B9E2-E21070EEAD3D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3701155" y="784072"/>
            <a:ext cx="1912011" cy="6207613"/>
          </a:xfrm>
          <a:prstGeom prst="bentConnector3">
            <a:avLst>
              <a:gd name="adj1" fmla="val -66"/>
            </a:avLst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64B38C6-505F-4A8A-9FCE-FF1D24E8976A}"/>
              </a:ext>
            </a:extLst>
          </p:cNvPr>
          <p:cNvSpPr/>
          <p:nvPr/>
        </p:nvSpPr>
        <p:spPr bwMode="auto">
          <a:xfrm>
            <a:off x="6787214" y="5847092"/>
            <a:ext cx="381000" cy="34547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x</a:t>
            </a:r>
            <a:endParaRPr kumimoji="0" 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cxnSp>
        <p:nvCxnSpPr>
          <p:cNvPr id="161" name="Connector: Elbow 160">
            <a:extLst>
              <a:ext uri="{FF2B5EF4-FFF2-40B4-BE49-F238E27FC236}">
                <a16:creationId xmlns:a16="http://schemas.microsoft.com/office/drawing/2014/main" id="{6A79C87D-2A48-4982-9F54-8871A06677AA}"/>
              </a:ext>
            </a:extLst>
          </p:cNvPr>
          <p:cNvCxnSpPr>
            <a:cxnSpLocks/>
          </p:cNvCxnSpPr>
          <p:nvPr/>
        </p:nvCxnSpPr>
        <p:spPr bwMode="auto">
          <a:xfrm rot="5400000" flipH="1">
            <a:off x="3306349" y="1676436"/>
            <a:ext cx="2797744" cy="5427676"/>
          </a:xfrm>
          <a:prstGeom prst="bentConnector3">
            <a:avLst>
              <a:gd name="adj1" fmla="val -15661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: Elbow 165">
            <a:extLst>
              <a:ext uri="{FF2B5EF4-FFF2-40B4-BE49-F238E27FC236}">
                <a16:creationId xmlns:a16="http://schemas.microsoft.com/office/drawing/2014/main" id="{F179B7F1-11DE-4897-9BBD-81BED4D5B67E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2042933" y="2951762"/>
            <a:ext cx="1855104" cy="1943912"/>
          </a:xfrm>
          <a:prstGeom prst="bentConnector3">
            <a:avLst>
              <a:gd name="adj1" fmla="val 24"/>
            </a:avLst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TextBox 366">
            <a:extLst>
              <a:ext uri="{FF2B5EF4-FFF2-40B4-BE49-F238E27FC236}">
                <a16:creationId xmlns:a16="http://schemas.microsoft.com/office/drawing/2014/main" id="{AE20397A-A81F-4AAD-8C55-A0551E4B6B28}"/>
              </a:ext>
            </a:extLst>
          </p:cNvPr>
          <p:cNvSpPr txBox="1"/>
          <p:nvPr/>
        </p:nvSpPr>
        <p:spPr>
          <a:xfrm>
            <a:off x="3027552" y="3714750"/>
            <a:ext cx="299066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12C3EEEC-996A-45F3-AD10-E8FA26C272FE}"/>
              </a:ext>
            </a:extLst>
          </p:cNvPr>
          <p:cNvSpPr txBox="1"/>
          <p:nvPr/>
        </p:nvSpPr>
        <p:spPr>
          <a:xfrm>
            <a:off x="3730082" y="3715954"/>
            <a:ext cx="411480" cy="26161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2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AE4B254A-88EA-474E-B84B-3E832214DADA}"/>
              </a:ext>
            </a:extLst>
          </p:cNvPr>
          <p:cNvSpPr txBox="1"/>
          <p:nvPr/>
        </p:nvSpPr>
        <p:spPr>
          <a:xfrm>
            <a:off x="1758950" y="3828014"/>
            <a:ext cx="475488" cy="234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2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D3EDEFA6-B9EC-4B6F-90F1-68627E4E07E5}"/>
              </a:ext>
            </a:extLst>
          </p:cNvPr>
          <p:cNvSpPr/>
          <p:nvPr/>
        </p:nvSpPr>
        <p:spPr bwMode="auto">
          <a:xfrm>
            <a:off x="7237222" y="5847092"/>
            <a:ext cx="381000" cy="34547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2</a:t>
            </a:r>
            <a:endParaRPr kumimoji="0" 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2E3CB79E-9C17-4E58-BB41-6E01ADC1FFF1}"/>
              </a:ext>
            </a:extLst>
          </p:cNvPr>
          <p:cNvSpPr txBox="1"/>
          <p:nvPr/>
        </p:nvSpPr>
        <p:spPr>
          <a:xfrm>
            <a:off x="1381123" y="3824461"/>
            <a:ext cx="356616" cy="2377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CC99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CE5E4FAC-3D08-47CA-B88C-62C7BB6AB6D9}"/>
              </a:ext>
            </a:extLst>
          </p:cNvPr>
          <p:cNvSpPr txBox="1"/>
          <p:nvPr/>
        </p:nvSpPr>
        <p:spPr>
          <a:xfrm>
            <a:off x="3372904" y="3714353"/>
            <a:ext cx="338328" cy="228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9" name="Flowchart: Process 187">
            <a:extLst>
              <a:ext uri="{FF2B5EF4-FFF2-40B4-BE49-F238E27FC236}">
                <a16:creationId xmlns:a16="http://schemas.microsoft.com/office/drawing/2014/main" id="{73AB8A7F-5BBE-4D43-98E7-749D20EC6710}"/>
              </a:ext>
            </a:extLst>
          </p:cNvPr>
          <p:cNvSpPr/>
          <p:nvPr/>
        </p:nvSpPr>
        <p:spPr bwMode="auto">
          <a:xfrm>
            <a:off x="2518507" y="6558512"/>
            <a:ext cx="4800600" cy="324001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ADD in 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</a:rPr>
              <a:t>RS a is ready to execute in the next cycle!</a:t>
            </a:r>
            <a:endParaRPr kumimoji="0" lang="en-CH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35961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0023 L 0.00017 0.05116 L -0.59288 0.05208 C -0.59271 -0.06621 -0.59253 -0.18449 -0.59219 -0.30255 " pathEditMode="relative" rAng="0" ptsTypes="AAAA">
                                      <p:cBhvr>
                                        <p:cTn id="5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583" y="-125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4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0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500"/>
                            </p:stCondLst>
                            <p:childTnLst>
                              <p:par>
                                <p:cTn id="74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25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6" dur="25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" dur="25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25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00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9218 -0.30255 C -0.59236 -0.35278 -0.59236 -0.40301 -0.59236 -0.45301 L -0.37638 -0.45116 L -0.37638 -0.32084 " pathEditMode="relative" rAng="0" ptsTypes="AAAA">
                                      <p:cBhvr>
                                        <p:cTn id="8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81" y="-75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6000"/>
                            </p:stCondLst>
                            <p:childTnLst>
                              <p:par>
                                <p:cTn id="8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000"/>
                            </p:stCondLst>
                            <p:childTnLst>
                              <p:par>
                                <p:cTn id="89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250" autoRev="1" fill="remove"/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1" dur="250" autoRev="1" fill="remove"/>
                                        <p:tgtEl>
                                          <p:spTgt spid="3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" dur="250" autoRev="1" fill="remove"/>
                                        <p:tgtEl>
                                          <p:spTgt spid="3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250" autoRev="1" fill="remove"/>
                                        <p:tgtEl>
                                          <p:spTgt spid="3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6500"/>
                            </p:stCondLst>
                            <p:childTnLst>
                              <p:par>
                                <p:cTn id="95" presetID="0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7621 -0.32222 L -0.37621 -0.1713 " pathEditMode="relative" ptsTypes="AA">
                                      <p:cBhvr>
                                        <p:cTn id="9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8500"/>
                            </p:stCondLst>
                            <p:childTnLst>
                              <p:par>
                                <p:cTn id="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9496 -0.30278 L -0.59149 -0.45278 L -0.24844 -0.45 L -0.24844 -0.17408 " pathEditMode="relative" ptsTypes="AAAA">
                                      <p:cBhvr>
                                        <p:cTn id="10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0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9566 -0.3 L -0.59288 -0.45093 L -0.04288 -0.45185 C -0.04253 -0.35996 -0.04201 -0.26806 -0.04149 -0.17593 " pathEditMode="relative" ptsTypes="AAAA">
                                      <p:cBhvr>
                                        <p:cTn id="10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2500"/>
                            </p:stCondLst>
                            <p:childTnLst>
                              <p:par>
                                <p:cTn id="1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0" presetClass="pat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9427 -0.30278 L -0.59219 -0.45185 L 0.08629 -0.45 C 0.08663 -0.35741 0.08715 -0.26482 0.08767 -0.17222 " pathEditMode="relative" ptsTypes="AAAA">
                                      <p:cBhvr>
                                        <p:cTn id="11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4500"/>
                            </p:stCondLst>
                            <p:childTnLst>
                              <p:par>
                                <p:cTn id="116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0.00208 L 0.00017 0.03078 L -0.59358 0.03171 L -0.59358 -0.30255 " pathEditMode="relative" rAng="0" ptsTypes="AAAA">
                                      <p:cBhvr>
                                        <p:cTn id="136" dur="2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688" y="-13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000"/>
                            </p:stCondLst>
                            <p:childTnLst>
                              <p:par>
                                <p:cTn id="13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2000"/>
                            </p:stCondLst>
                            <p:childTnLst>
                              <p:par>
                                <p:cTn id="1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9358 -0.30255 C -0.59341 -0.35023 -0.59514 -0.39352 -0.5948 -0.44028 L -0.38177 -0.44121 C -0.38212 -0.3882 -0.3816 -0.3706 -0.38177 -0.3169 " pathEditMode="relative" rAng="0" ptsTypes="AAAA">
                                      <p:cBhvr>
                                        <p:cTn id="151" dur="2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38" y="-6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4000"/>
                            </p:stCondLst>
                            <p:childTnLst>
                              <p:par>
                                <p:cTn id="15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4500"/>
                            </p:stCondLst>
                            <p:childTnLst>
                              <p:par>
                                <p:cTn id="166" presetID="10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" grpId="0" animBg="1"/>
      <p:bldP spid="361" grpId="1" animBg="1"/>
      <p:bldP spid="361" grpId="2" animBg="1"/>
      <p:bldP spid="17" grpId="0" animBg="1"/>
      <p:bldP spid="17" grpId="1" animBg="1"/>
      <p:bldP spid="17" grpId="2" animBg="1"/>
      <p:bldP spid="187" grpId="0" animBg="1"/>
      <p:bldP spid="327" grpId="0"/>
      <p:bldP spid="188" grpId="0" animBg="1"/>
      <p:bldP spid="15" grpId="0"/>
      <p:bldP spid="15" grpId="1"/>
      <p:bldP spid="202" grpId="0"/>
      <p:bldP spid="208" grpId="0"/>
      <p:bldP spid="208" grpId="1"/>
      <p:bldP spid="209" grpId="0" animBg="1"/>
      <p:bldP spid="210" grpId="0"/>
      <p:bldP spid="210" grpId="1"/>
      <p:bldP spid="211" grpId="0" animBg="1"/>
      <p:bldP spid="212" grpId="0" animBg="1"/>
      <p:bldP spid="16" grpId="0" animBg="1"/>
      <p:bldP spid="16" grpId="1" animBg="1"/>
      <p:bldP spid="16" grpId="2" animBg="1"/>
      <p:bldP spid="16" grpId="3" animBg="1"/>
      <p:bldP spid="16" grpId="4" animBg="1"/>
      <p:bldP spid="16" grpId="5" animBg="1"/>
      <p:bldP spid="16" grpId="6" animBg="1"/>
      <p:bldP spid="16" grpId="7" animBg="1"/>
      <p:bldP spid="367" grpId="0" animBg="1"/>
      <p:bldP spid="366" grpId="0" animBg="1"/>
      <p:bldP spid="214" grpId="0" animBg="1"/>
      <p:bldP spid="219" grpId="0" animBg="1"/>
      <p:bldP spid="219" grpId="1" animBg="1"/>
      <p:bldP spid="219" grpId="2" animBg="1"/>
      <p:bldP spid="219" grpId="3" animBg="1"/>
      <p:bldP spid="219" grpId="4" animBg="1"/>
      <p:bldP spid="213" grpId="0" animBg="1"/>
      <p:bldP spid="368" grpId="0" animBg="1"/>
      <p:bldP spid="10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" name="Connector: Elbow 165">
            <a:extLst>
              <a:ext uri="{FF2B5EF4-FFF2-40B4-BE49-F238E27FC236}">
                <a16:creationId xmlns:a16="http://schemas.microsoft.com/office/drawing/2014/main" id="{F179B7F1-11DE-4897-9BBD-81BED4D5B67E}"/>
              </a:ext>
            </a:extLst>
          </p:cNvPr>
          <p:cNvCxnSpPr>
            <a:cxnSpLocks/>
          </p:cNvCxnSpPr>
          <p:nvPr/>
        </p:nvCxnSpPr>
        <p:spPr bwMode="auto">
          <a:xfrm>
            <a:off x="1998529" y="2996166"/>
            <a:ext cx="4985583" cy="1847718"/>
          </a:xfrm>
          <a:prstGeom prst="bentConnector3">
            <a:avLst>
              <a:gd name="adj1" fmla="val 100044"/>
            </a:avLst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: Elbow 145">
            <a:extLst>
              <a:ext uri="{FF2B5EF4-FFF2-40B4-BE49-F238E27FC236}">
                <a16:creationId xmlns:a16="http://schemas.microsoft.com/office/drawing/2014/main" id="{49F391DB-4DCC-4333-8D45-04C14D9FE45A}"/>
              </a:ext>
            </a:extLst>
          </p:cNvPr>
          <p:cNvCxnSpPr>
            <a:cxnSpLocks/>
          </p:cNvCxnSpPr>
          <p:nvPr/>
        </p:nvCxnSpPr>
        <p:spPr bwMode="auto">
          <a:xfrm>
            <a:off x="1582978" y="2931872"/>
            <a:ext cx="5009665" cy="1912013"/>
          </a:xfrm>
          <a:prstGeom prst="bentConnector2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: Elbow 147">
            <a:extLst>
              <a:ext uri="{FF2B5EF4-FFF2-40B4-BE49-F238E27FC236}">
                <a16:creationId xmlns:a16="http://schemas.microsoft.com/office/drawing/2014/main" id="{9F242297-6BFC-4D7E-B9E2-E21070EEAD3D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3701155" y="784072"/>
            <a:ext cx="1912011" cy="6207613"/>
          </a:xfrm>
          <a:prstGeom prst="bentConnector3">
            <a:avLst>
              <a:gd name="adj1" fmla="val -66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C14D6DF7-AE3A-42B8-9571-345FFED89DD0}"/>
              </a:ext>
            </a:extLst>
          </p:cNvPr>
          <p:cNvCxnSpPr>
            <a:cxnSpLocks/>
          </p:cNvCxnSpPr>
          <p:nvPr/>
        </p:nvCxnSpPr>
        <p:spPr bwMode="auto">
          <a:xfrm>
            <a:off x="1553353" y="2931872"/>
            <a:ext cx="1980151" cy="1912013"/>
          </a:xfrm>
          <a:prstGeom prst="bentConnector3">
            <a:avLst>
              <a:gd name="adj1" fmla="val 100147"/>
            </a:avLst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Rectangle 360">
            <a:extLst>
              <a:ext uri="{FF2B5EF4-FFF2-40B4-BE49-F238E27FC236}">
                <a16:creationId xmlns:a16="http://schemas.microsoft.com/office/drawing/2014/main" id="{B90C94A8-B15A-42E6-87B1-5C59B807C667}"/>
              </a:ext>
            </a:extLst>
          </p:cNvPr>
          <p:cNvSpPr/>
          <p:nvPr/>
        </p:nvSpPr>
        <p:spPr bwMode="auto">
          <a:xfrm>
            <a:off x="6080156" y="3887205"/>
            <a:ext cx="326136" cy="3761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185" name="Table 184">
            <a:extLst>
              <a:ext uri="{FF2B5EF4-FFF2-40B4-BE49-F238E27FC236}">
                <a16:creationId xmlns:a16="http://schemas.microsoft.com/office/drawing/2014/main" id="{AEDDFFB8-A59B-4441-BFD9-BA5DEFF49EED}"/>
              </a:ext>
            </a:extLst>
          </p:cNvPr>
          <p:cNvGraphicFramePr>
            <a:graphicFrameLocks noGrp="1"/>
          </p:cNvGraphicFramePr>
          <p:nvPr/>
        </p:nvGraphicFramePr>
        <p:xfrm>
          <a:off x="2805320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FF75E693-9FDE-4900-9B32-F716D376B490}"/>
              </a:ext>
            </a:extLst>
          </p:cNvPr>
          <p:cNvSpPr/>
          <p:nvPr/>
        </p:nvSpPr>
        <p:spPr bwMode="auto">
          <a:xfrm>
            <a:off x="977900" y="4766417"/>
            <a:ext cx="326136" cy="3761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03AD9D1E-CA53-446C-B72A-DCA5CD30CABA}"/>
              </a:ext>
            </a:extLst>
          </p:cNvPr>
          <p:cNvSpPr/>
          <p:nvPr/>
        </p:nvSpPr>
        <p:spPr bwMode="auto">
          <a:xfrm>
            <a:off x="4572000" y="951055"/>
            <a:ext cx="331200" cy="1918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FDBD3-8031-42D6-80CF-FE05E4EE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dirty="0"/>
              <a:t>Cycle 8 (Second Slide)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BFAF7-D375-4D96-BA5E-AF0327B958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66379" y="6283416"/>
            <a:ext cx="2133600" cy="4572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A640EF-F0E2-4E49-9455-7E266BCEBB7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4AA7E21-7B39-4D87-8095-EBAAA1B5887A}"/>
              </a:ext>
            </a:extLst>
          </p:cNvPr>
          <p:cNvGrpSpPr/>
          <p:nvPr/>
        </p:nvGrpSpPr>
        <p:grpSpPr>
          <a:xfrm>
            <a:off x="3398728" y="4989344"/>
            <a:ext cx="1449705" cy="798651"/>
            <a:chOff x="6998109" y="2092803"/>
            <a:chExt cx="3805084" cy="2096244"/>
          </a:xfrm>
        </p:grpSpPr>
        <p:sp>
          <p:nvSpPr>
            <p:cNvPr id="20" name="Flowchart: Manual Operation 19">
              <a:extLst>
                <a:ext uri="{FF2B5EF4-FFF2-40B4-BE49-F238E27FC236}">
                  <a16:creationId xmlns:a16="http://schemas.microsoft.com/office/drawing/2014/main" id="{D9788A89-F980-424B-B3EA-FD96B8BD3A8E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+</a:t>
              </a:r>
              <a:endParaRPr kumimoji="0" lang="en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1E8E30-D2BE-4453-842F-BFE9A1A107DA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9DD9CB-A55D-427D-99E0-64627FC8AE38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ECA4318-6D66-4D09-AE89-D97B30539D8A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A79CD7C-A37E-433C-B255-46FD6FEBCF89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84043F-213C-4FA2-A503-A68507FB5934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B88D05-5CA0-48B4-9863-D2A4299DDDA4}"/>
              </a:ext>
            </a:extLst>
          </p:cNvPr>
          <p:cNvGrpSpPr/>
          <p:nvPr/>
        </p:nvGrpSpPr>
        <p:grpSpPr>
          <a:xfrm>
            <a:off x="6477000" y="4989344"/>
            <a:ext cx="1449705" cy="795474"/>
            <a:chOff x="6998109" y="2101142"/>
            <a:chExt cx="3805084" cy="2087904"/>
          </a:xfrm>
        </p:grpSpPr>
        <p:sp>
          <p:nvSpPr>
            <p:cNvPr id="27" name="Flowchart: Manual Operation 26">
              <a:extLst>
                <a:ext uri="{FF2B5EF4-FFF2-40B4-BE49-F238E27FC236}">
                  <a16:creationId xmlns:a16="http://schemas.microsoft.com/office/drawing/2014/main" id="{697BEE34-7099-4A97-B1AC-C9CE1D11B917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∗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4EB639-D558-45E4-9466-BDE2F8372937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5582676-F310-42D3-80E5-0D91022531B7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D48D83-B4BE-48B5-9027-5A30266F2B1B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4A397-3F5E-43B7-A316-493D0DF44868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5A5D3E-8DEE-420C-BF49-4FDB538C5A67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7" name="Rectangle 48">
            <a:extLst>
              <a:ext uri="{FF2B5EF4-FFF2-40B4-BE49-F238E27FC236}">
                <a16:creationId xmlns:a16="http://schemas.microsoft.com/office/drawing/2014/main" id="{5C3374E5-8F34-4259-A78D-063086340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6363" y="1327562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E</a:t>
            </a:r>
            <a:r>
              <a: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6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28" name="Rectangle 29">
            <a:extLst>
              <a:ext uri="{FF2B5EF4-FFF2-40B4-BE49-F238E27FC236}">
                <a16:creationId xmlns:a16="http://schemas.microsoft.com/office/drawing/2014/main" id="{3E826BE3-D567-465F-AB3E-FC6CEEBF6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6363" y="1004738"/>
            <a:ext cx="331200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8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BC666277-2CBB-46EC-838E-0C7B13DB300E}"/>
              </a:ext>
            </a:extLst>
          </p:cNvPr>
          <p:cNvGrpSpPr/>
          <p:nvPr/>
        </p:nvGrpSpPr>
        <p:grpSpPr>
          <a:xfrm>
            <a:off x="4244893" y="1004738"/>
            <a:ext cx="331200" cy="1835117"/>
            <a:chOff x="5410200" y="1004738"/>
            <a:chExt cx="331200" cy="1835117"/>
          </a:xfrm>
        </p:grpSpPr>
        <p:sp>
          <p:nvSpPr>
            <p:cNvPr id="335" name="Rectangle 48">
              <a:extLst>
                <a:ext uri="{FF2B5EF4-FFF2-40B4-BE49-F238E27FC236}">
                  <a16:creationId xmlns:a16="http://schemas.microsoft.com/office/drawing/2014/main" id="{297F945E-8439-4238-B96E-115E46847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6" name="Rectangle 29">
              <a:extLst>
                <a:ext uri="{FF2B5EF4-FFF2-40B4-BE49-F238E27FC236}">
                  <a16:creationId xmlns:a16="http://schemas.microsoft.com/office/drawing/2014/main" id="{234ED10A-8BF0-43DC-B80F-E1C978196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7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7" name="Rectangle 48">
              <a:extLst>
                <a:ext uri="{FF2B5EF4-FFF2-40B4-BE49-F238E27FC236}">
                  <a16:creationId xmlns:a16="http://schemas.microsoft.com/office/drawing/2014/main" id="{387A1859-590F-4BE2-810A-4A6E69651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48">
              <a:extLst>
                <a:ext uri="{FF2B5EF4-FFF2-40B4-BE49-F238E27FC236}">
                  <a16:creationId xmlns:a16="http://schemas.microsoft.com/office/drawing/2014/main" id="{EF5B30EB-E433-4708-91AE-AA87A2BC6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9" name="Rectangle 48">
              <a:extLst>
                <a:ext uri="{FF2B5EF4-FFF2-40B4-BE49-F238E27FC236}">
                  <a16:creationId xmlns:a16="http://schemas.microsoft.com/office/drawing/2014/main" id="{6EF03208-866E-4C87-9D31-A40DD67D4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0" name="Rectangle 48">
              <a:extLst>
                <a:ext uri="{FF2B5EF4-FFF2-40B4-BE49-F238E27FC236}">
                  <a16:creationId xmlns:a16="http://schemas.microsoft.com/office/drawing/2014/main" id="{3589C470-B0A0-4CDD-8141-D072CE5F5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1" name="Rectangle 48">
              <a:extLst>
                <a:ext uri="{FF2B5EF4-FFF2-40B4-BE49-F238E27FC236}">
                  <a16:creationId xmlns:a16="http://schemas.microsoft.com/office/drawing/2014/main" id="{6B64D656-AA6D-4CF1-A146-1DF571C71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35D5D976-C5CB-4915-A940-F1F859F0DCEB}"/>
              </a:ext>
            </a:extLst>
          </p:cNvPr>
          <p:cNvGrpSpPr/>
          <p:nvPr/>
        </p:nvGrpSpPr>
        <p:grpSpPr>
          <a:xfrm>
            <a:off x="3909615" y="1004738"/>
            <a:ext cx="331200" cy="1835117"/>
            <a:chOff x="5410200" y="1004738"/>
            <a:chExt cx="331200" cy="1835117"/>
          </a:xfrm>
        </p:grpSpPr>
        <p:sp>
          <p:nvSpPr>
            <p:cNvPr id="343" name="Rectangle 48">
              <a:extLst>
                <a:ext uri="{FF2B5EF4-FFF2-40B4-BE49-F238E27FC236}">
                  <a16:creationId xmlns:a16="http://schemas.microsoft.com/office/drawing/2014/main" id="{DB108FB9-796F-4D35-BC0A-CC0464243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Rectangle 29">
              <a:extLst>
                <a:ext uri="{FF2B5EF4-FFF2-40B4-BE49-F238E27FC236}">
                  <a16:creationId xmlns:a16="http://schemas.microsoft.com/office/drawing/2014/main" id="{B433B9A4-94B1-4C87-A6E1-55518397A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Rectangle 48">
              <a:extLst>
                <a:ext uri="{FF2B5EF4-FFF2-40B4-BE49-F238E27FC236}">
                  <a16:creationId xmlns:a16="http://schemas.microsoft.com/office/drawing/2014/main" id="{01CE9CD9-3BA8-48AF-97F3-8DBD484E4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Rectangle 48">
              <a:extLst>
                <a:ext uri="{FF2B5EF4-FFF2-40B4-BE49-F238E27FC236}">
                  <a16:creationId xmlns:a16="http://schemas.microsoft.com/office/drawing/2014/main" id="{615243F1-AB54-43A6-B06A-0C6CE1214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Rectangle 48">
              <a:extLst>
                <a:ext uri="{FF2B5EF4-FFF2-40B4-BE49-F238E27FC236}">
                  <a16:creationId xmlns:a16="http://schemas.microsoft.com/office/drawing/2014/main" id="{28949A8F-4EB4-4CC9-BBAF-C67DBBE38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Rectangle 48">
              <a:extLst>
                <a:ext uri="{FF2B5EF4-FFF2-40B4-BE49-F238E27FC236}">
                  <a16:creationId xmlns:a16="http://schemas.microsoft.com/office/drawing/2014/main" id="{B8EFCFE0-6C94-4A1A-8750-7EBCECD3A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Rectangle 48">
              <a:extLst>
                <a:ext uri="{FF2B5EF4-FFF2-40B4-BE49-F238E27FC236}">
                  <a16:creationId xmlns:a16="http://schemas.microsoft.com/office/drawing/2014/main" id="{B3BB5F8C-F65C-4C77-9345-C1A084715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F64DB39A-2EDA-4EE0-89CA-B7E7863F05E0}"/>
              </a:ext>
            </a:extLst>
          </p:cNvPr>
          <p:cNvGrpSpPr/>
          <p:nvPr/>
        </p:nvGrpSpPr>
        <p:grpSpPr>
          <a:xfrm>
            <a:off x="3578145" y="1004738"/>
            <a:ext cx="331200" cy="1835117"/>
            <a:chOff x="5410200" y="1004738"/>
            <a:chExt cx="331200" cy="1835117"/>
          </a:xfrm>
        </p:grpSpPr>
        <p:sp>
          <p:nvSpPr>
            <p:cNvPr id="351" name="Rectangle 48">
              <a:extLst>
                <a:ext uri="{FF2B5EF4-FFF2-40B4-BE49-F238E27FC236}">
                  <a16:creationId xmlns:a16="http://schemas.microsoft.com/office/drawing/2014/main" id="{948C3007-FCCB-4C6E-AC3E-7A3E53F18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9">
              <a:extLst>
                <a:ext uri="{FF2B5EF4-FFF2-40B4-BE49-F238E27FC236}">
                  <a16:creationId xmlns:a16="http://schemas.microsoft.com/office/drawing/2014/main" id="{99A1184C-590C-48A6-B563-6107C0ED8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3" name="Rectangle 48">
              <a:extLst>
                <a:ext uri="{FF2B5EF4-FFF2-40B4-BE49-F238E27FC236}">
                  <a16:creationId xmlns:a16="http://schemas.microsoft.com/office/drawing/2014/main" id="{F7C02F4A-2BDB-4EDC-B5CD-C21DA4AA5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4" name="Rectangle 48">
              <a:extLst>
                <a:ext uri="{FF2B5EF4-FFF2-40B4-BE49-F238E27FC236}">
                  <a16:creationId xmlns:a16="http://schemas.microsoft.com/office/drawing/2014/main" id="{BDA0FFCA-B617-4185-A4E4-C01BE10E6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5" name="Rectangle 48">
              <a:extLst>
                <a:ext uri="{FF2B5EF4-FFF2-40B4-BE49-F238E27FC236}">
                  <a16:creationId xmlns:a16="http://schemas.microsoft.com/office/drawing/2014/main" id="{D0A0FC86-ADFC-4188-A139-A27828021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6" name="Rectangle 48">
              <a:extLst>
                <a:ext uri="{FF2B5EF4-FFF2-40B4-BE49-F238E27FC236}">
                  <a16:creationId xmlns:a16="http://schemas.microsoft.com/office/drawing/2014/main" id="{C1B0E32B-96BA-4122-95E4-2EEAEF749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7" name="Rectangle 48">
              <a:extLst>
                <a:ext uri="{FF2B5EF4-FFF2-40B4-BE49-F238E27FC236}">
                  <a16:creationId xmlns:a16="http://schemas.microsoft.com/office/drawing/2014/main" id="{1BCD692A-E03D-446D-805F-8727CCA16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D0D0D1D7-221D-499B-A7D7-74C40B469889}"/>
              </a:ext>
            </a:extLst>
          </p:cNvPr>
          <p:cNvGrpSpPr/>
          <p:nvPr/>
        </p:nvGrpSpPr>
        <p:grpSpPr>
          <a:xfrm>
            <a:off x="3248214" y="1004738"/>
            <a:ext cx="331200" cy="1835117"/>
            <a:chOff x="5410200" y="1004738"/>
            <a:chExt cx="331200" cy="1835117"/>
          </a:xfrm>
        </p:grpSpPr>
        <p:sp>
          <p:nvSpPr>
            <p:cNvPr id="391" name="Rectangle 48">
              <a:extLst>
                <a:ext uri="{FF2B5EF4-FFF2-40B4-BE49-F238E27FC236}">
                  <a16:creationId xmlns:a16="http://schemas.microsoft.com/office/drawing/2014/main" id="{142C9FB2-4DFA-45FE-9967-3D16C5807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2" name="Rectangle 29">
              <a:extLst>
                <a:ext uri="{FF2B5EF4-FFF2-40B4-BE49-F238E27FC236}">
                  <a16:creationId xmlns:a16="http://schemas.microsoft.com/office/drawing/2014/main" id="{13C845B4-BBD0-4E88-86A5-1201EC939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3" name="Rectangle 48">
              <a:extLst>
                <a:ext uri="{FF2B5EF4-FFF2-40B4-BE49-F238E27FC236}">
                  <a16:creationId xmlns:a16="http://schemas.microsoft.com/office/drawing/2014/main" id="{4FC63368-BB30-4160-8128-E1956EDEE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4" name="Rectangle 48">
              <a:extLst>
                <a:ext uri="{FF2B5EF4-FFF2-40B4-BE49-F238E27FC236}">
                  <a16:creationId xmlns:a16="http://schemas.microsoft.com/office/drawing/2014/main" id="{5A872067-9D5D-455D-B495-E18252EE3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5" name="Rectangle 48">
              <a:extLst>
                <a:ext uri="{FF2B5EF4-FFF2-40B4-BE49-F238E27FC236}">
                  <a16:creationId xmlns:a16="http://schemas.microsoft.com/office/drawing/2014/main" id="{EB1BAB0E-8365-4C09-B376-99F62A1D9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48">
              <a:extLst>
                <a:ext uri="{FF2B5EF4-FFF2-40B4-BE49-F238E27FC236}">
                  <a16:creationId xmlns:a16="http://schemas.microsoft.com/office/drawing/2014/main" id="{CABB04FE-6DE0-4414-A1A8-D9186CBEA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Rectangle 48">
              <a:extLst>
                <a:ext uri="{FF2B5EF4-FFF2-40B4-BE49-F238E27FC236}">
                  <a16:creationId xmlns:a16="http://schemas.microsoft.com/office/drawing/2014/main" id="{D449F55E-6A28-4068-9352-3D600B69D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83D1EE34-BD69-4228-8815-3E2F99EC7E75}"/>
              </a:ext>
            </a:extLst>
          </p:cNvPr>
          <p:cNvGrpSpPr/>
          <p:nvPr/>
        </p:nvGrpSpPr>
        <p:grpSpPr>
          <a:xfrm>
            <a:off x="2916744" y="1004738"/>
            <a:ext cx="331200" cy="1835117"/>
            <a:chOff x="5410200" y="1004738"/>
            <a:chExt cx="331200" cy="1835117"/>
          </a:xfrm>
        </p:grpSpPr>
        <p:sp>
          <p:nvSpPr>
            <p:cNvPr id="399" name="Rectangle 48">
              <a:extLst>
                <a:ext uri="{FF2B5EF4-FFF2-40B4-BE49-F238E27FC236}">
                  <a16:creationId xmlns:a16="http://schemas.microsoft.com/office/drawing/2014/main" id="{CDFC79D4-F0D6-4806-BBCC-A199E0E36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0" name="Rectangle 29">
              <a:extLst>
                <a:ext uri="{FF2B5EF4-FFF2-40B4-BE49-F238E27FC236}">
                  <a16:creationId xmlns:a16="http://schemas.microsoft.com/office/drawing/2014/main" id="{8456C1BF-C019-45CA-9136-7AF43E602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Rectangle 48">
              <a:extLst>
                <a:ext uri="{FF2B5EF4-FFF2-40B4-BE49-F238E27FC236}">
                  <a16:creationId xmlns:a16="http://schemas.microsoft.com/office/drawing/2014/main" id="{603066F0-C071-4BB9-915E-ED891C4BA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Rectangle 48">
              <a:extLst>
                <a:ext uri="{FF2B5EF4-FFF2-40B4-BE49-F238E27FC236}">
                  <a16:creationId xmlns:a16="http://schemas.microsoft.com/office/drawing/2014/main" id="{970BA58B-509E-4458-8B4B-FA40620B2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3" name="Rectangle 48">
              <a:extLst>
                <a:ext uri="{FF2B5EF4-FFF2-40B4-BE49-F238E27FC236}">
                  <a16:creationId xmlns:a16="http://schemas.microsoft.com/office/drawing/2014/main" id="{ACFC700F-1EF3-4765-B4A7-89DB13F1E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48">
              <a:extLst>
                <a:ext uri="{FF2B5EF4-FFF2-40B4-BE49-F238E27FC236}">
                  <a16:creationId xmlns:a16="http://schemas.microsoft.com/office/drawing/2014/main" id="{62E8CF34-1D1A-44E1-81AE-291184DC8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5" name="Rectangle 48">
              <a:extLst>
                <a:ext uri="{FF2B5EF4-FFF2-40B4-BE49-F238E27FC236}">
                  <a16:creationId xmlns:a16="http://schemas.microsoft.com/office/drawing/2014/main" id="{6B08EDC5-DFB0-47A0-8E71-4AD7900E0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04D9F499-8E91-4BB3-880A-CCC85C9720BB}"/>
              </a:ext>
            </a:extLst>
          </p:cNvPr>
          <p:cNvGrpSpPr/>
          <p:nvPr/>
        </p:nvGrpSpPr>
        <p:grpSpPr>
          <a:xfrm>
            <a:off x="2581466" y="1004738"/>
            <a:ext cx="331200" cy="1835117"/>
            <a:chOff x="5410200" y="1004738"/>
            <a:chExt cx="331200" cy="1835117"/>
          </a:xfrm>
        </p:grpSpPr>
        <p:sp>
          <p:nvSpPr>
            <p:cNvPr id="407" name="Rectangle 48">
              <a:extLst>
                <a:ext uri="{FF2B5EF4-FFF2-40B4-BE49-F238E27FC236}">
                  <a16:creationId xmlns:a16="http://schemas.microsoft.com/office/drawing/2014/main" id="{27B534A0-1731-4C7B-AC8C-3E952B8E9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8" name="Rectangle 29">
              <a:extLst>
                <a:ext uri="{FF2B5EF4-FFF2-40B4-BE49-F238E27FC236}">
                  <a16:creationId xmlns:a16="http://schemas.microsoft.com/office/drawing/2014/main" id="{19AE8AE4-23C5-411E-A72A-CF7583142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Rectangle 48">
              <a:extLst>
                <a:ext uri="{FF2B5EF4-FFF2-40B4-BE49-F238E27FC236}">
                  <a16:creationId xmlns:a16="http://schemas.microsoft.com/office/drawing/2014/main" id="{D60C497F-5863-432A-872C-7CC5B7AB8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Rectangle 48">
              <a:extLst>
                <a:ext uri="{FF2B5EF4-FFF2-40B4-BE49-F238E27FC236}">
                  <a16:creationId xmlns:a16="http://schemas.microsoft.com/office/drawing/2014/main" id="{259E1573-4CCB-4122-9F76-DDF3F9C6E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Rectangle 48">
              <a:extLst>
                <a:ext uri="{FF2B5EF4-FFF2-40B4-BE49-F238E27FC236}">
                  <a16:creationId xmlns:a16="http://schemas.microsoft.com/office/drawing/2014/main" id="{E7AD8661-72B6-434D-BAAE-A37760DEA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Rectangle 48">
              <a:extLst>
                <a:ext uri="{FF2B5EF4-FFF2-40B4-BE49-F238E27FC236}">
                  <a16:creationId xmlns:a16="http://schemas.microsoft.com/office/drawing/2014/main" id="{FFDF3ED4-98B5-48BE-80CC-22D8F973F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Rectangle 48">
              <a:extLst>
                <a:ext uri="{FF2B5EF4-FFF2-40B4-BE49-F238E27FC236}">
                  <a16:creationId xmlns:a16="http://schemas.microsoft.com/office/drawing/2014/main" id="{B05C23C0-D121-4693-B294-D836B1DE4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D168BC2F-0974-4F0A-BFFB-E18AAB4F1C15}"/>
              </a:ext>
            </a:extLst>
          </p:cNvPr>
          <p:cNvGrpSpPr/>
          <p:nvPr/>
        </p:nvGrpSpPr>
        <p:grpSpPr>
          <a:xfrm>
            <a:off x="2249996" y="1004738"/>
            <a:ext cx="331200" cy="1835117"/>
            <a:chOff x="5410200" y="1004738"/>
            <a:chExt cx="331200" cy="1835117"/>
          </a:xfrm>
        </p:grpSpPr>
        <p:sp>
          <p:nvSpPr>
            <p:cNvPr id="415" name="Rectangle 48">
              <a:extLst>
                <a:ext uri="{FF2B5EF4-FFF2-40B4-BE49-F238E27FC236}">
                  <a16:creationId xmlns:a16="http://schemas.microsoft.com/office/drawing/2014/main" id="{DF6050E3-65BA-4872-BF70-2695E8DD5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Rectangle 29">
              <a:extLst>
                <a:ext uri="{FF2B5EF4-FFF2-40B4-BE49-F238E27FC236}">
                  <a16:creationId xmlns:a16="http://schemas.microsoft.com/office/drawing/2014/main" id="{E633F1E3-BF51-4A22-A2FE-6031B8D6A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7" name="Rectangle 48">
              <a:extLst>
                <a:ext uri="{FF2B5EF4-FFF2-40B4-BE49-F238E27FC236}">
                  <a16:creationId xmlns:a16="http://schemas.microsoft.com/office/drawing/2014/main" id="{D4FCBAF0-A16A-4869-AC17-83637C14C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48">
              <a:extLst>
                <a:ext uri="{FF2B5EF4-FFF2-40B4-BE49-F238E27FC236}">
                  <a16:creationId xmlns:a16="http://schemas.microsoft.com/office/drawing/2014/main" id="{65EE864A-41B2-4B33-9FF8-1150A7CF8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9" name="Rectangle 48">
              <a:extLst>
                <a:ext uri="{FF2B5EF4-FFF2-40B4-BE49-F238E27FC236}">
                  <a16:creationId xmlns:a16="http://schemas.microsoft.com/office/drawing/2014/main" id="{65D34BCB-11DF-4DD0-BF8B-DE25D4AE1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0" name="Rectangle 48">
              <a:extLst>
                <a:ext uri="{FF2B5EF4-FFF2-40B4-BE49-F238E27FC236}">
                  <a16:creationId xmlns:a16="http://schemas.microsoft.com/office/drawing/2014/main" id="{18D60625-9BC7-4C6D-99B1-E813F3C54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48">
              <a:extLst>
                <a:ext uri="{FF2B5EF4-FFF2-40B4-BE49-F238E27FC236}">
                  <a16:creationId xmlns:a16="http://schemas.microsoft.com/office/drawing/2014/main" id="{FC1191EF-0526-421E-9971-AA816F7AF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25" name="Rectangle 29">
            <a:extLst>
              <a:ext uri="{FF2B5EF4-FFF2-40B4-BE49-F238E27FC236}">
                <a16:creationId xmlns:a16="http://schemas.microsoft.com/office/drawing/2014/main" id="{AED3A31C-147D-48A2-BB70-585A3895D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2" y="1004752"/>
            <a:ext cx="724441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Cycle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183" name="Table 182">
            <a:extLst>
              <a:ext uri="{FF2B5EF4-FFF2-40B4-BE49-F238E27FC236}">
                <a16:creationId xmlns:a16="http://schemas.microsoft.com/office/drawing/2014/main" id="{EC8722A4-BC07-4377-AF70-204E93F2B8BB}"/>
              </a:ext>
            </a:extLst>
          </p:cNvPr>
          <p:cNvGraphicFramePr>
            <a:graphicFrameLocks noGrp="1"/>
          </p:cNvGraphicFramePr>
          <p:nvPr/>
        </p:nvGraphicFramePr>
        <p:xfrm>
          <a:off x="221457" y="1347785"/>
          <a:ext cx="2013700" cy="1521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68285122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6171413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6253014"/>
                    </a:ext>
                  </a:extLst>
                </a:gridCol>
                <a:gridCol w="465700">
                  <a:extLst>
                    <a:ext uri="{9D8B030D-6E8A-4147-A177-3AD203B41FA5}">
                      <a16:colId xmlns:a16="http://schemas.microsoft.com/office/drawing/2014/main" val="3517611654"/>
                    </a:ext>
                  </a:extLst>
                </a:gridCol>
              </a:tblGrid>
              <a:tr h="171963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R1, R2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241112"/>
                  </a:ext>
                </a:extLst>
              </a:tr>
              <a:tr h="27449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R3, R4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7394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R2, R6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21130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R8, R9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26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R7, 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14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R5, 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8953267"/>
                  </a:ext>
                </a:extLst>
              </a:tr>
            </a:tbl>
          </a:graphicData>
        </a:graphic>
      </p:graphicFrame>
      <p:graphicFrame>
        <p:nvGraphicFramePr>
          <p:cNvPr id="184" name="Table 183">
            <a:extLst>
              <a:ext uri="{FF2B5EF4-FFF2-40B4-BE49-F238E27FC236}">
                <a16:creationId xmlns:a16="http://schemas.microsoft.com/office/drawing/2014/main" id="{C196DA4A-7260-463D-9234-9B1B2CFD965D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3060460"/>
          <a:ext cx="2021396" cy="30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197">
                  <a:extLst>
                    <a:ext uri="{9D8B030D-6E8A-4147-A177-3AD203B41FA5}">
                      <a16:colId xmlns:a16="http://schemas.microsoft.com/office/drawing/2014/main" val="178228208"/>
                    </a:ext>
                  </a:extLst>
                </a:gridCol>
                <a:gridCol w="456057">
                  <a:extLst>
                    <a:ext uri="{9D8B030D-6E8A-4147-A177-3AD203B41FA5}">
                      <a16:colId xmlns:a16="http://schemas.microsoft.com/office/drawing/2014/main" val="514640341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3807375684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347605207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Register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Valid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Tag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Value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855663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67566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717070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R3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8068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8062439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9616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1653268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8406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7141418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960802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1068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</a:t>
                      </a:r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808428"/>
                  </a:ext>
                </a:extLst>
              </a:tr>
            </a:tbl>
          </a:graphicData>
        </a:graphic>
      </p:graphicFrame>
      <p:graphicFrame>
        <p:nvGraphicFramePr>
          <p:cNvPr id="186" name="Table 185">
            <a:extLst>
              <a:ext uri="{FF2B5EF4-FFF2-40B4-BE49-F238E27FC236}">
                <a16:creationId xmlns:a16="http://schemas.microsoft.com/office/drawing/2014/main" id="{BBC7C4D2-74EE-43DC-8465-104310E144B0}"/>
              </a:ext>
            </a:extLst>
          </p:cNvPr>
          <p:cNvGraphicFramePr>
            <a:graphicFrameLocks noGrp="1"/>
          </p:cNvGraphicFramePr>
          <p:nvPr/>
        </p:nvGraphicFramePr>
        <p:xfrm>
          <a:off x="5860859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sp>
        <p:nvSpPr>
          <p:cNvPr id="188" name="Flowchart: Process 187">
            <a:extLst>
              <a:ext uri="{FF2B5EF4-FFF2-40B4-BE49-F238E27FC236}">
                <a16:creationId xmlns:a16="http://schemas.microsoft.com/office/drawing/2014/main" id="{B5512064-C390-4C10-A6A9-E93CB49C7ACF}"/>
              </a:ext>
            </a:extLst>
          </p:cNvPr>
          <p:cNvSpPr/>
          <p:nvPr/>
        </p:nvSpPr>
        <p:spPr bwMode="auto">
          <a:xfrm>
            <a:off x="5105399" y="1351221"/>
            <a:ext cx="3733801" cy="324001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Broadcast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ADD’s tag (b)</a:t>
            </a:r>
            <a:endParaRPr kumimoji="0" lang="en-CH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1D4BA3-3614-4F59-83AE-F9516A1FAAA2}"/>
              </a:ext>
            </a:extLst>
          </p:cNvPr>
          <p:cNvSpPr txBox="1"/>
          <p:nvPr/>
        </p:nvSpPr>
        <p:spPr>
          <a:xfrm>
            <a:off x="6258302" y="1756678"/>
            <a:ext cx="258089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Check tag</a:t>
            </a:r>
            <a:endParaRPr kumimoji="0" lang="en-CH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D9F0786E-5DD5-4840-B134-1D126E311A3E}"/>
              </a:ext>
            </a:extLst>
          </p:cNvPr>
          <p:cNvSpPr txBox="1"/>
          <p:nvPr/>
        </p:nvSpPr>
        <p:spPr>
          <a:xfrm>
            <a:off x="6258302" y="2012428"/>
            <a:ext cx="258089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Check for invalidity</a:t>
            </a:r>
            <a:endParaRPr kumimoji="0" lang="en-CH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205" name="Connector: Elbow 204">
            <a:extLst>
              <a:ext uri="{FF2B5EF4-FFF2-40B4-BE49-F238E27FC236}">
                <a16:creationId xmlns:a16="http://schemas.microsoft.com/office/drawing/2014/main" id="{DAFBA58B-2D53-4493-A68D-BFFB8CAFC709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3531317" y="4572868"/>
            <a:ext cx="1011968" cy="180983"/>
          </a:xfrm>
          <a:prstGeom prst="bentConnector3">
            <a:avLst>
              <a:gd name="adj1" fmla="val 73880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: Elbow 205">
            <a:extLst>
              <a:ext uri="{FF2B5EF4-FFF2-40B4-BE49-F238E27FC236}">
                <a16:creationId xmlns:a16="http://schemas.microsoft.com/office/drawing/2014/main" id="{017DB998-7E28-4F9A-8B09-8176111E5CA9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4306144" y="4398132"/>
            <a:ext cx="1011970" cy="530459"/>
          </a:xfrm>
          <a:prstGeom prst="bentConnector3">
            <a:avLst>
              <a:gd name="adj1" fmla="val 75817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: Elbow 206">
            <a:extLst>
              <a:ext uri="{FF2B5EF4-FFF2-40B4-BE49-F238E27FC236}">
                <a16:creationId xmlns:a16="http://schemas.microsoft.com/office/drawing/2014/main" id="{6B38ED85-6E56-4F7F-8A81-8D8334C70648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2794170" y="4271194"/>
            <a:ext cx="1011968" cy="784331"/>
          </a:xfrm>
          <a:prstGeom prst="bentConnector3">
            <a:avLst>
              <a:gd name="adj1" fmla="val 73235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Flowchart: Process 208">
            <a:extLst>
              <a:ext uri="{FF2B5EF4-FFF2-40B4-BE49-F238E27FC236}">
                <a16:creationId xmlns:a16="http://schemas.microsoft.com/office/drawing/2014/main" id="{214EB8E2-9C82-4EB8-95E6-BFC7F02B0D21}"/>
              </a:ext>
            </a:extLst>
          </p:cNvPr>
          <p:cNvSpPr/>
          <p:nvPr/>
        </p:nvSpPr>
        <p:spPr bwMode="auto">
          <a:xfrm>
            <a:off x="5105399" y="951880"/>
            <a:ext cx="3733801" cy="324001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 in RS b is also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done</a:t>
            </a:r>
            <a:endParaRPr kumimoji="0" lang="en-CH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211" name="Flowchart: Process 210">
            <a:extLst>
              <a:ext uri="{FF2B5EF4-FFF2-40B4-BE49-F238E27FC236}">
                <a16:creationId xmlns:a16="http://schemas.microsoft.com/office/drawing/2014/main" id="{7012A58C-C830-400F-BBDB-CC0F5329B4B7}"/>
              </a:ext>
            </a:extLst>
          </p:cNvPr>
          <p:cNvSpPr/>
          <p:nvPr/>
        </p:nvSpPr>
        <p:spPr bwMode="auto">
          <a:xfrm>
            <a:off x="5105399" y="2367602"/>
            <a:ext cx="3733801" cy="324001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Broadcast ADD’s result (8)</a:t>
            </a:r>
            <a:endParaRPr kumimoji="0" lang="en-CH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A388525C-B90E-415A-9F03-7BF80E5D2EC2}"/>
              </a:ext>
            </a:extLst>
          </p:cNvPr>
          <p:cNvSpPr txBox="1"/>
          <p:nvPr/>
        </p:nvSpPr>
        <p:spPr>
          <a:xfrm>
            <a:off x="923942" y="4833151"/>
            <a:ext cx="438912" cy="237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1F7BA9F3-BAEC-4E60-A587-3D5E2B61614F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2172675" y="2312552"/>
            <a:ext cx="1912011" cy="3150653"/>
          </a:xfrm>
          <a:prstGeom prst="bentConnector3">
            <a:avLst>
              <a:gd name="adj1" fmla="val -16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TextBox 366">
            <a:extLst>
              <a:ext uri="{FF2B5EF4-FFF2-40B4-BE49-F238E27FC236}">
                <a16:creationId xmlns:a16="http://schemas.microsoft.com/office/drawing/2014/main" id="{AE20397A-A81F-4AAD-8C55-A0551E4B6B28}"/>
              </a:ext>
            </a:extLst>
          </p:cNvPr>
          <p:cNvSpPr txBox="1"/>
          <p:nvPr/>
        </p:nvSpPr>
        <p:spPr>
          <a:xfrm>
            <a:off x="6089736" y="3965556"/>
            <a:ext cx="299066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12C3EEEC-996A-45F3-AD10-E8FA26C272FE}"/>
              </a:ext>
            </a:extLst>
          </p:cNvPr>
          <p:cNvSpPr txBox="1"/>
          <p:nvPr/>
        </p:nvSpPr>
        <p:spPr>
          <a:xfrm>
            <a:off x="6789392" y="3969944"/>
            <a:ext cx="411480" cy="26161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8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CE5E4FAC-3D08-47CA-B88C-62C7BB6AB6D9}"/>
              </a:ext>
            </a:extLst>
          </p:cNvPr>
          <p:cNvSpPr txBox="1"/>
          <p:nvPr/>
        </p:nvSpPr>
        <p:spPr>
          <a:xfrm>
            <a:off x="6432214" y="3961812"/>
            <a:ext cx="338328" cy="228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9" name="Rectangle 48">
            <a:extLst>
              <a:ext uri="{FF2B5EF4-FFF2-40B4-BE49-F238E27FC236}">
                <a16:creationId xmlns:a16="http://schemas.microsoft.com/office/drawing/2014/main" id="{74CB8AA8-53B1-42D6-AC1F-C7D9FD6C7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6363" y="1831824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E</a:t>
            </a:r>
            <a:r>
              <a: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4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3" name="Rectangle 48">
            <a:extLst>
              <a:ext uri="{FF2B5EF4-FFF2-40B4-BE49-F238E27FC236}">
                <a16:creationId xmlns:a16="http://schemas.microsoft.com/office/drawing/2014/main" id="{A4385044-8579-4A24-831C-25088DDF4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6363" y="1579562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-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C64AC14-E014-40AF-A7A6-CC5BC5FA8A05}"/>
              </a:ext>
            </a:extLst>
          </p:cNvPr>
          <p:cNvSpPr txBox="1"/>
          <p:nvPr/>
        </p:nvSpPr>
        <p:spPr>
          <a:xfrm>
            <a:off x="4214459" y="5740728"/>
            <a:ext cx="2617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8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6C7D63D-475A-4A56-8B1F-C1CE4875C49E}"/>
              </a:ext>
            </a:extLst>
          </p:cNvPr>
          <p:cNvSpPr txBox="1"/>
          <p:nvPr/>
        </p:nvSpPr>
        <p:spPr>
          <a:xfrm>
            <a:off x="3781350" y="5740728"/>
            <a:ext cx="2617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b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4E0F02D7-EF35-46DE-9684-9A9B9689679F}"/>
              </a:ext>
            </a:extLst>
          </p:cNvPr>
          <p:cNvCxnSpPr>
            <a:cxnSpLocks/>
          </p:cNvCxnSpPr>
          <p:nvPr/>
        </p:nvCxnSpPr>
        <p:spPr bwMode="auto">
          <a:xfrm rot="16200000" flipV="1">
            <a:off x="1306792" y="3184584"/>
            <a:ext cx="2850600" cy="2345178"/>
          </a:xfrm>
          <a:prstGeom prst="bentConnector3">
            <a:avLst>
              <a:gd name="adj1" fmla="val -21487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64B38C6-505F-4A8A-9FCE-FF1D24E8976A}"/>
              </a:ext>
            </a:extLst>
          </p:cNvPr>
          <p:cNvSpPr/>
          <p:nvPr/>
        </p:nvSpPr>
        <p:spPr bwMode="auto">
          <a:xfrm>
            <a:off x="3707727" y="5847092"/>
            <a:ext cx="381000" cy="34547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b</a:t>
            </a:r>
            <a:endParaRPr kumimoji="0" 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DE8F9532-89A4-46B8-8CFC-610BE57CC15B}"/>
              </a:ext>
            </a:extLst>
          </p:cNvPr>
          <p:cNvCxnSpPr>
            <a:cxnSpLocks/>
            <a:stCxn id="114" idx="0"/>
          </p:cNvCxnSpPr>
          <p:nvPr/>
        </p:nvCxnSpPr>
        <p:spPr bwMode="auto">
          <a:xfrm rot="16200000" flipV="1">
            <a:off x="1803429" y="3198824"/>
            <a:ext cx="2739818" cy="2343990"/>
          </a:xfrm>
          <a:prstGeom prst="bentConnector3">
            <a:avLst>
              <a:gd name="adj1" fmla="val -25569"/>
            </a:avLst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AE4B254A-88EA-474E-B84B-3E832214DADA}"/>
              </a:ext>
            </a:extLst>
          </p:cNvPr>
          <p:cNvSpPr txBox="1"/>
          <p:nvPr/>
        </p:nvSpPr>
        <p:spPr>
          <a:xfrm>
            <a:off x="1758950" y="4833151"/>
            <a:ext cx="475488" cy="234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8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D3EDEFA6-B9EC-4B6F-90F1-68627E4E07E5}"/>
              </a:ext>
            </a:extLst>
          </p:cNvPr>
          <p:cNvSpPr/>
          <p:nvPr/>
        </p:nvSpPr>
        <p:spPr bwMode="auto">
          <a:xfrm>
            <a:off x="4157735" y="5847092"/>
            <a:ext cx="381000" cy="34547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8</a:t>
            </a:r>
            <a:endParaRPr kumimoji="0" 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2E3CB79E-9C17-4E58-BB41-6E01ADC1FFF1}"/>
              </a:ext>
            </a:extLst>
          </p:cNvPr>
          <p:cNvSpPr txBox="1"/>
          <p:nvPr/>
        </p:nvSpPr>
        <p:spPr>
          <a:xfrm>
            <a:off x="1381123" y="4829598"/>
            <a:ext cx="356616" cy="2377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CC99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1" name="Flowchart: Process 187">
            <a:extLst>
              <a:ext uri="{FF2B5EF4-FFF2-40B4-BE49-F238E27FC236}">
                <a16:creationId xmlns:a16="http://schemas.microsoft.com/office/drawing/2014/main" id="{D7D9E922-F7F8-A346-9DE3-401C008FFF40}"/>
              </a:ext>
            </a:extLst>
          </p:cNvPr>
          <p:cNvSpPr/>
          <p:nvPr/>
        </p:nvSpPr>
        <p:spPr bwMode="auto">
          <a:xfrm>
            <a:off x="3276600" y="6533999"/>
            <a:ext cx="5286456" cy="324001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MUL in 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</a:rPr>
              <a:t>RS y is still NOT ready to execute in the next cycle!</a:t>
            </a:r>
            <a:endParaRPr kumimoji="0" lang="en-CH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65635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87 -0.0007 L 1.11111E-6 0.05555 L -0.25504 0.05555 C -0.25538 -0.01435 -0.25556 -0.08426 -0.25573 -0.15394 " pathEditMode="relative" ptsTypes="AAAA">
                                      <p:cBhvr>
                                        <p:cTn id="5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9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500"/>
                            </p:stCondLst>
                            <p:childTnLst>
                              <p:par>
                                <p:cTn id="69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25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1" dur="25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" dur="25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25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0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500"/>
                            </p:stCondLst>
                            <p:childTnLst>
                              <p:par>
                                <p:cTn id="7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642 -0.15394 L -0.25573 -0.45023 L -0.03924 -0.45116 L -0.04011 -0.17315 " pathEditMode="relative" ptsTypes="AAAA">
                                      <p:cBhvr>
                                        <p:cTn id="8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5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000"/>
                            </p:stCondLst>
                            <p:childTnLst>
                              <p:par>
                                <p:cTn id="86" presetID="0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504 -0.45023 L 0.08941 -0.45116 L 0.08785 -0.17408 " pathEditMode="relative" ptsTypes="AAA">
                                      <p:cBhvr>
                                        <p:cTn id="8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90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500"/>
                            </p:stCondLst>
                            <p:childTnLst>
                              <p:par>
                                <p:cTn id="93" presetID="0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642 -0.44931 L 0.29427 -0.45023 L 0.29427 -0.27963 " pathEditMode="relative" ptsTypes="AAA">
                                      <p:cBhvr>
                                        <p:cTn id="9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1500"/>
                            </p:stCondLst>
                            <p:childTnLst>
                              <p:par>
                                <p:cTn id="9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1500"/>
                            </p:stCondLst>
                            <p:childTnLst>
                              <p:par>
                                <p:cTn id="99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250" autoRev="1" fill="remove"/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1" dur="250" autoRev="1" fill="remove"/>
                                        <p:tgtEl>
                                          <p:spTgt spid="3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" dur="250" autoRev="1" fill="remove"/>
                                        <p:tgtEl>
                                          <p:spTgt spid="3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250" autoRev="1" fill="remove"/>
                                        <p:tgtEl>
                                          <p:spTgt spid="3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5" presetID="0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427 -0.28449 C 0.29444 -0.24769 0.29462 -0.21111 0.29496 -0.17408 " pathEditMode="relative" ptsTypes="AA">
                                      <p:cBhvr>
                                        <p:cTn id="10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4000"/>
                            </p:stCondLst>
                            <p:childTnLst>
                              <p:par>
                                <p:cTn id="10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4500"/>
                            </p:stCondLst>
                            <p:childTnLst>
                              <p:par>
                                <p:cTn id="112" presetID="0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573 -0.45023 L 0.42361 -0.44931 C 0.42309 -0.35718 0.42257 -0.26505 0.42205 -0.17292 " pathEditMode="relative" ptsTypes="AAA">
                                      <p:cBhvr>
                                        <p:cTn id="11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6500"/>
                            </p:stCondLst>
                            <p:childTnLst>
                              <p:par>
                                <p:cTn id="11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255 L -0.00052 0.06134 L -0.25694 0.06018 L -0.25694 -0.15301 " pathEditMode="relative" ptsTypes="AAAA">
                                      <p:cBhvr>
                                        <p:cTn id="129" dur="2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000"/>
                            </p:stCondLst>
                            <p:childTnLst>
                              <p:par>
                                <p:cTn id="131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500"/>
                            </p:stCondLst>
                            <p:childTnLst>
                              <p:par>
                                <p:cTn id="140" presetID="0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694 -0.15579 L -0.25694 -0.43959 L 0.29011 -0.43959 C 0.29045 -0.38704 0.29063 -0.33426 0.29097 -0.28172 " pathEditMode="relative" ptsTypes="AAAA">
                                      <p:cBhvr>
                                        <p:cTn id="141" dur="2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4500"/>
                            </p:stCondLst>
                            <p:childTnLst>
                              <p:par>
                                <p:cTn id="1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0"/>
                            </p:stCondLst>
                            <p:childTnLst>
                              <p:par>
                                <p:cTn id="165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" grpId="0" animBg="1"/>
      <p:bldP spid="361" grpId="1" animBg="1"/>
      <p:bldP spid="361" grpId="2" animBg="1"/>
      <p:bldP spid="17" grpId="0" animBg="1"/>
      <p:bldP spid="17" grpId="1" animBg="1"/>
      <p:bldP spid="17" grpId="2" animBg="1"/>
      <p:bldP spid="188" grpId="0" animBg="1"/>
      <p:bldP spid="15" grpId="0"/>
      <p:bldP spid="15" grpId="1"/>
      <p:bldP spid="202" grpId="0"/>
      <p:bldP spid="209" grpId="0" animBg="1"/>
      <p:bldP spid="211" grpId="0" animBg="1"/>
      <p:bldP spid="212" grpId="0" animBg="1"/>
      <p:bldP spid="367" grpId="0" animBg="1"/>
      <p:bldP spid="366" grpId="0" animBg="1"/>
      <p:bldP spid="368" grpId="0" animBg="1"/>
      <p:bldP spid="109" grpId="0"/>
      <p:bldP spid="114" grpId="0"/>
      <p:bldP spid="114" grpId="1"/>
      <p:bldP spid="115" grpId="0"/>
      <p:bldP spid="115" grpId="1"/>
      <p:bldP spid="16" grpId="0" animBg="1"/>
      <p:bldP spid="16" grpId="1" animBg="1"/>
      <p:bldP spid="16" grpId="2" animBg="1"/>
      <p:bldP spid="16" grpId="3" animBg="1"/>
      <p:bldP spid="16" grpId="4" animBg="1"/>
      <p:bldP spid="16" grpId="5" animBg="1"/>
      <p:bldP spid="16" grpId="6" animBg="1"/>
      <p:bldP spid="16" grpId="7" animBg="1"/>
      <p:bldP spid="214" grpId="0" animBg="1"/>
      <p:bldP spid="219" grpId="0" animBg="1"/>
      <p:bldP spid="219" grpId="1" animBg="1"/>
      <p:bldP spid="219" grpId="2" animBg="1"/>
      <p:bldP spid="219" grpId="3" animBg="1"/>
      <p:bldP spid="219" grpId="4" animBg="1"/>
      <p:bldP spid="213" grpId="0" animBg="1"/>
      <p:bldP spid="1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86">
            <a:extLst>
              <a:ext uri="{FF2B5EF4-FFF2-40B4-BE49-F238E27FC236}">
                <a16:creationId xmlns:a16="http://schemas.microsoft.com/office/drawing/2014/main" id="{03AD9D1E-CA53-446C-B72A-DCA5CD30CABA}"/>
              </a:ext>
            </a:extLst>
          </p:cNvPr>
          <p:cNvSpPr/>
          <p:nvPr/>
        </p:nvSpPr>
        <p:spPr bwMode="auto">
          <a:xfrm>
            <a:off x="4572000" y="951055"/>
            <a:ext cx="331200" cy="1918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FDBD3-8031-42D6-80CF-FE05E4EE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dirty="0"/>
              <a:t>Cycle 8 (Third Slide)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BFAF7-D375-4D96-BA5E-AF0327B958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A640EF-F0E2-4E49-9455-7E266BCEBB7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4AA7E21-7B39-4D87-8095-EBAAA1B5887A}"/>
              </a:ext>
            </a:extLst>
          </p:cNvPr>
          <p:cNvGrpSpPr/>
          <p:nvPr/>
        </p:nvGrpSpPr>
        <p:grpSpPr>
          <a:xfrm>
            <a:off x="3398728" y="4989344"/>
            <a:ext cx="1449705" cy="798651"/>
            <a:chOff x="6998109" y="2092803"/>
            <a:chExt cx="3805084" cy="2096244"/>
          </a:xfrm>
        </p:grpSpPr>
        <p:sp>
          <p:nvSpPr>
            <p:cNvPr id="20" name="Flowchart: Manual Operation 19">
              <a:extLst>
                <a:ext uri="{FF2B5EF4-FFF2-40B4-BE49-F238E27FC236}">
                  <a16:creationId xmlns:a16="http://schemas.microsoft.com/office/drawing/2014/main" id="{D9788A89-F980-424B-B3EA-FD96B8BD3A8E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+</a:t>
              </a:r>
              <a:endParaRPr kumimoji="0" lang="en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1E8E30-D2BE-4453-842F-BFE9A1A107DA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9DD9CB-A55D-427D-99E0-64627FC8AE38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ECA4318-6D66-4D09-AE89-D97B30539D8A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A79CD7C-A37E-433C-B255-46FD6FEBCF89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84043F-213C-4FA2-A503-A68507FB5934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B88D05-5CA0-48B4-9863-D2A4299DDDA4}"/>
              </a:ext>
            </a:extLst>
          </p:cNvPr>
          <p:cNvGrpSpPr/>
          <p:nvPr/>
        </p:nvGrpSpPr>
        <p:grpSpPr>
          <a:xfrm>
            <a:off x="6477000" y="4989344"/>
            <a:ext cx="1449705" cy="795474"/>
            <a:chOff x="6998109" y="2101142"/>
            <a:chExt cx="3805084" cy="2087904"/>
          </a:xfrm>
        </p:grpSpPr>
        <p:sp>
          <p:nvSpPr>
            <p:cNvPr id="27" name="Flowchart: Manual Operation 26">
              <a:extLst>
                <a:ext uri="{FF2B5EF4-FFF2-40B4-BE49-F238E27FC236}">
                  <a16:creationId xmlns:a16="http://schemas.microsoft.com/office/drawing/2014/main" id="{697BEE34-7099-4A97-B1AC-C9CE1D11B917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∗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4EB639-D558-45E4-9466-BDE2F8372937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5582676-F310-42D3-80E5-0D91022531B7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D48D83-B4BE-48B5-9027-5A30266F2B1B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4A397-3F5E-43B7-A316-493D0DF44868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5A5D3E-8DEE-420C-BF49-4FDB538C5A67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7" name="Rectangle 48">
            <a:extLst>
              <a:ext uri="{FF2B5EF4-FFF2-40B4-BE49-F238E27FC236}">
                <a16:creationId xmlns:a16="http://schemas.microsoft.com/office/drawing/2014/main" id="{5C3374E5-8F34-4259-A78D-063086340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6363" y="1327562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E</a:t>
            </a:r>
            <a:r>
              <a: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6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28" name="Rectangle 29">
            <a:extLst>
              <a:ext uri="{FF2B5EF4-FFF2-40B4-BE49-F238E27FC236}">
                <a16:creationId xmlns:a16="http://schemas.microsoft.com/office/drawing/2014/main" id="{3E826BE3-D567-465F-AB3E-FC6CEEBF6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6363" y="1004738"/>
            <a:ext cx="331200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8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29" name="Rectangle 48">
            <a:extLst>
              <a:ext uri="{FF2B5EF4-FFF2-40B4-BE49-F238E27FC236}">
                <a16:creationId xmlns:a16="http://schemas.microsoft.com/office/drawing/2014/main" id="{040D80C0-C403-44E9-99ED-17593D1C7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6363" y="1579562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-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0" name="Rectangle 48">
            <a:extLst>
              <a:ext uri="{FF2B5EF4-FFF2-40B4-BE49-F238E27FC236}">
                <a16:creationId xmlns:a16="http://schemas.microsoft.com/office/drawing/2014/main" id="{47CF507F-CAA1-4948-A616-409E3C4BB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6363" y="1831824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E</a:t>
            </a:r>
            <a:r>
              <a: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4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1" name="Rectangle 48">
            <a:extLst>
              <a:ext uri="{FF2B5EF4-FFF2-40B4-BE49-F238E27FC236}">
                <a16:creationId xmlns:a16="http://schemas.microsoft.com/office/drawing/2014/main" id="{2F3AA7DD-61BD-42A2-AB2E-E4EBE7F7B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6363" y="2083593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E</a:t>
            </a:r>
            <a:r>
              <a: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3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2" name="Rectangle 48">
            <a:extLst>
              <a:ext uri="{FF2B5EF4-FFF2-40B4-BE49-F238E27FC236}">
                <a16:creationId xmlns:a16="http://schemas.microsoft.com/office/drawing/2014/main" id="{9EBA70D1-8405-47BD-A9C1-C3226FA13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6363" y="2335593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-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3" name="Rectangle 48">
            <a:extLst>
              <a:ext uri="{FF2B5EF4-FFF2-40B4-BE49-F238E27FC236}">
                <a16:creationId xmlns:a16="http://schemas.microsoft.com/office/drawing/2014/main" id="{0810E8DA-8DC3-4FE5-9A89-90A722B45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6363" y="2587855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-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BC666277-2CBB-46EC-838E-0C7B13DB300E}"/>
              </a:ext>
            </a:extLst>
          </p:cNvPr>
          <p:cNvGrpSpPr/>
          <p:nvPr/>
        </p:nvGrpSpPr>
        <p:grpSpPr>
          <a:xfrm>
            <a:off x="4244893" y="1004738"/>
            <a:ext cx="331200" cy="1835117"/>
            <a:chOff x="5410200" y="1004738"/>
            <a:chExt cx="331200" cy="1835117"/>
          </a:xfrm>
        </p:grpSpPr>
        <p:sp>
          <p:nvSpPr>
            <p:cNvPr id="335" name="Rectangle 48">
              <a:extLst>
                <a:ext uri="{FF2B5EF4-FFF2-40B4-BE49-F238E27FC236}">
                  <a16:creationId xmlns:a16="http://schemas.microsoft.com/office/drawing/2014/main" id="{297F945E-8439-4238-B96E-115E46847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6" name="Rectangle 29">
              <a:extLst>
                <a:ext uri="{FF2B5EF4-FFF2-40B4-BE49-F238E27FC236}">
                  <a16:creationId xmlns:a16="http://schemas.microsoft.com/office/drawing/2014/main" id="{234ED10A-8BF0-43DC-B80F-E1C978196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7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7" name="Rectangle 48">
              <a:extLst>
                <a:ext uri="{FF2B5EF4-FFF2-40B4-BE49-F238E27FC236}">
                  <a16:creationId xmlns:a16="http://schemas.microsoft.com/office/drawing/2014/main" id="{387A1859-590F-4BE2-810A-4A6E69651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48">
              <a:extLst>
                <a:ext uri="{FF2B5EF4-FFF2-40B4-BE49-F238E27FC236}">
                  <a16:creationId xmlns:a16="http://schemas.microsoft.com/office/drawing/2014/main" id="{EF5B30EB-E433-4708-91AE-AA87A2BC6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9" name="Rectangle 48">
              <a:extLst>
                <a:ext uri="{FF2B5EF4-FFF2-40B4-BE49-F238E27FC236}">
                  <a16:creationId xmlns:a16="http://schemas.microsoft.com/office/drawing/2014/main" id="{6EF03208-866E-4C87-9D31-A40DD67D4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0" name="Rectangle 48">
              <a:extLst>
                <a:ext uri="{FF2B5EF4-FFF2-40B4-BE49-F238E27FC236}">
                  <a16:creationId xmlns:a16="http://schemas.microsoft.com/office/drawing/2014/main" id="{3589C470-B0A0-4CDD-8141-D072CE5F5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1" name="Rectangle 48">
              <a:extLst>
                <a:ext uri="{FF2B5EF4-FFF2-40B4-BE49-F238E27FC236}">
                  <a16:creationId xmlns:a16="http://schemas.microsoft.com/office/drawing/2014/main" id="{6B64D656-AA6D-4CF1-A146-1DF571C71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35D5D976-C5CB-4915-A940-F1F859F0DCEB}"/>
              </a:ext>
            </a:extLst>
          </p:cNvPr>
          <p:cNvGrpSpPr/>
          <p:nvPr/>
        </p:nvGrpSpPr>
        <p:grpSpPr>
          <a:xfrm>
            <a:off x="3909615" y="1004738"/>
            <a:ext cx="331200" cy="1835117"/>
            <a:chOff x="5410200" y="1004738"/>
            <a:chExt cx="331200" cy="1835117"/>
          </a:xfrm>
        </p:grpSpPr>
        <p:sp>
          <p:nvSpPr>
            <p:cNvPr id="343" name="Rectangle 48">
              <a:extLst>
                <a:ext uri="{FF2B5EF4-FFF2-40B4-BE49-F238E27FC236}">
                  <a16:creationId xmlns:a16="http://schemas.microsoft.com/office/drawing/2014/main" id="{DB108FB9-796F-4D35-BC0A-CC0464243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Rectangle 29">
              <a:extLst>
                <a:ext uri="{FF2B5EF4-FFF2-40B4-BE49-F238E27FC236}">
                  <a16:creationId xmlns:a16="http://schemas.microsoft.com/office/drawing/2014/main" id="{B433B9A4-94B1-4C87-A6E1-55518397A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Rectangle 48">
              <a:extLst>
                <a:ext uri="{FF2B5EF4-FFF2-40B4-BE49-F238E27FC236}">
                  <a16:creationId xmlns:a16="http://schemas.microsoft.com/office/drawing/2014/main" id="{01CE9CD9-3BA8-48AF-97F3-8DBD484E4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Rectangle 48">
              <a:extLst>
                <a:ext uri="{FF2B5EF4-FFF2-40B4-BE49-F238E27FC236}">
                  <a16:creationId xmlns:a16="http://schemas.microsoft.com/office/drawing/2014/main" id="{615243F1-AB54-43A6-B06A-0C6CE1214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Rectangle 48">
              <a:extLst>
                <a:ext uri="{FF2B5EF4-FFF2-40B4-BE49-F238E27FC236}">
                  <a16:creationId xmlns:a16="http://schemas.microsoft.com/office/drawing/2014/main" id="{28949A8F-4EB4-4CC9-BBAF-C67DBBE38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Rectangle 48">
              <a:extLst>
                <a:ext uri="{FF2B5EF4-FFF2-40B4-BE49-F238E27FC236}">
                  <a16:creationId xmlns:a16="http://schemas.microsoft.com/office/drawing/2014/main" id="{B8EFCFE0-6C94-4A1A-8750-7EBCECD3A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Rectangle 48">
              <a:extLst>
                <a:ext uri="{FF2B5EF4-FFF2-40B4-BE49-F238E27FC236}">
                  <a16:creationId xmlns:a16="http://schemas.microsoft.com/office/drawing/2014/main" id="{B3BB5F8C-F65C-4C77-9345-C1A084715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F64DB39A-2EDA-4EE0-89CA-B7E7863F05E0}"/>
              </a:ext>
            </a:extLst>
          </p:cNvPr>
          <p:cNvGrpSpPr/>
          <p:nvPr/>
        </p:nvGrpSpPr>
        <p:grpSpPr>
          <a:xfrm>
            <a:off x="3578145" y="1004738"/>
            <a:ext cx="331200" cy="1835117"/>
            <a:chOff x="5410200" y="1004738"/>
            <a:chExt cx="331200" cy="1835117"/>
          </a:xfrm>
        </p:grpSpPr>
        <p:sp>
          <p:nvSpPr>
            <p:cNvPr id="351" name="Rectangle 48">
              <a:extLst>
                <a:ext uri="{FF2B5EF4-FFF2-40B4-BE49-F238E27FC236}">
                  <a16:creationId xmlns:a16="http://schemas.microsoft.com/office/drawing/2014/main" id="{948C3007-FCCB-4C6E-AC3E-7A3E53F18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9">
              <a:extLst>
                <a:ext uri="{FF2B5EF4-FFF2-40B4-BE49-F238E27FC236}">
                  <a16:creationId xmlns:a16="http://schemas.microsoft.com/office/drawing/2014/main" id="{99A1184C-590C-48A6-B563-6107C0ED8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3" name="Rectangle 48">
              <a:extLst>
                <a:ext uri="{FF2B5EF4-FFF2-40B4-BE49-F238E27FC236}">
                  <a16:creationId xmlns:a16="http://schemas.microsoft.com/office/drawing/2014/main" id="{F7C02F4A-2BDB-4EDC-B5CD-C21DA4AA5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4" name="Rectangle 48">
              <a:extLst>
                <a:ext uri="{FF2B5EF4-FFF2-40B4-BE49-F238E27FC236}">
                  <a16:creationId xmlns:a16="http://schemas.microsoft.com/office/drawing/2014/main" id="{BDA0FFCA-B617-4185-A4E4-C01BE10E6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5" name="Rectangle 48">
              <a:extLst>
                <a:ext uri="{FF2B5EF4-FFF2-40B4-BE49-F238E27FC236}">
                  <a16:creationId xmlns:a16="http://schemas.microsoft.com/office/drawing/2014/main" id="{D0A0FC86-ADFC-4188-A139-A27828021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6" name="Rectangle 48">
              <a:extLst>
                <a:ext uri="{FF2B5EF4-FFF2-40B4-BE49-F238E27FC236}">
                  <a16:creationId xmlns:a16="http://schemas.microsoft.com/office/drawing/2014/main" id="{C1B0E32B-96BA-4122-95E4-2EEAEF749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7" name="Rectangle 48">
              <a:extLst>
                <a:ext uri="{FF2B5EF4-FFF2-40B4-BE49-F238E27FC236}">
                  <a16:creationId xmlns:a16="http://schemas.microsoft.com/office/drawing/2014/main" id="{1BCD692A-E03D-446D-805F-8727CCA16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D0D0D1D7-221D-499B-A7D7-74C40B469889}"/>
              </a:ext>
            </a:extLst>
          </p:cNvPr>
          <p:cNvGrpSpPr/>
          <p:nvPr/>
        </p:nvGrpSpPr>
        <p:grpSpPr>
          <a:xfrm>
            <a:off x="3248214" y="1004738"/>
            <a:ext cx="331200" cy="1835117"/>
            <a:chOff x="5410200" y="1004738"/>
            <a:chExt cx="331200" cy="1835117"/>
          </a:xfrm>
        </p:grpSpPr>
        <p:sp>
          <p:nvSpPr>
            <p:cNvPr id="391" name="Rectangle 48">
              <a:extLst>
                <a:ext uri="{FF2B5EF4-FFF2-40B4-BE49-F238E27FC236}">
                  <a16:creationId xmlns:a16="http://schemas.microsoft.com/office/drawing/2014/main" id="{142C9FB2-4DFA-45FE-9967-3D16C5807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2" name="Rectangle 29">
              <a:extLst>
                <a:ext uri="{FF2B5EF4-FFF2-40B4-BE49-F238E27FC236}">
                  <a16:creationId xmlns:a16="http://schemas.microsoft.com/office/drawing/2014/main" id="{13C845B4-BBD0-4E88-86A5-1201EC939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3" name="Rectangle 48">
              <a:extLst>
                <a:ext uri="{FF2B5EF4-FFF2-40B4-BE49-F238E27FC236}">
                  <a16:creationId xmlns:a16="http://schemas.microsoft.com/office/drawing/2014/main" id="{4FC63368-BB30-4160-8128-E1956EDEE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4" name="Rectangle 48">
              <a:extLst>
                <a:ext uri="{FF2B5EF4-FFF2-40B4-BE49-F238E27FC236}">
                  <a16:creationId xmlns:a16="http://schemas.microsoft.com/office/drawing/2014/main" id="{5A872067-9D5D-455D-B495-E18252EE3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5" name="Rectangle 48">
              <a:extLst>
                <a:ext uri="{FF2B5EF4-FFF2-40B4-BE49-F238E27FC236}">
                  <a16:creationId xmlns:a16="http://schemas.microsoft.com/office/drawing/2014/main" id="{EB1BAB0E-8365-4C09-B376-99F62A1D9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48">
              <a:extLst>
                <a:ext uri="{FF2B5EF4-FFF2-40B4-BE49-F238E27FC236}">
                  <a16:creationId xmlns:a16="http://schemas.microsoft.com/office/drawing/2014/main" id="{CABB04FE-6DE0-4414-A1A8-D9186CBEA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Rectangle 48">
              <a:extLst>
                <a:ext uri="{FF2B5EF4-FFF2-40B4-BE49-F238E27FC236}">
                  <a16:creationId xmlns:a16="http://schemas.microsoft.com/office/drawing/2014/main" id="{D449F55E-6A28-4068-9352-3D600B69D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83D1EE34-BD69-4228-8815-3E2F99EC7E75}"/>
              </a:ext>
            </a:extLst>
          </p:cNvPr>
          <p:cNvGrpSpPr/>
          <p:nvPr/>
        </p:nvGrpSpPr>
        <p:grpSpPr>
          <a:xfrm>
            <a:off x="2916744" y="1004738"/>
            <a:ext cx="331200" cy="1835117"/>
            <a:chOff x="5410200" y="1004738"/>
            <a:chExt cx="331200" cy="1835117"/>
          </a:xfrm>
        </p:grpSpPr>
        <p:sp>
          <p:nvSpPr>
            <p:cNvPr id="399" name="Rectangle 48">
              <a:extLst>
                <a:ext uri="{FF2B5EF4-FFF2-40B4-BE49-F238E27FC236}">
                  <a16:creationId xmlns:a16="http://schemas.microsoft.com/office/drawing/2014/main" id="{CDFC79D4-F0D6-4806-BBCC-A199E0E36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0" name="Rectangle 29">
              <a:extLst>
                <a:ext uri="{FF2B5EF4-FFF2-40B4-BE49-F238E27FC236}">
                  <a16:creationId xmlns:a16="http://schemas.microsoft.com/office/drawing/2014/main" id="{8456C1BF-C019-45CA-9136-7AF43E602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Rectangle 48">
              <a:extLst>
                <a:ext uri="{FF2B5EF4-FFF2-40B4-BE49-F238E27FC236}">
                  <a16:creationId xmlns:a16="http://schemas.microsoft.com/office/drawing/2014/main" id="{603066F0-C071-4BB9-915E-ED891C4BA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Rectangle 48">
              <a:extLst>
                <a:ext uri="{FF2B5EF4-FFF2-40B4-BE49-F238E27FC236}">
                  <a16:creationId xmlns:a16="http://schemas.microsoft.com/office/drawing/2014/main" id="{970BA58B-509E-4458-8B4B-FA40620B2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3" name="Rectangle 48">
              <a:extLst>
                <a:ext uri="{FF2B5EF4-FFF2-40B4-BE49-F238E27FC236}">
                  <a16:creationId xmlns:a16="http://schemas.microsoft.com/office/drawing/2014/main" id="{ACFC700F-1EF3-4765-B4A7-89DB13F1E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48">
              <a:extLst>
                <a:ext uri="{FF2B5EF4-FFF2-40B4-BE49-F238E27FC236}">
                  <a16:creationId xmlns:a16="http://schemas.microsoft.com/office/drawing/2014/main" id="{62E8CF34-1D1A-44E1-81AE-291184DC8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5" name="Rectangle 48">
              <a:extLst>
                <a:ext uri="{FF2B5EF4-FFF2-40B4-BE49-F238E27FC236}">
                  <a16:creationId xmlns:a16="http://schemas.microsoft.com/office/drawing/2014/main" id="{6B08EDC5-DFB0-47A0-8E71-4AD7900E0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04D9F499-8E91-4BB3-880A-CCC85C9720BB}"/>
              </a:ext>
            </a:extLst>
          </p:cNvPr>
          <p:cNvGrpSpPr/>
          <p:nvPr/>
        </p:nvGrpSpPr>
        <p:grpSpPr>
          <a:xfrm>
            <a:off x="2581466" y="1004738"/>
            <a:ext cx="331200" cy="1835117"/>
            <a:chOff x="5410200" y="1004738"/>
            <a:chExt cx="331200" cy="1835117"/>
          </a:xfrm>
        </p:grpSpPr>
        <p:sp>
          <p:nvSpPr>
            <p:cNvPr id="407" name="Rectangle 48">
              <a:extLst>
                <a:ext uri="{FF2B5EF4-FFF2-40B4-BE49-F238E27FC236}">
                  <a16:creationId xmlns:a16="http://schemas.microsoft.com/office/drawing/2014/main" id="{27B534A0-1731-4C7B-AC8C-3E952B8E9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8" name="Rectangle 29">
              <a:extLst>
                <a:ext uri="{FF2B5EF4-FFF2-40B4-BE49-F238E27FC236}">
                  <a16:creationId xmlns:a16="http://schemas.microsoft.com/office/drawing/2014/main" id="{19AE8AE4-23C5-411E-A72A-CF7583142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Rectangle 48">
              <a:extLst>
                <a:ext uri="{FF2B5EF4-FFF2-40B4-BE49-F238E27FC236}">
                  <a16:creationId xmlns:a16="http://schemas.microsoft.com/office/drawing/2014/main" id="{D60C497F-5863-432A-872C-7CC5B7AB8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Rectangle 48">
              <a:extLst>
                <a:ext uri="{FF2B5EF4-FFF2-40B4-BE49-F238E27FC236}">
                  <a16:creationId xmlns:a16="http://schemas.microsoft.com/office/drawing/2014/main" id="{259E1573-4CCB-4122-9F76-DDF3F9C6E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Rectangle 48">
              <a:extLst>
                <a:ext uri="{FF2B5EF4-FFF2-40B4-BE49-F238E27FC236}">
                  <a16:creationId xmlns:a16="http://schemas.microsoft.com/office/drawing/2014/main" id="{E7AD8661-72B6-434D-BAAE-A37760DEA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Rectangle 48">
              <a:extLst>
                <a:ext uri="{FF2B5EF4-FFF2-40B4-BE49-F238E27FC236}">
                  <a16:creationId xmlns:a16="http://schemas.microsoft.com/office/drawing/2014/main" id="{FFDF3ED4-98B5-48BE-80CC-22D8F973F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Rectangle 48">
              <a:extLst>
                <a:ext uri="{FF2B5EF4-FFF2-40B4-BE49-F238E27FC236}">
                  <a16:creationId xmlns:a16="http://schemas.microsoft.com/office/drawing/2014/main" id="{B05C23C0-D121-4693-B294-D836B1DE4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D168BC2F-0974-4F0A-BFFB-E18AAB4F1C15}"/>
              </a:ext>
            </a:extLst>
          </p:cNvPr>
          <p:cNvGrpSpPr/>
          <p:nvPr/>
        </p:nvGrpSpPr>
        <p:grpSpPr>
          <a:xfrm>
            <a:off x="2249996" y="1004738"/>
            <a:ext cx="331200" cy="1835117"/>
            <a:chOff x="5410200" y="1004738"/>
            <a:chExt cx="331200" cy="1835117"/>
          </a:xfrm>
        </p:grpSpPr>
        <p:sp>
          <p:nvSpPr>
            <p:cNvPr id="415" name="Rectangle 48">
              <a:extLst>
                <a:ext uri="{FF2B5EF4-FFF2-40B4-BE49-F238E27FC236}">
                  <a16:creationId xmlns:a16="http://schemas.microsoft.com/office/drawing/2014/main" id="{DF6050E3-65BA-4872-BF70-2695E8DD5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Rectangle 29">
              <a:extLst>
                <a:ext uri="{FF2B5EF4-FFF2-40B4-BE49-F238E27FC236}">
                  <a16:creationId xmlns:a16="http://schemas.microsoft.com/office/drawing/2014/main" id="{E633F1E3-BF51-4A22-A2FE-6031B8D6A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7" name="Rectangle 48">
              <a:extLst>
                <a:ext uri="{FF2B5EF4-FFF2-40B4-BE49-F238E27FC236}">
                  <a16:creationId xmlns:a16="http://schemas.microsoft.com/office/drawing/2014/main" id="{D4FCBAF0-A16A-4869-AC17-83637C14C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48">
              <a:extLst>
                <a:ext uri="{FF2B5EF4-FFF2-40B4-BE49-F238E27FC236}">
                  <a16:creationId xmlns:a16="http://schemas.microsoft.com/office/drawing/2014/main" id="{65EE864A-41B2-4B33-9FF8-1150A7CF8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9" name="Rectangle 48">
              <a:extLst>
                <a:ext uri="{FF2B5EF4-FFF2-40B4-BE49-F238E27FC236}">
                  <a16:creationId xmlns:a16="http://schemas.microsoft.com/office/drawing/2014/main" id="{65D34BCB-11DF-4DD0-BF8B-DE25D4AE1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0" name="Rectangle 48">
              <a:extLst>
                <a:ext uri="{FF2B5EF4-FFF2-40B4-BE49-F238E27FC236}">
                  <a16:creationId xmlns:a16="http://schemas.microsoft.com/office/drawing/2014/main" id="{18D60625-9BC7-4C6D-99B1-E813F3C54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48">
              <a:extLst>
                <a:ext uri="{FF2B5EF4-FFF2-40B4-BE49-F238E27FC236}">
                  <a16:creationId xmlns:a16="http://schemas.microsoft.com/office/drawing/2014/main" id="{FC1191EF-0526-421E-9971-AA816F7AF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25" name="Rectangle 29">
            <a:extLst>
              <a:ext uri="{FF2B5EF4-FFF2-40B4-BE49-F238E27FC236}">
                <a16:creationId xmlns:a16="http://schemas.microsoft.com/office/drawing/2014/main" id="{AED3A31C-147D-48A2-BB70-585A3895D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2" y="1004752"/>
            <a:ext cx="724441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Cycle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183" name="Table 182">
            <a:extLst>
              <a:ext uri="{FF2B5EF4-FFF2-40B4-BE49-F238E27FC236}">
                <a16:creationId xmlns:a16="http://schemas.microsoft.com/office/drawing/2014/main" id="{EC8722A4-BC07-4377-AF70-204E93F2B8BB}"/>
              </a:ext>
            </a:extLst>
          </p:cNvPr>
          <p:cNvGraphicFramePr>
            <a:graphicFrameLocks noGrp="1"/>
          </p:cNvGraphicFramePr>
          <p:nvPr/>
        </p:nvGraphicFramePr>
        <p:xfrm>
          <a:off x="221457" y="1347785"/>
          <a:ext cx="2013700" cy="1521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68285122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6171413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6253014"/>
                    </a:ext>
                  </a:extLst>
                </a:gridCol>
                <a:gridCol w="465700">
                  <a:extLst>
                    <a:ext uri="{9D8B030D-6E8A-4147-A177-3AD203B41FA5}">
                      <a16:colId xmlns:a16="http://schemas.microsoft.com/office/drawing/2014/main" val="3517611654"/>
                    </a:ext>
                  </a:extLst>
                </a:gridCol>
              </a:tblGrid>
              <a:tr h="171963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R1, R2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241112"/>
                  </a:ext>
                </a:extLst>
              </a:tr>
              <a:tr h="27449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R3, R4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7394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R2, R6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21130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R8, R9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26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R7, 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14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R5, 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8953267"/>
                  </a:ext>
                </a:extLst>
              </a:tr>
            </a:tbl>
          </a:graphicData>
        </a:graphic>
      </p:graphicFrame>
      <p:graphicFrame>
        <p:nvGraphicFramePr>
          <p:cNvPr id="186" name="Table 185">
            <a:extLst>
              <a:ext uri="{FF2B5EF4-FFF2-40B4-BE49-F238E27FC236}">
                <a16:creationId xmlns:a16="http://schemas.microsoft.com/office/drawing/2014/main" id="{BBC7C4D2-74EE-43DC-8465-104310E144B0}"/>
              </a:ext>
            </a:extLst>
          </p:cNvPr>
          <p:cNvGraphicFramePr>
            <a:graphicFrameLocks noGrp="1"/>
          </p:cNvGraphicFramePr>
          <p:nvPr/>
        </p:nvGraphicFramePr>
        <p:xfrm>
          <a:off x="5860859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graphicFrame>
        <p:nvGraphicFramePr>
          <p:cNvPr id="115" name="Table 114">
            <a:extLst>
              <a:ext uri="{FF2B5EF4-FFF2-40B4-BE49-F238E27FC236}">
                <a16:creationId xmlns:a16="http://schemas.microsoft.com/office/drawing/2014/main" id="{A978F702-E64E-48EF-AF8C-58D888D87FCC}"/>
              </a:ext>
            </a:extLst>
          </p:cNvPr>
          <p:cNvGraphicFramePr>
            <a:graphicFrameLocks noGrp="1"/>
          </p:cNvGraphicFramePr>
          <p:nvPr/>
        </p:nvGraphicFramePr>
        <p:xfrm>
          <a:off x="2805320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graphicFrame>
        <p:nvGraphicFramePr>
          <p:cNvPr id="116" name="Table 115">
            <a:extLst>
              <a:ext uri="{FF2B5EF4-FFF2-40B4-BE49-F238E27FC236}">
                <a16:creationId xmlns:a16="http://schemas.microsoft.com/office/drawing/2014/main" id="{BBC7E600-2A0A-4C6A-8D7B-5C101977AC90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3060460"/>
          <a:ext cx="2021396" cy="30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197">
                  <a:extLst>
                    <a:ext uri="{9D8B030D-6E8A-4147-A177-3AD203B41FA5}">
                      <a16:colId xmlns:a16="http://schemas.microsoft.com/office/drawing/2014/main" val="178228208"/>
                    </a:ext>
                  </a:extLst>
                </a:gridCol>
                <a:gridCol w="456057">
                  <a:extLst>
                    <a:ext uri="{9D8B030D-6E8A-4147-A177-3AD203B41FA5}">
                      <a16:colId xmlns:a16="http://schemas.microsoft.com/office/drawing/2014/main" val="514640341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3807375684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347605207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Register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Valid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Tag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Value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855663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67566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717070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R3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8068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8062439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9616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1653268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8406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7141418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960802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1068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</a:t>
                      </a:r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808428"/>
                  </a:ext>
                </a:extLst>
              </a:tr>
            </a:tbl>
          </a:graphicData>
        </a:graphic>
      </p:graphicFrame>
      <p:sp>
        <p:nvSpPr>
          <p:cNvPr id="138" name="TextBox 137">
            <a:extLst>
              <a:ext uri="{FF2B5EF4-FFF2-40B4-BE49-F238E27FC236}">
                <a16:creationId xmlns:a16="http://schemas.microsoft.com/office/drawing/2014/main" id="{155568ED-41AC-41FF-950A-BC5A3B9DE763}"/>
              </a:ext>
            </a:extLst>
          </p:cNvPr>
          <p:cNvSpPr txBox="1"/>
          <p:nvPr/>
        </p:nvSpPr>
        <p:spPr>
          <a:xfrm>
            <a:off x="1381479" y="4832748"/>
            <a:ext cx="356616" cy="2377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CC99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2FADCDE5-97A7-48AB-A1AE-AFD320C495ED}"/>
              </a:ext>
            </a:extLst>
          </p:cNvPr>
          <p:cNvSpPr/>
          <p:nvPr/>
        </p:nvSpPr>
        <p:spPr>
          <a:xfrm>
            <a:off x="210753" y="6508393"/>
            <a:ext cx="3262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MUL: 6 cycles,  ADD</a:t>
            </a:r>
            <a:r>
              <a:rPr lang="zh-CN" altLang="en-US" dirty="0"/>
              <a:t>：</a:t>
            </a:r>
            <a:r>
              <a:rPr lang="en-US" altLang="zh-CN" dirty="0"/>
              <a:t> 4 cycle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17118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" grpId="0"/>
      <p:bldP spid="332" grpId="0"/>
      <p:bldP spid="33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194">
            <a:extLst>
              <a:ext uri="{FF2B5EF4-FFF2-40B4-BE49-F238E27FC236}">
                <a16:creationId xmlns:a16="http://schemas.microsoft.com/office/drawing/2014/main" id="{23E3D520-AB43-4A0D-AD56-5DFEDC5D14A7}"/>
              </a:ext>
            </a:extLst>
          </p:cNvPr>
          <p:cNvSpPr/>
          <p:nvPr/>
        </p:nvSpPr>
        <p:spPr bwMode="auto">
          <a:xfrm>
            <a:off x="4897572" y="951055"/>
            <a:ext cx="331200" cy="1918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FDBD3-8031-42D6-80CF-FE05E4EE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dirty="0"/>
              <a:t>Cycle 9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BFAF7-D375-4D96-BA5E-AF0327B958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A640EF-F0E2-4E49-9455-7E266BCEBB7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4AA7E21-7B39-4D87-8095-EBAAA1B5887A}"/>
              </a:ext>
            </a:extLst>
          </p:cNvPr>
          <p:cNvGrpSpPr/>
          <p:nvPr/>
        </p:nvGrpSpPr>
        <p:grpSpPr>
          <a:xfrm>
            <a:off x="3398728" y="4989344"/>
            <a:ext cx="1449705" cy="798651"/>
            <a:chOff x="6998109" y="2092803"/>
            <a:chExt cx="3805084" cy="2096244"/>
          </a:xfrm>
        </p:grpSpPr>
        <p:sp>
          <p:nvSpPr>
            <p:cNvPr id="20" name="Flowchart: Manual Operation 19">
              <a:extLst>
                <a:ext uri="{FF2B5EF4-FFF2-40B4-BE49-F238E27FC236}">
                  <a16:creationId xmlns:a16="http://schemas.microsoft.com/office/drawing/2014/main" id="{D9788A89-F980-424B-B3EA-FD96B8BD3A8E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+</a:t>
              </a:r>
              <a:endParaRPr kumimoji="0" lang="en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1E8E30-D2BE-4453-842F-BFE9A1A107DA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9DD9CB-A55D-427D-99E0-64627FC8AE38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ECA4318-6D66-4D09-AE89-D97B30539D8A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A79CD7C-A37E-433C-B255-46FD6FEBCF89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84043F-213C-4FA2-A503-A68507FB5934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B88D05-5CA0-48B4-9863-D2A4299DDDA4}"/>
              </a:ext>
            </a:extLst>
          </p:cNvPr>
          <p:cNvGrpSpPr/>
          <p:nvPr/>
        </p:nvGrpSpPr>
        <p:grpSpPr>
          <a:xfrm>
            <a:off x="6477000" y="4989344"/>
            <a:ext cx="1449705" cy="795474"/>
            <a:chOff x="6998109" y="2101142"/>
            <a:chExt cx="3805084" cy="2087904"/>
          </a:xfrm>
        </p:grpSpPr>
        <p:sp>
          <p:nvSpPr>
            <p:cNvPr id="27" name="Flowchart: Manual Operation 26">
              <a:extLst>
                <a:ext uri="{FF2B5EF4-FFF2-40B4-BE49-F238E27FC236}">
                  <a16:creationId xmlns:a16="http://schemas.microsoft.com/office/drawing/2014/main" id="{697BEE34-7099-4A97-B1AC-C9CE1D11B917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∗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4EB639-D558-45E4-9466-BDE2F8372937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5582676-F310-42D3-80E5-0D91022531B7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D48D83-B4BE-48B5-9027-5A30266F2B1B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4A397-3F5E-43B7-A316-493D0DF44868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5A5D3E-8DEE-420C-BF49-4FDB538C5A67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9" name="Rectangle 48">
            <a:extLst>
              <a:ext uri="{FF2B5EF4-FFF2-40B4-BE49-F238E27FC236}">
                <a16:creationId xmlns:a16="http://schemas.microsoft.com/office/drawing/2014/main" id="{A5F109F5-FEB0-47A5-9D1C-E218C2241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835" y="1327562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W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20" name="Rectangle 29">
            <a:extLst>
              <a:ext uri="{FF2B5EF4-FFF2-40B4-BE49-F238E27FC236}">
                <a16:creationId xmlns:a16="http://schemas.microsoft.com/office/drawing/2014/main" id="{0DD24DE9-AB7D-4594-A3FF-8F3F629F8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835" y="1004738"/>
            <a:ext cx="331200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9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21" name="Rectangle 48">
            <a:extLst>
              <a:ext uri="{FF2B5EF4-FFF2-40B4-BE49-F238E27FC236}">
                <a16:creationId xmlns:a16="http://schemas.microsoft.com/office/drawing/2014/main" id="{415089C7-3623-4DBD-8368-94D66D7A7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835" y="1579562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E</a:t>
            </a:r>
            <a:r>
              <a: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22" name="Rectangle 48">
            <a:extLst>
              <a:ext uri="{FF2B5EF4-FFF2-40B4-BE49-F238E27FC236}">
                <a16:creationId xmlns:a16="http://schemas.microsoft.com/office/drawing/2014/main" id="{FAA34AD9-82AE-47AB-B896-65DCA9864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835" y="1831824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W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23" name="Rectangle 48">
            <a:extLst>
              <a:ext uri="{FF2B5EF4-FFF2-40B4-BE49-F238E27FC236}">
                <a16:creationId xmlns:a16="http://schemas.microsoft.com/office/drawing/2014/main" id="{A2152364-4EEA-423A-A044-042BB12C1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835" y="2083593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E</a:t>
            </a:r>
            <a:r>
              <a: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4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24" name="Rectangle 48">
            <a:extLst>
              <a:ext uri="{FF2B5EF4-FFF2-40B4-BE49-F238E27FC236}">
                <a16:creationId xmlns:a16="http://schemas.microsoft.com/office/drawing/2014/main" id="{4B168F5F-8257-4479-BD5E-A95BB36EC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835" y="2335593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-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25" name="Rectangle 48">
            <a:extLst>
              <a:ext uri="{FF2B5EF4-FFF2-40B4-BE49-F238E27FC236}">
                <a16:creationId xmlns:a16="http://schemas.microsoft.com/office/drawing/2014/main" id="{8350DDDC-D771-4A59-B0BA-BF11B1535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835" y="2587855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-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DE7BA189-51B5-4EB6-9846-D47A8E290126}"/>
              </a:ext>
            </a:extLst>
          </p:cNvPr>
          <p:cNvGrpSpPr/>
          <p:nvPr/>
        </p:nvGrpSpPr>
        <p:grpSpPr>
          <a:xfrm>
            <a:off x="4576363" y="1004738"/>
            <a:ext cx="331200" cy="1835117"/>
            <a:chOff x="5410200" y="1004738"/>
            <a:chExt cx="331200" cy="1835117"/>
          </a:xfrm>
        </p:grpSpPr>
        <p:sp>
          <p:nvSpPr>
            <p:cNvPr id="327" name="Rectangle 48">
              <a:extLst>
                <a:ext uri="{FF2B5EF4-FFF2-40B4-BE49-F238E27FC236}">
                  <a16:creationId xmlns:a16="http://schemas.microsoft.com/office/drawing/2014/main" id="{5C3374E5-8F34-4259-A78D-063086340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8" name="Rectangle 29">
              <a:extLst>
                <a:ext uri="{FF2B5EF4-FFF2-40B4-BE49-F238E27FC236}">
                  <a16:creationId xmlns:a16="http://schemas.microsoft.com/office/drawing/2014/main" id="{3E826BE3-D567-465F-AB3E-FC6CEEBF6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8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9" name="Rectangle 48">
              <a:extLst>
                <a:ext uri="{FF2B5EF4-FFF2-40B4-BE49-F238E27FC236}">
                  <a16:creationId xmlns:a16="http://schemas.microsoft.com/office/drawing/2014/main" id="{040D80C0-C403-44E9-99ED-17593D1C7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48">
              <a:extLst>
                <a:ext uri="{FF2B5EF4-FFF2-40B4-BE49-F238E27FC236}">
                  <a16:creationId xmlns:a16="http://schemas.microsoft.com/office/drawing/2014/main" id="{47CF507F-CAA1-4948-A616-409E3C4BB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Rectangle 48">
              <a:extLst>
                <a:ext uri="{FF2B5EF4-FFF2-40B4-BE49-F238E27FC236}">
                  <a16:creationId xmlns:a16="http://schemas.microsoft.com/office/drawing/2014/main" id="{2F3AA7DD-61BD-42A2-AB2E-E4EBE7F7B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Rectangle 48">
              <a:extLst>
                <a:ext uri="{FF2B5EF4-FFF2-40B4-BE49-F238E27FC236}">
                  <a16:creationId xmlns:a16="http://schemas.microsoft.com/office/drawing/2014/main" id="{9EBA70D1-8405-47BD-A9C1-C3226FA13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48">
              <a:extLst>
                <a:ext uri="{FF2B5EF4-FFF2-40B4-BE49-F238E27FC236}">
                  <a16:creationId xmlns:a16="http://schemas.microsoft.com/office/drawing/2014/main" id="{0810E8DA-8DC3-4FE5-9A89-90A722B45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BC666277-2CBB-46EC-838E-0C7B13DB300E}"/>
              </a:ext>
            </a:extLst>
          </p:cNvPr>
          <p:cNvGrpSpPr/>
          <p:nvPr/>
        </p:nvGrpSpPr>
        <p:grpSpPr>
          <a:xfrm>
            <a:off x="4244893" y="1004738"/>
            <a:ext cx="331200" cy="1835117"/>
            <a:chOff x="5410200" y="1004738"/>
            <a:chExt cx="331200" cy="1835117"/>
          </a:xfrm>
        </p:grpSpPr>
        <p:sp>
          <p:nvSpPr>
            <p:cNvPr id="335" name="Rectangle 48">
              <a:extLst>
                <a:ext uri="{FF2B5EF4-FFF2-40B4-BE49-F238E27FC236}">
                  <a16:creationId xmlns:a16="http://schemas.microsoft.com/office/drawing/2014/main" id="{297F945E-8439-4238-B96E-115E46847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6" name="Rectangle 29">
              <a:extLst>
                <a:ext uri="{FF2B5EF4-FFF2-40B4-BE49-F238E27FC236}">
                  <a16:creationId xmlns:a16="http://schemas.microsoft.com/office/drawing/2014/main" id="{234ED10A-8BF0-43DC-B80F-E1C978196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7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7" name="Rectangle 48">
              <a:extLst>
                <a:ext uri="{FF2B5EF4-FFF2-40B4-BE49-F238E27FC236}">
                  <a16:creationId xmlns:a16="http://schemas.microsoft.com/office/drawing/2014/main" id="{387A1859-590F-4BE2-810A-4A6E69651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48">
              <a:extLst>
                <a:ext uri="{FF2B5EF4-FFF2-40B4-BE49-F238E27FC236}">
                  <a16:creationId xmlns:a16="http://schemas.microsoft.com/office/drawing/2014/main" id="{EF5B30EB-E433-4708-91AE-AA87A2BC6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9" name="Rectangle 48">
              <a:extLst>
                <a:ext uri="{FF2B5EF4-FFF2-40B4-BE49-F238E27FC236}">
                  <a16:creationId xmlns:a16="http://schemas.microsoft.com/office/drawing/2014/main" id="{6EF03208-866E-4C87-9D31-A40DD67D4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0" name="Rectangle 48">
              <a:extLst>
                <a:ext uri="{FF2B5EF4-FFF2-40B4-BE49-F238E27FC236}">
                  <a16:creationId xmlns:a16="http://schemas.microsoft.com/office/drawing/2014/main" id="{3589C470-B0A0-4CDD-8141-D072CE5F5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1" name="Rectangle 48">
              <a:extLst>
                <a:ext uri="{FF2B5EF4-FFF2-40B4-BE49-F238E27FC236}">
                  <a16:creationId xmlns:a16="http://schemas.microsoft.com/office/drawing/2014/main" id="{6B64D656-AA6D-4CF1-A146-1DF571C71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35D5D976-C5CB-4915-A940-F1F859F0DCEB}"/>
              </a:ext>
            </a:extLst>
          </p:cNvPr>
          <p:cNvGrpSpPr/>
          <p:nvPr/>
        </p:nvGrpSpPr>
        <p:grpSpPr>
          <a:xfrm>
            <a:off x="3909615" y="1004738"/>
            <a:ext cx="331200" cy="1835117"/>
            <a:chOff x="5410200" y="1004738"/>
            <a:chExt cx="331200" cy="1835117"/>
          </a:xfrm>
        </p:grpSpPr>
        <p:sp>
          <p:nvSpPr>
            <p:cNvPr id="343" name="Rectangle 48">
              <a:extLst>
                <a:ext uri="{FF2B5EF4-FFF2-40B4-BE49-F238E27FC236}">
                  <a16:creationId xmlns:a16="http://schemas.microsoft.com/office/drawing/2014/main" id="{DB108FB9-796F-4D35-BC0A-CC0464243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Rectangle 29">
              <a:extLst>
                <a:ext uri="{FF2B5EF4-FFF2-40B4-BE49-F238E27FC236}">
                  <a16:creationId xmlns:a16="http://schemas.microsoft.com/office/drawing/2014/main" id="{B433B9A4-94B1-4C87-A6E1-55518397A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Rectangle 48">
              <a:extLst>
                <a:ext uri="{FF2B5EF4-FFF2-40B4-BE49-F238E27FC236}">
                  <a16:creationId xmlns:a16="http://schemas.microsoft.com/office/drawing/2014/main" id="{01CE9CD9-3BA8-48AF-97F3-8DBD484E4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Rectangle 48">
              <a:extLst>
                <a:ext uri="{FF2B5EF4-FFF2-40B4-BE49-F238E27FC236}">
                  <a16:creationId xmlns:a16="http://schemas.microsoft.com/office/drawing/2014/main" id="{615243F1-AB54-43A6-B06A-0C6CE1214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Rectangle 48">
              <a:extLst>
                <a:ext uri="{FF2B5EF4-FFF2-40B4-BE49-F238E27FC236}">
                  <a16:creationId xmlns:a16="http://schemas.microsoft.com/office/drawing/2014/main" id="{28949A8F-4EB4-4CC9-BBAF-C67DBBE38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Rectangle 48">
              <a:extLst>
                <a:ext uri="{FF2B5EF4-FFF2-40B4-BE49-F238E27FC236}">
                  <a16:creationId xmlns:a16="http://schemas.microsoft.com/office/drawing/2014/main" id="{B8EFCFE0-6C94-4A1A-8750-7EBCECD3A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Rectangle 48">
              <a:extLst>
                <a:ext uri="{FF2B5EF4-FFF2-40B4-BE49-F238E27FC236}">
                  <a16:creationId xmlns:a16="http://schemas.microsoft.com/office/drawing/2014/main" id="{B3BB5F8C-F65C-4C77-9345-C1A084715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F64DB39A-2EDA-4EE0-89CA-B7E7863F05E0}"/>
              </a:ext>
            </a:extLst>
          </p:cNvPr>
          <p:cNvGrpSpPr/>
          <p:nvPr/>
        </p:nvGrpSpPr>
        <p:grpSpPr>
          <a:xfrm>
            <a:off x="3578145" y="1004738"/>
            <a:ext cx="331200" cy="1835117"/>
            <a:chOff x="5410200" y="1004738"/>
            <a:chExt cx="331200" cy="1835117"/>
          </a:xfrm>
        </p:grpSpPr>
        <p:sp>
          <p:nvSpPr>
            <p:cNvPr id="351" name="Rectangle 48">
              <a:extLst>
                <a:ext uri="{FF2B5EF4-FFF2-40B4-BE49-F238E27FC236}">
                  <a16:creationId xmlns:a16="http://schemas.microsoft.com/office/drawing/2014/main" id="{948C3007-FCCB-4C6E-AC3E-7A3E53F18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9">
              <a:extLst>
                <a:ext uri="{FF2B5EF4-FFF2-40B4-BE49-F238E27FC236}">
                  <a16:creationId xmlns:a16="http://schemas.microsoft.com/office/drawing/2014/main" id="{99A1184C-590C-48A6-B563-6107C0ED8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3" name="Rectangle 48">
              <a:extLst>
                <a:ext uri="{FF2B5EF4-FFF2-40B4-BE49-F238E27FC236}">
                  <a16:creationId xmlns:a16="http://schemas.microsoft.com/office/drawing/2014/main" id="{F7C02F4A-2BDB-4EDC-B5CD-C21DA4AA5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4" name="Rectangle 48">
              <a:extLst>
                <a:ext uri="{FF2B5EF4-FFF2-40B4-BE49-F238E27FC236}">
                  <a16:creationId xmlns:a16="http://schemas.microsoft.com/office/drawing/2014/main" id="{BDA0FFCA-B617-4185-A4E4-C01BE10E6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5" name="Rectangle 48">
              <a:extLst>
                <a:ext uri="{FF2B5EF4-FFF2-40B4-BE49-F238E27FC236}">
                  <a16:creationId xmlns:a16="http://schemas.microsoft.com/office/drawing/2014/main" id="{D0A0FC86-ADFC-4188-A139-A27828021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6" name="Rectangle 48">
              <a:extLst>
                <a:ext uri="{FF2B5EF4-FFF2-40B4-BE49-F238E27FC236}">
                  <a16:creationId xmlns:a16="http://schemas.microsoft.com/office/drawing/2014/main" id="{C1B0E32B-96BA-4122-95E4-2EEAEF749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7" name="Rectangle 48">
              <a:extLst>
                <a:ext uri="{FF2B5EF4-FFF2-40B4-BE49-F238E27FC236}">
                  <a16:creationId xmlns:a16="http://schemas.microsoft.com/office/drawing/2014/main" id="{1BCD692A-E03D-446D-805F-8727CCA16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D0D0D1D7-221D-499B-A7D7-74C40B469889}"/>
              </a:ext>
            </a:extLst>
          </p:cNvPr>
          <p:cNvGrpSpPr/>
          <p:nvPr/>
        </p:nvGrpSpPr>
        <p:grpSpPr>
          <a:xfrm>
            <a:off x="3248214" y="1004738"/>
            <a:ext cx="331200" cy="1835117"/>
            <a:chOff x="5410200" y="1004738"/>
            <a:chExt cx="331200" cy="1835117"/>
          </a:xfrm>
        </p:grpSpPr>
        <p:sp>
          <p:nvSpPr>
            <p:cNvPr id="391" name="Rectangle 48">
              <a:extLst>
                <a:ext uri="{FF2B5EF4-FFF2-40B4-BE49-F238E27FC236}">
                  <a16:creationId xmlns:a16="http://schemas.microsoft.com/office/drawing/2014/main" id="{142C9FB2-4DFA-45FE-9967-3D16C5807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2" name="Rectangle 29">
              <a:extLst>
                <a:ext uri="{FF2B5EF4-FFF2-40B4-BE49-F238E27FC236}">
                  <a16:creationId xmlns:a16="http://schemas.microsoft.com/office/drawing/2014/main" id="{13C845B4-BBD0-4E88-86A5-1201EC939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3" name="Rectangle 48">
              <a:extLst>
                <a:ext uri="{FF2B5EF4-FFF2-40B4-BE49-F238E27FC236}">
                  <a16:creationId xmlns:a16="http://schemas.microsoft.com/office/drawing/2014/main" id="{4FC63368-BB30-4160-8128-E1956EDEE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4" name="Rectangle 48">
              <a:extLst>
                <a:ext uri="{FF2B5EF4-FFF2-40B4-BE49-F238E27FC236}">
                  <a16:creationId xmlns:a16="http://schemas.microsoft.com/office/drawing/2014/main" id="{5A872067-9D5D-455D-B495-E18252EE3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5" name="Rectangle 48">
              <a:extLst>
                <a:ext uri="{FF2B5EF4-FFF2-40B4-BE49-F238E27FC236}">
                  <a16:creationId xmlns:a16="http://schemas.microsoft.com/office/drawing/2014/main" id="{EB1BAB0E-8365-4C09-B376-99F62A1D9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48">
              <a:extLst>
                <a:ext uri="{FF2B5EF4-FFF2-40B4-BE49-F238E27FC236}">
                  <a16:creationId xmlns:a16="http://schemas.microsoft.com/office/drawing/2014/main" id="{CABB04FE-6DE0-4414-A1A8-D9186CBEA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Rectangle 48">
              <a:extLst>
                <a:ext uri="{FF2B5EF4-FFF2-40B4-BE49-F238E27FC236}">
                  <a16:creationId xmlns:a16="http://schemas.microsoft.com/office/drawing/2014/main" id="{D449F55E-6A28-4068-9352-3D600B69D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83D1EE34-BD69-4228-8815-3E2F99EC7E75}"/>
              </a:ext>
            </a:extLst>
          </p:cNvPr>
          <p:cNvGrpSpPr/>
          <p:nvPr/>
        </p:nvGrpSpPr>
        <p:grpSpPr>
          <a:xfrm>
            <a:off x="2916744" y="1004738"/>
            <a:ext cx="331200" cy="1835117"/>
            <a:chOff x="5410200" y="1004738"/>
            <a:chExt cx="331200" cy="1835117"/>
          </a:xfrm>
        </p:grpSpPr>
        <p:sp>
          <p:nvSpPr>
            <p:cNvPr id="399" name="Rectangle 48">
              <a:extLst>
                <a:ext uri="{FF2B5EF4-FFF2-40B4-BE49-F238E27FC236}">
                  <a16:creationId xmlns:a16="http://schemas.microsoft.com/office/drawing/2014/main" id="{CDFC79D4-F0D6-4806-BBCC-A199E0E36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0" name="Rectangle 29">
              <a:extLst>
                <a:ext uri="{FF2B5EF4-FFF2-40B4-BE49-F238E27FC236}">
                  <a16:creationId xmlns:a16="http://schemas.microsoft.com/office/drawing/2014/main" id="{8456C1BF-C019-45CA-9136-7AF43E602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Rectangle 48">
              <a:extLst>
                <a:ext uri="{FF2B5EF4-FFF2-40B4-BE49-F238E27FC236}">
                  <a16:creationId xmlns:a16="http://schemas.microsoft.com/office/drawing/2014/main" id="{603066F0-C071-4BB9-915E-ED891C4BA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Rectangle 48">
              <a:extLst>
                <a:ext uri="{FF2B5EF4-FFF2-40B4-BE49-F238E27FC236}">
                  <a16:creationId xmlns:a16="http://schemas.microsoft.com/office/drawing/2014/main" id="{970BA58B-509E-4458-8B4B-FA40620B2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3" name="Rectangle 48">
              <a:extLst>
                <a:ext uri="{FF2B5EF4-FFF2-40B4-BE49-F238E27FC236}">
                  <a16:creationId xmlns:a16="http://schemas.microsoft.com/office/drawing/2014/main" id="{ACFC700F-1EF3-4765-B4A7-89DB13F1E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48">
              <a:extLst>
                <a:ext uri="{FF2B5EF4-FFF2-40B4-BE49-F238E27FC236}">
                  <a16:creationId xmlns:a16="http://schemas.microsoft.com/office/drawing/2014/main" id="{62E8CF34-1D1A-44E1-81AE-291184DC8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5" name="Rectangle 48">
              <a:extLst>
                <a:ext uri="{FF2B5EF4-FFF2-40B4-BE49-F238E27FC236}">
                  <a16:creationId xmlns:a16="http://schemas.microsoft.com/office/drawing/2014/main" id="{6B08EDC5-DFB0-47A0-8E71-4AD7900E0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04D9F499-8E91-4BB3-880A-CCC85C9720BB}"/>
              </a:ext>
            </a:extLst>
          </p:cNvPr>
          <p:cNvGrpSpPr/>
          <p:nvPr/>
        </p:nvGrpSpPr>
        <p:grpSpPr>
          <a:xfrm>
            <a:off x="2581466" y="1004738"/>
            <a:ext cx="331200" cy="1835117"/>
            <a:chOff x="5410200" y="1004738"/>
            <a:chExt cx="331200" cy="1835117"/>
          </a:xfrm>
        </p:grpSpPr>
        <p:sp>
          <p:nvSpPr>
            <p:cNvPr id="407" name="Rectangle 48">
              <a:extLst>
                <a:ext uri="{FF2B5EF4-FFF2-40B4-BE49-F238E27FC236}">
                  <a16:creationId xmlns:a16="http://schemas.microsoft.com/office/drawing/2014/main" id="{27B534A0-1731-4C7B-AC8C-3E952B8E9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8" name="Rectangle 29">
              <a:extLst>
                <a:ext uri="{FF2B5EF4-FFF2-40B4-BE49-F238E27FC236}">
                  <a16:creationId xmlns:a16="http://schemas.microsoft.com/office/drawing/2014/main" id="{19AE8AE4-23C5-411E-A72A-CF7583142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Rectangle 48">
              <a:extLst>
                <a:ext uri="{FF2B5EF4-FFF2-40B4-BE49-F238E27FC236}">
                  <a16:creationId xmlns:a16="http://schemas.microsoft.com/office/drawing/2014/main" id="{D60C497F-5863-432A-872C-7CC5B7AB8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Rectangle 48">
              <a:extLst>
                <a:ext uri="{FF2B5EF4-FFF2-40B4-BE49-F238E27FC236}">
                  <a16:creationId xmlns:a16="http://schemas.microsoft.com/office/drawing/2014/main" id="{259E1573-4CCB-4122-9F76-DDF3F9C6E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Rectangle 48">
              <a:extLst>
                <a:ext uri="{FF2B5EF4-FFF2-40B4-BE49-F238E27FC236}">
                  <a16:creationId xmlns:a16="http://schemas.microsoft.com/office/drawing/2014/main" id="{E7AD8661-72B6-434D-BAAE-A37760DEA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Rectangle 48">
              <a:extLst>
                <a:ext uri="{FF2B5EF4-FFF2-40B4-BE49-F238E27FC236}">
                  <a16:creationId xmlns:a16="http://schemas.microsoft.com/office/drawing/2014/main" id="{FFDF3ED4-98B5-48BE-80CC-22D8F973F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Rectangle 48">
              <a:extLst>
                <a:ext uri="{FF2B5EF4-FFF2-40B4-BE49-F238E27FC236}">
                  <a16:creationId xmlns:a16="http://schemas.microsoft.com/office/drawing/2014/main" id="{B05C23C0-D121-4693-B294-D836B1DE4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D168BC2F-0974-4F0A-BFFB-E18AAB4F1C15}"/>
              </a:ext>
            </a:extLst>
          </p:cNvPr>
          <p:cNvGrpSpPr/>
          <p:nvPr/>
        </p:nvGrpSpPr>
        <p:grpSpPr>
          <a:xfrm>
            <a:off x="2249996" y="1004738"/>
            <a:ext cx="331200" cy="1835117"/>
            <a:chOff x="5410200" y="1004738"/>
            <a:chExt cx="331200" cy="1835117"/>
          </a:xfrm>
        </p:grpSpPr>
        <p:sp>
          <p:nvSpPr>
            <p:cNvPr id="415" name="Rectangle 48">
              <a:extLst>
                <a:ext uri="{FF2B5EF4-FFF2-40B4-BE49-F238E27FC236}">
                  <a16:creationId xmlns:a16="http://schemas.microsoft.com/office/drawing/2014/main" id="{DF6050E3-65BA-4872-BF70-2695E8DD5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Rectangle 29">
              <a:extLst>
                <a:ext uri="{FF2B5EF4-FFF2-40B4-BE49-F238E27FC236}">
                  <a16:creationId xmlns:a16="http://schemas.microsoft.com/office/drawing/2014/main" id="{E633F1E3-BF51-4A22-A2FE-6031B8D6A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7" name="Rectangle 48">
              <a:extLst>
                <a:ext uri="{FF2B5EF4-FFF2-40B4-BE49-F238E27FC236}">
                  <a16:creationId xmlns:a16="http://schemas.microsoft.com/office/drawing/2014/main" id="{D4FCBAF0-A16A-4869-AC17-83637C14C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48">
              <a:extLst>
                <a:ext uri="{FF2B5EF4-FFF2-40B4-BE49-F238E27FC236}">
                  <a16:creationId xmlns:a16="http://schemas.microsoft.com/office/drawing/2014/main" id="{65EE864A-41B2-4B33-9FF8-1150A7CF8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9" name="Rectangle 48">
              <a:extLst>
                <a:ext uri="{FF2B5EF4-FFF2-40B4-BE49-F238E27FC236}">
                  <a16:creationId xmlns:a16="http://schemas.microsoft.com/office/drawing/2014/main" id="{65D34BCB-11DF-4DD0-BF8B-DE25D4AE1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0" name="Rectangle 48">
              <a:extLst>
                <a:ext uri="{FF2B5EF4-FFF2-40B4-BE49-F238E27FC236}">
                  <a16:creationId xmlns:a16="http://schemas.microsoft.com/office/drawing/2014/main" id="{18D60625-9BC7-4C6D-99B1-E813F3C54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48">
              <a:extLst>
                <a:ext uri="{FF2B5EF4-FFF2-40B4-BE49-F238E27FC236}">
                  <a16:creationId xmlns:a16="http://schemas.microsoft.com/office/drawing/2014/main" id="{FC1191EF-0526-421E-9971-AA816F7AF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25" name="Rectangle 29">
            <a:extLst>
              <a:ext uri="{FF2B5EF4-FFF2-40B4-BE49-F238E27FC236}">
                <a16:creationId xmlns:a16="http://schemas.microsoft.com/office/drawing/2014/main" id="{AED3A31C-147D-48A2-BB70-585A3895D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2" y="1004752"/>
            <a:ext cx="724441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Cycle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183" name="Table 182">
            <a:extLst>
              <a:ext uri="{FF2B5EF4-FFF2-40B4-BE49-F238E27FC236}">
                <a16:creationId xmlns:a16="http://schemas.microsoft.com/office/drawing/2014/main" id="{EC8722A4-BC07-4377-AF70-204E93F2B8BB}"/>
              </a:ext>
            </a:extLst>
          </p:cNvPr>
          <p:cNvGraphicFramePr>
            <a:graphicFrameLocks noGrp="1"/>
          </p:cNvGraphicFramePr>
          <p:nvPr/>
        </p:nvGraphicFramePr>
        <p:xfrm>
          <a:off x="221457" y="1347785"/>
          <a:ext cx="2013700" cy="1521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68285122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6171413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6253014"/>
                    </a:ext>
                  </a:extLst>
                </a:gridCol>
                <a:gridCol w="465700">
                  <a:extLst>
                    <a:ext uri="{9D8B030D-6E8A-4147-A177-3AD203B41FA5}">
                      <a16:colId xmlns:a16="http://schemas.microsoft.com/office/drawing/2014/main" val="3517611654"/>
                    </a:ext>
                  </a:extLst>
                </a:gridCol>
              </a:tblGrid>
              <a:tr h="171963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R1, R2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241112"/>
                  </a:ext>
                </a:extLst>
              </a:tr>
              <a:tr h="27449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R3, R4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7394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R2, R6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21130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R8, R9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26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R7, 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14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R5, 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8953267"/>
                  </a:ext>
                </a:extLst>
              </a:tr>
            </a:tbl>
          </a:graphicData>
        </a:graphic>
      </p:graphicFrame>
      <p:graphicFrame>
        <p:nvGraphicFramePr>
          <p:cNvPr id="184" name="Table 183">
            <a:extLst>
              <a:ext uri="{FF2B5EF4-FFF2-40B4-BE49-F238E27FC236}">
                <a16:creationId xmlns:a16="http://schemas.microsoft.com/office/drawing/2014/main" id="{20BE6255-93D7-4893-A5FB-9FD154FF7470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3060460"/>
          <a:ext cx="2021396" cy="30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197">
                  <a:extLst>
                    <a:ext uri="{9D8B030D-6E8A-4147-A177-3AD203B41FA5}">
                      <a16:colId xmlns:a16="http://schemas.microsoft.com/office/drawing/2014/main" val="178228208"/>
                    </a:ext>
                  </a:extLst>
                </a:gridCol>
                <a:gridCol w="456057">
                  <a:extLst>
                    <a:ext uri="{9D8B030D-6E8A-4147-A177-3AD203B41FA5}">
                      <a16:colId xmlns:a16="http://schemas.microsoft.com/office/drawing/2014/main" val="514640341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3807375684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347605207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Register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Valid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Tag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Value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855663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67566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717070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R3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8068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8062439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9616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1653268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8406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7141418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960802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1068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</a:t>
                      </a:r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808428"/>
                  </a:ext>
                </a:extLst>
              </a:tr>
            </a:tbl>
          </a:graphicData>
        </a:graphic>
      </p:graphicFrame>
      <p:graphicFrame>
        <p:nvGraphicFramePr>
          <p:cNvPr id="185" name="Table 184">
            <a:extLst>
              <a:ext uri="{FF2B5EF4-FFF2-40B4-BE49-F238E27FC236}">
                <a16:creationId xmlns:a16="http://schemas.microsoft.com/office/drawing/2014/main" id="{4D88964D-CBE6-469D-9D8F-CB676452CEF0}"/>
              </a:ext>
            </a:extLst>
          </p:cNvPr>
          <p:cNvGraphicFramePr>
            <a:graphicFrameLocks noGrp="1"/>
          </p:cNvGraphicFramePr>
          <p:nvPr/>
        </p:nvGraphicFramePr>
        <p:xfrm>
          <a:off x="2805320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graphicFrame>
        <p:nvGraphicFramePr>
          <p:cNvPr id="186" name="Table 185">
            <a:extLst>
              <a:ext uri="{FF2B5EF4-FFF2-40B4-BE49-F238E27FC236}">
                <a16:creationId xmlns:a16="http://schemas.microsoft.com/office/drawing/2014/main" id="{CE24DCEE-8460-48C5-B0F1-C855E8971F05}"/>
              </a:ext>
            </a:extLst>
          </p:cNvPr>
          <p:cNvGraphicFramePr>
            <a:graphicFrameLocks noGrp="1"/>
          </p:cNvGraphicFramePr>
          <p:nvPr/>
        </p:nvGraphicFramePr>
        <p:xfrm>
          <a:off x="5860859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sp>
        <p:nvSpPr>
          <p:cNvPr id="187" name="TextBox 186">
            <a:extLst>
              <a:ext uri="{FF2B5EF4-FFF2-40B4-BE49-F238E27FC236}">
                <a16:creationId xmlns:a16="http://schemas.microsoft.com/office/drawing/2014/main" id="{3085DD50-9A01-41F3-8DCF-D0ED11543BD5}"/>
              </a:ext>
            </a:extLst>
          </p:cNvPr>
          <p:cNvSpPr txBox="1"/>
          <p:nvPr/>
        </p:nvSpPr>
        <p:spPr>
          <a:xfrm>
            <a:off x="7939803" y="3961220"/>
            <a:ext cx="411480" cy="23774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17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13405189-FFBD-4D6A-8D3A-DA437C86C5AB}"/>
              </a:ext>
            </a:extLst>
          </p:cNvPr>
          <p:cNvSpPr txBox="1"/>
          <p:nvPr/>
        </p:nvSpPr>
        <p:spPr>
          <a:xfrm>
            <a:off x="7223001" y="3961210"/>
            <a:ext cx="338328" cy="2377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AD269BD1-0598-4ECE-9623-5FE4C52CFAA1}"/>
              </a:ext>
            </a:extLst>
          </p:cNvPr>
          <p:cNvSpPr txBox="1"/>
          <p:nvPr/>
        </p:nvSpPr>
        <p:spPr>
          <a:xfrm>
            <a:off x="7577861" y="3961210"/>
            <a:ext cx="347472" cy="2377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~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C5E3D711-5470-4CF3-9F20-0C949C71FE59}"/>
              </a:ext>
            </a:extLst>
          </p:cNvPr>
          <p:cNvSpPr txBox="1"/>
          <p:nvPr/>
        </p:nvSpPr>
        <p:spPr>
          <a:xfrm>
            <a:off x="3780129" y="5740728"/>
            <a:ext cx="2617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c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5D9196A2-3B44-4C96-A4BC-4B872A2D1B8B}"/>
              </a:ext>
            </a:extLst>
          </p:cNvPr>
          <p:cNvSpPr txBox="1"/>
          <p:nvPr/>
        </p:nvSpPr>
        <p:spPr>
          <a:xfrm>
            <a:off x="4160234" y="5740728"/>
            <a:ext cx="3629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17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006761DB-DDA7-45C3-B949-FCDC37AC76EE}"/>
              </a:ext>
            </a:extLst>
          </p:cNvPr>
          <p:cNvSpPr txBox="1"/>
          <p:nvPr/>
        </p:nvSpPr>
        <p:spPr>
          <a:xfrm>
            <a:off x="925119" y="5587606"/>
            <a:ext cx="438912" cy="2377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1D748772-7613-4D6D-9059-F97122010E2B}"/>
              </a:ext>
            </a:extLst>
          </p:cNvPr>
          <p:cNvSpPr txBox="1"/>
          <p:nvPr/>
        </p:nvSpPr>
        <p:spPr>
          <a:xfrm>
            <a:off x="1381479" y="5587606"/>
            <a:ext cx="356616" cy="2377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CC99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D539EA1B-840C-43B7-A0C9-AACB15A33742}"/>
              </a:ext>
            </a:extLst>
          </p:cNvPr>
          <p:cNvSpPr txBox="1"/>
          <p:nvPr/>
        </p:nvSpPr>
        <p:spPr>
          <a:xfrm>
            <a:off x="1756614" y="5587606"/>
            <a:ext cx="484632" cy="2377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17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4" name="Arrow: Left 103">
            <a:extLst>
              <a:ext uri="{FF2B5EF4-FFF2-40B4-BE49-F238E27FC236}">
                <a16:creationId xmlns:a16="http://schemas.microsoft.com/office/drawing/2014/main" id="{5FFBD6E2-1F3E-4CB9-9D1C-1EC7C752FEFC}"/>
              </a:ext>
            </a:extLst>
          </p:cNvPr>
          <p:cNvSpPr/>
          <p:nvPr/>
        </p:nvSpPr>
        <p:spPr bwMode="auto">
          <a:xfrm>
            <a:off x="5305535" y="1957824"/>
            <a:ext cx="3533665" cy="605773"/>
          </a:xfrm>
          <a:prstGeom prst="leftArrow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Broadcast and Update</a:t>
            </a:r>
            <a:endParaRPr kumimoji="0" lang="en-CH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05" name="Flowchart: Process 187">
            <a:extLst>
              <a:ext uri="{FF2B5EF4-FFF2-40B4-BE49-F238E27FC236}">
                <a16:creationId xmlns:a16="http://schemas.microsoft.com/office/drawing/2014/main" id="{823196EC-D692-F948-BDEC-E2D01AD88696}"/>
              </a:ext>
            </a:extLst>
          </p:cNvPr>
          <p:cNvSpPr/>
          <p:nvPr/>
        </p:nvSpPr>
        <p:spPr bwMode="auto">
          <a:xfrm>
            <a:off x="3082344" y="6053145"/>
            <a:ext cx="4800600" cy="324001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MUL in RS y is ready to execute in the next cycle!</a:t>
            </a:r>
            <a:endParaRPr kumimoji="0" lang="en-CH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C159BF75-7A37-4A48-8C26-45670CA01BB3}"/>
              </a:ext>
            </a:extLst>
          </p:cNvPr>
          <p:cNvSpPr/>
          <p:nvPr/>
        </p:nvSpPr>
        <p:spPr>
          <a:xfrm>
            <a:off x="210753" y="6508393"/>
            <a:ext cx="3262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MUL: 6 cycles,  ADD</a:t>
            </a:r>
            <a:r>
              <a:rPr lang="zh-CN" altLang="en-US" dirty="0"/>
              <a:t>：</a:t>
            </a:r>
            <a:r>
              <a:rPr lang="en-US" altLang="zh-CN" dirty="0"/>
              <a:t> 4 cycle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24398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" grpId="0" animBg="1"/>
      <p:bldP spid="319" grpId="0"/>
      <p:bldP spid="321" grpId="0"/>
      <p:bldP spid="322" grpId="0"/>
      <p:bldP spid="323" grpId="0"/>
      <p:bldP spid="324" grpId="0"/>
      <p:bldP spid="325" grpId="0"/>
      <p:bldP spid="187" grpId="0" animBg="1"/>
      <p:bldP spid="188" grpId="0" animBg="1"/>
      <p:bldP spid="189" grpId="0" animBg="1"/>
      <p:bldP spid="190" grpId="0"/>
      <p:bldP spid="190" grpId="1"/>
      <p:bldP spid="191" grpId="0"/>
      <p:bldP spid="191" grpId="1"/>
      <p:bldP spid="192" grpId="0" animBg="1"/>
      <p:bldP spid="193" grpId="0" animBg="1"/>
      <p:bldP spid="194" grpId="0" animBg="1"/>
      <p:bldP spid="104" grpId="0" animBg="1"/>
      <p:bldP spid="104" grpId="1" animBg="1"/>
      <p:bldP spid="10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83">
            <a:extLst>
              <a:ext uri="{FF2B5EF4-FFF2-40B4-BE49-F238E27FC236}">
                <a16:creationId xmlns:a16="http://schemas.microsoft.com/office/drawing/2014/main" id="{87145B26-0912-4528-A4DA-9EC6CA3662E0}"/>
              </a:ext>
            </a:extLst>
          </p:cNvPr>
          <p:cNvSpPr/>
          <p:nvPr/>
        </p:nvSpPr>
        <p:spPr bwMode="auto">
          <a:xfrm>
            <a:off x="5231400" y="951055"/>
            <a:ext cx="331200" cy="1918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FDBD3-8031-42D6-80CF-FE05E4EE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dirty="0"/>
              <a:t>Cycle </a:t>
            </a:r>
            <a:r>
              <a:rPr lang="en-US" dirty="0">
                <a:sym typeface="Wingdings" panose="05000000000000000000" pitchFamily="2" charset="2"/>
              </a:rPr>
              <a:t>10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BFAF7-D375-4D96-BA5E-AF0327B958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A640EF-F0E2-4E49-9455-7E266BCEBB7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4AA7E21-7B39-4D87-8095-EBAAA1B5887A}"/>
              </a:ext>
            </a:extLst>
          </p:cNvPr>
          <p:cNvGrpSpPr/>
          <p:nvPr/>
        </p:nvGrpSpPr>
        <p:grpSpPr>
          <a:xfrm>
            <a:off x="3398728" y="4989344"/>
            <a:ext cx="1449705" cy="798651"/>
            <a:chOff x="6998109" y="2092803"/>
            <a:chExt cx="3805084" cy="2096244"/>
          </a:xfrm>
        </p:grpSpPr>
        <p:sp>
          <p:nvSpPr>
            <p:cNvPr id="20" name="Flowchart: Manual Operation 19">
              <a:extLst>
                <a:ext uri="{FF2B5EF4-FFF2-40B4-BE49-F238E27FC236}">
                  <a16:creationId xmlns:a16="http://schemas.microsoft.com/office/drawing/2014/main" id="{D9788A89-F980-424B-B3EA-FD96B8BD3A8E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+</a:t>
              </a:r>
              <a:endParaRPr kumimoji="0" lang="en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1E8E30-D2BE-4453-842F-BFE9A1A107DA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9DD9CB-A55D-427D-99E0-64627FC8AE38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ECA4318-6D66-4D09-AE89-D97B30539D8A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A79CD7C-A37E-433C-B255-46FD6FEBCF89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84043F-213C-4FA2-A503-A68507FB5934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B88D05-5CA0-48B4-9863-D2A4299DDDA4}"/>
              </a:ext>
            </a:extLst>
          </p:cNvPr>
          <p:cNvGrpSpPr/>
          <p:nvPr/>
        </p:nvGrpSpPr>
        <p:grpSpPr>
          <a:xfrm>
            <a:off x="6477000" y="4989344"/>
            <a:ext cx="1449705" cy="795474"/>
            <a:chOff x="6998109" y="2101142"/>
            <a:chExt cx="3805084" cy="2087904"/>
          </a:xfrm>
        </p:grpSpPr>
        <p:sp>
          <p:nvSpPr>
            <p:cNvPr id="27" name="Flowchart: Manual Operation 26">
              <a:extLst>
                <a:ext uri="{FF2B5EF4-FFF2-40B4-BE49-F238E27FC236}">
                  <a16:creationId xmlns:a16="http://schemas.microsoft.com/office/drawing/2014/main" id="{697BEE34-7099-4A97-B1AC-C9CE1D11B917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∗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4EB639-D558-45E4-9466-BDE2F8372937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5582676-F310-42D3-80E5-0D91022531B7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D48D83-B4BE-48B5-9027-5A30266F2B1B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4A397-3F5E-43B7-A316-493D0DF44868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5A5D3E-8DEE-420C-BF49-4FDB538C5A67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6A59A262-7B1F-479F-A845-262E6EE30630}"/>
              </a:ext>
            </a:extLst>
          </p:cNvPr>
          <p:cNvGrpSpPr/>
          <p:nvPr/>
        </p:nvGrpSpPr>
        <p:grpSpPr>
          <a:xfrm>
            <a:off x="5239305" y="1004738"/>
            <a:ext cx="331200" cy="1835117"/>
            <a:chOff x="5410200" y="1004738"/>
            <a:chExt cx="331200" cy="1835117"/>
          </a:xfrm>
        </p:grpSpPr>
        <p:sp>
          <p:nvSpPr>
            <p:cNvPr id="311" name="Rectangle 48">
              <a:extLst>
                <a:ext uri="{FF2B5EF4-FFF2-40B4-BE49-F238E27FC236}">
                  <a16:creationId xmlns:a16="http://schemas.microsoft.com/office/drawing/2014/main" id="{A7AFA6A8-1C31-4DB5-8858-2E389543E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Rectangle 29">
              <a:extLst>
                <a:ext uri="{FF2B5EF4-FFF2-40B4-BE49-F238E27FC236}">
                  <a16:creationId xmlns:a16="http://schemas.microsoft.com/office/drawing/2014/main" id="{7690F476-DF7E-47C1-B981-5552F0106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0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Rectangle 48">
              <a:extLst>
                <a:ext uri="{FF2B5EF4-FFF2-40B4-BE49-F238E27FC236}">
                  <a16:creationId xmlns:a16="http://schemas.microsoft.com/office/drawing/2014/main" id="{C077CF72-C332-446A-8495-0E1FBF096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Rectangle 48">
              <a:extLst>
                <a:ext uri="{FF2B5EF4-FFF2-40B4-BE49-F238E27FC236}">
                  <a16:creationId xmlns:a16="http://schemas.microsoft.com/office/drawing/2014/main" id="{77CC9037-D59D-4F84-9313-F0403BAD6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5" name="Rectangle 48">
              <a:extLst>
                <a:ext uri="{FF2B5EF4-FFF2-40B4-BE49-F238E27FC236}">
                  <a16:creationId xmlns:a16="http://schemas.microsoft.com/office/drawing/2014/main" id="{7FF2A22B-4172-4C76-A67D-AB6EF2344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Rectangle 48">
              <a:extLst>
                <a:ext uri="{FF2B5EF4-FFF2-40B4-BE49-F238E27FC236}">
                  <a16:creationId xmlns:a16="http://schemas.microsoft.com/office/drawing/2014/main" id="{B3FBD2C9-B558-4F55-A240-DE6DFBD9A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7" name="Rectangle 48">
              <a:extLst>
                <a:ext uri="{FF2B5EF4-FFF2-40B4-BE49-F238E27FC236}">
                  <a16:creationId xmlns:a16="http://schemas.microsoft.com/office/drawing/2014/main" id="{D2517B42-73CA-4024-9080-CE7F3D217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1A7F16A8-FDF7-42DF-B54D-82F6AF89042C}"/>
              </a:ext>
            </a:extLst>
          </p:cNvPr>
          <p:cNvGrpSpPr/>
          <p:nvPr/>
        </p:nvGrpSpPr>
        <p:grpSpPr>
          <a:xfrm>
            <a:off x="4907835" y="1004738"/>
            <a:ext cx="331200" cy="1835117"/>
            <a:chOff x="5410200" y="1004738"/>
            <a:chExt cx="331200" cy="1835117"/>
          </a:xfrm>
        </p:grpSpPr>
        <p:sp>
          <p:nvSpPr>
            <p:cNvPr id="319" name="Rectangle 48">
              <a:extLst>
                <a:ext uri="{FF2B5EF4-FFF2-40B4-BE49-F238E27FC236}">
                  <a16:creationId xmlns:a16="http://schemas.microsoft.com/office/drawing/2014/main" id="{A5F109F5-FEB0-47A5-9D1C-E218C2241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Rectangle 29">
              <a:extLst>
                <a:ext uri="{FF2B5EF4-FFF2-40B4-BE49-F238E27FC236}">
                  <a16:creationId xmlns:a16="http://schemas.microsoft.com/office/drawing/2014/main" id="{0DD24DE9-AB7D-4594-A3FF-8F3F629F8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9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1" name="Rectangle 48">
              <a:extLst>
                <a:ext uri="{FF2B5EF4-FFF2-40B4-BE49-F238E27FC236}">
                  <a16:creationId xmlns:a16="http://schemas.microsoft.com/office/drawing/2014/main" id="{415089C7-3623-4DBD-8368-94D66D7A7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Rectangle 48">
              <a:extLst>
                <a:ext uri="{FF2B5EF4-FFF2-40B4-BE49-F238E27FC236}">
                  <a16:creationId xmlns:a16="http://schemas.microsoft.com/office/drawing/2014/main" id="{FAA34AD9-82AE-47AB-B896-65DCA9864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3" name="Rectangle 48">
              <a:extLst>
                <a:ext uri="{FF2B5EF4-FFF2-40B4-BE49-F238E27FC236}">
                  <a16:creationId xmlns:a16="http://schemas.microsoft.com/office/drawing/2014/main" id="{A2152364-4EEA-423A-A044-042BB12C1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4" name="Rectangle 48">
              <a:extLst>
                <a:ext uri="{FF2B5EF4-FFF2-40B4-BE49-F238E27FC236}">
                  <a16:creationId xmlns:a16="http://schemas.microsoft.com/office/drawing/2014/main" id="{4B168F5F-8257-4479-BD5E-A95BB36EC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5" name="Rectangle 48">
              <a:extLst>
                <a:ext uri="{FF2B5EF4-FFF2-40B4-BE49-F238E27FC236}">
                  <a16:creationId xmlns:a16="http://schemas.microsoft.com/office/drawing/2014/main" id="{8350DDDC-D771-4A59-B0BA-BF11B1535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DE7BA189-51B5-4EB6-9846-D47A8E290126}"/>
              </a:ext>
            </a:extLst>
          </p:cNvPr>
          <p:cNvGrpSpPr/>
          <p:nvPr/>
        </p:nvGrpSpPr>
        <p:grpSpPr>
          <a:xfrm>
            <a:off x="4576363" y="1004738"/>
            <a:ext cx="331200" cy="1835117"/>
            <a:chOff x="5410200" y="1004738"/>
            <a:chExt cx="331200" cy="1835117"/>
          </a:xfrm>
        </p:grpSpPr>
        <p:sp>
          <p:nvSpPr>
            <p:cNvPr id="327" name="Rectangle 48">
              <a:extLst>
                <a:ext uri="{FF2B5EF4-FFF2-40B4-BE49-F238E27FC236}">
                  <a16:creationId xmlns:a16="http://schemas.microsoft.com/office/drawing/2014/main" id="{5C3374E5-8F34-4259-A78D-063086340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8" name="Rectangle 29">
              <a:extLst>
                <a:ext uri="{FF2B5EF4-FFF2-40B4-BE49-F238E27FC236}">
                  <a16:creationId xmlns:a16="http://schemas.microsoft.com/office/drawing/2014/main" id="{3E826BE3-D567-465F-AB3E-FC6CEEBF6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8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9" name="Rectangle 48">
              <a:extLst>
                <a:ext uri="{FF2B5EF4-FFF2-40B4-BE49-F238E27FC236}">
                  <a16:creationId xmlns:a16="http://schemas.microsoft.com/office/drawing/2014/main" id="{040D80C0-C403-44E9-99ED-17593D1C7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48">
              <a:extLst>
                <a:ext uri="{FF2B5EF4-FFF2-40B4-BE49-F238E27FC236}">
                  <a16:creationId xmlns:a16="http://schemas.microsoft.com/office/drawing/2014/main" id="{47CF507F-CAA1-4948-A616-409E3C4BB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Rectangle 48">
              <a:extLst>
                <a:ext uri="{FF2B5EF4-FFF2-40B4-BE49-F238E27FC236}">
                  <a16:creationId xmlns:a16="http://schemas.microsoft.com/office/drawing/2014/main" id="{2F3AA7DD-61BD-42A2-AB2E-E4EBE7F7B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Rectangle 48">
              <a:extLst>
                <a:ext uri="{FF2B5EF4-FFF2-40B4-BE49-F238E27FC236}">
                  <a16:creationId xmlns:a16="http://schemas.microsoft.com/office/drawing/2014/main" id="{9EBA70D1-8405-47BD-A9C1-C3226FA13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48">
              <a:extLst>
                <a:ext uri="{FF2B5EF4-FFF2-40B4-BE49-F238E27FC236}">
                  <a16:creationId xmlns:a16="http://schemas.microsoft.com/office/drawing/2014/main" id="{0810E8DA-8DC3-4FE5-9A89-90A722B45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BC666277-2CBB-46EC-838E-0C7B13DB300E}"/>
              </a:ext>
            </a:extLst>
          </p:cNvPr>
          <p:cNvGrpSpPr/>
          <p:nvPr/>
        </p:nvGrpSpPr>
        <p:grpSpPr>
          <a:xfrm>
            <a:off x="4244893" y="1004738"/>
            <a:ext cx="331200" cy="1835117"/>
            <a:chOff x="5410200" y="1004738"/>
            <a:chExt cx="331200" cy="1835117"/>
          </a:xfrm>
        </p:grpSpPr>
        <p:sp>
          <p:nvSpPr>
            <p:cNvPr id="335" name="Rectangle 48">
              <a:extLst>
                <a:ext uri="{FF2B5EF4-FFF2-40B4-BE49-F238E27FC236}">
                  <a16:creationId xmlns:a16="http://schemas.microsoft.com/office/drawing/2014/main" id="{297F945E-8439-4238-B96E-115E46847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6" name="Rectangle 29">
              <a:extLst>
                <a:ext uri="{FF2B5EF4-FFF2-40B4-BE49-F238E27FC236}">
                  <a16:creationId xmlns:a16="http://schemas.microsoft.com/office/drawing/2014/main" id="{234ED10A-8BF0-43DC-B80F-E1C978196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7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7" name="Rectangle 48">
              <a:extLst>
                <a:ext uri="{FF2B5EF4-FFF2-40B4-BE49-F238E27FC236}">
                  <a16:creationId xmlns:a16="http://schemas.microsoft.com/office/drawing/2014/main" id="{387A1859-590F-4BE2-810A-4A6E69651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48">
              <a:extLst>
                <a:ext uri="{FF2B5EF4-FFF2-40B4-BE49-F238E27FC236}">
                  <a16:creationId xmlns:a16="http://schemas.microsoft.com/office/drawing/2014/main" id="{EF5B30EB-E433-4708-91AE-AA87A2BC6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9" name="Rectangle 48">
              <a:extLst>
                <a:ext uri="{FF2B5EF4-FFF2-40B4-BE49-F238E27FC236}">
                  <a16:creationId xmlns:a16="http://schemas.microsoft.com/office/drawing/2014/main" id="{6EF03208-866E-4C87-9D31-A40DD67D4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0" name="Rectangle 48">
              <a:extLst>
                <a:ext uri="{FF2B5EF4-FFF2-40B4-BE49-F238E27FC236}">
                  <a16:creationId xmlns:a16="http://schemas.microsoft.com/office/drawing/2014/main" id="{3589C470-B0A0-4CDD-8141-D072CE5F5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1" name="Rectangle 48">
              <a:extLst>
                <a:ext uri="{FF2B5EF4-FFF2-40B4-BE49-F238E27FC236}">
                  <a16:creationId xmlns:a16="http://schemas.microsoft.com/office/drawing/2014/main" id="{6B64D656-AA6D-4CF1-A146-1DF571C71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35D5D976-C5CB-4915-A940-F1F859F0DCEB}"/>
              </a:ext>
            </a:extLst>
          </p:cNvPr>
          <p:cNvGrpSpPr/>
          <p:nvPr/>
        </p:nvGrpSpPr>
        <p:grpSpPr>
          <a:xfrm>
            <a:off x="3909615" y="1004738"/>
            <a:ext cx="331200" cy="1835117"/>
            <a:chOff x="5410200" y="1004738"/>
            <a:chExt cx="331200" cy="1835117"/>
          </a:xfrm>
        </p:grpSpPr>
        <p:sp>
          <p:nvSpPr>
            <p:cNvPr id="343" name="Rectangle 48">
              <a:extLst>
                <a:ext uri="{FF2B5EF4-FFF2-40B4-BE49-F238E27FC236}">
                  <a16:creationId xmlns:a16="http://schemas.microsoft.com/office/drawing/2014/main" id="{DB108FB9-796F-4D35-BC0A-CC0464243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Rectangle 29">
              <a:extLst>
                <a:ext uri="{FF2B5EF4-FFF2-40B4-BE49-F238E27FC236}">
                  <a16:creationId xmlns:a16="http://schemas.microsoft.com/office/drawing/2014/main" id="{B433B9A4-94B1-4C87-A6E1-55518397A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Rectangle 48">
              <a:extLst>
                <a:ext uri="{FF2B5EF4-FFF2-40B4-BE49-F238E27FC236}">
                  <a16:creationId xmlns:a16="http://schemas.microsoft.com/office/drawing/2014/main" id="{01CE9CD9-3BA8-48AF-97F3-8DBD484E4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Rectangle 48">
              <a:extLst>
                <a:ext uri="{FF2B5EF4-FFF2-40B4-BE49-F238E27FC236}">
                  <a16:creationId xmlns:a16="http://schemas.microsoft.com/office/drawing/2014/main" id="{615243F1-AB54-43A6-B06A-0C6CE1214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Rectangle 48">
              <a:extLst>
                <a:ext uri="{FF2B5EF4-FFF2-40B4-BE49-F238E27FC236}">
                  <a16:creationId xmlns:a16="http://schemas.microsoft.com/office/drawing/2014/main" id="{28949A8F-4EB4-4CC9-BBAF-C67DBBE38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Rectangle 48">
              <a:extLst>
                <a:ext uri="{FF2B5EF4-FFF2-40B4-BE49-F238E27FC236}">
                  <a16:creationId xmlns:a16="http://schemas.microsoft.com/office/drawing/2014/main" id="{B8EFCFE0-6C94-4A1A-8750-7EBCECD3A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Rectangle 48">
              <a:extLst>
                <a:ext uri="{FF2B5EF4-FFF2-40B4-BE49-F238E27FC236}">
                  <a16:creationId xmlns:a16="http://schemas.microsoft.com/office/drawing/2014/main" id="{B3BB5F8C-F65C-4C77-9345-C1A084715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F64DB39A-2EDA-4EE0-89CA-B7E7863F05E0}"/>
              </a:ext>
            </a:extLst>
          </p:cNvPr>
          <p:cNvGrpSpPr/>
          <p:nvPr/>
        </p:nvGrpSpPr>
        <p:grpSpPr>
          <a:xfrm>
            <a:off x="3578145" y="1004738"/>
            <a:ext cx="331200" cy="1835117"/>
            <a:chOff x="5410200" y="1004738"/>
            <a:chExt cx="331200" cy="1835117"/>
          </a:xfrm>
        </p:grpSpPr>
        <p:sp>
          <p:nvSpPr>
            <p:cNvPr id="351" name="Rectangle 48">
              <a:extLst>
                <a:ext uri="{FF2B5EF4-FFF2-40B4-BE49-F238E27FC236}">
                  <a16:creationId xmlns:a16="http://schemas.microsoft.com/office/drawing/2014/main" id="{948C3007-FCCB-4C6E-AC3E-7A3E53F18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9">
              <a:extLst>
                <a:ext uri="{FF2B5EF4-FFF2-40B4-BE49-F238E27FC236}">
                  <a16:creationId xmlns:a16="http://schemas.microsoft.com/office/drawing/2014/main" id="{99A1184C-590C-48A6-B563-6107C0ED8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3" name="Rectangle 48">
              <a:extLst>
                <a:ext uri="{FF2B5EF4-FFF2-40B4-BE49-F238E27FC236}">
                  <a16:creationId xmlns:a16="http://schemas.microsoft.com/office/drawing/2014/main" id="{F7C02F4A-2BDB-4EDC-B5CD-C21DA4AA5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4" name="Rectangle 48">
              <a:extLst>
                <a:ext uri="{FF2B5EF4-FFF2-40B4-BE49-F238E27FC236}">
                  <a16:creationId xmlns:a16="http://schemas.microsoft.com/office/drawing/2014/main" id="{BDA0FFCA-B617-4185-A4E4-C01BE10E6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5" name="Rectangle 48">
              <a:extLst>
                <a:ext uri="{FF2B5EF4-FFF2-40B4-BE49-F238E27FC236}">
                  <a16:creationId xmlns:a16="http://schemas.microsoft.com/office/drawing/2014/main" id="{D0A0FC86-ADFC-4188-A139-A27828021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6" name="Rectangle 48">
              <a:extLst>
                <a:ext uri="{FF2B5EF4-FFF2-40B4-BE49-F238E27FC236}">
                  <a16:creationId xmlns:a16="http://schemas.microsoft.com/office/drawing/2014/main" id="{C1B0E32B-96BA-4122-95E4-2EEAEF749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7" name="Rectangle 48">
              <a:extLst>
                <a:ext uri="{FF2B5EF4-FFF2-40B4-BE49-F238E27FC236}">
                  <a16:creationId xmlns:a16="http://schemas.microsoft.com/office/drawing/2014/main" id="{1BCD692A-E03D-446D-805F-8727CCA16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D0D0D1D7-221D-499B-A7D7-74C40B469889}"/>
              </a:ext>
            </a:extLst>
          </p:cNvPr>
          <p:cNvGrpSpPr/>
          <p:nvPr/>
        </p:nvGrpSpPr>
        <p:grpSpPr>
          <a:xfrm>
            <a:off x="3248214" y="1004738"/>
            <a:ext cx="331200" cy="1835117"/>
            <a:chOff x="5410200" y="1004738"/>
            <a:chExt cx="331200" cy="1835117"/>
          </a:xfrm>
        </p:grpSpPr>
        <p:sp>
          <p:nvSpPr>
            <p:cNvPr id="391" name="Rectangle 48">
              <a:extLst>
                <a:ext uri="{FF2B5EF4-FFF2-40B4-BE49-F238E27FC236}">
                  <a16:creationId xmlns:a16="http://schemas.microsoft.com/office/drawing/2014/main" id="{142C9FB2-4DFA-45FE-9967-3D16C5807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2" name="Rectangle 29">
              <a:extLst>
                <a:ext uri="{FF2B5EF4-FFF2-40B4-BE49-F238E27FC236}">
                  <a16:creationId xmlns:a16="http://schemas.microsoft.com/office/drawing/2014/main" id="{13C845B4-BBD0-4E88-86A5-1201EC939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3" name="Rectangle 48">
              <a:extLst>
                <a:ext uri="{FF2B5EF4-FFF2-40B4-BE49-F238E27FC236}">
                  <a16:creationId xmlns:a16="http://schemas.microsoft.com/office/drawing/2014/main" id="{4FC63368-BB30-4160-8128-E1956EDEE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4" name="Rectangle 48">
              <a:extLst>
                <a:ext uri="{FF2B5EF4-FFF2-40B4-BE49-F238E27FC236}">
                  <a16:creationId xmlns:a16="http://schemas.microsoft.com/office/drawing/2014/main" id="{5A872067-9D5D-455D-B495-E18252EE3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5" name="Rectangle 48">
              <a:extLst>
                <a:ext uri="{FF2B5EF4-FFF2-40B4-BE49-F238E27FC236}">
                  <a16:creationId xmlns:a16="http://schemas.microsoft.com/office/drawing/2014/main" id="{EB1BAB0E-8365-4C09-B376-99F62A1D9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48">
              <a:extLst>
                <a:ext uri="{FF2B5EF4-FFF2-40B4-BE49-F238E27FC236}">
                  <a16:creationId xmlns:a16="http://schemas.microsoft.com/office/drawing/2014/main" id="{CABB04FE-6DE0-4414-A1A8-D9186CBEA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Rectangle 48">
              <a:extLst>
                <a:ext uri="{FF2B5EF4-FFF2-40B4-BE49-F238E27FC236}">
                  <a16:creationId xmlns:a16="http://schemas.microsoft.com/office/drawing/2014/main" id="{D449F55E-6A28-4068-9352-3D600B69D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83D1EE34-BD69-4228-8815-3E2F99EC7E75}"/>
              </a:ext>
            </a:extLst>
          </p:cNvPr>
          <p:cNvGrpSpPr/>
          <p:nvPr/>
        </p:nvGrpSpPr>
        <p:grpSpPr>
          <a:xfrm>
            <a:off x="2916744" y="1004738"/>
            <a:ext cx="331200" cy="1835117"/>
            <a:chOff x="5410200" y="1004738"/>
            <a:chExt cx="331200" cy="1835117"/>
          </a:xfrm>
        </p:grpSpPr>
        <p:sp>
          <p:nvSpPr>
            <p:cNvPr id="399" name="Rectangle 48">
              <a:extLst>
                <a:ext uri="{FF2B5EF4-FFF2-40B4-BE49-F238E27FC236}">
                  <a16:creationId xmlns:a16="http://schemas.microsoft.com/office/drawing/2014/main" id="{CDFC79D4-F0D6-4806-BBCC-A199E0E36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0" name="Rectangle 29">
              <a:extLst>
                <a:ext uri="{FF2B5EF4-FFF2-40B4-BE49-F238E27FC236}">
                  <a16:creationId xmlns:a16="http://schemas.microsoft.com/office/drawing/2014/main" id="{8456C1BF-C019-45CA-9136-7AF43E602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Rectangle 48">
              <a:extLst>
                <a:ext uri="{FF2B5EF4-FFF2-40B4-BE49-F238E27FC236}">
                  <a16:creationId xmlns:a16="http://schemas.microsoft.com/office/drawing/2014/main" id="{603066F0-C071-4BB9-915E-ED891C4BA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Rectangle 48">
              <a:extLst>
                <a:ext uri="{FF2B5EF4-FFF2-40B4-BE49-F238E27FC236}">
                  <a16:creationId xmlns:a16="http://schemas.microsoft.com/office/drawing/2014/main" id="{970BA58B-509E-4458-8B4B-FA40620B2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3" name="Rectangle 48">
              <a:extLst>
                <a:ext uri="{FF2B5EF4-FFF2-40B4-BE49-F238E27FC236}">
                  <a16:creationId xmlns:a16="http://schemas.microsoft.com/office/drawing/2014/main" id="{ACFC700F-1EF3-4765-B4A7-89DB13F1E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48">
              <a:extLst>
                <a:ext uri="{FF2B5EF4-FFF2-40B4-BE49-F238E27FC236}">
                  <a16:creationId xmlns:a16="http://schemas.microsoft.com/office/drawing/2014/main" id="{62E8CF34-1D1A-44E1-81AE-291184DC8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5" name="Rectangle 48">
              <a:extLst>
                <a:ext uri="{FF2B5EF4-FFF2-40B4-BE49-F238E27FC236}">
                  <a16:creationId xmlns:a16="http://schemas.microsoft.com/office/drawing/2014/main" id="{6B08EDC5-DFB0-47A0-8E71-4AD7900E0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04D9F499-8E91-4BB3-880A-CCC85C9720BB}"/>
              </a:ext>
            </a:extLst>
          </p:cNvPr>
          <p:cNvGrpSpPr/>
          <p:nvPr/>
        </p:nvGrpSpPr>
        <p:grpSpPr>
          <a:xfrm>
            <a:off x="2581466" y="1004738"/>
            <a:ext cx="331200" cy="1835117"/>
            <a:chOff x="5410200" y="1004738"/>
            <a:chExt cx="331200" cy="1835117"/>
          </a:xfrm>
        </p:grpSpPr>
        <p:sp>
          <p:nvSpPr>
            <p:cNvPr id="407" name="Rectangle 48">
              <a:extLst>
                <a:ext uri="{FF2B5EF4-FFF2-40B4-BE49-F238E27FC236}">
                  <a16:creationId xmlns:a16="http://schemas.microsoft.com/office/drawing/2014/main" id="{27B534A0-1731-4C7B-AC8C-3E952B8E9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8" name="Rectangle 29">
              <a:extLst>
                <a:ext uri="{FF2B5EF4-FFF2-40B4-BE49-F238E27FC236}">
                  <a16:creationId xmlns:a16="http://schemas.microsoft.com/office/drawing/2014/main" id="{19AE8AE4-23C5-411E-A72A-CF7583142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Rectangle 48">
              <a:extLst>
                <a:ext uri="{FF2B5EF4-FFF2-40B4-BE49-F238E27FC236}">
                  <a16:creationId xmlns:a16="http://schemas.microsoft.com/office/drawing/2014/main" id="{D60C497F-5863-432A-872C-7CC5B7AB8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Rectangle 48">
              <a:extLst>
                <a:ext uri="{FF2B5EF4-FFF2-40B4-BE49-F238E27FC236}">
                  <a16:creationId xmlns:a16="http://schemas.microsoft.com/office/drawing/2014/main" id="{259E1573-4CCB-4122-9F76-DDF3F9C6E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Rectangle 48">
              <a:extLst>
                <a:ext uri="{FF2B5EF4-FFF2-40B4-BE49-F238E27FC236}">
                  <a16:creationId xmlns:a16="http://schemas.microsoft.com/office/drawing/2014/main" id="{E7AD8661-72B6-434D-BAAE-A37760DEA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Rectangle 48">
              <a:extLst>
                <a:ext uri="{FF2B5EF4-FFF2-40B4-BE49-F238E27FC236}">
                  <a16:creationId xmlns:a16="http://schemas.microsoft.com/office/drawing/2014/main" id="{FFDF3ED4-98B5-48BE-80CC-22D8F973F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Rectangle 48">
              <a:extLst>
                <a:ext uri="{FF2B5EF4-FFF2-40B4-BE49-F238E27FC236}">
                  <a16:creationId xmlns:a16="http://schemas.microsoft.com/office/drawing/2014/main" id="{B05C23C0-D121-4693-B294-D836B1DE4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D168BC2F-0974-4F0A-BFFB-E18AAB4F1C15}"/>
              </a:ext>
            </a:extLst>
          </p:cNvPr>
          <p:cNvGrpSpPr/>
          <p:nvPr/>
        </p:nvGrpSpPr>
        <p:grpSpPr>
          <a:xfrm>
            <a:off x="2249996" y="1004738"/>
            <a:ext cx="331200" cy="1835117"/>
            <a:chOff x="5410200" y="1004738"/>
            <a:chExt cx="331200" cy="1835117"/>
          </a:xfrm>
        </p:grpSpPr>
        <p:sp>
          <p:nvSpPr>
            <p:cNvPr id="415" name="Rectangle 48">
              <a:extLst>
                <a:ext uri="{FF2B5EF4-FFF2-40B4-BE49-F238E27FC236}">
                  <a16:creationId xmlns:a16="http://schemas.microsoft.com/office/drawing/2014/main" id="{DF6050E3-65BA-4872-BF70-2695E8DD5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Rectangle 29">
              <a:extLst>
                <a:ext uri="{FF2B5EF4-FFF2-40B4-BE49-F238E27FC236}">
                  <a16:creationId xmlns:a16="http://schemas.microsoft.com/office/drawing/2014/main" id="{E633F1E3-BF51-4A22-A2FE-6031B8D6A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7" name="Rectangle 48">
              <a:extLst>
                <a:ext uri="{FF2B5EF4-FFF2-40B4-BE49-F238E27FC236}">
                  <a16:creationId xmlns:a16="http://schemas.microsoft.com/office/drawing/2014/main" id="{D4FCBAF0-A16A-4869-AC17-83637C14C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48">
              <a:extLst>
                <a:ext uri="{FF2B5EF4-FFF2-40B4-BE49-F238E27FC236}">
                  <a16:creationId xmlns:a16="http://schemas.microsoft.com/office/drawing/2014/main" id="{65EE864A-41B2-4B33-9FF8-1150A7CF8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9" name="Rectangle 48">
              <a:extLst>
                <a:ext uri="{FF2B5EF4-FFF2-40B4-BE49-F238E27FC236}">
                  <a16:creationId xmlns:a16="http://schemas.microsoft.com/office/drawing/2014/main" id="{65D34BCB-11DF-4DD0-BF8B-DE25D4AE1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0" name="Rectangle 48">
              <a:extLst>
                <a:ext uri="{FF2B5EF4-FFF2-40B4-BE49-F238E27FC236}">
                  <a16:creationId xmlns:a16="http://schemas.microsoft.com/office/drawing/2014/main" id="{18D60625-9BC7-4C6D-99B1-E813F3C54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48">
              <a:extLst>
                <a:ext uri="{FF2B5EF4-FFF2-40B4-BE49-F238E27FC236}">
                  <a16:creationId xmlns:a16="http://schemas.microsoft.com/office/drawing/2014/main" id="{FC1191EF-0526-421E-9971-AA816F7AF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25" name="Rectangle 29">
            <a:extLst>
              <a:ext uri="{FF2B5EF4-FFF2-40B4-BE49-F238E27FC236}">
                <a16:creationId xmlns:a16="http://schemas.microsoft.com/office/drawing/2014/main" id="{AED3A31C-147D-48A2-BB70-585A3895D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2" y="1004752"/>
            <a:ext cx="724441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Cycle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183" name="Table 182">
            <a:extLst>
              <a:ext uri="{FF2B5EF4-FFF2-40B4-BE49-F238E27FC236}">
                <a16:creationId xmlns:a16="http://schemas.microsoft.com/office/drawing/2014/main" id="{EC8722A4-BC07-4377-AF70-204E93F2B8BB}"/>
              </a:ext>
            </a:extLst>
          </p:cNvPr>
          <p:cNvGraphicFramePr>
            <a:graphicFrameLocks noGrp="1"/>
          </p:cNvGraphicFramePr>
          <p:nvPr/>
        </p:nvGraphicFramePr>
        <p:xfrm>
          <a:off x="221457" y="1347785"/>
          <a:ext cx="2013700" cy="1521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68285122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6171413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6253014"/>
                    </a:ext>
                  </a:extLst>
                </a:gridCol>
                <a:gridCol w="465700">
                  <a:extLst>
                    <a:ext uri="{9D8B030D-6E8A-4147-A177-3AD203B41FA5}">
                      <a16:colId xmlns:a16="http://schemas.microsoft.com/office/drawing/2014/main" val="3517611654"/>
                    </a:ext>
                  </a:extLst>
                </a:gridCol>
              </a:tblGrid>
              <a:tr h="171963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R1, R2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241112"/>
                  </a:ext>
                </a:extLst>
              </a:tr>
              <a:tr h="27449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R3, R4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7394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R2, R6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21130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R8, R9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26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R7, 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14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R5, 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8953267"/>
                  </a:ext>
                </a:extLst>
              </a:tr>
            </a:tbl>
          </a:graphicData>
        </a:graphic>
      </p:graphicFrame>
      <p:graphicFrame>
        <p:nvGraphicFramePr>
          <p:cNvPr id="186" name="Table 185">
            <a:extLst>
              <a:ext uri="{FF2B5EF4-FFF2-40B4-BE49-F238E27FC236}">
                <a16:creationId xmlns:a16="http://schemas.microsoft.com/office/drawing/2014/main" id="{1C1130EF-DF2C-4FF5-98EA-D63735F481D2}"/>
              </a:ext>
            </a:extLst>
          </p:cNvPr>
          <p:cNvGraphicFramePr>
            <a:graphicFrameLocks noGrp="1"/>
          </p:cNvGraphicFramePr>
          <p:nvPr/>
        </p:nvGraphicFramePr>
        <p:xfrm>
          <a:off x="5860859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17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graphicFrame>
        <p:nvGraphicFramePr>
          <p:cNvPr id="187" name="Table 186">
            <a:extLst>
              <a:ext uri="{FF2B5EF4-FFF2-40B4-BE49-F238E27FC236}">
                <a16:creationId xmlns:a16="http://schemas.microsoft.com/office/drawing/2014/main" id="{E2F613E6-5077-4276-A2B0-5322AFB86F7D}"/>
              </a:ext>
            </a:extLst>
          </p:cNvPr>
          <p:cNvGraphicFramePr>
            <a:graphicFrameLocks noGrp="1"/>
          </p:cNvGraphicFramePr>
          <p:nvPr/>
        </p:nvGraphicFramePr>
        <p:xfrm>
          <a:off x="2805320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graphicFrame>
        <p:nvGraphicFramePr>
          <p:cNvPr id="188" name="Table 187">
            <a:extLst>
              <a:ext uri="{FF2B5EF4-FFF2-40B4-BE49-F238E27FC236}">
                <a16:creationId xmlns:a16="http://schemas.microsoft.com/office/drawing/2014/main" id="{18FF3A21-70FA-48C7-AAEC-5EB108ECBB4C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3060460"/>
          <a:ext cx="2021396" cy="30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197">
                  <a:extLst>
                    <a:ext uri="{9D8B030D-6E8A-4147-A177-3AD203B41FA5}">
                      <a16:colId xmlns:a16="http://schemas.microsoft.com/office/drawing/2014/main" val="178228208"/>
                    </a:ext>
                  </a:extLst>
                </a:gridCol>
                <a:gridCol w="456057">
                  <a:extLst>
                    <a:ext uri="{9D8B030D-6E8A-4147-A177-3AD203B41FA5}">
                      <a16:colId xmlns:a16="http://schemas.microsoft.com/office/drawing/2014/main" val="514640341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3807375684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347605207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Register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Valid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Tag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Value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855663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67566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717070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R3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8068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8062439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9616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1653268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8406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7141418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960802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17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068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</a:t>
                      </a:r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808428"/>
                  </a:ext>
                </a:extLst>
              </a:tr>
            </a:tbl>
          </a:graphicData>
        </a:graphic>
      </p:graphicFrame>
      <p:sp>
        <p:nvSpPr>
          <p:cNvPr id="104" name="矩形 103">
            <a:extLst>
              <a:ext uri="{FF2B5EF4-FFF2-40B4-BE49-F238E27FC236}">
                <a16:creationId xmlns:a16="http://schemas.microsoft.com/office/drawing/2014/main" id="{01EC2571-F796-49C0-9FE0-8BA8F9F69F23}"/>
              </a:ext>
            </a:extLst>
          </p:cNvPr>
          <p:cNvSpPr/>
          <p:nvPr/>
        </p:nvSpPr>
        <p:spPr>
          <a:xfrm>
            <a:off x="210753" y="6508393"/>
            <a:ext cx="3262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MUL: 6 cycles,  ADD</a:t>
            </a:r>
            <a:r>
              <a:rPr lang="zh-CN" altLang="en-US" dirty="0"/>
              <a:t>：</a:t>
            </a:r>
            <a:r>
              <a:rPr lang="en-US" altLang="zh-CN" dirty="0"/>
              <a:t> 4 cycle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58009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86">
            <a:extLst>
              <a:ext uri="{FF2B5EF4-FFF2-40B4-BE49-F238E27FC236}">
                <a16:creationId xmlns:a16="http://schemas.microsoft.com/office/drawing/2014/main" id="{0409E924-0B6A-47C3-B8C7-19824FD83551}"/>
              </a:ext>
            </a:extLst>
          </p:cNvPr>
          <p:cNvSpPr/>
          <p:nvPr/>
        </p:nvSpPr>
        <p:spPr bwMode="auto">
          <a:xfrm>
            <a:off x="5576115" y="951055"/>
            <a:ext cx="331200" cy="1918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FDBD3-8031-42D6-80CF-FE05E4EE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dirty="0"/>
              <a:t>Cycle </a:t>
            </a:r>
            <a:r>
              <a:rPr lang="en-US" dirty="0">
                <a:sym typeface="Wingdings" panose="05000000000000000000" pitchFamily="2" charset="2"/>
              </a:rPr>
              <a:t>11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BFAF7-D375-4D96-BA5E-AF0327B958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A640EF-F0E2-4E49-9455-7E266BCEBB7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4AA7E21-7B39-4D87-8095-EBAAA1B5887A}"/>
              </a:ext>
            </a:extLst>
          </p:cNvPr>
          <p:cNvGrpSpPr/>
          <p:nvPr/>
        </p:nvGrpSpPr>
        <p:grpSpPr>
          <a:xfrm>
            <a:off x="3398728" y="4989344"/>
            <a:ext cx="1449705" cy="798651"/>
            <a:chOff x="6998109" y="2092803"/>
            <a:chExt cx="3805084" cy="2096244"/>
          </a:xfrm>
        </p:grpSpPr>
        <p:sp>
          <p:nvSpPr>
            <p:cNvPr id="20" name="Flowchart: Manual Operation 19">
              <a:extLst>
                <a:ext uri="{FF2B5EF4-FFF2-40B4-BE49-F238E27FC236}">
                  <a16:creationId xmlns:a16="http://schemas.microsoft.com/office/drawing/2014/main" id="{D9788A89-F980-424B-B3EA-FD96B8BD3A8E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+</a:t>
              </a:r>
              <a:endParaRPr kumimoji="0" lang="en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1E8E30-D2BE-4453-842F-BFE9A1A107DA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9DD9CB-A55D-427D-99E0-64627FC8AE38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ECA4318-6D66-4D09-AE89-D97B30539D8A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A79CD7C-A37E-433C-B255-46FD6FEBCF89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84043F-213C-4FA2-A503-A68507FB5934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B88D05-5CA0-48B4-9863-D2A4299DDDA4}"/>
              </a:ext>
            </a:extLst>
          </p:cNvPr>
          <p:cNvGrpSpPr/>
          <p:nvPr/>
        </p:nvGrpSpPr>
        <p:grpSpPr>
          <a:xfrm>
            <a:off x="6477000" y="4989344"/>
            <a:ext cx="1449705" cy="795474"/>
            <a:chOff x="6998109" y="2101142"/>
            <a:chExt cx="3805084" cy="2087904"/>
          </a:xfrm>
        </p:grpSpPr>
        <p:sp>
          <p:nvSpPr>
            <p:cNvPr id="27" name="Flowchart: Manual Operation 26">
              <a:extLst>
                <a:ext uri="{FF2B5EF4-FFF2-40B4-BE49-F238E27FC236}">
                  <a16:creationId xmlns:a16="http://schemas.microsoft.com/office/drawing/2014/main" id="{697BEE34-7099-4A97-B1AC-C9CE1D11B917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∗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4EB639-D558-45E4-9466-BDE2F8372937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5582676-F310-42D3-80E5-0D91022531B7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D48D83-B4BE-48B5-9027-5A30266F2B1B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4A397-3F5E-43B7-A316-493D0DF44868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5A5D3E-8DEE-420C-BF49-4FDB538C5A67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A05CDA2B-4B07-4B27-AE40-ECE5614FBBDB}"/>
              </a:ext>
            </a:extLst>
          </p:cNvPr>
          <p:cNvGrpSpPr/>
          <p:nvPr/>
        </p:nvGrpSpPr>
        <p:grpSpPr>
          <a:xfrm>
            <a:off x="5574583" y="1004738"/>
            <a:ext cx="331200" cy="1835117"/>
            <a:chOff x="5410200" y="1004738"/>
            <a:chExt cx="331200" cy="1835117"/>
          </a:xfrm>
        </p:grpSpPr>
        <p:sp>
          <p:nvSpPr>
            <p:cNvPr id="303" name="Rectangle 48">
              <a:extLst>
                <a:ext uri="{FF2B5EF4-FFF2-40B4-BE49-F238E27FC236}">
                  <a16:creationId xmlns:a16="http://schemas.microsoft.com/office/drawing/2014/main" id="{18261890-CE35-49F9-B040-315B1B3F0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4" name="Rectangle 29">
              <a:extLst>
                <a:ext uri="{FF2B5EF4-FFF2-40B4-BE49-F238E27FC236}">
                  <a16:creationId xmlns:a16="http://schemas.microsoft.com/office/drawing/2014/main" id="{BB975130-B9A4-4E06-87F7-2E6CF4F62E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5" name="Rectangle 48">
              <a:extLst>
                <a:ext uri="{FF2B5EF4-FFF2-40B4-BE49-F238E27FC236}">
                  <a16:creationId xmlns:a16="http://schemas.microsoft.com/office/drawing/2014/main" id="{D17D0EEB-34D2-42A0-BD89-5AE8B3BD0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6" name="Rectangle 48">
              <a:extLst>
                <a:ext uri="{FF2B5EF4-FFF2-40B4-BE49-F238E27FC236}">
                  <a16:creationId xmlns:a16="http://schemas.microsoft.com/office/drawing/2014/main" id="{CEB489A7-F623-4F49-8A9F-CBE44B6FC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" name="Rectangle 48">
              <a:extLst>
                <a:ext uri="{FF2B5EF4-FFF2-40B4-BE49-F238E27FC236}">
                  <a16:creationId xmlns:a16="http://schemas.microsoft.com/office/drawing/2014/main" id="{8BADFF3B-C82E-4B71-A4A5-FDFBB6F7C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8" name="Rectangle 48">
              <a:extLst>
                <a:ext uri="{FF2B5EF4-FFF2-40B4-BE49-F238E27FC236}">
                  <a16:creationId xmlns:a16="http://schemas.microsoft.com/office/drawing/2014/main" id="{7FBB66AD-206F-4B8E-88F7-FFE82065B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Rectangle 48">
              <a:extLst>
                <a:ext uri="{FF2B5EF4-FFF2-40B4-BE49-F238E27FC236}">
                  <a16:creationId xmlns:a16="http://schemas.microsoft.com/office/drawing/2014/main" id="{2685FD37-E118-4FE8-83B6-BBAEAA784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6A59A262-7B1F-479F-A845-262E6EE30630}"/>
              </a:ext>
            </a:extLst>
          </p:cNvPr>
          <p:cNvGrpSpPr/>
          <p:nvPr/>
        </p:nvGrpSpPr>
        <p:grpSpPr>
          <a:xfrm>
            <a:off x="5239305" y="1004738"/>
            <a:ext cx="331200" cy="1835117"/>
            <a:chOff x="5410200" y="1004738"/>
            <a:chExt cx="331200" cy="1835117"/>
          </a:xfrm>
        </p:grpSpPr>
        <p:sp>
          <p:nvSpPr>
            <p:cNvPr id="311" name="Rectangle 48">
              <a:extLst>
                <a:ext uri="{FF2B5EF4-FFF2-40B4-BE49-F238E27FC236}">
                  <a16:creationId xmlns:a16="http://schemas.microsoft.com/office/drawing/2014/main" id="{A7AFA6A8-1C31-4DB5-8858-2E389543E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Rectangle 29">
              <a:extLst>
                <a:ext uri="{FF2B5EF4-FFF2-40B4-BE49-F238E27FC236}">
                  <a16:creationId xmlns:a16="http://schemas.microsoft.com/office/drawing/2014/main" id="{7690F476-DF7E-47C1-B981-5552F0106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0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Rectangle 48">
              <a:extLst>
                <a:ext uri="{FF2B5EF4-FFF2-40B4-BE49-F238E27FC236}">
                  <a16:creationId xmlns:a16="http://schemas.microsoft.com/office/drawing/2014/main" id="{C077CF72-C332-446A-8495-0E1FBF096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Rectangle 48">
              <a:extLst>
                <a:ext uri="{FF2B5EF4-FFF2-40B4-BE49-F238E27FC236}">
                  <a16:creationId xmlns:a16="http://schemas.microsoft.com/office/drawing/2014/main" id="{77CC9037-D59D-4F84-9313-F0403BAD6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5" name="Rectangle 48">
              <a:extLst>
                <a:ext uri="{FF2B5EF4-FFF2-40B4-BE49-F238E27FC236}">
                  <a16:creationId xmlns:a16="http://schemas.microsoft.com/office/drawing/2014/main" id="{7FF2A22B-4172-4C76-A67D-AB6EF2344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Rectangle 48">
              <a:extLst>
                <a:ext uri="{FF2B5EF4-FFF2-40B4-BE49-F238E27FC236}">
                  <a16:creationId xmlns:a16="http://schemas.microsoft.com/office/drawing/2014/main" id="{B3FBD2C9-B558-4F55-A240-DE6DFBD9A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7" name="Rectangle 48">
              <a:extLst>
                <a:ext uri="{FF2B5EF4-FFF2-40B4-BE49-F238E27FC236}">
                  <a16:creationId xmlns:a16="http://schemas.microsoft.com/office/drawing/2014/main" id="{D2517B42-73CA-4024-9080-CE7F3D217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1A7F16A8-FDF7-42DF-B54D-82F6AF89042C}"/>
              </a:ext>
            </a:extLst>
          </p:cNvPr>
          <p:cNvGrpSpPr/>
          <p:nvPr/>
        </p:nvGrpSpPr>
        <p:grpSpPr>
          <a:xfrm>
            <a:off x="4907835" y="1004738"/>
            <a:ext cx="331200" cy="1835117"/>
            <a:chOff x="5410200" y="1004738"/>
            <a:chExt cx="331200" cy="1835117"/>
          </a:xfrm>
        </p:grpSpPr>
        <p:sp>
          <p:nvSpPr>
            <p:cNvPr id="319" name="Rectangle 48">
              <a:extLst>
                <a:ext uri="{FF2B5EF4-FFF2-40B4-BE49-F238E27FC236}">
                  <a16:creationId xmlns:a16="http://schemas.microsoft.com/office/drawing/2014/main" id="{A5F109F5-FEB0-47A5-9D1C-E218C2241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Rectangle 29">
              <a:extLst>
                <a:ext uri="{FF2B5EF4-FFF2-40B4-BE49-F238E27FC236}">
                  <a16:creationId xmlns:a16="http://schemas.microsoft.com/office/drawing/2014/main" id="{0DD24DE9-AB7D-4594-A3FF-8F3F629F8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9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1" name="Rectangle 48">
              <a:extLst>
                <a:ext uri="{FF2B5EF4-FFF2-40B4-BE49-F238E27FC236}">
                  <a16:creationId xmlns:a16="http://schemas.microsoft.com/office/drawing/2014/main" id="{415089C7-3623-4DBD-8368-94D66D7A7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Rectangle 48">
              <a:extLst>
                <a:ext uri="{FF2B5EF4-FFF2-40B4-BE49-F238E27FC236}">
                  <a16:creationId xmlns:a16="http://schemas.microsoft.com/office/drawing/2014/main" id="{FAA34AD9-82AE-47AB-B896-65DCA9864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3" name="Rectangle 48">
              <a:extLst>
                <a:ext uri="{FF2B5EF4-FFF2-40B4-BE49-F238E27FC236}">
                  <a16:creationId xmlns:a16="http://schemas.microsoft.com/office/drawing/2014/main" id="{A2152364-4EEA-423A-A044-042BB12C1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4" name="Rectangle 48">
              <a:extLst>
                <a:ext uri="{FF2B5EF4-FFF2-40B4-BE49-F238E27FC236}">
                  <a16:creationId xmlns:a16="http://schemas.microsoft.com/office/drawing/2014/main" id="{4B168F5F-8257-4479-BD5E-A95BB36EC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5" name="Rectangle 48">
              <a:extLst>
                <a:ext uri="{FF2B5EF4-FFF2-40B4-BE49-F238E27FC236}">
                  <a16:creationId xmlns:a16="http://schemas.microsoft.com/office/drawing/2014/main" id="{8350DDDC-D771-4A59-B0BA-BF11B1535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DE7BA189-51B5-4EB6-9846-D47A8E290126}"/>
              </a:ext>
            </a:extLst>
          </p:cNvPr>
          <p:cNvGrpSpPr/>
          <p:nvPr/>
        </p:nvGrpSpPr>
        <p:grpSpPr>
          <a:xfrm>
            <a:off x="4576363" y="1004738"/>
            <a:ext cx="331200" cy="1835117"/>
            <a:chOff x="5410200" y="1004738"/>
            <a:chExt cx="331200" cy="1835117"/>
          </a:xfrm>
        </p:grpSpPr>
        <p:sp>
          <p:nvSpPr>
            <p:cNvPr id="327" name="Rectangle 48">
              <a:extLst>
                <a:ext uri="{FF2B5EF4-FFF2-40B4-BE49-F238E27FC236}">
                  <a16:creationId xmlns:a16="http://schemas.microsoft.com/office/drawing/2014/main" id="{5C3374E5-8F34-4259-A78D-063086340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8" name="Rectangle 29">
              <a:extLst>
                <a:ext uri="{FF2B5EF4-FFF2-40B4-BE49-F238E27FC236}">
                  <a16:creationId xmlns:a16="http://schemas.microsoft.com/office/drawing/2014/main" id="{3E826BE3-D567-465F-AB3E-FC6CEEBF6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8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9" name="Rectangle 48">
              <a:extLst>
                <a:ext uri="{FF2B5EF4-FFF2-40B4-BE49-F238E27FC236}">
                  <a16:creationId xmlns:a16="http://schemas.microsoft.com/office/drawing/2014/main" id="{040D80C0-C403-44E9-99ED-17593D1C7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48">
              <a:extLst>
                <a:ext uri="{FF2B5EF4-FFF2-40B4-BE49-F238E27FC236}">
                  <a16:creationId xmlns:a16="http://schemas.microsoft.com/office/drawing/2014/main" id="{47CF507F-CAA1-4948-A616-409E3C4BB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Rectangle 48">
              <a:extLst>
                <a:ext uri="{FF2B5EF4-FFF2-40B4-BE49-F238E27FC236}">
                  <a16:creationId xmlns:a16="http://schemas.microsoft.com/office/drawing/2014/main" id="{2F3AA7DD-61BD-42A2-AB2E-E4EBE7F7B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Rectangle 48">
              <a:extLst>
                <a:ext uri="{FF2B5EF4-FFF2-40B4-BE49-F238E27FC236}">
                  <a16:creationId xmlns:a16="http://schemas.microsoft.com/office/drawing/2014/main" id="{9EBA70D1-8405-47BD-A9C1-C3226FA13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48">
              <a:extLst>
                <a:ext uri="{FF2B5EF4-FFF2-40B4-BE49-F238E27FC236}">
                  <a16:creationId xmlns:a16="http://schemas.microsoft.com/office/drawing/2014/main" id="{0810E8DA-8DC3-4FE5-9A89-90A722B45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BC666277-2CBB-46EC-838E-0C7B13DB300E}"/>
              </a:ext>
            </a:extLst>
          </p:cNvPr>
          <p:cNvGrpSpPr/>
          <p:nvPr/>
        </p:nvGrpSpPr>
        <p:grpSpPr>
          <a:xfrm>
            <a:off x="4244893" y="1004738"/>
            <a:ext cx="331200" cy="1835117"/>
            <a:chOff x="5410200" y="1004738"/>
            <a:chExt cx="331200" cy="1835117"/>
          </a:xfrm>
        </p:grpSpPr>
        <p:sp>
          <p:nvSpPr>
            <p:cNvPr id="335" name="Rectangle 48">
              <a:extLst>
                <a:ext uri="{FF2B5EF4-FFF2-40B4-BE49-F238E27FC236}">
                  <a16:creationId xmlns:a16="http://schemas.microsoft.com/office/drawing/2014/main" id="{297F945E-8439-4238-B96E-115E46847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6" name="Rectangle 29">
              <a:extLst>
                <a:ext uri="{FF2B5EF4-FFF2-40B4-BE49-F238E27FC236}">
                  <a16:creationId xmlns:a16="http://schemas.microsoft.com/office/drawing/2014/main" id="{234ED10A-8BF0-43DC-B80F-E1C978196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7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7" name="Rectangle 48">
              <a:extLst>
                <a:ext uri="{FF2B5EF4-FFF2-40B4-BE49-F238E27FC236}">
                  <a16:creationId xmlns:a16="http://schemas.microsoft.com/office/drawing/2014/main" id="{387A1859-590F-4BE2-810A-4A6E69651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48">
              <a:extLst>
                <a:ext uri="{FF2B5EF4-FFF2-40B4-BE49-F238E27FC236}">
                  <a16:creationId xmlns:a16="http://schemas.microsoft.com/office/drawing/2014/main" id="{EF5B30EB-E433-4708-91AE-AA87A2BC6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9" name="Rectangle 48">
              <a:extLst>
                <a:ext uri="{FF2B5EF4-FFF2-40B4-BE49-F238E27FC236}">
                  <a16:creationId xmlns:a16="http://schemas.microsoft.com/office/drawing/2014/main" id="{6EF03208-866E-4C87-9D31-A40DD67D4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0" name="Rectangle 48">
              <a:extLst>
                <a:ext uri="{FF2B5EF4-FFF2-40B4-BE49-F238E27FC236}">
                  <a16:creationId xmlns:a16="http://schemas.microsoft.com/office/drawing/2014/main" id="{3589C470-B0A0-4CDD-8141-D072CE5F5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1" name="Rectangle 48">
              <a:extLst>
                <a:ext uri="{FF2B5EF4-FFF2-40B4-BE49-F238E27FC236}">
                  <a16:creationId xmlns:a16="http://schemas.microsoft.com/office/drawing/2014/main" id="{6B64D656-AA6D-4CF1-A146-1DF571C71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35D5D976-C5CB-4915-A940-F1F859F0DCEB}"/>
              </a:ext>
            </a:extLst>
          </p:cNvPr>
          <p:cNvGrpSpPr/>
          <p:nvPr/>
        </p:nvGrpSpPr>
        <p:grpSpPr>
          <a:xfrm>
            <a:off x="3909615" y="1004738"/>
            <a:ext cx="331200" cy="1835117"/>
            <a:chOff x="5410200" y="1004738"/>
            <a:chExt cx="331200" cy="1835117"/>
          </a:xfrm>
        </p:grpSpPr>
        <p:sp>
          <p:nvSpPr>
            <p:cNvPr id="343" name="Rectangle 48">
              <a:extLst>
                <a:ext uri="{FF2B5EF4-FFF2-40B4-BE49-F238E27FC236}">
                  <a16:creationId xmlns:a16="http://schemas.microsoft.com/office/drawing/2014/main" id="{DB108FB9-796F-4D35-BC0A-CC0464243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Rectangle 29">
              <a:extLst>
                <a:ext uri="{FF2B5EF4-FFF2-40B4-BE49-F238E27FC236}">
                  <a16:creationId xmlns:a16="http://schemas.microsoft.com/office/drawing/2014/main" id="{B433B9A4-94B1-4C87-A6E1-55518397A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Rectangle 48">
              <a:extLst>
                <a:ext uri="{FF2B5EF4-FFF2-40B4-BE49-F238E27FC236}">
                  <a16:creationId xmlns:a16="http://schemas.microsoft.com/office/drawing/2014/main" id="{01CE9CD9-3BA8-48AF-97F3-8DBD484E4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Rectangle 48">
              <a:extLst>
                <a:ext uri="{FF2B5EF4-FFF2-40B4-BE49-F238E27FC236}">
                  <a16:creationId xmlns:a16="http://schemas.microsoft.com/office/drawing/2014/main" id="{615243F1-AB54-43A6-B06A-0C6CE1214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Rectangle 48">
              <a:extLst>
                <a:ext uri="{FF2B5EF4-FFF2-40B4-BE49-F238E27FC236}">
                  <a16:creationId xmlns:a16="http://schemas.microsoft.com/office/drawing/2014/main" id="{28949A8F-4EB4-4CC9-BBAF-C67DBBE38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Rectangle 48">
              <a:extLst>
                <a:ext uri="{FF2B5EF4-FFF2-40B4-BE49-F238E27FC236}">
                  <a16:creationId xmlns:a16="http://schemas.microsoft.com/office/drawing/2014/main" id="{B8EFCFE0-6C94-4A1A-8750-7EBCECD3A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Rectangle 48">
              <a:extLst>
                <a:ext uri="{FF2B5EF4-FFF2-40B4-BE49-F238E27FC236}">
                  <a16:creationId xmlns:a16="http://schemas.microsoft.com/office/drawing/2014/main" id="{B3BB5F8C-F65C-4C77-9345-C1A084715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F64DB39A-2EDA-4EE0-89CA-B7E7863F05E0}"/>
              </a:ext>
            </a:extLst>
          </p:cNvPr>
          <p:cNvGrpSpPr/>
          <p:nvPr/>
        </p:nvGrpSpPr>
        <p:grpSpPr>
          <a:xfrm>
            <a:off x="3578145" y="1004738"/>
            <a:ext cx="331200" cy="1835117"/>
            <a:chOff x="5410200" y="1004738"/>
            <a:chExt cx="331200" cy="1835117"/>
          </a:xfrm>
        </p:grpSpPr>
        <p:sp>
          <p:nvSpPr>
            <p:cNvPr id="351" name="Rectangle 48">
              <a:extLst>
                <a:ext uri="{FF2B5EF4-FFF2-40B4-BE49-F238E27FC236}">
                  <a16:creationId xmlns:a16="http://schemas.microsoft.com/office/drawing/2014/main" id="{948C3007-FCCB-4C6E-AC3E-7A3E53F18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9">
              <a:extLst>
                <a:ext uri="{FF2B5EF4-FFF2-40B4-BE49-F238E27FC236}">
                  <a16:creationId xmlns:a16="http://schemas.microsoft.com/office/drawing/2014/main" id="{99A1184C-590C-48A6-B563-6107C0ED8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3" name="Rectangle 48">
              <a:extLst>
                <a:ext uri="{FF2B5EF4-FFF2-40B4-BE49-F238E27FC236}">
                  <a16:creationId xmlns:a16="http://schemas.microsoft.com/office/drawing/2014/main" id="{F7C02F4A-2BDB-4EDC-B5CD-C21DA4AA5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4" name="Rectangle 48">
              <a:extLst>
                <a:ext uri="{FF2B5EF4-FFF2-40B4-BE49-F238E27FC236}">
                  <a16:creationId xmlns:a16="http://schemas.microsoft.com/office/drawing/2014/main" id="{BDA0FFCA-B617-4185-A4E4-C01BE10E6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5" name="Rectangle 48">
              <a:extLst>
                <a:ext uri="{FF2B5EF4-FFF2-40B4-BE49-F238E27FC236}">
                  <a16:creationId xmlns:a16="http://schemas.microsoft.com/office/drawing/2014/main" id="{D0A0FC86-ADFC-4188-A139-A27828021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6" name="Rectangle 48">
              <a:extLst>
                <a:ext uri="{FF2B5EF4-FFF2-40B4-BE49-F238E27FC236}">
                  <a16:creationId xmlns:a16="http://schemas.microsoft.com/office/drawing/2014/main" id="{C1B0E32B-96BA-4122-95E4-2EEAEF749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7" name="Rectangle 48">
              <a:extLst>
                <a:ext uri="{FF2B5EF4-FFF2-40B4-BE49-F238E27FC236}">
                  <a16:creationId xmlns:a16="http://schemas.microsoft.com/office/drawing/2014/main" id="{1BCD692A-E03D-446D-805F-8727CCA16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D0D0D1D7-221D-499B-A7D7-74C40B469889}"/>
              </a:ext>
            </a:extLst>
          </p:cNvPr>
          <p:cNvGrpSpPr/>
          <p:nvPr/>
        </p:nvGrpSpPr>
        <p:grpSpPr>
          <a:xfrm>
            <a:off x="3248214" y="1004738"/>
            <a:ext cx="331200" cy="1835117"/>
            <a:chOff x="5410200" y="1004738"/>
            <a:chExt cx="331200" cy="1835117"/>
          </a:xfrm>
        </p:grpSpPr>
        <p:sp>
          <p:nvSpPr>
            <p:cNvPr id="391" name="Rectangle 48">
              <a:extLst>
                <a:ext uri="{FF2B5EF4-FFF2-40B4-BE49-F238E27FC236}">
                  <a16:creationId xmlns:a16="http://schemas.microsoft.com/office/drawing/2014/main" id="{142C9FB2-4DFA-45FE-9967-3D16C5807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2" name="Rectangle 29">
              <a:extLst>
                <a:ext uri="{FF2B5EF4-FFF2-40B4-BE49-F238E27FC236}">
                  <a16:creationId xmlns:a16="http://schemas.microsoft.com/office/drawing/2014/main" id="{13C845B4-BBD0-4E88-86A5-1201EC939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3" name="Rectangle 48">
              <a:extLst>
                <a:ext uri="{FF2B5EF4-FFF2-40B4-BE49-F238E27FC236}">
                  <a16:creationId xmlns:a16="http://schemas.microsoft.com/office/drawing/2014/main" id="{4FC63368-BB30-4160-8128-E1956EDEE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4" name="Rectangle 48">
              <a:extLst>
                <a:ext uri="{FF2B5EF4-FFF2-40B4-BE49-F238E27FC236}">
                  <a16:creationId xmlns:a16="http://schemas.microsoft.com/office/drawing/2014/main" id="{5A872067-9D5D-455D-B495-E18252EE3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5" name="Rectangle 48">
              <a:extLst>
                <a:ext uri="{FF2B5EF4-FFF2-40B4-BE49-F238E27FC236}">
                  <a16:creationId xmlns:a16="http://schemas.microsoft.com/office/drawing/2014/main" id="{EB1BAB0E-8365-4C09-B376-99F62A1D9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48">
              <a:extLst>
                <a:ext uri="{FF2B5EF4-FFF2-40B4-BE49-F238E27FC236}">
                  <a16:creationId xmlns:a16="http://schemas.microsoft.com/office/drawing/2014/main" id="{CABB04FE-6DE0-4414-A1A8-D9186CBEA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Rectangle 48">
              <a:extLst>
                <a:ext uri="{FF2B5EF4-FFF2-40B4-BE49-F238E27FC236}">
                  <a16:creationId xmlns:a16="http://schemas.microsoft.com/office/drawing/2014/main" id="{D449F55E-6A28-4068-9352-3D600B69D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83D1EE34-BD69-4228-8815-3E2F99EC7E75}"/>
              </a:ext>
            </a:extLst>
          </p:cNvPr>
          <p:cNvGrpSpPr/>
          <p:nvPr/>
        </p:nvGrpSpPr>
        <p:grpSpPr>
          <a:xfrm>
            <a:off x="2916744" y="1004738"/>
            <a:ext cx="331200" cy="1835117"/>
            <a:chOff x="5410200" y="1004738"/>
            <a:chExt cx="331200" cy="1835117"/>
          </a:xfrm>
        </p:grpSpPr>
        <p:sp>
          <p:nvSpPr>
            <p:cNvPr id="399" name="Rectangle 48">
              <a:extLst>
                <a:ext uri="{FF2B5EF4-FFF2-40B4-BE49-F238E27FC236}">
                  <a16:creationId xmlns:a16="http://schemas.microsoft.com/office/drawing/2014/main" id="{CDFC79D4-F0D6-4806-BBCC-A199E0E36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0" name="Rectangle 29">
              <a:extLst>
                <a:ext uri="{FF2B5EF4-FFF2-40B4-BE49-F238E27FC236}">
                  <a16:creationId xmlns:a16="http://schemas.microsoft.com/office/drawing/2014/main" id="{8456C1BF-C019-45CA-9136-7AF43E602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Rectangle 48">
              <a:extLst>
                <a:ext uri="{FF2B5EF4-FFF2-40B4-BE49-F238E27FC236}">
                  <a16:creationId xmlns:a16="http://schemas.microsoft.com/office/drawing/2014/main" id="{603066F0-C071-4BB9-915E-ED891C4BA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Rectangle 48">
              <a:extLst>
                <a:ext uri="{FF2B5EF4-FFF2-40B4-BE49-F238E27FC236}">
                  <a16:creationId xmlns:a16="http://schemas.microsoft.com/office/drawing/2014/main" id="{970BA58B-509E-4458-8B4B-FA40620B2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3" name="Rectangle 48">
              <a:extLst>
                <a:ext uri="{FF2B5EF4-FFF2-40B4-BE49-F238E27FC236}">
                  <a16:creationId xmlns:a16="http://schemas.microsoft.com/office/drawing/2014/main" id="{ACFC700F-1EF3-4765-B4A7-89DB13F1E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48">
              <a:extLst>
                <a:ext uri="{FF2B5EF4-FFF2-40B4-BE49-F238E27FC236}">
                  <a16:creationId xmlns:a16="http://schemas.microsoft.com/office/drawing/2014/main" id="{62E8CF34-1D1A-44E1-81AE-291184DC8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5" name="Rectangle 48">
              <a:extLst>
                <a:ext uri="{FF2B5EF4-FFF2-40B4-BE49-F238E27FC236}">
                  <a16:creationId xmlns:a16="http://schemas.microsoft.com/office/drawing/2014/main" id="{6B08EDC5-DFB0-47A0-8E71-4AD7900E0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04D9F499-8E91-4BB3-880A-CCC85C9720BB}"/>
              </a:ext>
            </a:extLst>
          </p:cNvPr>
          <p:cNvGrpSpPr/>
          <p:nvPr/>
        </p:nvGrpSpPr>
        <p:grpSpPr>
          <a:xfrm>
            <a:off x="2581466" y="1004738"/>
            <a:ext cx="331200" cy="1835117"/>
            <a:chOff x="5410200" y="1004738"/>
            <a:chExt cx="331200" cy="1835117"/>
          </a:xfrm>
        </p:grpSpPr>
        <p:sp>
          <p:nvSpPr>
            <p:cNvPr id="407" name="Rectangle 48">
              <a:extLst>
                <a:ext uri="{FF2B5EF4-FFF2-40B4-BE49-F238E27FC236}">
                  <a16:creationId xmlns:a16="http://schemas.microsoft.com/office/drawing/2014/main" id="{27B534A0-1731-4C7B-AC8C-3E952B8E9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8" name="Rectangle 29">
              <a:extLst>
                <a:ext uri="{FF2B5EF4-FFF2-40B4-BE49-F238E27FC236}">
                  <a16:creationId xmlns:a16="http://schemas.microsoft.com/office/drawing/2014/main" id="{19AE8AE4-23C5-411E-A72A-CF7583142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Rectangle 48">
              <a:extLst>
                <a:ext uri="{FF2B5EF4-FFF2-40B4-BE49-F238E27FC236}">
                  <a16:creationId xmlns:a16="http://schemas.microsoft.com/office/drawing/2014/main" id="{D60C497F-5863-432A-872C-7CC5B7AB8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Rectangle 48">
              <a:extLst>
                <a:ext uri="{FF2B5EF4-FFF2-40B4-BE49-F238E27FC236}">
                  <a16:creationId xmlns:a16="http://schemas.microsoft.com/office/drawing/2014/main" id="{259E1573-4CCB-4122-9F76-DDF3F9C6E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Rectangle 48">
              <a:extLst>
                <a:ext uri="{FF2B5EF4-FFF2-40B4-BE49-F238E27FC236}">
                  <a16:creationId xmlns:a16="http://schemas.microsoft.com/office/drawing/2014/main" id="{E7AD8661-72B6-434D-BAAE-A37760DEA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Rectangle 48">
              <a:extLst>
                <a:ext uri="{FF2B5EF4-FFF2-40B4-BE49-F238E27FC236}">
                  <a16:creationId xmlns:a16="http://schemas.microsoft.com/office/drawing/2014/main" id="{FFDF3ED4-98B5-48BE-80CC-22D8F973F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Rectangle 48">
              <a:extLst>
                <a:ext uri="{FF2B5EF4-FFF2-40B4-BE49-F238E27FC236}">
                  <a16:creationId xmlns:a16="http://schemas.microsoft.com/office/drawing/2014/main" id="{B05C23C0-D121-4693-B294-D836B1DE4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D168BC2F-0974-4F0A-BFFB-E18AAB4F1C15}"/>
              </a:ext>
            </a:extLst>
          </p:cNvPr>
          <p:cNvGrpSpPr/>
          <p:nvPr/>
        </p:nvGrpSpPr>
        <p:grpSpPr>
          <a:xfrm>
            <a:off x="2249996" y="1004738"/>
            <a:ext cx="331200" cy="1835117"/>
            <a:chOff x="5410200" y="1004738"/>
            <a:chExt cx="331200" cy="1835117"/>
          </a:xfrm>
        </p:grpSpPr>
        <p:sp>
          <p:nvSpPr>
            <p:cNvPr id="415" name="Rectangle 48">
              <a:extLst>
                <a:ext uri="{FF2B5EF4-FFF2-40B4-BE49-F238E27FC236}">
                  <a16:creationId xmlns:a16="http://schemas.microsoft.com/office/drawing/2014/main" id="{DF6050E3-65BA-4872-BF70-2695E8DD5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Rectangle 29">
              <a:extLst>
                <a:ext uri="{FF2B5EF4-FFF2-40B4-BE49-F238E27FC236}">
                  <a16:creationId xmlns:a16="http://schemas.microsoft.com/office/drawing/2014/main" id="{E633F1E3-BF51-4A22-A2FE-6031B8D6A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7" name="Rectangle 48">
              <a:extLst>
                <a:ext uri="{FF2B5EF4-FFF2-40B4-BE49-F238E27FC236}">
                  <a16:creationId xmlns:a16="http://schemas.microsoft.com/office/drawing/2014/main" id="{D4FCBAF0-A16A-4869-AC17-83637C14C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48">
              <a:extLst>
                <a:ext uri="{FF2B5EF4-FFF2-40B4-BE49-F238E27FC236}">
                  <a16:creationId xmlns:a16="http://schemas.microsoft.com/office/drawing/2014/main" id="{65EE864A-41B2-4B33-9FF8-1150A7CF8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9" name="Rectangle 48">
              <a:extLst>
                <a:ext uri="{FF2B5EF4-FFF2-40B4-BE49-F238E27FC236}">
                  <a16:creationId xmlns:a16="http://schemas.microsoft.com/office/drawing/2014/main" id="{65D34BCB-11DF-4DD0-BF8B-DE25D4AE1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0" name="Rectangle 48">
              <a:extLst>
                <a:ext uri="{FF2B5EF4-FFF2-40B4-BE49-F238E27FC236}">
                  <a16:creationId xmlns:a16="http://schemas.microsoft.com/office/drawing/2014/main" id="{18D60625-9BC7-4C6D-99B1-E813F3C54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48">
              <a:extLst>
                <a:ext uri="{FF2B5EF4-FFF2-40B4-BE49-F238E27FC236}">
                  <a16:creationId xmlns:a16="http://schemas.microsoft.com/office/drawing/2014/main" id="{FC1191EF-0526-421E-9971-AA816F7AF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25" name="Rectangle 29">
            <a:extLst>
              <a:ext uri="{FF2B5EF4-FFF2-40B4-BE49-F238E27FC236}">
                <a16:creationId xmlns:a16="http://schemas.microsoft.com/office/drawing/2014/main" id="{AED3A31C-147D-48A2-BB70-585A3895D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2" y="1004752"/>
            <a:ext cx="724441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Cycle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183" name="Table 182">
            <a:extLst>
              <a:ext uri="{FF2B5EF4-FFF2-40B4-BE49-F238E27FC236}">
                <a16:creationId xmlns:a16="http://schemas.microsoft.com/office/drawing/2014/main" id="{EC8722A4-BC07-4377-AF70-204E93F2B8BB}"/>
              </a:ext>
            </a:extLst>
          </p:cNvPr>
          <p:cNvGraphicFramePr>
            <a:graphicFrameLocks noGrp="1"/>
          </p:cNvGraphicFramePr>
          <p:nvPr/>
        </p:nvGraphicFramePr>
        <p:xfrm>
          <a:off x="221457" y="1347785"/>
          <a:ext cx="2013700" cy="1521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68285122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6171413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6253014"/>
                    </a:ext>
                  </a:extLst>
                </a:gridCol>
                <a:gridCol w="465700">
                  <a:extLst>
                    <a:ext uri="{9D8B030D-6E8A-4147-A177-3AD203B41FA5}">
                      <a16:colId xmlns:a16="http://schemas.microsoft.com/office/drawing/2014/main" val="3517611654"/>
                    </a:ext>
                  </a:extLst>
                </a:gridCol>
              </a:tblGrid>
              <a:tr h="171963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R1, R2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241112"/>
                  </a:ext>
                </a:extLst>
              </a:tr>
              <a:tr h="27449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R3, R4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7394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R2, R6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21130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R8, R9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26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R7, 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14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R5, 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8953267"/>
                  </a:ext>
                </a:extLst>
              </a:tr>
            </a:tbl>
          </a:graphicData>
        </a:graphic>
      </p:graphicFrame>
      <p:graphicFrame>
        <p:nvGraphicFramePr>
          <p:cNvPr id="184" name="Table 183">
            <a:extLst>
              <a:ext uri="{FF2B5EF4-FFF2-40B4-BE49-F238E27FC236}">
                <a16:creationId xmlns:a16="http://schemas.microsoft.com/office/drawing/2014/main" id="{7A2E9571-4F7F-4E45-9354-8C0E03B9BC15}"/>
              </a:ext>
            </a:extLst>
          </p:cNvPr>
          <p:cNvGraphicFramePr>
            <a:graphicFrameLocks noGrp="1"/>
          </p:cNvGraphicFramePr>
          <p:nvPr/>
        </p:nvGraphicFramePr>
        <p:xfrm>
          <a:off x="2805320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graphicFrame>
        <p:nvGraphicFramePr>
          <p:cNvPr id="185" name="Table 184">
            <a:extLst>
              <a:ext uri="{FF2B5EF4-FFF2-40B4-BE49-F238E27FC236}">
                <a16:creationId xmlns:a16="http://schemas.microsoft.com/office/drawing/2014/main" id="{D0CE5D96-F39A-48B4-9926-7925B25BA378}"/>
              </a:ext>
            </a:extLst>
          </p:cNvPr>
          <p:cNvGraphicFramePr>
            <a:graphicFrameLocks noGrp="1"/>
          </p:cNvGraphicFramePr>
          <p:nvPr/>
        </p:nvGraphicFramePr>
        <p:xfrm>
          <a:off x="5860859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17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graphicFrame>
        <p:nvGraphicFramePr>
          <p:cNvPr id="188" name="Table 187">
            <a:extLst>
              <a:ext uri="{FF2B5EF4-FFF2-40B4-BE49-F238E27FC236}">
                <a16:creationId xmlns:a16="http://schemas.microsoft.com/office/drawing/2014/main" id="{E5D61FAE-400D-4209-BE93-39000CA91D1B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3060460"/>
          <a:ext cx="2021396" cy="30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197">
                  <a:extLst>
                    <a:ext uri="{9D8B030D-6E8A-4147-A177-3AD203B41FA5}">
                      <a16:colId xmlns:a16="http://schemas.microsoft.com/office/drawing/2014/main" val="178228208"/>
                    </a:ext>
                  </a:extLst>
                </a:gridCol>
                <a:gridCol w="456057">
                  <a:extLst>
                    <a:ext uri="{9D8B030D-6E8A-4147-A177-3AD203B41FA5}">
                      <a16:colId xmlns:a16="http://schemas.microsoft.com/office/drawing/2014/main" val="514640341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3807375684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347605207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Register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Valid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Tag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Value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855663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67566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717070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R3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8068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8062439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9616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1653268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8406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7141418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960802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17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068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</a:t>
                      </a:r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808428"/>
                  </a:ext>
                </a:extLst>
              </a:tr>
            </a:tbl>
          </a:graphicData>
        </a:graphic>
      </p:graphicFrame>
      <p:sp>
        <p:nvSpPr>
          <p:cNvPr id="112" name="矩形 111">
            <a:extLst>
              <a:ext uri="{FF2B5EF4-FFF2-40B4-BE49-F238E27FC236}">
                <a16:creationId xmlns:a16="http://schemas.microsoft.com/office/drawing/2014/main" id="{2593B81E-3F78-487B-A5D9-65052E52E83A}"/>
              </a:ext>
            </a:extLst>
          </p:cNvPr>
          <p:cNvSpPr/>
          <p:nvPr/>
        </p:nvSpPr>
        <p:spPr>
          <a:xfrm>
            <a:off x="210753" y="6508393"/>
            <a:ext cx="3262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MUL: 6 cycles,  ADD</a:t>
            </a:r>
            <a:r>
              <a:rPr lang="zh-CN" altLang="en-US" dirty="0"/>
              <a:t>：</a:t>
            </a:r>
            <a:r>
              <a:rPr lang="en-US" altLang="zh-CN" dirty="0"/>
              <a:t> 4 cycle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06707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86">
            <a:extLst>
              <a:ext uri="{FF2B5EF4-FFF2-40B4-BE49-F238E27FC236}">
                <a16:creationId xmlns:a16="http://schemas.microsoft.com/office/drawing/2014/main" id="{1B8DF64C-1006-4BB9-893A-82675A46BED4}"/>
              </a:ext>
            </a:extLst>
          </p:cNvPr>
          <p:cNvSpPr/>
          <p:nvPr/>
        </p:nvSpPr>
        <p:spPr bwMode="auto">
          <a:xfrm>
            <a:off x="5895429" y="951055"/>
            <a:ext cx="331200" cy="1918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FDBD3-8031-42D6-80CF-FE05E4EE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dirty="0"/>
              <a:t>Cycle 12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BFAF7-D375-4D96-BA5E-AF0327B958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A640EF-F0E2-4E49-9455-7E266BCEBB7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4AA7E21-7B39-4D87-8095-EBAAA1B5887A}"/>
              </a:ext>
            </a:extLst>
          </p:cNvPr>
          <p:cNvGrpSpPr/>
          <p:nvPr/>
        </p:nvGrpSpPr>
        <p:grpSpPr>
          <a:xfrm>
            <a:off x="3398728" y="4989344"/>
            <a:ext cx="1449705" cy="798651"/>
            <a:chOff x="6998109" y="2092803"/>
            <a:chExt cx="3805084" cy="2096244"/>
          </a:xfrm>
        </p:grpSpPr>
        <p:sp>
          <p:nvSpPr>
            <p:cNvPr id="20" name="Flowchart: Manual Operation 19">
              <a:extLst>
                <a:ext uri="{FF2B5EF4-FFF2-40B4-BE49-F238E27FC236}">
                  <a16:creationId xmlns:a16="http://schemas.microsoft.com/office/drawing/2014/main" id="{D9788A89-F980-424B-B3EA-FD96B8BD3A8E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+</a:t>
              </a:r>
              <a:endParaRPr kumimoji="0" lang="en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1E8E30-D2BE-4453-842F-BFE9A1A107DA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9DD9CB-A55D-427D-99E0-64627FC8AE38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ECA4318-6D66-4D09-AE89-D97B30539D8A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A79CD7C-A37E-433C-B255-46FD6FEBCF89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84043F-213C-4FA2-A503-A68507FB5934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B88D05-5CA0-48B4-9863-D2A4299DDDA4}"/>
              </a:ext>
            </a:extLst>
          </p:cNvPr>
          <p:cNvGrpSpPr/>
          <p:nvPr/>
        </p:nvGrpSpPr>
        <p:grpSpPr>
          <a:xfrm>
            <a:off x="6477000" y="4989344"/>
            <a:ext cx="1449705" cy="795474"/>
            <a:chOff x="6998109" y="2101142"/>
            <a:chExt cx="3805084" cy="2087904"/>
          </a:xfrm>
        </p:grpSpPr>
        <p:sp>
          <p:nvSpPr>
            <p:cNvPr id="27" name="Flowchart: Manual Operation 26">
              <a:extLst>
                <a:ext uri="{FF2B5EF4-FFF2-40B4-BE49-F238E27FC236}">
                  <a16:creationId xmlns:a16="http://schemas.microsoft.com/office/drawing/2014/main" id="{697BEE34-7099-4A97-B1AC-C9CE1D11B917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∗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4EB639-D558-45E4-9466-BDE2F8372937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5582676-F310-42D3-80E5-0D91022531B7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D48D83-B4BE-48B5-9027-5A30266F2B1B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4A397-3F5E-43B7-A316-493D0DF44868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5A5D3E-8DEE-420C-BF49-4FDB538C5A67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5" name="Rectangle 48">
            <a:extLst>
              <a:ext uri="{FF2B5EF4-FFF2-40B4-BE49-F238E27FC236}">
                <a16:creationId xmlns:a16="http://schemas.microsoft.com/office/drawing/2014/main" id="{F65421D9-8B0A-424A-89B0-AD5D741C6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6053" y="1327562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96" name="Rectangle 29">
            <a:extLst>
              <a:ext uri="{FF2B5EF4-FFF2-40B4-BE49-F238E27FC236}">
                <a16:creationId xmlns:a16="http://schemas.microsoft.com/office/drawing/2014/main" id="{E57C3B8C-5E0B-4C5B-9680-5C95287B6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6053" y="1004738"/>
            <a:ext cx="331200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12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97" name="Rectangle 48">
            <a:extLst>
              <a:ext uri="{FF2B5EF4-FFF2-40B4-BE49-F238E27FC236}">
                <a16:creationId xmlns:a16="http://schemas.microsoft.com/office/drawing/2014/main" id="{97FD98C7-8BD3-4949-AE2C-9702EF434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6053" y="1579562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E</a:t>
            </a:r>
            <a:r>
              <a: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4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98" name="Rectangle 48">
            <a:extLst>
              <a:ext uri="{FF2B5EF4-FFF2-40B4-BE49-F238E27FC236}">
                <a16:creationId xmlns:a16="http://schemas.microsoft.com/office/drawing/2014/main" id="{4E89CF3D-5E66-4CAB-A515-FB26E67D4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6053" y="1831824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99" name="Rectangle 48">
            <a:extLst>
              <a:ext uri="{FF2B5EF4-FFF2-40B4-BE49-F238E27FC236}">
                <a16:creationId xmlns:a16="http://schemas.microsoft.com/office/drawing/2014/main" id="{3C459CAA-ED04-46D8-9E2D-1DC7D2468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6053" y="2083593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0" name="Rectangle 48">
            <a:extLst>
              <a:ext uri="{FF2B5EF4-FFF2-40B4-BE49-F238E27FC236}">
                <a16:creationId xmlns:a16="http://schemas.microsoft.com/office/drawing/2014/main" id="{8065915C-C9FA-439F-9F42-8E14F3743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6053" y="2335593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E</a:t>
            </a:r>
            <a:r>
              <a: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3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01" name="Rectangle 48">
            <a:extLst>
              <a:ext uri="{FF2B5EF4-FFF2-40B4-BE49-F238E27FC236}">
                <a16:creationId xmlns:a16="http://schemas.microsoft.com/office/drawing/2014/main" id="{C72E49F6-5808-422A-9D40-8CC2F6FBC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6053" y="2587855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-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A05CDA2B-4B07-4B27-AE40-ECE5614FBBDB}"/>
              </a:ext>
            </a:extLst>
          </p:cNvPr>
          <p:cNvGrpSpPr/>
          <p:nvPr/>
        </p:nvGrpSpPr>
        <p:grpSpPr>
          <a:xfrm>
            <a:off x="5574583" y="1004738"/>
            <a:ext cx="331200" cy="1835117"/>
            <a:chOff x="5410200" y="1004738"/>
            <a:chExt cx="331200" cy="1835117"/>
          </a:xfrm>
        </p:grpSpPr>
        <p:sp>
          <p:nvSpPr>
            <p:cNvPr id="303" name="Rectangle 48">
              <a:extLst>
                <a:ext uri="{FF2B5EF4-FFF2-40B4-BE49-F238E27FC236}">
                  <a16:creationId xmlns:a16="http://schemas.microsoft.com/office/drawing/2014/main" id="{18261890-CE35-49F9-B040-315B1B3F0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4" name="Rectangle 29">
              <a:extLst>
                <a:ext uri="{FF2B5EF4-FFF2-40B4-BE49-F238E27FC236}">
                  <a16:creationId xmlns:a16="http://schemas.microsoft.com/office/drawing/2014/main" id="{BB975130-B9A4-4E06-87F7-2E6CF4F62E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5" name="Rectangle 48">
              <a:extLst>
                <a:ext uri="{FF2B5EF4-FFF2-40B4-BE49-F238E27FC236}">
                  <a16:creationId xmlns:a16="http://schemas.microsoft.com/office/drawing/2014/main" id="{D17D0EEB-34D2-42A0-BD89-5AE8B3BD0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6" name="Rectangle 48">
              <a:extLst>
                <a:ext uri="{FF2B5EF4-FFF2-40B4-BE49-F238E27FC236}">
                  <a16:creationId xmlns:a16="http://schemas.microsoft.com/office/drawing/2014/main" id="{CEB489A7-F623-4F49-8A9F-CBE44B6FC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" name="Rectangle 48">
              <a:extLst>
                <a:ext uri="{FF2B5EF4-FFF2-40B4-BE49-F238E27FC236}">
                  <a16:creationId xmlns:a16="http://schemas.microsoft.com/office/drawing/2014/main" id="{8BADFF3B-C82E-4B71-A4A5-FDFBB6F7C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8" name="Rectangle 48">
              <a:extLst>
                <a:ext uri="{FF2B5EF4-FFF2-40B4-BE49-F238E27FC236}">
                  <a16:creationId xmlns:a16="http://schemas.microsoft.com/office/drawing/2014/main" id="{7FBB66AD-206F-4B8E-88F7-FFE82065B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Rectangle 48">
              <a:extLst>
                <a:ext uri="{FF2B5EF4-FFF2-40B4-BE49-F238E27FC236}">
                  <a16:creationId xmlns:a16="http://schemas.microsoft.com/office/drawing/2014/main" id="{2685FD37-E118-4FE8-83B6-BBAEAA784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6A59A262-7B1F-479F-A845-262E6EE30630}"/>
              </a:ext>
            </a:extLst>
          </p:cNvPr>
          <p:cNvGrpSpPr/>
          <p:nvPr/>
        </p:nvGrpSpPr>
        <p:grpSpPr>
          <a:xfrm>
            <a:off x="5239305" y="1004738"/>
            <a:ext cx="331200" cy="1835117"/>
            <a:chOff x="5410200" y="1004738"/>
            <a:chExt cx="331200" cy="1835117"/>
          </a:xfrm>
        </p:grpSpPr>
        <p:sp>
          <p:nvSpPr>
            <p:cNvPr id="311" name="Rectangle 48">
              <a:extLst>
                <a:ext uri="{FF2B5EF4-FFF2-40B4-BE49-F238E27FC236}">
                  <a16:creationId xmlns:a16="http://schemas.microsoft.com/office/drawing/2014/main" id="{A7AFA6A8-1C31-4DB5-8858-2E389543E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Rectangle 29">
              <a:extLst>
                <a:ext uri="{FF2B5EF4-FFF2-40B4-BE49-F238E27FC236}">
                  <a16:creationId xmlns:a16="http://schemas.microsoft.com/office/drawing/2014/main" id="{7690F476-DF7E-47C1-B981-5552F0106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0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Rectangle 48">
              <a:extLst>
                <a:ext uri="{FF2B5EF4-FFF2-40B4-BE49-F238E27FC236}">
                  <a16:creationId xmlns:a16="http://schemas.microsoft.com/office/drawing/2014/main" id="{C077CF72-C332-446A-8495-0E1FBF096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Rectangle 48">
              <a:extLst>
                <a:ext uri="{FF2B5EF4-FFF2-40B4-BE49-F238E27FC236}">
                  <a16:creationId xmlns:a16="http://schemas.microsoft.com/office/drawing/2014/main" id="{77CC9037-D59D-4F84-9313-F0403BAD6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5" name="Rectangle 48">
              <a:extLst>
                <a:ext uri="{FF2B5EF4-FFF2-40B4-BE49-F238E27FC236}">
                  <a16:creationId xmlns:a16="http://schemas.microsoft.com/office/drawing/2014/main" id="{7FF2A22B-4172-4C76-A67D-AB6EF2344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Rectangle 48">
              <a:extLst>
                <a:ext uri="{FF2B5EF4-FFF2-40B4-BE49-F238E27FC236}">
                  <a16:creationId xmlns:a16="http://schemas.microsoft.com/office/drawing/2014/main" id="{B3FBD2C9-B558-4F55-A240-DE6DFBD9A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7" name="Rectangle 48">
              <a:extLst>
                <a:ext uri="{FF2B5EF4-FFF2-40B4-BE49-F238E27FC236}">
                  <a16:creationId xmlns:a16="http://schemas.microsoft.com/office/drawing/2014/main" id="{D2517B42-73CA-4024-9080-CE7F3D217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1A7F16A8-FDF7-42DF-B54D-82F6AF89042C}"/>
              </a:ext>
            </a:extLst>
          </p:cNvPr>
          <p:cNvGrpSpPr/>
          <p:nvPr/>
        </p:nvGrpSpPr>
        <p:grpSpPr>
          <a:xfrm>
            <a:off x="4907835" y="1004738"/>
            <a:ext cx="331200" cy="1835117"/>
            <a:chOff x="5410200" y="1004738"/>
            <a:chExt cx="331200" cy="1835117"/>
          </a:xfrm>
        </p:grpSpPr>
        <p:sp>
          <p:nvSpPr>
            <p:cNvPr id="319" name="Rectangle 48">
              <a:extLst>
                <a:ext uri="{FF2B5EF4-FFF2-40B4-BE49-F238E27FC236}">
                  <a16:creationId xmlns:a16="http://schemas.microsoft.com/office/drawing/2014/main" id="{A5F109F5-FEB0-47A5-9D1C-E218C2241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Rectangle 29">
              <a:extLst>
                <a:ext uri="{FF2B5EF4-FFF2-40B4-BE49-F238E27FC236}">
                  <a16:creationId xmlns:a16="http://schemas.microsoft.com/office/drawing/2014/main" id="{0DD24DE9-AB7D-4594-A3FF-8F3F629F8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9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1" name="Rectangle 48">
              <a:extLst>
                <a:ext uri="{FF2B5EF4-FFF2-40B4-BE49-F238E27FC236}">
                  <a16:creationId xmlns:a16="http://schemas.microsoft.com/office/drawing/2014/main" id="{415089C7-3623-4DBD-8368-94D66D7A7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Rectangle 48">
              <a:extLst>
                <a:ext uri="{FF2B5EF4-FFF2-40B4-BE49-F238E27FC236}">
                  <a16:creationId xmlns:a16="http://schemas.microsoft.com/office/drawing/2014/main" id="{FAA34AD9-82AE-47AB-B896-65DCA9864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3" name="Rectangle 48">
              <a:extLst>
                <a:ext uri="{FF2B5EF4-FFF2-40B4-BE49-F238E27FC236}">
                  <a16:creationId xmlns:a16="http://schemas.microsoft.com/office/drawing/2014/main" id="{A2152364-4EEA-423A-A044-042BB12C1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4" name="Rectangle 48">
              <a:extLst>
                <a:ext uri="{FF2B5EF4-FFF2-40B4-BE49-F238E27FC236}">
                  <a16:creationId xmlns:a16="http://schemas.microsoft.com/office/drawing/2014/main" id="{4B168F5F-8257-4479-BD5E-A95BB36EC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5" name="Rectangle 48">
              <a:extLst>
                <a:ext uri="{FF2B5EF4-FFF2-40B4-BE49-F238E27FC236}">
                  <a16:creationId xmlns:a16="http://schemas.microsoft.com/office/drawing/2014/main" id="{8350DDDC-D771-4A59-B0BA-BF11B1535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DE7BA189-51B5-4EB6-9846-D47A8E290126}"/>
              </a:ext>
            </a:extLst>
          </p:cNvPr>
          <p:cNvGrpSpPr/>
          <p:nvPr/>
        </p:nvGrpSpPr>
        <p:grpSpPr>
          <a:xfrm>
            <a:off x="4576363" y="1004738"/>
            <a:ext cx="331200" cy="1835117"/>
            <a:chOff x="5410200" y="1004738"/>
            <a:chExt cx="331200" cy="1835117"/>
          </a:xfrm>
        </p:grpSpPr>
        <p:sp>
          <p:nvSpPr>
            <p:cNvPr id="327" name="Rectangle 48">
              <a:extLst>
                <a:ext uri="{FF2B5EF4-FFF2-40B4-BE49-F238E27FC236}">
                  <a16:creationId xmlns:a16="http://schemas.microsoft.com/office/drawing/2014/main" id="{5C3374E5-8F34-4259-A78D-063086340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8" name="Rectangle 29">
              <a:extLst>
                <a:ext uri="{FF2B5EF4-FFF2-40B4-BE49-F238E27FC236}">
                  <a16:creationId xmlns:a16="http://schemas.microsoft.com/office/drawing/2014/main" id="{3E826BE3-D567-465F-AB3E-FC6CEEBF6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8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9" name="Rectangle 48">
              <a:extLst>
                <a:ext uri="{FF2B5EF4-FFF2-40B4-BE49-F238E27FC236}">
                  <a16:creationId xmlns:a16="http://schemas.microsoft.com/office/drawing/2014/main" id="{040D80C0-C403-44E9-99ED-17593D1C7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48">
              <a:extLst>
                <a:ext uri="{FF2B5EF4-FFF2-40B4-BE49-F238E27FC236}">
                  <a16:creationId xmlns:a16="http://schemas.microsoft.com/office/drawing/2014/main" id="{47CF507F-CAA1-4948-A616-409E3C4BB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Rectangle 48">
              <a:extLst>
                <a:ext uri="{FF2B5EF4-FFF2-40B4-BE49-F238E27FC236}">
                  <a16:creationId xmlns:a16="http://schemas.microsoft.com/office/drawing/2014/main" id="{2F3AA7DD-61BD-42A2-AB2E-E4EBE7F7B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Rectangle 48">
              <a:extLst>
                <a:ext uri="{FF2B5EF4-FFF2-40B4-BE49-F238E27FC236}">
                  <a16:creationId xmlns:a16="http://schemas.microsoft.com/office/drawing/2014/main" id="{9EBA70D1-8405-47BD-A9C1-C3226FA13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48">
              <a:extLst>
                <a:ext uri="{FF2B5EF4-FFF2-40B4-BE49-F238E27FC236}">
                  <a16:creationId xmlns:a16="http://schemas.microsoft.com/office/drawing/2014/main" id="{0810E8DA-8DC3-4FE5-9A89-90A722B45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BC666277-2CBB-46EC-838E-0C7B13DB300E}"/>
              </a:ext>
            </a:extLst>
          </p:cNvPr>
          <p:cNvGrpSpPr/>
          <p:nvPr/>
        </p:nvGrpSpPr>
        <p:grpSpPr>
          <a:xfrm>
            <a:off x="4244893" y="1004738"/>
            <a:ext cx="331200" cy="1835117"/>
            <a:chOff x="5410200" y="1004738"/>
            <a:chExt cx="331200" cy="1835117"/>
          </a:xfrm>
        </p:grpSpPr>
        <p:sp>
          <p:nvSpPr>
            <p:cNvPr id="335" name="Rectangle 48">
              <a:extLst>
                <a:ext uri="{FF2B5EF4-FFF2-40B4-BE49-F238E27FC236}">
                  <a16:creationId xmlns:a16="http://schemas.microsoft.com/office/drawing/2014/main" id="{297F945E-8439-4238-B96E-115E46847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6" name="Rectangle 29">
              <a:extLst>
                <a:ext uri="{FF2B5EF4-FFF2-40B4-BE49-F238E27FC236}">
                  <a16:creationId xmlns:a16="http://schemas.microsoft.com/office/drawing/2014/main" id="{234ED10A-8BF0-43DC-B80F-E1C978196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7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7" name="Rectangle 48">
              <a:extLst>
                <a:ext uri="{FF2B5EF4-FFF2-40B4-BE49-F238E27FC236}">
                  <a16:creationId xmlns:a16="http://schemas.microsoft.com/office/drawing/2014/main" id="{387A1859-590F-4BE2-810A-4A6E69651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48">
              <a:extLst>
                <a:ext uri="{FF2B5EF4-FFF2-40B4-BE49-F238E27FC236}">
                  <a16:creationId xmlns:a16="http://schemas.microsoft.com/office/drawing/2014/main" id="{EF5B30EB-E433-4708-91AE-AA87A2BC6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9" name="Rectangle 48">
              <a:extLst>
                <a:ext uri="{FF2B5EF4-FFF2-40B4-BE49-F238E27FC236}">
                  <a16:creationId xmlns:a16="http://schemas.microsoft.com/office/drawing/2014/main" id="{6EF03208-866E-4C87-9D31-A40DD67D4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0" name="Rectangle 48">
              <a:extLst>
                <a:ext uri="{FF2B5EF4-FFF2-40B4-BE49-F238E27FC236}">
                  <a16:creationId xmlns:a16="http://schemas.microsoft.com/office/drawing/2014/main" id="{3589C470-B0A0-4CDD-8141-D072CE5F5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1" name="Rectangle 48">
              <a:extLst>
                <a:ext uri="{FF2B5EF4-FFF2-40B4-BE49-F238E27FC236}">
                  <a16:creationId xmlns:a16="http://schemas.microsoft.com/office/drawing/2014/main" id="{6B64D656-AA6D-4CF1-A146-1DF571C71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35D5D976-C5CB-4915-A940-F1F859F0DCEB}"/>
              </a:ext>
            </a:extLst>
          </p:cNvPr>
          <p:cNvGrpSpPr/>
          <p:nvPr/>
        </p:nvGrpSpPr>
        <p:grpSpPr>
          <a:xfrm>
            <a:off x="3909615" y="1004738"/>
            <a:ext cx="331200" cy="1835117"/>
            <a:chOff x="5410200" y="1004738"/>
            <a:chExt cx="331200" cy="1835117"/>
          </a:xfrm>
        </p:grpSpPr>
        <p:sp>
          <p:nvSpPr>
            <p:cNvPr id="343" name="Rectangle 48">
              <a:extLst>
                <a:ext uri="{FF2B5EF4-FFF2-40B4-BE49-F238E27FC236}">
                  <a16:creationId xmlns:a16="http://schemas.microsoft.com/office/drawing/2014/main" id="{DB108FB9-796F-4D35-BC0A-CC0464243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Rectangle 29">
              <a:extLst>
                <a:ext uri="{FF2B5EF4-FFF2-40B4-BE49-F238E27FC236}">
                  <a16:creationId xmlns:a16="http://schemas.microsoft.com/office/drawing/2014/main" id="{B433B9A4-94B1-4C87-A6E1-55518397A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Rectangle 48">
              <a:extLst>
                <a:ext uri="{FF2B5EF4-FFF2-40B4-BE49-F238E27FC236}">
                  <a16:creationId xmlns:a16="http://schemas.microsoft.com/office/drawing/2014/main" id="{01CE9CD9-3BA8-48AF-97F3-8DBD484E4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Rectangle 48">
              <a:extLst>
                <a:ext uri="{FF2B5EF4-FFF2-40B4-BE49-F238E27FC236}">
                  <a16:creationId xmlns:a16="http://schemas.microsoft.com/office/drawing/2014/main" id="{615243F1-AB54-43A6-B06A-0C6CE1214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Rectangle 48">
              <a:extLst>
                <a:ext uri="{FF2B5EF4-FFF2-40B4-BE49-F238E27FC236}">
                  <a16:creationId xmlns:a16="http://schemas.microsoft.com/office/drawing/2014/main" id="{28949A8F-4EB4-4CC9-BBAF-C67DBBE38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Rectangle 48">
              <a:extLst>
                <a:ext uri="{FF2B5EF4-FFF2-40B4-BE49-F238E27FC236}">
                  <a16:creationId xmlns:a16="http://schemas.microsoft.com/office/drawing/2014/main" id="{B8EFCFE0-6C94-4A1A-8750-7EBCECD3A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Rectangle 48">
              <a:extLst>
                <a:ext uri="{FF2B5EF4-FFF2-40B4-BE49-F238E27FC236}">
                  <a16:creationId xmlns:a16="http://schemas.microsoft.com/office/drawing/2014/main" id="{B3BB5F8C-F65C-4C77-9345-C1A084715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F64DB39A-2EDA-4EE0-89CA-B7E7863F05E0}"/>
              </a:ext>
            </a:extLst>
          </p:cNvPr>
          <p:cNvGrpSpPr/>
          <p:nvPr/>
        </p:nvGrpSpPr>
        <p:grpSpPr>
          <a:xfrm>
            <a:off x="3578145" y="1004738"/>
            <a:ext cx="331200" cy="1835117"/>
            <a:chOff x="5410200" y="1004738"/>
            <a:chExt cx="331200" cy="1835117"/>
          </a:xfrm>
        </p:grpSpPr>
        <p:sp>
          <p:nvSpPr>
            <p:cNvPr id="351" name="Rectangle 48">
              <a:extLst>
                <a:ext uri="{FF2B5EF4-FFF2-40B4-BE49-F238E27FC236}">
                  <a16:creationId xmlns:a16="http://schemas.microsoft.com/office/drawing/2014/main" id="{948C3007-FCCB-4C6E-AC3E-7A3E53F18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9">
              <a:extLst>
                <a:ext uri="{FF2B5EF4-FFF2-40B4-BE49-F238E27FC236}">
                  <a16:creationId xmlns:a16="http://schemas.microsoft.com/office/drawing/2014/main" id="{99A1184C-590C-48A6-B563-6107C0ED8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3" name="Rectangle 48">
              <a:extLst>
                <a:ext uri="{FF2B5EF4-FFF2-40B4-BE49-F238E27FC236}">
                  <a16:creationId xmlns:a16="http://schemas.microsoft.com/office/drawing/2014/main" id="{F7C02F4A-2BDB-4EDC-B5CD-C21DA4AA5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4" name="Rectangle 48">
              <a:extLst>
                <a:ext uri="{FF2B5EF4-FFF2-40B4-BE49-F238E27FC236}">
                  <a16:creationId xmlns:a16="http://schemas.microsoft.com/office/drawing/2014/main" id="{BDA0FFCA-B617-4185-A4E4-C01BE10E6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5" name="Rectangle 48">
              <a:extLst>
                <a:ext uri="{FF2B5EF4-FFF2-40B4-BE49-F238E27FC236}">
                  <a16:creationId xmlns:a16="http://schemas.microsoft.com/office/drawing/2014/main" id="{D0A0FC86-ADFC-4188-A139-A27828021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6" name="Rectangle 48">
              <a:extLst>
                <a:ext uri="{FF2B5EF4-FFF2-40B4-BE49-F238E27FC236}">
                  <a16:creationId xmlns:a16="http://schemas.microsoft.com/office/drawing/2014/main" id="{C1B0E32B-96BA-4122-95E4-2EEAEF749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7" name="Rectangle 48">
              <a:extLst>
                <a:ext uri="{FF2B5EF4-FFF2-40B4-BE49-F238E27FC236}">
                  <a16:creationId xmlns:a16="http://schemas.microsoft.com/office/drawing/2014/main" id="{1BCD692A-E03D-446D-805F-8727CCA16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D0D0D1D7-221D-499B-A7D7-74C40B469889}"/>
              </a:ext>
            </a:extLst>
          </p:cNvPr>
          <p:cNvGrpSpPr/>
          <p:nvPr/>
        </p:nvGrpSpPr>
        <p:grpSpPr>
          <a:xfrm>
            <a:off x="3248214" y="1004738"/>
            <a:ext cx="331200" cy="1835117"/>
            <a:chOff x="5410200" y="1004738"/>
            <a:chExt cx="331200" cy="1835117"/>
          </a:xfrm>
        </p:grpSpPr>
        <p:sp>
          <p:nvSpPr>
            <p:cNvPr id="391" name="Rectangle 48">
              <a:extLst>
                <a:ext uri="{FF2B5EF4-FFF2-40B4-BE49-F238E27FC236}">
                  <a16:creationId xmlns:a16="http://schemas.microsoft.com/office/drawing/2014/main" id="{142C9FB2-4DFA-45FE-9967-3D16C5807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2" name="Rectangle 29">
              <a:extLst>
                <a:ext uri="{FF2B5EF4-FFF2-40B4-BE49-F238E27FC236}">
                  <a16:creationId xmlns:a16="http://schemas.microsoft.com/office/drawing/2014/main" id="{13C845B4-BBD0-4E88-86A5-1201EC939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3" name="Rectangle 48">
              <a:extLst>
                <a:ext uri="{FF2B5EF4-FFF2-40B4-BE49-F238E27FC236}">
                  <a16:creationId xmlns:a16="http://schemas.microsoft.com/office/drawing/2014/main" id="{4FC63368-BB30-4160-8128-E1956EDEE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4" name="Rectangle 48">
              <a:extLst>
                <a:ext uri="{FF2B5EF4-FFF2-40B4-BE49-F238E27FC236}">
                  <a16:creationId xmlns:a16="http://schemas.microsoft.com/office/drawing/2014/main" id="{5A872067-9D5D-455D-B495-E18252EE3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5" name="Rectangle 48">
              <a:extLst>
                <a:ext uri="{FF2B5EF4-FFF2-40B4-BE49-F238E27FC236}">
                  <a16:creationId xmlns:a16="http://schemas.microsoft.com/office/drawing/2014/main" id="{EB1BAB0E-8365-4C09-B376-99F62A1D9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48">
              <a:extLst>
                <a:ext uri="{FF2B5EF4-FFF2-40B4-BE49-F238E27FC236}">
                  <a16:creationId xmlns:a16="http://schemas.microsoft.com/office/drawing/2014/main" id="{CABB04FE-6DE0-4414-A1A8-D9186CBEA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Rectangle 48">
              <a:extLst>
                <a:ext uri="{FF2B5EF4-FFF2-40B4-BE49-F238E27FC236}">
                  <a16:creationId xmlns:a16="http://schemas.microsoft.com/office/drawing/2014/main" id="{D449F55E-6A28-4068-9352-3D600B69D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83D1EE34-BD69-4228-8815-3E2F99EC7E75}"/>
              </a:ext>
            </a:extLst>
          </p:cNvPr>
          <p:cNvGrpSpPr/>
          <p:nvPr/>
        </p:nvGrpSpPr>
        <p:grpSpPr>
          <a:xfrm>
            <a:off x="2916744" y="1004738"/>
            <a:ext cx="331200" cy="1835117"/>
            <a:chOff x="5410200" y="1004738"/>
            <a:chExt cx="331200" cy="1835117"/>
          </a:xfrm>
        </p:grpSpPr>
        <p:sp>
          <p:nvSpPr>
            <p:cNvPr id="399" name="Rectangle 48">
              <a:extLst>
                <a:ext uri="{FF2B5EF4-FFF2-40B4-BE49-F238E27FC236}">
                  <a16:creationId xmlns:a16="http://schemas.microsoft.com/office/drawing/2014/main" id="{CDFC79D4-F0D6-4806-BBCC-A199E0E36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0" name="Rectangle 29">
              <a:extLst>
                <a:ext uri="{FF2B5EF4-FFF2-40B4-BE49-F238E27FC236}">
                  <a16:creationId xmlns:a16="http://schemas.microsoft.com/office/drawing/2014/main" id="{8456C1BF-C019-45CA-9136-7AF43E602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Rectangle 48">
              <a:extLst>
                <a:ext uri="{FF2B5EF4-FFF2-40B4-BE49-F238E27FC236}">
                  <a16:creationId xmlns:a16="http://schemas.microsoft.com/office/drawing/2014/main" id="{603066F0-C071-4BB9-915E-ED891C4BA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Rectangle 48">
              <a:extLst>
                <a:ext uri="{FF2B5EF4-FFF2-40B4-BE49-F238E27FC236}">
                  <a16:creationId xmlns:a16="http://schemas.microsoft.com/office/drawing/2014/main" id="{970BA58B-509E-4458-8B4B-FA40620B2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3" name="Rectangle 48">
              <a:extLst>
                <a:ext uri="{FF2B5EF4-FFF2-40B4-BE49-F238E27FC236}">
                  <a16:creationId xmlns:a16="http://schemas.microsoft.com/office/drawing/2014/main" id="{ACFC700F-1EF3-4765-B4A7-89DB13F1E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48">
              <a:extLst>
                <a:ext uri="{FF2B5EF4-FFF2-40B4-BE49-F238E27FC236}">
                  <a16:creationId xmlns:a16="http://schemas.microsoft.com/office/drawing/2014/main" id="{62E8CF34-1D1A-44E1-81AE-291184DC8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5" name="Rectangle 48">
              <a:extLst>
                <a:ext uri="{FF2B5EF4-FFF2-40B4-BE49-F238E27FC236}">
                  <a16:creationId xmlns:a16="http://schemas.microsoft.com/office/drawing/2014/main" id="{6B08EDC5-DFB0-47A0-8E71-4AD7900E0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04D9F499-8E91-4BB3-880A-CCC85C9720BB}"/>
              </a:ext>
            </a:extLst>
          </p:cNvPr>
          <p:cNvGrpSpPr/>
          <p:nvPr/>
        </p:nvGrpSpPr>
        <p:grpSpPr>
          <a:xfrm>
            <a:off x="2581466" y="1004738"/>
            <a:ext cx="331200" cy="1835117"/>
            <a:chOff x="5410200" y="1004738"/>
            <a:chExt cx="331200" cy="1835117"/>
          </a:xfrm>
        </p:grpSpPr>
        <p:sp>
          <p:nvSpPr>
            <p:cNvPr id="407" name="Rectangle 48">
              <a:extLst>
                <a:ext uri="{FF2B5EF4-FFF2-40B4-BE49-F238E27FC236}">
                  <a16:creationId xmlns:a16="http://schemas.microsoft.com/office/drawing/2014/main" id="{27B534A0-1731-4C7B-AC8C-3E952B8E9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8" name="Rectangle 29">
              <a:extLst>
                <a:ext uri="{FF2B5EF4-FFF2-40B4-BE49-F238E27FC236}">
                  <a16:creationId xmlns:a16="http://schemas.microsoft.com/office/drawing/2014/main" id="{19AE8AE4-23C5-411E-A72A-CF7583142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Rectangle 48">
              <a:extLst>
                <a:ext uri="{FF2B5EF4-FFF2-40B4-BE49-F238E27FC236}">
                  <a16:creationId xmlns:a16="http://schemas.microsoft.com/office/drawing/2014/main" id="{D60C497F-5863-432A-872C-7CC5B7AB8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Rectangle 48">
              <a:extLst>
                <a:ext uri="{FF2B5EF4-FFF2-40B4-BE49-F238E27FC236}">
                  <a16:creationId xmlns:a16="http://schemas.microsoft.com/office/drawing/2014/main" id="{259E1573-4CCB-4122-9F76-DDF3F9C6E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Rectangle 48">
              <a:extLst>
                <a:ext uri="{FF2B5EF4-FFF2-40B4-BE49-F238E27FC236}">
                  <a16:creationId xmlns:a16="http://schemas.microsoft.com/office/drawing/2014/main" id="{E7AD8661-72B6-434D-BAAE-A37760DEA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Rectangle 48">
              <a:extLst>
                <a:ext uri="{FF2B5EF4-FFF2-40B4-BE49-F238E27FC236}">
                  <a16:creationId xmlns:a16="http://schemas.microsoft.com/office/drawing/2014/main" id="{FFDF3ED4-98B5-48BE-80CC-22D8F973F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Rectangle 48">
              <a:extLst>
                <a:ext uri="{FF2B5EF4-FFF2-40B4-BE49-F238E27FC236}">
                  <a16:creationId xmlns:a16="http://schemas.microsoft.com/office/drawing/2014/main" id="{B05C23C0-D121-4693-B294-D836B1DE4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D168BC2F-0974-4F0A-BFFB-E18AAB4F1C15}"/>
              </a:ext>
            </a:extLst>
          </p:cNvPr>
          <p:cNvGrpSpPr/>
          <p:nvPr/>
        </p:nvGrpSpPr>
        <p:grpSpPr>
          <a:xfrm>
            <a:off x="2249996" y="1004738"/>
            <a:ext cx="331200" cy="1835117"/>
            <a:chOff x="5410200" y="1004738"/>
            <a:chExt cx="331200" cy="1835117"/>
          </a:xfrm>
        </p:grpSpPr>
        <p:sp>
          <p:nvSpPr>
            <p:cNvPr id="415" name="Rectangle 48">
              <a:extLst>
                <a:ext uri="{FF2B5EF4-FFF2-40B4-BE49-F238E27FC236}">
                  <a16:creationId xmlns:a16="http://schemas.microsoft.com/office/drawing/2014/main" id="{DF6050E3-65BA-4872-BF70-2695E8DD5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Rectangle 29">
              <a:extLst>
                <a:ext uri="{FF2B5EF4-FFF2-40B4-BE49-F238E27FC236}">
                  <a16:creationId xmlns:a16="http://schemas.microsoft.com/office/drawing/2014/main" id="{E633F1E3-BF51-4A22-A2FE-6031B8D6A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7" name="Rectangle 48">
              <a:extLst>
                <a:ext uri="{FF2B5EF4-FFF2-40B4-BE49-F238E27FC236}">
                  <a16:creationId xmlns:a16="http://schemas.microsoft.com/office/drawing/2014/main" id="{D4FCBAF0-A16A-4869-AC17-83637C14C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48">
              <a:extLst>
                <a:ext uri="{FF2B5EF4-FFF2-40B4-BE49-F238E27FC236}">
                  <a16:creationId xmlns:a16="http://schemas.microsoft.com/office/drawing/2014/main" id="{65EE864A-41B2-4B33-9FF8-1150A7CF8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9" name="Rectangle 48">
              <a:extLst>
                <a:ext uri="{FF2B5EF4-FFF2-40B4-BE49-F238E27FC236}">
                  <a16:creationId xmlns:a16="http://schemas.microsoft.com/office/drawing/2014/main" id="{65D34BCB-11DF-4DD0-BF8B-DE25D4AE1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0" name="Rectangle 48">
              <a:extLst>
                <a:ext uri="{FF2B5EF4-FFF2-40B4-BE49-F238E27FC236}">
                  <a16:creationId xmlns:a16="http://schemas.microsoft.com/office/drawing/2014/main" id="{18D60625-9BC7-4C6D-99B1-E813F3C54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48">
              <a:extLst>
                <a:ext uri="{FF2B5EF4-FFF2-40B4-BE49-F238E27FC236}">
                  <a16:creationId xmlns:a16="http://schemas.microsoft.com/office/drawing/2014/main" id="{FC1191EF-0526-421E-9971-AA816F7AF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25" name="Rectangle 29">
            <a:extLst>
              <a:ext uri="{FF2B5EF4-FFF2-40B4-BE49-F238E27FC236}">
                <a16:creationId xmlns:a16="http://schemas.microsoft.com/office/drawing/2014/main" id="{AED3A31C-147D-48A2-BB70-585A3895D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2" y="1004752"/>
            <a:ext cx="724441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Cycle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183" name="Table 182">
            <a:extLst>
              <a:ext uri="{FF2B5EF4-FFF2-40B4-BE49-F238E27FC236}">
                <a16:creationId xmlns:a16="http://schemas.microsoft.com/office/drawing/2014/main" id="{EC8722A4-BC07-4377-AF70-204E93F2B8BB}"/>
              </a:ext>
            </a:extLst>
          </p:cNvPr>
          <p:cNvGraphicFramePr>
            <a:graphicFrameLocks noGrp="1"/>
          </p:cNvGraphicFramePr>
          <p:nvPr/>
        </p:nvGraphicFramePr>
        <p:xfrm>
          <a:off x="221457" y="1347785"/>
          <a:ext cx="2013700" cy="1521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68285122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6171413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6253014"/>
                    </a:ext>
                  </a:extLst>
                </a:gridCol>
                <a:gridCol w="465700">
                  <a:extLst>
                    <a:ext uri="{9D8B030D-6E8A-4147-A177-3AD203B41FA5}">
                      <a16:colId xmlns:a16="http://schemas.microsoft.com/office/drawing/2014/main" val="3517611654"/>
                    </a:ext>
                  </a:extLst>
                </a:gridCol>
              </a:tblGrid>
              <a:tr h="171963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R1, R2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241112"/>
                  </a:ext>
                </a:extLst>
              </a:tr>
              <a:tr h="27449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R3, R4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7394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R2, R6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21130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R8, R9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26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R7, 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14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R5, 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8953267"/>
                  </a:ext>
                </a:extLst>
              </a:tr>
            </a:tbl>
          </a:graphicData>
        </a:graphic>
      </p:graphicFrame>
      <p:graphicFrame>
        <p:nvGraphicFramePr>
          <p:cNvPr id="184" name="Table 183">
            <a:extLst>
              <a:ext uri="{FF2B5EF4-FFF2-40B4-BE49-F238E27FC236}">
                <a16:creationId xmlns:a16="http://schemas.microsoft.com/office/drawing/2014/main" id="{7A2E9571-4F7F-4E45-9354-8C0E03B9BC15}"/>
              </a:ext>
            </a:extLst>
          </p:cNvPr>
          <p:cNvGraphicFramePr>
            <a:graphicFrameLocks noGrp="1"/>
          </p:cNvGraphicFramePr>
          <p:nvPr/>
        </p:nvGraphicFramePr>
        <p:xfrm>
          <a:off x="2805320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graphicFrame>
        <p:nvGraphicFramePr>
          <p:cNvPr id="185" name="Table 184">
            <a:extLst>
              <a:ext uri="{FF2B5EF4-FFF2-40B4-BE49-F238E27FC236}">
                <a16:creationId xmlns:a16="http://schemas.microsoft.com/office/drawing/2014/main" id="{D0CE5D96-F39A-48B4-9926-7925B25BA378}"/>
              </a:ext>
            </a:extLst>
          </p:cNvPr>
          <p:cNvGraphicFramePr>
            <a:graphicFrameLocks noGrp="1"/>
          </p:cNvGraphicFramePr>
          <p:nvPr/>
        </p:nvGraphicFramePr>
        <p:xfrm>
          <a:off x="5860859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17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sp>
        <p:nvSpPr>
          <p:cNvPr id="188" name="TextBox 187">
            <a:extLst>
              <a:ext uri="{FF2B5EF4-FFF2-40B4-BE49-F238E27FC236}">
                <a16:creationId xmlns:a16="http://schemas.microsoft.com/office/drawing/2014/main" id="{9DC827BA-A43A-47AC-8C34-FB8792FC755C}"/>
              </a:ext>
            </a:extLst>
          </p:cNvPr>
          <p:cNvSpPr txBox="1"/>
          <p:nvPr/>
        </p:nvSpPr>
        <p:spPr>
          <a:xfrm>
            <a:off x="3780129" y="5740728"/>
            <a:ext cx="2617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a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B03FAE08-7F48-4FD7-A96B-6AA726AC5CF0}"/>
              </a:ext>
            </a:extLst>
          </p:cNvPr>
          <p:cNvSpPr txBox="1"/>
          <p:nvPr/>
        </p:nvSpPr>
        <p:spPr>
          <a:xfrm>
            <a:off x="4160234" y="5740728"/>
            <a:ext cx="3629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6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190" name="Table 189">
            <a:extLst>
              <a:ext uri="{FF2B5EF4-FFF2-40B4-BE49-F238E27FC236}">
                <a16:creationId xmlns:a16="http://schemas.microsoft.com/office/drawing/2014/main" id="{96507179-DA28-47BF-A401-CE1195FE09B0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3060460"/>
          <a:ext cx="2021396" cy="30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197">
                  <a:extLst>
                    <a:ext uri="{9D8B030D-6E8A-4147-A177-3AD203B41FA5}">
                      <a16:colId xmlns:a16="http://schemas.microsoft.com/office/drawing/2014/main" val="178228208"/>
                    </a:ext>
                  </a:extLst>
                </a:gridCol>
                <a:gridCol w="456057">
                  <a:extLst>
                    <a:ext uri="{9D8B030D-6E8A-4147-A177-3AD203B41FA5}">
                      <a16:colId xmlns:a16="http://schemas.microsoft.com/office/drawing/2014/main" val="514640341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3807375684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347605207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Register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Valid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Tag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Value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855663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67566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717070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R3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8068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8062439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9616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1653268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8406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7141418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960802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17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068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</a:t>
                      </a:r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808428"/>
                  </a:ext>
                </a:extLst>
              </a:tr>
            </a:tbl>
          </a:graphicData>
        </a:graphic>
      </p:graphicFrame>
      <p:sp>
        <p:nvSpPr>
          <p:cNvPr id="191" name="TextBox 190">
            <a:extLst>
              <a:ext uri="{FF2B5EF4-FFF2-40B4-BE49-F238E27FC236}">
                <a16:creationId xmlns:a16="http://schemas.microsoft.com/office/drawing/2014/main" id="{31ECEFD3-DBE4-46C1-8D19-EE9FE30B47C9}"/>
              </a:ext>
            </a:extLst>
          </p:cNvPr>
          <p:cNvSpPr txBox="1"/>
          <p:nvPr/>
        </p:nvSpPr>
        <p:spPr>
          <a:xfrm>
            <a:off x="3731077" y="4466419"/>
            <a:ext cx="411480" cy="23774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6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36033F20-3A05-4530-97E8-6B5C1C7180AD}"/>
              </a:ext>
            </a:extLst>
          </p:cNvPr>
          <p:cNvSpPr txBox="1"/>
          <p:nvPr/>
        </p:nvSpPr>
        <p:spPr>
          <a:xfrm>
            <a:off x="3008320" y="4467600"/>
            <a:ext cx="347472" cy="2377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DAF2B110-2388-4DCA-8CFF-3A5FE0B7366B}"/>
              </a:ext>
            </a:extLst>
          </p:cNvPr>
          <p:cNvSpPr txBox="1"/>
          <p:nvPr/>
        </p:nvSpPr>
        <p:spPr>
          <a:xfrm>
            <a:off x="3366904" y="4466012"/>
            <a:ext cx="347472" cy="2377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~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4" name="Arrow: Left 123">
            <a:extLst>
              <a:ext uri="{FF2B5EF4-FFF2-40B4-BE49-F238E27FC236}">
                <a16:creationId xmlns:a16="http://schemas.microsoft.com/office/drawing/2014/main" id="{A7A2A784-A41C-4013-933B-806BF60977F7}"/>
              </a:ext>
            </a:extLst>
          </p:cNvPr>
          <p:cNvSpPr/>
          <p:nvPr/>
        </p:nvSpPr>
        <p:spPr bwMode="auto">
          <a:xfrm>
            <a:off x="6359654" y="1426803"/>
            <a:ext cx="2500215" cy="605773"/>
          </a:xfrm>
          <a:prstGeom prst="leftArrow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Broadcast and Update</a:t>
            </a:r>
            <a:endParaRPr kumimoji="0" lang="en-CH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5482942A-AAC5-4C4A-9379-38ACB6203D18}"/>
              </a:ext>
            </a:extLst>
          </p:cNvPr>
          <p:cNvSpPr/>
          <p:nvPr/>
        </p:nvSpPr>
        <p:spPr>
          <a:xfrm>
            <a:off x="210753" y="6508393"/>
            <a:ext cx="3262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MUL: 6 cycles,  ADD</a:t>
            </a:r>
            <a:r>
              <a:rPr lang="zh-CN" altLang="en-US" dirty="0"/>
              <a:t>：</a:t>
            </a:r>
            <a:r>
              <a:rPr lang="en-US" altLang="zh-CN" dirty="0"/>
              <a:t> 4 cycle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42625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" grpId="0" animBg="1"/>
      <p:bldP spid="297" grpId="0"/>
      <p:bldP spid="300" grpId="0"/>
      <p:bldP spid="301" grpId="0"/>
      <p:bldP spid="188" grpId="0"/>
      <p:bldP spid="188" grpId="1"/>
      <p:bldP spid="189" grpId="0"/>
      <p:bldP spid="189" grpId="1"/>
      <p:bldP spid="191" grpId="0" animBg="1"/>
      <p:bldP spid="192" grpId="0" animBg="1"/>
      <p:bldP spid="193" grpId="0" animBg="1"/>
      <p:bldP spid="124" grpId="0" animBg="1"/>
      <p:bldP spid="124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85">
            <a:extLst>
              <a:ext uri="{FF2B5EF4-FFF2-40B4-BE49-F238E27FC236}">
                <a16:creationId xmlns:a16="http://schemas.microsoft.com/office/drawing/2014/main" id="{5A6162CF-5EB2-4E3E-829D-97F6273B38C1}"/>
              </a:ext>
            </a:extLst>
          </p:cNvPr>
          <p:cNvSpPr/>
          <p:nvPr/>
        </p:nvSpPr>
        <p:spPr bwMode="auto">
          <a:xfrm>
            <a:off x="6248400" y="951055"/>
            <a:ext cx="331200" cy="1918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FDBD3-8031-42D6-80CF-FE05E4EE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dirty="0"/>
              <a:t>Cycle </a:t>
            </a:r>
            <a:r>
              <a:rPr lang="en-US" dirty="0">
                <a:sym typeface="Wingdings" panose="05000000000000000000" pitchFamily="2" charset="2"/>
              </a:rPr>
              <a:t>13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BFAF7-D375-4D96-BA5E-AF0327B958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A640EF-F0E2-4E49-9455-7E266BCEBB7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4AA7E21-7B39-4D87-8095-EBAAA1B5887A}"/>
              </a:ext>
            </a:extLst>
          </p:cNvPr>
          <p:cNvGrpSpPr/>
          <p:nvPr/>
        </p:nvGrpSpPr>
        <p:grpSpPr>
          <a:xfrm>
            <a:off x="3398728" y="4989344"/>
            <a:ext cx="1449705" cy="798651"/>
            <a:chOff x="6998109" y="2092803"/>
            <a:chExt cx="3805084" cy="2096244"/>
          </a:xfrm>
        </p:grpSpPr>
        <p:sp>
          <p:nvSpPr>
            <p:cNvPr id="20" name="Flowchart: Manual Operation 19">
              <a:extLst>
                <a:ext uri="{FF2B5EF4-FFF2-40B4-BE49-F238E27FC236}">
                  <a16:creationId xmlns:a16="http://schemas.microsoft.com/office/drawing/2014/main" id="{D9788A89-F980-424B-B3EA-FD96B8BD3A8E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+</a:t>
              </a:r>
              <a:endParaRPr kumimoji="0" lang="en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1E8E30-D2BE-4453-842F-BFE9A1A107DA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9DD9CB-A55D-427D-99E0-64627FC8AE38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ECA4318-6D66-4D09-AE89-D97B30539D8A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A79CD7C-A37E-433C-B255-46FD6FEBCF89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84043F-213C-4FA2-A503-A68507FB5934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B88D05-5CA0-48B4-9863-D2A4299DDDA4}"/>
              </a:ext>
            </a:extLst>
          </p:cNvPr>
          <p:cNvGrpSpPr/>
          <p:nvPr/>
        </p:nvGrpSpPr>
        <p:grpSpPr>
          <a:xfrm>
            <a:off x="6477000" y="4989344"/>
            <a:ext cx="1449705" cy="795474"/>
            <a:chOff x="6998109" y="2101142"/>
            <a:chExt cx="3805084" cy="2087904"/>
          </a:xfrm>
        </p:grpSpPr>
        <p:sp>
          <p:nvSpPr>
            <p:cNvPr id="27" name="Flowchart: Manual Operation 26">
              <a:extLst>
                <a:ext uri="{FF2B5EF4-FFF2-40B4-BE49-F238E27FC236}">
                  <a16:creationId xmlns:a16="http://schemas.microsoft.com/office/drawing/2014/main" id="{697BEE34-7099-4A97-B1AC-C9CE1D11B917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∗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4EB639-D558-45E4-9466-BDE2F8372937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5582676-F310-42D3-80E5-0D91022531B7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D48D83-B4BE-48B5-9027-5A30266F2B1B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4A397-3F5E-43B7-A316-493D0DF44868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5A5D3E-8DEE-420C-BF49-4FDB538C5A67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51307670-AF54-48DA-B9AE-F822F05B9BA8}"/>
              </a:ext>
            </a:extLst>
          </p:cNvPr>
          <p:cNvGrpSpPr/>
          <p:nvPr/>
        </p:nvGrpSpPr>
        <p:grpSpPr>
          <a:xfrm>
            <a:off x="6238795" y="1004738"/>
            <a:ext cx="331200" cy="1835117"/>
            <a:chOff x="5410200" y="1004738"/>
            <a:chExt cx="331200" cy="1835117"/>
          </a:xfrm>
        </p:grpSpPr>
        <p:sp>
          <p:nvSpPr>
            <p:cNvPr id="287" name="Rectangle 48">
              <a:extLst>
                <a:ext uri="{FF2B5EF4-FFF2-40B4-BE49-F238E27FC236}">
                  <a16:creationId xmlns:a16="http://schemas.microsoft.com/office/drawing/2014/main" id="{302CDFE7-A71B-467E-94B5-2D6B7B435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8" name="Rectangle 29">
              <a:extLst>
                <a:ext uri="{FF2B5EF4-FFF2-40B4-BE49-F238E27FC236}">
                  <a16:creationId xmlns:a16="http://schemas.microsoft.com/office/drawing/2014/main" id="{5F96CA0A-EEB8-4594-99F3-8884016D2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9" name="Rectangle 48">
              <a:extLst>
                <a:ext uri="{FF2B5EF4-FFF2-40B4-BE49-F238E27FC236}">
                  <a16:creationId xmlns:a16="http://schemas.microsoft.com/office/drawing/2014/main" id="{D8C7E579-212F-44B7-967E-8002321C6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0" name="Rectangle 48">
              <a:extLst>
                <a:ext uri="{FF2B5EF4-FFF2-40B4-BE49-F238E27FC236}">
                  <a16:creationId xmlns:a16="http://schemas.microsoft.com/office/drawing/2014/main" id="{D41978D9-B193-41DD-BF65-F884F077A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1" name="Rectangle 48">
              <a:extLst>
                <a:ext uri="{FF2B5EF4-FFF2-40B4-BE49-F238E27FC236}">
                  <a16:creationId xmlns:a16="http://schemas.microsoft.com/office/drawing/2014/main" id="{C9BBD56B-78A0-44A3-AA51-0C2330DCE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2" name="Rectangle 48">
              <a:extLst>
                <a:ext uri="{FF2B5EF4-FFF2-40B4-BE49-F238E27FC236}">
                  <a16:creationId xmlns:a16="http://schemas.microsoft.com/office/drawing/2014/main" id="{407877B4-86A7-4266-9713-922144892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3" name="Rectangle 48">
              <a:extLst>
                <a:ext uri="{FF2B5EF4-FFF2-40B4-BE49-F238E27FC236}">
                  <a16:creationId xmlns:a16="http://schemas.microsoft.com/office/drawing/2014/main" id="{E78044AB-50A1-4E6E-9E4B-B60273C570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062D036E-F075-496A-A2B7-D5ECB0A3D250}"/>
              </a:ext>
            </a:extLst>
          </p:cNvPr>
          <p:cNvGrpSpPr/>
          <p:nvPr/>
        </p:nvGrpSpPr>
        <p:grpSpPr>
          <a:xfrm>
            <a:off x="5906053" y="1004738"/>
            <a:ext cx="331200" cy="1835117"/>
            <a:chOff x="5410200" y="1004738"/>
            <a:chExt cx="331200" cy="1835117"/>
          </a:xfrm>
        </p:grpSpPr>
        <p:sp>
          <p:nvSpPr>
            <p:cNvPr id="295" name="Rectangle 48">
              <a:extLst>
                <a:ext uri="{FF2B5EF4-FFF2-40B4-BE49-F238E27FC236}">
                  <a16:creationId xmlns:a16="http://schemas.microsoft.com/office/drawing/2014/main" id="{F65421D9-8B0A-424A-89B0-AD5D741C6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Rectangle 29">
              <a:extLst>
                <a:ext uri="{FF2B5EF4-FFF2-40B4-BE49-F238E27FC236}">
                  <a16:creationId xmlns:a16="http://schemas.microsoft.com/office/drawing/2014/main" id="{E57C3B8C-5E0B-4C5B-9680-5C95287B6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Rectangle 48">
              <a:extLst>
                <a:ext uri="{FF2B5EF4-FFF2-40B4-BE49-F238E27FC236}">
                  <a16:creationId xmlns:a16="http://schemas.microsoft.com/office/drawing/2014/main" id="{97FD98C7-8BD3-4949-AE2C-9702EF434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8" name="Rectangle 48">
              <a:extLst>
                <a:ext uri="{FF2B5EF4-FFF2-40B4-BE49-F238E27FC236}">
                  <a16:creationId xmlns:a16="http://schemas.microsoft.com/office/drawing/2014/main" id="{4E89CF3D-5E66-4CAB-A515-FB26E67D4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9" name="Rectangle 48">
              <a:extLst>
                <a:ext uri="{FF2B5EF4-FFF2-40B4-BE49-F238E27FC236}">
                  <a16:creationId xmlns:a16="http://schemas.microsoft.com/office/drawing/2014/main" id="{3C459CAA-ED04-46D8-9E2D-1DC7D2468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0" name="Rectangle 48">
              <a:extLst>
                <a:ext uri="{FF2B5EF4-FFF2-40B4-BE49-F238E27FC236}">
                  <a16:creationId xmlns:a16="http://schemas.microsoft.com/office/drawing/2014/main" id="{8065915C-C9FA-439F-9F42-8E14F3743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1" name="Rectangle 48">
              <a:extLst>
                <a:ext uri="{FF2B5EF4-FFF2-40B4-BE49-F238E27FC236}">
                  <a16:creationId xmlns:a16="http://schemas.microsoft.com/office/drawing/2014/main" id="{C72E49F6-5808-422A-9D40-8CC2F6FBC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A05CDA2B-4B07-4B27-AE40-ECE5614FBBDB}"/>
              </a:ext>
            </a:extLst>
          </p:cNvPr>
          <p:cNvGrpSpPr/>
          <p:nvPr/>
        </p:nvGrpSpPr>
        <p:grpSpPr>
          <a:xfrm>
            <a:off x="5574583" y="1004738"/>
            <a:ext cx="331200" cy="1835117"/>
            <a:chOff x="5410200" y="1004738"/>
            <a:chExt cx="331200" cy="1835117"/>
          </a:xfrm>
        </p:grpSpPr>
        <p:sp>
          <p:nvSpPr>
            <p:cNvPr id="303" name="Rectangle 48">
              <a:extLst>
                <a:ext uri="{FF2B5EF4-FFF2-40B4-BE49-F238E27FC236}">
                  <a16:creationId xmlns:a16="http://schemas.microsoft.com/office/drawing/2014/main" id="{18261890-CE35-49F9-B040-315B1B3F0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4" name="Rectangle 29">
              <a:extLst>
                <a:ext uri="{FF2B5EF4-FFF2-40B4-BE49-F238E27FC236}">
                  <a16:creationId xmlns:a16="http://schemas.microsoft.com/office/drawing/2014/main" id="{BB975130-B9A4-4E06-87F7-2E6CF4F62E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5" name="Rectangle 48">
              <a:extLst>
                <a:ext uri="{FF2B5EF4-FFF2-40B4-BE49-F238E27FC236}">
                  <a16:creationId xmlns:a16="http://schemas.microsoft.com/office/drawing/2014/main" id="{D17D0EEB-34D2-42A0-BD89-5AE8B3BD0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6" name="Rectangle 48">
              <a:extLst>
                <a:ext uri="{FF2B5EF4-FFF2-40B4-BE49-F238E27FC236}">
                  <a16:creationId xmlns:a16="http://schemas.microsoft.com/office/drawing/2014/main" id="{CEB489A7-F623-4F49-8A9F-CBE44B6FC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" name="Rectangle 48">
              <a:extLst>
                <a:ext uri="{FF2B5EF4-FFF2-40B4-BE49-F238E27FC236}">
                  <a16:creationId xmlns:a16="http://schemas.microsoft.com/office/drawing/2014/main" id="{8BADFF3B-C82E-4B71-A4A5-FDFBB6F7C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8" name="Rectangle 48">
              <a:extLst>
                <a:ext uri="{FF2B5EF4-FFF2-40B4-BE49-F238E27FC236}">
                  <a16:creationId xmlns:a16="http://schemas.microsoft.com/office/drawing/2014/main" id="{7FBB66AD-206F-4B8E-88F7-FFE82065B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Rectangle 48">
              <a:extLst>
                <a:ext uri="{FF2B5EF4-FFF2-40B4-BE49-F238E27FC236}">
                  <a16:creationId xmlns:a16="http://schemas.microsoft.com/office/drawing/2014/main" id="{2685FD37-E118-4FE8-83B6-BBAEAA784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6A59A262-7B1F-479F-A845-262E6EE30630}"/>
              </a:ext>
            </a:extLst>
          </p:cNvPr>
          <p:cNvGrpSpPr/>
          <p:nvPr/>
        </p:nvGrpSpPr>
        <p:grpSpPr>
          <a:xfrm>
            <a:off x="5239305" y="1004738"/>
            <a:ext cx="331200" cy="1835117"/>
            <a:chOff x="5410200" y="1004738"/>
            <a:chExt cx="331200" cy="1835117"/>
          </a:xfrm>
        </p:grpSpPr>
        <p:sp>
          <p:nvSpPr>
            <p:cNvPr id="311" name="Rectangle 48">
              <a:extLst>
                <a:ext uri="{FF2B5EF4-FFF2-40B4-BE49-F238E27FC236}">
                  <a16:creationId xmlns:a16="http://schemas.microsoft.com/office/drawing/2014/main" id="{A7AFA6A8-1C31-4DB5-8858-2E389543E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Rectangle 29">
              <a:extLst>
                <a:ext uri="{FF2B5EF4-FFF2-40B4-BE49-F238E27FC236}">
                  <a16:creationId xmlns:a16="http://schemas.microsoft.com/office/drawing/2014/main" id="{7690F476-DF7E-47C1-B981-5552F0106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0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Rectangle 48">
              <a:extLst>
                <a:ext uri="{FF2B5EF4-FFF2-40B4-BE49-F238E27FC236}">
                  <a16:creationId xmlns:a16="http://schemas.microsoft.com/office/drawing/2014/main" id="{C077CF72-C332-446A-8495-0E1FBF096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Rectangle 48">
              <a:extLst>
                <a:ext uri="{FF2B5EF4-FFF2-40B4-BE49-F238E27FC236}">
                  <a16:creationId xmlns:a16="http://schemas.microsoft.com/office/drawing/2014/main" id="{77CC9037-D59D-4F84-9313-F0403BAD6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5" name="Rectangle 48">
              <a:extLst>
                <a:ext uri="{FF2B5EF4-FFF2-40B4-BE49-F238E27FC236}">
                  <a16:creationId xmlns:a16="http://schemas.microsoft.com/office/drawing/2014/main" id="{7FF2A22B-4172-4C76-A67D-AB6EF2344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Rectangle 48">
              <a:extLst>
                <a:ext uri="{FF2B5EF4-FFF2-40B4-BE49-F238E27FC236}">
                  <a16:creationId xmlns:a16="http://schemas.microsoft.com/office/drawing/2014/main" id="{B3FBD2C9-B558-4F55-A240-DE6DFBD9A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7" name="Rectangle 48">
              <a:extLst>
                <a:ext uri="{FF2B5EF4-FFF2-40B4-BE49-F238E27FC236}">
                  <a16:creationId xmlns:a16="http://schemas.microsoft.com/office/drawing/2014/main" id="{D2517B42-73CA-4024-9080-CE7F3D217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1A7F16A8-FDF7-42DF-B54D-82F6AF89042C}"/>
              </a:ext>
            </a:extLst>
          </p:cNvPr>
          <p:cNvGrpSpPr/>
          <p:nvPr/>
        </p:nvGrpSpPr>
        <p:grpSpPr>
          <a:xfrm>
            <a:off x="4907835" y="1004738"/>
            <a:ext cx="331200" cy="1835117"/>
            <a:chOff x="5410200" y="1004738"/>
            <a:chExt cx="331200" cy="1835117"/>
          </a:xfrm>
        </p:grpSpPr>
        <p:sp>
          <p:nvSpPr>
            <p:cNvPr id="319" name="Rectangle 48">
              <a:extLst>
                <a:ext uri="{FF2B5EF4-FFF2-40B4-BE49-F238E27FC236}">
                  <a16:creationId xmlns:a16="http://schemas.microsoft.com/office/drawing/2014/main" id="{A5F109F5-FEB0-47A5-9D1C-E218C2241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Rectangle 29">
              <a:extLst>
                <a:ext uri="{FF2B5EF4-FFF2-40B4-BE49-F238E27FC236}">
                  <a16:creationId xmlns:a16="http://schemas.microsoft.com/office/drawing/2014/main" id="{0DD24DE9-AB7D-4594-A3FF-8F3F629F8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9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1" name="Rectangle 48">
              <a:extLst>
                <a:ext uri="{FF2B5EF4-FFF2-40B4-BE49-F238E27FC236}">
                  <a16:creationId xmlns:a16="http://schemas.microsoft.com/office/drawing/2014/main" id="{415089C7-3623-4DBD-8368-94D66D7A7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Rectangle 48">
              <a:extLst>
                <a:ext uri="{FF2B5EF4-FFF2-40B4-BE49-F238E27FC236}">
                  <a16:creationId xmlns:a16="http://schemas.microsoft.com/office/drawing/2014/main" id="{FAA34AD9-82AE-47AB-B896-65DCA9864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3" name="Rectangle 48">
              <a:extLst>
                <a:ext uri="{FF2B5EF4-FFF2-40B4-BE49-F238E27FC236}">
                  <a16:creationId xmlns:a16="http://schemas.microsoft.com/office/drawing/2014/main" id="{A2152364-4EEA-423A-A044-042BB12C1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4" name="Rectangle 48">
              <a:extLst>
                <a:ext uri="{FF2B5EF4-FFF2-40B4-BE49-F238E27FC236}">
                  <a16:creationId xmlns:a16="http://schemas.microsoft.com/office/drawing/2014/main" id="{4B168F5F-8257-4479-BD5E-A95BB36EC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5" name="Rectangle 48">
              <a:extLst>
                <a:ext uri="{FF2B5EF4-FFF2-40B4-BE49-F238E27FC236}">
                  <a16:creationId xmlns:a16="http://schemas.microsoft.com/office/drawing/2014/main" id="{8350DDDC-D771-4A59-B0BA-BF11B1535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DE7BA189-51B5-4EB6-9846-D47A8E290126}"/>
              </a:ext>
            </a:extLst>
          </p:cNvPr>
          <p:cNvGrpSpPr/>
          <p:nvPr/>
        </p:nvGrpSpPr>
        <p:grpSpPr>
          <a:xfrm>
            <a:off x="4576363" y="1004738"/>
            <a:ext cx="331200" cy="1835117"/>
            <a:chOff x="5410200" y="1004738"/>
            <a:chExt cx="331200" cy="1835117"/>
          </a:xfrm>
        </p:grpSpPr>
        <p:sp>
          <p:nvSpPr>
            <p:cNvPr id="327" name="Rectangle 48">
              <a:extLst>
                <a:ext uri="{FF2B5EF4-FFF2-40B4-BE49-F238E27FC236}">
                  <a16:creationId xmlns:a16="http://schemas.microsoft.com/office/drawing/2014/main" id="{5C3374E5-8F34-4259-A78D-063086340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8" name="Rectangle 29">
              <a:extLst>
                <a:ext uri="{FF2B5EF4-FFF2-40B4-BE49-F238E27FC236}">
                  <a16:creationId xmlns:a16="http://schemas.microsoft.com/office/drawing/2014/main" id="{3E826BE3-D567-465F-AB3E-FC6CEEBF6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8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9" name="Rectangle 48">
              <a:extLst>
                <a:ext uri="{FF2B5EF4-FFF2-40B4-BE49-F238E27FC236}">
                  <a16:creationId xmlns:a16="http://schemas.microsoft.com/office/drawing/2014/main" id="{040D80C0-C403-44E9-99ED-17593D1C7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48">
              <a:extLst>
                <a:ext uri="{FF2B5EF4-FFF2-40B4-BE49-F238E27FC236}">
                  <a16:creationId xmlns:a16="http://schemas.microsoft.com/office/drawing/2014/main" id="{47CF507F-CAA1-4948-A616-409E3C4BB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Rectangle 48">
              <a:extLst>
                <a:ext uri="{FF2B5EF4-FFF2-40B4-BE49-F238E27FC236}">
                  <a16:creationId xmlns:a16="http://schemas.microsoft.com/office/drawing/2014/main" id="{2F3AA7DD-61BD-42A2-AB2E-E4EBE7F7B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Rectangle 48">
              <a:extLst>
                <a:ext uri="{FF2B5EF4-FFF2-40B4-BE49-F238E27FC236}">
                  <a16:creationId xmlns:a16="http://schemas.microsoft.com/office/drawing/2014/main" id="{9EBA70D1-8405-47BD-A9C1-C3226FA13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48">
              <a:extLst>
                <a:ext uri="{FF2B5EF4-FFF2-40B4-BE49-F238E27FC236}">
                  <a16:creationId xmlns:a16="http://schemas.microsoft.com/office/drawing/2014/main" id="{0810E8DA-8DC3-4FE5-9A89-90A722B45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BC666277-2CBB-46EC-838E-0C7B13DB300E}"/>
              </a:ext>
            </a:extLst>
          </p:cNvPr>
          <p:cNvGrpSpPr/>
          <p:nvPr/>
        </p:nvGrpSpPr>
        <p:grpSpPr>
          <a:xfrm>
            <a:off x="4244893" y="1004738"/>
            <a:ext cx="331200" cy="1835117"/>
            <a:chOff x="5410200" y="1004738"/>
            <a:chExt cx="331200" cy="1835117"/>
          </a:xfrm>
        </p:grpSpPr>
        <p:sp>
          <p:nvSpPr>
            <p:cNvPr id="335" name="Rectangle 48">
              <a:extLst>
                <a:ext uri="{FF2B5EF4-FFF2-40B4-BE49-F238E27FC236}">
                  <a16:creationId xmlns:a16="http://schemas.microsoft.com/office/drawing/2014/main" id="{297F945E-8439-4238-B96E-115E46847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6" name="Rectangle 29">
              <a:extLst>
                <a:ext uri="{FF2B5EF4-FFF2-40B4-BE49-F238E27FC236}">
                  <a16:creationId xmlns:a16="http://schemas.microsoft.com/office/drawing/2014/main" id="{234ED10A-8BF0-43DC-B80F-E1C978196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7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7" name="Rectangle 48">
              <a:extLst>
                <a:ext uri="{FF2B5EF4-FFF2-40B4-BE49-F238E27FC236}">
                  <a16:creationId xmlns:a16="http://schemas.microsoft.com/office/drawing/2014/main" id="{387A1859-590F-4BE2-810A-4A6E69651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48">
              <a:extLst>
                <a:ext uri="{FF2B5EF4-FFF2-40B4-BE49-F238E27FC236}">
                  <a16:creationId xmlns:a16="http://schemas.microsoft.com/office/drawing/2014/main" id="{EF5B30EB-E433-4708-91AE-AA87A2BC6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9" name="Rectangle 48">
              <a:extLst>
                <a:ext uri="{FF2B5EF4-FFF2-40B4-BE49-F238E27FC236}">
                  <a16:creationId xmlns:a16="http://schemas.microsoft.com/office/drawing/2014/main" id="{6EF03208-866E-4C87-9D31-A40DD67D4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0" name="Rectangle 48">
              <a:extLst>
                <a:ext uri="{FF2B5EF4-FFF2-40B4-BE49-F238E27FC236}">
                  <a16:creationId xmlns:a16="http://schemas.microsoft.com/office/drawing/2014/main" id="{3589C470-B0A0-4CDD-8141-D072CE5F5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1" name="Rectangle 48">
              <a:extLst>
                <a:ext uri="{FF2B5EF4-FFF2-40B4-BE49-F238E27FC236}">
                  <a16:creationId xmlns:a16="http://schemas.microsoft.com/office/drawing/2014/main" id="{6B64D656-AA6D-4CF1-A146-1DF571C71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35D5D976-C5CB-4915-A940-F1F859F0DCEB}"/>
              </a:ext>
            </a:extLst>
          </p:cNvPr>
          <p:cNvGrpSpPr/>
          <p:nvPr/>
        </p:nvGrpSpPr>
        <p:grpSpPr>
          <a:xfrm>
            <a:off x="3909615" y="1004738"/>
            <a:ext cx="331200" cy="1835117"/>
            <a:chOff x="5410200" y="1004738"/>
            <a:chExt cx="331200" cy="1835117"/>
          </a:xfrm>
        </p:grpSpPr>
        <p:sp>
          <p:nvSpPr>
            <p:cNvPr id="343" name="Rectangle 48">
              <a:extLst>
                <a:ext uri="{FF2B5EF4-FFF2-40B4-BE49-F238E27FC236}">
                  <a16:creationId xmlns:a16="http://schemas.microsoft.com/office/drawing/2014/main" id="{DB108FB9-796F-4D35-BC0A-CC0464243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Rectangle 29">
              <a:extLst>
                <a:ext uri="{FF2B5EF4-FFF2-40B4-BE49-F238E27FC236}">
                  <a16:creationId xmlns:a16="http://schemas.microsoft.com/office/drawing/2014/main" id="{B433B9A4-94B1-4C87-A6E1-55518397A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Rectangle 48">
              <a:extLst>
                <a:ext uri="{FF2B5EF4-FFF2-40B4-BE49-F238E27FC236}">
                  <a16:creationId xmlns:a16="http://schemas.microsoft.com/office/drawing/2014/main" id="{01CE9CD9-3BA8-48AF-97F3-8DBD484E4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Rectangle 48">
              <a:extLst>
                <a:ext uri="{FF2B5EF4-FFF2-40B4-BE49-F238E27FC236}">
                  <a16:creationId xmlns:a16="http://schemas.microsoft.com/office/drawing/2014/main" id="{615243F1-AB54-43A6-B06A-0C6CE1214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Rectangle 48">
              <a:extLst>
                <a:ext uri="{FF2B5EF4-FFF2-40B4-BE49-F238E27FC236}">
                  <a16:creationId xmlns:a16="http://schemas.microsoft.com/office/drawing/2014/main" id="{28949A8F-4EB4-4CC9-BBAF-C67DBBE38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Rectangle 48">
              <a:extLst>
                <a:ext uri="{FF2B5EF4-FFF2-40B4-BE49-F238E27FC236}">
                  <a16:creationId xmlns:a16="http://schemas.microsoft.com/office/drawing/2014/main" id="{B8EFCFE0-6C94-4A1A-8750-7EBCECD3A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Rectangle 48">
              <a:extLst>
                <a:ext uri="{FF2B5EF4-FFF2-40B4-BE49-F238E27FC236}">
                  <a16:creationId xmlns:a16="http://schemas.microsoft.com/office/drawing/2014/main" id="{B3BB5F8C-F65C-4C77-9345-C1A084715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F64DB39A-2EDA-4EE0-89CA-B7E7863F05E0}"/>
              </a:ext>
            </a:extLst>
          </p:cNvPr>
          <p:cNvGrpSpPr/>
          <p:nvPr/>
        </p:nvGrpSpPr>
        <p:grpSpPr>
          <a:xfrm>
            <a:off x="3578145" y="1004738"/>
            <a:ext cx="331200" cy="1835117"/>
            <a:chOff x="5410200" y="1004738"/>
            <a:chExt cx="331200" cy="1835117"/>
          </a:xfrm>
        </p:grpSpPr>
        <p:sp>
          <p:nvSpPr>
            <p:cNvPr id="351" name="Rectangle 48">
              <a:extLst>
                <a:ext uri="{FF2B5EF4-FFF2-40B4-BE49-F238E27FC236}">
                  <a16:creationId xmlns:a16="http://schemas.microsoft.com/office/drawing/2014/main" id="{948C3007-FCCB-4C6E-AC3E-7A3E53F18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9">
              <a:extLst>
                <a:ext uri="{FF2B5EF4-FFF2-40B4-BE49-F238E27FC236}">
                  <a16:creationId xmlns:a16="http://schemas.microsoft.com/office/drawing/2014/main" id="{99A1184C-590C-48A6-B563-6107C0ED8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3" name="Rectangle 48">
              <a:extLst>
                <a:ext uri="{FF2B5EF4-FFF2-40B4-BE49-F238E27FC236}">
                  <a16:creationId xmlns:a16="http://schemas.microsoft.com/office/drawing/2014/main" id="{F7C02F4A-2BDB-4EDC-B5CD-C21DA4AA5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4" name="Rectangle 48">
              <a:extLst>
                <a:ext uri="{FF2B5EF4-FFF2-40B4-BE49-F238E27FC236}">
                  <a16:creationId xmlns:a16="http://schemas.microsoft.com/office/drawing/2014/main" id="{BDA0FFCA-B617-4185-A4E4-C01BE10E6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5" name="Rectangle 48">
              <a:extLst>
                <a:ext uri="{FF2B5EF4-FFF2-40B4-BE49-F238E27FC236}">
                  <a16:creationId xmlns:a16="http://schemas.microsoft.com/office/drawing/2014/main" id="{D0A0FC86-ADFC-4188-A139-A27828021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6" name="Rectangle 48">
              <a:extLst>
                <a:ext uri="{FF2B5EF4-FFF2-40B4-BE49-F238E27FC236}">
                  <a16:creationId xmlns:a16="http://schemas.microsoft.com/office/drawing/2014/main" id="{C1B0E32B-96BA-4122-95E4-2EEAEF749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7" name="Rectangle 48">
              <a:extLst>
                <a:ext uri="{FF2B5EF4-FFF2-40B4-BE49-F238E27FC236}">
                  <a16:creationId xmlns:a16="http://schemas.microsoft.com/office/drawing/2014/main" id="{1BCD692A-E03D-446D-805F-8727CCA16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D0D0D1D7-221D-499B-A7D7-74C40B469889}"/>
              </a:ext>
            </a:extLst>
          </p:cNvPr>
          <p:cNvGrpSpPr/>
          <p:nvPr/>
        </p:nvGrpSpPr>
        <p:grpSpPr>
          <a:xfrm>
            <a:off x="3248214" y="1004738"/>
            <a:ext cx="331200" cy="1835117"/>
            <a:chOff x="5410200" y="1004738"/>
            <a:chExt cx="331200" cy="1835117"/>
          </a:xfrm>
        </p:grpSpPr>
        <p:sp>
          <p:nvSpPr>
            <p:cNvPr id="391" name="Rectangle 48">
              <a:extLst>
                <a:ext uri="{FF2B5EF4-FFF2-40B4-BE49-F238E27FC236}">
                  <a16:creationId xmlns:a16="http://schemas.microsoft.com/office/drawing/2014/main" id="{142C9FB2-4DFA-45FE-9967-3D16C5807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2" name="Rectangle 29">
              <a:extLst>
                <a:ext uri="{FF2B5EF4-FFF2-40B4-BE49-F238E27FC236}">
                  <a16:creationId xmlns:a16="http://schemas.microsoft.com/office/drawing/2014/main" id="{13C845B4-BBD0-4E88-86A5-1201EC939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3" name="Rectangle 48">
              <a:extLst>
                <a:ext uri="{FF2B5EF4-FFF2-40B4-BE49-F238E27FC236}">
                  <a16:creationId xmlns:a16="http://schemas.microsoft.com/office/drawing/2014/main" id="{4FC63368-BB30-4160-8128-E1956EDEE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4" name="Rectangle 48">
              <a:extLst>
                <a:ext uri="{FF2B5EF4-FFF2-40B4-BE49-F238E27FC236}">
                  <a16:creationId xmlns:a16="http://schemas.microsoft.com/office/drawing/2014/main" id="{5A872067-9D5D-455D-B495-E18252EE3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5" name="Rectangle 48">
              <a:extLst>
                <a:ext uri="{FF2B5EF4-FFF2-40B4-BE49-F238E27FC236}">
                  <a16:creationId xmlns:a16="http://schemas.microsoft.com/office/drawing/2014/main" id="{EB1BAB0E-8365-4C09-B376-99F62A1D9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48">
              <a:extLst>
                <a:ext uri="{FF2B5EF4-FFF2-40B4-BE49-F238E27FC236}">
                  <a16:creationId xmlns:a16="http://schemas.microsoft.com/office/drawing/2014/main" id="{CABB04FE-6DE0-4414-A1A8-D9186CBEA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Rectangle 48">
              <a:extLst>
                <a:ext uri="{FF2B5EF4-FFF2-40B4-BE49-F238E27FC236}">
                  <a16:creationId xmlns:a16="http://schemas.microsoft.com/office/drawing/2014/main" id="{D449F55E-6A28-4068-9352-3D600B69D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83D1EE34-BD69-4228-8815-3E2F99EC7E75}"/>
              </a:ext>
            </a:extLst>
          </p:cNvPr>
          <p:cNvGrpSpPr/>
          <p:nvPr/>
        </p:nvGrpSpPr>
        <p:grpSpPr>
          <a:xfrm>
            <a:off x="2916744" y="1004738"/>
            <a:ext cx="331200" cy="1835117"/>
            <a:chOff x="5410200" y="1004738"/>
            <a:chExt cx="331200" cy="1835117"/>
          </a:xfrm>
        </p:grpSpPr>
        <p:sp>
          <p:nvSpPr>
            <p:cNvPr id="399" name="Rectangle 48">
              <a:extLst>
                <a:ext uri="{FF2B5EF4-FFF2-40B4-BE49-F238E27FC236}">
                  <a16:creationId xmlns:a16="http://schemas.microsoft.com/office/drawing/2014/main" id="{CDFC79D4-F0D6-4806-BBCC-A199E0E36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0" name="Rectangle 29">
              <a:extLst>
                <a:ext uri="{FF2B5EF4-FFF2-40B4-BE49-F238E27FC236}">
                  <a16:creationId xmlns:a16="http://schemas.microsoft.com/office/drawing/2014/main" id="{8456C1BF-C019-45CA-9136-7AF43E602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Rectangle 48">
              <a:extLst>
                <a:ext uri="{FF2B5EF4-FFF2-40B4-BE49-F238E27FC236}">
                  <a16:creationId xmlns:a16="http://schemas.microsoft.com/office/drawing/2014/main" id="{603066F0-C071-4BB9-915E-ED891C4BA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Rectangle 48">
              <a:extLst>
                <a:ext uri="{FF2B5EF4-FFF2-40B4-BE49-F238E27FC236}">
                  <a16:creationId xmlns:a16="http://schemas.microsoft.com/office/drawing/2014/main" id="{970BA58B-509E-4458-8B4B-FA40620B2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3" name="Rectangle 48">
              <a:extLst>
                <a:ext uri="{FF2B5EF4-FFF2-40B4-BE49-F238E27FC236}">
                  <a16:creationId xmlns:a16="http://schemas.microsoft.com/office/drawing/2014/main" id="{ACFC700F-1EF3-4765-B4A7-89DB13F1E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48">
              <a:extLst>
                <a:ext uri="{FF2B5EF4-FFF2-40B4-BE49-F238E27FC236}">
                  <a16:creationId xmlns:a16="http://schemas.microsoft.com/office/drawing/2014/main" id="{62E8CF34-1D1A-44E1-81AE-291184DC8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5" name="Rectangle 48">
              <a:extLst>
                <a:ext uri="{FF2B5EF4-FFF2-40B4-BE49-F238E27FC236}">
                  <a16:creationId xmlns:a16="http://schemas.microsoft.com/office/drawing/2014/main" id="{6B08EDC5-DFB0-47A0-8E71-4AD7900E0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04D9F499-8E91-4BB3-880A-CCC85C9720BB}"/>
              </a:ext>
            </a:extLst>
          </p:cNvPr>
          <p:cNvGrpSpPr/>
          <p:nvPr/>
        </p:nvGrpSpPr>
        <p:grpSpPr>
          <a:xfrm>
            <a:off x="2581466" y="1004738"/>
            <a:ext cx="331200" cy="1835117"/>
            <a:chOff x="5410200" y="1004738"/>
            <a:chExt cx="331200" cy="1835117"/>
          </a:xfrm>
        </p:grpSpPr>
        <p:sp>
          <p:nvSpPr>
            <p:cNvPr id="407" name="Rectangle 48">
              <a:extLst>
                <a:ext uri="{FF2B5EF4-FFF2-40B4-BE49-F238E27FC236}">
                  <a16:creationId xmlns:a16="http://schemas.microsoft.com/office/drawing/2014/main" id="{27B534A0-1731-4C7B-AC8C-3E952B8E9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8" name="Rectangle 29">
              <a:extLst>
                <a:ext uri="{FF2B5EF4-FFF2-40B4-BE49-F238E27FC236}">
                  <a16:creationId xmlns:a16="http://schemas.microsoft.com/office/drawing/2014/main" id="{19AE8AE4-23C5-411E-A72A-CF7583142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Rectangle 48">
              <a:extLst>
                <a:ext uri="{FF2B5EF4-FFF2-40B4-BE49-F238E27FC236}">
                  <a16:creationId xmlns:a16="http://schemas.microsoft.com/office/drawing/2014/main" id="{D60C497F-5863-432A-872C-7CC5B7AB8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Rectangle 48">
              <a:extLst>
                <a:ext uri="{FF2B5EF4-FFF2-40B4-BE49-F238E27FC236}">
                  <a16:creationId xmlns:a16="http://schemas.microsoft.com/office/drawing/2014/main" id="{259E1573-4CCB-4122-9F76-DDF3F9C6E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Rectangle 48">
              <a:extLst>
                <a:ext uri="{FF2B5EF4-FFF2-40B4-BE49-F238E27FC236}">
                  <a16:creationId xmlns:a16="http://schemas.microsoft.com/office/drawing/2014/main" id="{E7AD8661-72B6-434D-BAAE-A37760DEA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Rectangle 48">
              <a:extLst>
                <a:ext uri="{FF2B5EF4-FFF2-40B4-BE49-F238E27FC236}">
                  <a16:creationId xmlns:a16="http://schemas.microsoft.com/office/drawing/2014/main" id="{FFDF3ED4-98B5-48BE-80CC-22D8F973F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Rectangle 48">
              <a:extLst>
                <a:ext uri="{FF2B5EF4-FFF2-40B4-BE49-F238E27FC236}">
                  <a16:creationId xmlns:a16="http://schemas.microsoft.com/office/drawing/2014/main" id="{B05C23C0-D121-4693-B294-D836B1DE4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D168BC2F-0974-4F0A-BFFB-E18AAB4F1C15}"/>
              </a:ext>
            </a:extLst>
          </p:cNvPr>
          <p:cNvGrpSpPr/>
          <p:nvPr/>
        </p:nvGrpSpPr>
        <p:grpSpPr>
          <a:xfrm>
            <a:off x="2249996" y="1004738"/>
            <a:ext cx="331200" cy="1835117"/>
            <a:chOff x="5410200" y="1004738"/>
            <a:chExt cx="331200" cy="1835117"/>
          </a:xfrm>
        </p:grpSpPr>
        <p:sp>
          <p:nvSpPr>
            <p:cNvPr id="415" name="Rectangle 48">
              <a:extLst>
                <a:ext uri="{FF2B5EF4-FFF2-40B4-BE49-F238E27FC236}">
                  <a16:creationId xmlns:a16="http://schemas.microsoft.com/office/drawing/2014/main" id="{DF6050E3-65BA-4872-BF70-2695E8DD5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Rectangle 29">
              <a:extLst>
                <a:ext uri="{FF2B5EF4-FFF2-40B4-BE49-F238E27FC236}">
                  <a16:creationId xmlns:a16="http://schemas.microsoft.com/office/drawing/2014/main" id="{E633F1E3-BF51-4A22-A2FE-6031B8D6A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7" name="Rectangle 48">
              <a:extLst>
                <a:ext uri="{FF2B5EF4-FFF2-40B4-BE49-F238E27FC236}">
                  <a16:creationId xmlns:a16="http://schemas.microsoft.com/office/drawing/2014/main" id="{D4FCBAF0-A16A-4869-AC17-83637C14C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48">
              <a:extLst>
                <a:ext uri="{FF2B5EF4-FFF2-40B4-BE49-F238E27FC236}">
                  <a16:creationId xmlns:a16="http://schemas.microsoft.com/office/drawing/2014/main" id="{65EE864A-41B2-4B33-9FF8-1150A7CF8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9" name="Rectangle 48">
              <a:extLst>
                <a:ext uri="{FF2B5EF4-FFF2-40B4-BE49-F238E27FC236}">
                  <a16:creationId xmlns:a16="http://schemas.microsoft.com/office/drawing/2014/main" id="{65D34BCB-11DF-4DD0-BF8B-DE25D4AE1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0" name="Rectangle 48">
              <a:extLst>
                <a:ext uri="{FF2B5EF4-FFF2-40B4-BE49-F238E27FC236}">
                  <a16:creationId xmlns:a16="http://schemas.microsoft.com/office/drawing/2014/main" id="{18D60625-9BC7-4C6D-99B1-E813F3C54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48">
              <a:extLst>
                <a:ext uri="{FF2B5EF4-FFF2-40B4-BE49-F238E27FC236}">
                  <a16:creationId xmlns:a16="http://schemas.microsoft.com/office/drawing/2014/main" id="{FC1191EF-0526-421E-9971-AA816F7AF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25" name="Rectangle 29">
            <a:extLst>
              <a:ext uri="{FF2B5EF4-FFF2-40B4-BE49-F238E27FC236}">
                <a16:creationId xmlns:a16="http://schemas.microsoft.com/office/drawing/2014/main" id="{AED3A31C-147D-48A2-BB70-585A3895D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2" y="1004752"/>
            <a:ext cx="724441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Cycle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183" name="Table 182">
            <a:extLst>
              <a:ext uri="{FF2B5EF4-FFF2-40B4-BE49-F238E27FC236}">
                <a16:creationId xmlns:a16="http://schemas.microsoft.com/office/drawing/2014/main" id="{EC8722A4-BC07-4377-AF70-204E93F2B8BB}"/>
              </a:ext>
            </a:extLst>
          </p:cNvPr>
          <p:cNvGraphicFramePr>
            <a:graphicFrameLocks noGrp="1"/>
          </p:cNvGraphicFramePr>
          <p:nvPr/>
        </p:nvGraphicFramePr>
        <p:xfrm>
          <a:off x="221457" y="1347785"/>
          <a:ext cx="2013700" cy="1521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68285122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6171413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6253014"/>
                    </a:ext>
                  </a:extLst>
                </a:gridCol>
                <a:gridCol w="465700">
                  <a:extLst>
                    <a:ext uri="{9D8B030D-6E8A-4147-A177-3AD203B41FA5}">
                      <a16:colId xmlns:a16="http://schemas.microsoft.com/office/drawing/2014/main" val="3517611654"/>
                    </a:ext>
                  </a:extLst>
                </a:gridCol>
              </a:tblGrid>
              <a:tr h="171963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R1, R2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241112"/>
                  </a:ext>
                </a:extLst>
              </a:tr>
              <a:tr h="27449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R3, R4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7394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R2, R6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21130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R8, R9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26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R7, 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14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R5, 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8953267"/>
                  </a:ext>
                </a:extLst>
              </a:tr>
            </a:tbl>
          </a:graphicData>
        </a:graphic>
      </p:graphicFrame>
      <p:graphicFrame>
        <p:nvGraphicFramePr>
          <p:cNvPr id="184" name="Table 183">
            <a:extLst>
              <a:ext uri="{FF2B5EF4-FFF2-40B4-BE49-F238E27FC236}">
                <a16:creationId xmlns:a16="http://schemas.microsoft.com/office/drawing/2014/main" id="{7A2E9571-4F7F-4E45-9354-8C0E03B9BC15}"/>
              </a:ext>
            </a:extLst>
          </p:cNvPr>
          <p:cNvGraphicFramePr>
            <a:graphicFrameLocks noGrp="1"/>
          </p:cNvGraphicFramePr>
          <p:nvPr/>
        </p:nvGraphicFramePr>
        <p:xfrm>
          <a:off x="2805320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graphicFrame>
        <p:nvGraphicFramePr>
          <p:cNvPr id="185" name="Table 184">
            <a:extLst>
              <a:ext uri="{FF2B5EF4-FFF2-40B4-BE49-F238E27FC236}">
                <a16:creationId xmlns:a16="http://schemas.microsoft.com/office/drawing/2014/main" id="{D0CE5D96-F39A-48B4-9926-7925B25BA378}"/>
              </a:ext>
            </a:extLst>
          </p:cNvPr>
          <p:cNvGraphicFramePr>
            <a:graphicFrameLocks noGrp="1"/>
          </p:cNvGraphicFramePr>
          <p:nvPr/>
        </p:nvGraphicFramePr>
        <p:xfrm>
          <a:off x="5860859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17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graphicFrame>
        <p:nvGraphicFramePr>
          <p:cNvPr id="187" name="Table 186">
            <a:extLst>
              <a:ext uri="{FF2B5EF4-FFF2-40B4-BE49-F238E27FC236}">
                <a16:creationId xmlns:a16="http://schemas.microsoft.com/office/drawing/2014/main" id="{F95AF350-D047-475D-8530-C6DB73D4560F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3060460"/>
          <a:ext cx="2021396" cy="30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197">
                  <a:extLst>
                    <a:ext uri="{9D8B030D-6E8A-4147-A177-3AD203B41FA5}">
                      <a16:colId xmlns:a16="http://schemas.microsoft.com/office/drawing/2014/main" val="178228208"/>
                    </a:ext>
                  </a:extLst>
                </a:gridCol>
                <a:gridCol w="456057">
                  <a:extLst>
                    <a:ext uri="{9D8B030D-6E8A-4147-A177-3AD203B41FA5}">
                      <a16:colId xmlns:a16="http://schemas.microsoft.com/office/drawing/2014/main" val="514640341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3807375684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347605207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Register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Valid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Tag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Value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855663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67566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717070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R3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8068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8062439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9616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1653268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8406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7141418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960802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17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068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</a:t>
                      </a:r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808428"/>
                  </a:ext>
                </a:extLst>
              </a:tr>
            </a:tbl>
          </a:graphicData>
        </a:graphic>
      </p:graphicFrame>
      <p:sp>
        <p:nvSpPr>
          <p:cNvPr id="128" name="矩形 127">
            <a:extLst>
              <a:ext uri="{FF2B5EF4-FFF2-40B4-BE49-F238E27FC236}">
                <a16:creationId xmlns:a16="http://schemas.microsoft.com/office/drawing/2014/main" id="{3C911F0B-85DD-49F0-B796-A0511955A35D}"/>
              </a:ext>
            </a:extLst>
          </p:cNvPr>
          <p:cNvSpPr/>
          <p:nvPr/>
        </p:nvSpPr>
        <p:spPr>
          <a:xfrm>
            <a:off x="210753" y="6508393"/>
            <a:ext cx="3262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MUL: 6 cycles,  ADD</a:t>
            </a:r>
            <a:r>
              <a:rPr lang="zh-CN" altLang="en-US" dirty="0"/>
              <a:t>：</a:t>
            </a:r>
            <a:r>
              <a:rPr lang="en-US" altLang="zh-CN" dirty="0"/>
              <a:t> 4 cycle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11524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85">
            <a:extLst>
              <a:ext uri="{FF2B5EF4-FFF2-40B4-BE49-F238E27FC236}">
                <a16:creationId xmlns:a16="http://schemas.microsoft.com/office/drawing/2014/main" id="{192C2F75-53CB-474E-8892-38C40B785A40}"/>
              </a:ext>
            </a:extLst>
          </p:cNvPr>
          <p:cNvSpPr/>
          <p:nvPr/>
        </p:nvSpPr>
        <p:spPr bwMode="auto">
          <a:xfrm>
            <a:off x="6573972" y="951055"/>
            <a:ext cx="331200" cy="1918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FDBD3-8031-42D6-80CF-FE05E4EE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dirty="0"/>
              <a:t>Cycle 1</a:t>
            </a:r>
            <a:r>
              <a:rPr lang="en-US" dirty="0">
                <a:sym typeface="Wingdings" panose="05000000000000000000" pitchFamily="2" charset="2"/>
              </a:rPr>
              <a:t>4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BFAF7-D375-4D96-BA5E-AF0327B958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A640EF-F0E2-4E49-9455-7E266BCEBB7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4AA7E21-7B39-4D87-8095-EBAAA1B5887A}"/>
              </a:ext>
            </a:extLst>
          </p:cNvPr>
          <p:cNvGrpSpPr/>
          <p:nvPr/>
        </p:nvGrpSpPr>
        <p:grpSpPr>
          <a:xfrm>
            <a:off x="3398728" y="4989344"/>
            <a:ext cx="1449705" cy="798651"/>
            <a:chOff x="6998109" y="2092803"/>
            <a:chExt cx="3805084" cy="2096244"/>
          </a:xfrm>
        </p:grpSpPr>
        <p:sp>
          <p:nvSpPr>
            <p:cNvPr id="20" name="Flowchart: Manual Operation 19">
              <a:extLst>
                <a:ext uri="{FF2B5EF4-FFF2-40B4-BE49-F238E27FC236}">
                  <a16:creationId xmlns:a16="http://schemas.microsoft.com/office/drawing/2014/main" id="{D9788A89-F980-424B-B3EA-FD96B8BD3A8E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+</a:t>
              </a:r>
              <a:endParaRPr kumimoji="0" lang="en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1E8E30-D2BE-4453-842F-BFE9A1A107DA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9DD9CB-A55D-427D-99E0-64627FC8AE38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ECA4318-6D66-4D09-AE89-D97B30539D8A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A79CD7C-A37E-433C-B255-46FD6FEBCF89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84043F-213C-4FA2-A503-A68507FB5934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B88D05-5CA0-48B4-9863-D2A4299DDDA4}"/>
              </a:ext>
            </a:extLst>
          </p:cNvPr>
          <p:cNvGrpSpPr/>
          <p:nvPr/>
        </p:nvGrpSpPr>
        <p:grpSpPr>
          <a:xfrm>
            <a:off x="6477000" y="4989344"/>
            <a:ext cx="1449705" cy="795474"/>
            <a:chOff x="6998109" y="2101142"/>
            <a:chExt cx="3805084" cy="2087904"/>
          </a:xfrm>
        </p:grpSpPr>
        <p:sp>
          <p:nvSpPr>
            <p:cNvPr id="27" name="Flowchart: Manual Operation 26">
              <a:extLst>
                <a:ext uri="{FF2B5EF4-FFF2-40B4-BE49-F238E27FC236}">
                  <a16:creationId xmlns:a16="http://schemas.microsoft.com/office/drawing/2014/main" id="{697BEE34-7099-4A97-B1AC-C9CE1D11B917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∗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4EB639-D558-45E4-9466-BDE2F8372937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5582676-F310-42D3-80E5-0D91022531B7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D48D83-B4BE-48B5-9027-5A30266F2B1B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4A397-3F5E-43B7-A316-493D0DF44868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5A5D3E-8DEE-420C-BF49-4FDB538C5A67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5698C659-FC69-4472-A0AD-30DE76AC044C}"/>
              </a:ext>
            </a:extLst>
          </p:cNvPr>
          <p:cNvGrpSpPr/>
          <p:nvPr/>
        </p:nvGrpSpPr>
        <p:grpSpPr>
          <a:xfrm>
            <a:off x="6570265" y="1004738"/>
            <a:ext cx="331200" cy="1835117"/>
            <a:chOff x="5410200" y="1004738"/>
            <a:chExt cx="331200" cy="1835117"/>
          </a:xfrm>
        </p:grpSpPr>
        <p:sp>
          <p:nvSpPr>
            <p:cNvPr id="279" name="Rectangle 48">
              <a:extLst>
                <a:ext uri="{FF2B5EF4-FFF2-40B4-BE49-F238E27FC236}">
                  <a16:creationId xmlns:a16="http://schemas.microsoft.com/office/drawing/2014/main" id="{402F7A8A-D3AE-43BB-B5B5-D42BB07E8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0" name="Rectangle 29">
              <a:extLst>
                <a:ext uri="{FF2B5EF4-FFF2-40B4-BE49-F238E27FC236}">
                  <a16:creationId xmlns:a16="http://schemas.microsoft.com/office/drawing/2014/main" id="{EE6BE9AF-CB32-4CB9-B8CA-7534B2613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1" name="Rectangle 48">
              <a:extLst>
                <a:ext uri="{FF2B5EF4-FFF2-40B4-BE49-F238E27FC236}">
                  <a16:creationId xmlns:a16="http://schemas.microsoft.com/office/drawing/2014/main" id="{B3F88A7C-2325-45EA-AC9B-28C19DD97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2" name="Rectangle 48">
              <a:extLst>
                <a:ext uri="{FF2B5EF4-FFF2-40B4-BE49-F238E27FC236}">
                  <a16:creationId xmlns:a16="http://schemas.microsoft.com/office/drawing/2014/main" id="{E30206CD-7B5E-4C2B-BB92-A1BF62556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3" name="Rectangle 48">
              <a:extLst>
                <a:ext uri="{FF2B5EF4-FFF2-40B4-BE49-F238E27FC236}">
                  <a16:creationId xmlns:a16="http://schemas.microsoft.com/office/drawing/2014/main" id="{6148EFDA-A3DF-45A3-8BA4-CB187A8F4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Rectangle 48">
              <a:extLst>
                <a:ext uri="{FF2B5EF4-FFF2-40B4-BE49-F238E27FC236}">
                  <a16:creationId xmlns:a16="http://schemas.microsoft.com/office/drawing/2014/main" id="{55512E09-19DB-41CE-9844-34E9AC22B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5" name="Rectangle 48">
              <a:extLst>
                <a:ext uri="{FF2B5EF4-FFF2-40B4-BE49-F238E27FC236}">
                  <a16:creationId xmlns:a16="http://schemas.microsoft.com/office/drawing/2014/main" id="{25BE0B7F-5534-4A20-93D3-5D074BCEE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51307670-AF54-48DA-B9AE-F822F05B9BA8}"/>
              </a:ext>
            </a:extLst>
          </p:cNvPr>
          <p:cNvGrpSpPr/>
          <p:nvPr/>
        </p:nvGrpSpPr>
        <p:grpSpPr>
          <a:xfrm>
            <a:off x="6238795" y="1004738"/>
            <a:ext cx="331200" cy="1835117"/>
            <a:chOff x="5410200" y="1004738"/>
            <a:chExt cx="331200" cy="1835117"/>
          </a:xfrm>
        </p:grpSpPr>
        <p:sp>
          <p:nvSpPr>
            <p:cNvPr id="287" name="Rectangle 48">
              <a:extLst>
                <a:ext uri="{FF2B5EF4-FFF2-40B4-BE49-F238E27FC236}">
                  <a16:creationId xmlns:a16="http://schemas.microsoft.com/office/drawing/2014/main" id="{302CDFE7-A71B-467E-94B5-2D6B7B435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8" name="Rectangle 29">
              <a:extLst>
                <a:ext uri="{FF2B5EF4-FFF2-40B4-BE49-F238E27FC236}">
                  <a16:creationId xmlns:a16="http://schemas.microsoft.com/office/drawing/2014/main" id="{5F96CA0A-EEB8-4594-99F3-8884016D2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9" name="Rectangle 48">
              <a:extLst>
                <a:ext uri="{FF2B5EF4-FFF2-40B4-BE49-F238E27FC236}">
                  <a16:creationId xmlns:a16="http://schemas.microsoft.com/office/drawing/2014/main" id="{D8C7E579-212F-44B7-967E-8002321C6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0" name="Rectangle 48">
              <a:extLst>
                <a:ext uri="{FF2B5EF4-FFF2-40B4-BE49-F238E27FC236}">
                  <a16:creationId xmlns:a16="http://schemas.microsoft.com/office/drawing/2014/main" id="{D41978D9-B193-41DD-BF65-F884F077A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1" name="Rectangle 48">
              <a:extLst>
                <a:ext uri="{FF2B5EF4-FFF2-40B4-BE49-F238E27FC236}">
                  <a16:creationId xmlns:a16="http://schemas.microsoft.com/office/drawing/2014/main" id="{C9BBD56B-78A0-44A3-AA51-0C2330DCE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2" name="Rectangle 48">
              <a:extLst>
                <a:ext uri="{FF2B5EF4-FFF2-40B4-BE49-F238E27FC236}">
                  <a16:creationId xmlns:a16="http://schemas.microsoft.com/office/drawing/2014/main" id="{407877B4-86A7-4266-9713-922144892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3" name="Rectangle 48">
              <a:extLst>
                <a:ext uri="{FF2B5EF4-FFF2-40B4-BE49-F238E27FC236}">
                  <a16:creationId xmlns:a16="http://schemas.microsoft.com/office/drawing/2014/main" id="{E78044AB-50A1-4E6E-9E4B-B60273C570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062D036E-F075-496A-A2B7-D5ECB0A3D250}"/>
              </a:ext>
            </a:extLst>
          </p:cNvPr>
          <p:cNvGrpSpPr/>
          <p:nvPr/>
        </p:nvGrpSpPr>
        <p:grpSpPr>
          <a:xfrm>
            <a:off x="5906053" y="1004738"/>
            <a:ext cx="331200" cy="1835117"/>
            <a:chOff x="5410200" y="1004738"/>
            <a:chExt cx="331200" cy="1835117"/>
          </a:xfrm>
        </p:grpSpPr>
        <p:sp>
          <p:nvSpPr>
            <p:cNvPr id="295" name="Rectangle 48">
              <a:extLst>
                <a:ext uri="{FF2B5EF4-FFF2-40B4-BE49-F238E27FC236}">
                  <a16:creationId xmlns:a16="http://schemas.microsoft.com/office/drawing/2014/main" id="{F65421D9-8B0A-424A-89B0-AD5D741C6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Rectangle 29">
              <a:extLst>
                <a:ext uri="{FF2B5EF4-FFF2-40B4-BE49-F238E27FC236}">
                  <a16:creationId xmlns:a16="http://schemas.microsoft.com/office/drawing/2014/main" id="{E57C3B8C-5E0B-4C5B-9680-5C95287B6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Rectangle 48">
              <a:extLst>
                <a:ext uri="{FF2B5EF4-FFF2-40B4-BE49-F238E27FC236}">
                  <a16:creationId xmlns:a16="http://schemas.microsoft.com/office/drawing/2014/main" id="{97FD98C7-8BD3-4949-AE2C-9702EF434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8" name="Rectangle 48">
              <a:extLst>
                <a:ext uri="{FF2B5EF4-FFF2-40B4-BE49-F238E27FC236}">
                  <a16:creationId xmlns:a16="http://schemas.microsoft.com/office/drawing/2014/main" id="{4E89CF3D-5E66-4CAB-A515-FB26E67D4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9" name="Rectangle 48">
              <a:extLst>
                <a:ext uri="{FF2B5EF4-FFF2-40B4-BE49-F238E27FC236}">
                  <a16:creationId xmlns:a16="http://schemas.microsoft.com/office/drawing/2014/main" id="{3C459CAA-ED04-46D8-9E2D-1DC7D2468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0" name="Rectangle 48">
              <a:extLst>
                <a:ext uri="{FF2B5EF4-FFF2-40B4-BE49-F238E27FC236}">
                  <a16:creationId xmlns:a16="http://schemas.microsoft.com/office/drawing/2014/main" id="{8065915C-C9FA-439F-9F42-8E14F3743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1" name="Rectangle 48">
              <a:extLst>
                <a:ext uri="{FF2B5EF4-FFF2-40B4-BE49-F238E27FC236}">
                  <a16:creationId xmlns:a16="http://schemas.microsoft.com/office/drawing/2014/main" id="{C72E49F6-5808-422A-9D40-8CC2F6FBC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A05CDA2B-4B07-4B27-AE40-ECE5614FBBDB}"/>
              </a:ext>
            </a:extLst>
          </p:cNvPr>
          <p:cNvGrpSpPr/>
          <p:nvPr/>
        </p:nvGrpSpPr>
        <p:grpSpPr>
          <a:xfrm>
            <a:off x="5574583" y="1004738"/>
            <a:ext cx="331200" cy="1835117"/>
            <a:chOff x="5410200" y="1004738"/>
            <a:chExt cx="331200" cy="1835117"/>
          </a:xfrm>
        </p:grpSpPr>
        <p:sp>
          <p:nvSpPr>
            <p:cNvPr id="303" name="Rectangle 48">
              <a:extLst>
                <a:ext uri="{FF2B5EF4-FFF2-40B4-BE49-F238E27FC236}">
                  <a16:creationId xmlns:a16="http://schemas.microsoft.com/office/drawing/2014/main" id="{18261890-CE35-49F9-B040-315B1B3F0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4" name="Rectangle 29">
              <a:extLst>
                <a:ext uri="{FF2B5EF4-FFF2-40B4-BE49-F238E27FC236}">
                  <a16:creationId xmlns:a16="http://schemas.microsoft.com/office/drawing/2014/main" id="{BB975130-B9A4-4E06-87F7-2E6CF4F62E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5" name="Rectangle 48">
              <a:extLst>
                <a:ext uri="{FF2B5EF4-FFF2-40B4-BE49-F238E27FC236}">
                  <a16:creationId xmlns:a16="http://schemas.microsoft.com/office/drawing/2014/main" id="{D17D0EEB-34D2-42A0-BD89-5AE8B3BD0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6" name="Rectangle 48">
              <a:extLst>
                <a:ext uri="{FF2B5EF4-FFF2-40B4-BE49-F238E27FC236}">
                  <a16:creationId xmlns:a16="http://schemas.microsoft.com/office/drawing/2014/main" id="{CEB489A7-F623-4F49-8A9F-CBE44B6FC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" name="Rectangle 48">
              <a:extLst>
                <a:ext uri="{FF2B5EF4-FFF2-40B4-BE49-F238E27FC236}">
                  <a16:creationId xmlns:a16="http://schemas.microsoft.com/office/drawing/2014/main" id="{8BADFF3B-C82E-4B71-A4A5-FDFBB6F7C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8" name="Rectangle 48">
              <a:extLst>
                <a:ext uri="{FF2B5EF4-FFF2-40B4-BE49-F238E27FC236}">
                  <a16:creationId xmlns:a16="http://schemas.microsoft.com/office/drawing/2014/main" id="{7FBB66AD-206F-4B8E-88F7-FFE82065B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Rectangle 48">
              <a:extLst>
                <a:ext uri="{FF2B5EF4-FFF2-40B4-BE49-F238E27FC236}">
                  <a16:creationId xmlns:a16="http://schemas.microsoft.com/office/drawing/2014/main" id="{2685FD37-E118-4FE8-83B6-BBAEAA784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6A59A262-7B1F-479F-A845-262E6EE30630}"/>
              </a:ext>
            </a:extLst>
          </p:cNvPr>
          <p:cNvGrpSpPr/>
          <p:nvPr/>
        </p:nvGrpSpPr>
        <p:grpSpPr>
          <a:xfrm>
            <a:off x="5239305" y="1004738"/>
            <a:ext cx="331200" cy="1835117"/>
            <a:chOff x="5410200" y="1004738"/>
            <a:chExt cx="331200" cy="1835117"/>
          </a:xfrm>
        </p:grpSpPr>
        <p:sp>
          <p:nvSpPr>
            <p:cNvPr id="311" name="Rectangle 48">
              <a:extLst>
                <a:ext uri="{FF2B5EF4-FFF2-40B4-BE49-F238E27FC236}">
                  <a16:creationId xmlns:a16="http://schemas.microsoft.com/office/drawing/2014/main" id="{A7AFA6A8-1C31-4DB5-8858-2E389543E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Rectangle 29">
              <a:extLst>
                <a:ext uri="{FF2B5EF4-FFF2-40B4-BE49-F238E27FC236}">
                  <a16:creationId xmlns:a16="http://schemas.microsoft.com/office/drawing/2014/main" id="{7690F476-DF7E-47C1-B981-5552F0106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0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Rectangle 48">
              <a:extLst>
                <a:ext uri="{FF2B5EF4-FFF2-40B4-BE49-F238E27FC236}">
                  <a16:creationId xmlns:a16="http://schemas.microsoft.com/office/drawing/2014/main" id="{C077CF72-C332-446A-8495-0E1FBF096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Rectangle 48">
              <a:extLst>
                <a:ext uri="{FF2B5EF4-FFF2-40B4-BE49-F238E27FC236}">
                  <a16:creationId xmlns:a16="http://schemas.microsoft.com/office/drawing/2014/main" id="{77CC9037-D59D-4F84-9313-F0403BAD6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5" name="Rectangle 48">
              <a:extLst>
                <a:ext uri="{FF2B5EF4-FFF2-40B4-BE49-F238E27FC236}">
                  <a16:creationId xmlns:a16="http://schemas.microsoft.com/office/drawing/2014/main" id="{7FF2A22B-4172-4C76-A67D-AB6EF2344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Rectangle 48">
              <a:extLst>
                <a:ext uri="{FF2B5EF4-FFF2-40B4-BE49-F238E27FC236}">
                  <a16:creationId xmlns:a16="http://schemas.microsoft.com/office/drawing/2014/main" id="{B3FBD2C9-B558-4F55-A240-DE6DFBD9A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7" name="Rectangle 48">
              <a:extLst>
                <a:ext uri="{FF2B5EF4-FFF2-40B4-BE49-F238E27FC236}">
                  <a16:creationId xmlns:a16="http://schemas.microsoft.com/office/drawing/2014/main" id="{D2517B42-73CA-4024-9080-CE7F3D217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1A7F16A8-FDF7-42DF-B54D-82F6AF89042C}"/>
              </a:ext>
            </a:extLst>
          </p:cNvPr>
          <p:cNvGrpSpPr/>
          <p:nvPr/>
        </p:nvGrpSpPr>
        <p:grpSpPr>
          <a:xfrm>
            <a:off x="4907835" y="1004738"/>
            <a:ext cx="331200" cy="1835117"/>
            <a:chOff x="5410200" y="1004738"/>
            <a:chExt cx="331200" cy="1835117"/>
          </a:xfrm>
        </p:grpSpPr>
        <p:sp>
          <p:nvSpPr>
            <p:cNvPr id="319" name="Rectangle 48">
              <a:extLst>
                <a:ext uri="{FF2B5EF4-FFF2-40B4-BE49-F238E27FC236}">
                  <a16:creationId xmlns:a16="http://schemas.microsoft.com/office/drawing/2014/main" id="{A5F109F5-FEB0-47A5-9D1C-E218C2241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Rectangle 29">
              <a:extLst>
                <a:ext uri="{FF2B5EF4-FFF2-40B4-BE49-F238E27FC236}">
                  <a16:creationId xmlns:a16="http://schemas.microsoft.com/office/drawing/2014/main" id="{0DD24DE9-AB7D-4594-A3FF-8F3F629F8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9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1" name="Rectangle 48">
              <a:extLst>
                <a:ext uri="{FF2B5EF4-FFF2-40B4-BE49-F238E27FC236}">
                  <a16:creationId xmlns:a16="http://schemas.microsoft.com/office/drawing/2014/main" id="{415089C7-3623-4DBD-8368-94D66D7A7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Rectangle 48">
              <a:extLst>
                <a:ext uri="{FF2B5EF4-FFF2-40B4-BE49-F238E27FC236}">
                  <a16:creationId xmlns:a16="http://schemas.microsoft.com/office/drawing/2014/main" id="{FAA34AD9-82AE-47AB-B896-65DCA9864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3" name="Rectangle 48">
              <a:extLst>
                <a:ext uri="{FF2B5EF4-FFF2-40B4-BE49-F238E27FC236}">
                  <a16:creationId xmlns:a16="http://schemas.microsoft.com/office/drawing/2014/main" id="{A2152364-4EEA-423A-A044-042BB12C1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4" name="Rectangle 48">
              <a:extLst>
                <a:ext uri="{FF2B5EF4-FFF2-40B4-BE49-F238E27FC236}">
                  <a16:creationId xmlns:a16="http://schemas.microsoft.com/office/drawing/2014/main" id="{4B168F5F-8257-4479-BD5E-A95BB36EC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5" name="Rectangle 48">
              <a:extLst>
                <a:ext uri="{FF2B5EF4-FFF2-40B4-BE49-F238E27FC236}">
                  <a16:creationId xmlns:a16="http://schemas.microsoft.com/office/drawing/2014/main" id="{8350DDDC-D771-4A59-B0BA-BF11B1535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DE7BA189-51B5-4EB6-9846-D47A8E290126}"/>
              </a:ext>
            </a:extLst>
          </p:cNvPr>
          <p:cNvGrpSpPr/>
          <p:nvPr/>
        </p:nvGrpSpPr>
        <p:grpSpPr>
          <a:xfrm>
            <a:off x="4576363" y="1004738"/>
            <a:ext cx="331200" cy="1835117"/>
            <a:chOff x="5410200" y="1004738"/>
            <a:chExt cx="331200" cy="1835117"/>
          </a:xfrm>
        </p:grpSpPr>
        <p:sp>
          <p:nvSpPr>
            <p:cNvPr id="327" name="Rectangle 48">
              <a:extLst>
                <a:ext uri="{FF2B5EF4-FFF2-40B4-BE49-F238E27FC236}">
                  <a16:creationId xmlns:a16="http://schemas.microsoft.com/office/drawing/2014/main" id="{5C3374E5-8F34-4259-A78D-063086340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8" name="Rectangle 29">
              <a:extLst>
                <a:ext uri="{FF2B5EF4-FFF2-40B4-BE49-F238E27FC236}">
                  <a16:creationId xmlns:a16="http://schemas.microsoft.com/office/drawing/2014/main" id="{3E826BE3-D567-465F-AB3E-FC6CEEBF6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8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9" name="Rectangle 48">
              <a:extLst>
                <a:ext uri="{FF2B5EF4-FFF2-40B4-BE49-F238E27FC236}">
                  <a16:creationId xmlns:a16="http://schemas.microsoft.com/office/drawing/2014/main" id="{040D80C0-C403-44E9-99ED-17593D1C7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48">
              <a:extLst>
                <a:ext uri="{FF2B5EF4-FFF2-40B4-BE49-F238E27FC236}">
                  <a16:creationId xmlns:a16="http://schemas.microsoft.com/office/drawing/2014/main" id="{47CF507F-CAA1-4948-A616-409E3C4BB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Rectangle 48">
              <a:extLst>
                <a:ext uri="{FF2B5EF4-FFF2-40B4-BE49-F238E27FC236}">
                  <a16:creationId xmlns:a16="http://schemas.microsoft.com/office/drawing/2014/main" id="{2F3AA7DD-61BD-42A2-AB2E-E4EBE7F7B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Rectangle 48">
              <a:extLst>
                <a:ext uri="{FF2B5EF4-FFF2-40B4-BE49-F238E27FC236}">
                  <a16:creationId xmlns:a16="http://schemas.microsoft.com/office/drawing/2014/main" id="{9EBA70D1-8405-47BD-A9C1-C3226FA13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48">
              <a:extLst>
                <a:ext uri="{FF2B5EF4-FFF2-40B4-BE49-F238E27FC236}">
                  <a16:creationId xmlns:a16="http://schemas.microsoft.com/office/drawing/2014/main" id="{0810E8DA-8DC3-4FE5-9A89-90A722B45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BC666277-2CBB-46EC-838E-0C7B13DB300E}"/>
              </a:ext>
            </a:extLst>
          </p:cNvPr>
          <p:cNvGrpSpPr/>
          <p:nvPr/>
        </p:nvGrpSpPr>
        <p:grpSpPr>
          <a:xfrm>
            <a:off x="4244893" y="1004738"/>
            <a:ext cx="331200" cy="1835117"/>
            <a:chOff x="5410200" y="1004738"/>
            <a:chExt cx="331200" cy="1835117"/>
          </a:xfrm>
        </p:grpSpPr>
        <p:sp>
          <p:nvSpPr>
            <p:cNvPr id="335" name="Rectangle 48">
              <a:extLst>
                <a:ext uri="{FF2B5EF4-FFF2-40B4-BE49-F238E27FC236}">
                  <a16:creationId xmlns:a16="http://schemas.microsoft.com/office/drawing/2014/main" id="{297F945E-8439-4238-B96E-115E46847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6" name="Rectangle 29">
              <a:extLst>
                <a:ext uri="{FF2B5EF4-FFF2-40B4-BE49-F238E27FC236}">
                  <a16:creationId xmlns:a16="http://schemas.microsoft.com/office/drawing/2014/main" id="{234ED10A-8BF0-43DC-B80F-E1C978196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7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7" name="Rectangle 48">
              <a:extLst>
                <a:ext uri="{FF2B5EF4-FFF2-40B4-BE49-F238E27FC236}">
                  <a16:creationId xmlns:a16="http://schemas.microsoft.com/office/drawing/2014/main" id="{387A1859-590F-4BE2-810A-4A6E69651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48">
              <a:extLst>
                <a:ext uri="{FF2B5EF4-FFF2-40B4-BE49-F238E27FC236}">
                  <a16:creationId xmlns:a16="http://schemas.microsoft.com/office/drawing/2014/main" id="{EF5B30EB-E433-4708-91AE-AA87A2BC6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9" name="Rectangle 48">
              <a:extLst>
                <a:ext uri="{FF2B5EF4-FFF2-40B4-BE49-F238E27FC236}">
                  <a16:creationId xmlns:a16="http://schemas.microsoft.com/office/drawing/2014/main" id="{6EF03208-866E-4C87-9D31-A40DD67D4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0" name="Rectangle 48">
              <a:extLst>
                <a:ext uri="{FF2B5EF4-FFF2-40B4-BE49-F238E27FC236}">
                  <a16:creationId xmlns:a16="http://schemas.microsoft.com/office/drawing/2014/main" id="{3589C470-B0A0-4CDD-8141-D072CE5F5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1" name="Rectangle 48">
              <a:extLst>
                <a:ext uri="{FF2B5EF4-FFF2-40B4-BE49-F238E27FC236}">
                  <a16:creationId xmlns:a16="http://schemas.microsoft.com/office/drawing/2014/main" id="{6B64D656-AA6D-4CF1-A146-1DF571C71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35D5D976-C5CB-4915-A940-F1F859F0DCEB}"/>
              </a:ext>
            </a:extLst>
          </p:cNvPr>
          <p:cNvGrpSpPr/>
          <p:nvPr/>
        </p:nvGrpSpPr>
        <p:grpSpPr>
          <a:xfrm>
            <a:off x="3909615" y="1004738"/>
            <a:ext cx="331200" cy="1835117"/>
            <a:chOff x="5410200" y="1004738"/>
            <a:chExt cx="331200" cy="1835117"/>
          </a:xfrm>
        </p:grpSpPr>
        <p:sp>
          <p:nvSpPr>
            <p:cNvPr id="343" name="Rectangle 48">
              <a:extLst>
                <a:ext uri="{FF2B5EF4-FFF2-40B4-BE49-F238E27FC236}">
                  <a16:creationId xmlns:a16="http://schemas.microsoft.com/office/drawing/2014/main" id="{DB108FB9-796F-4D35-BC0A-CC0464243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Rectangle 29">
              <a:extLst>
                <a:ext uri="{FF2B5EF4-FFF2-40B4-BE49-F238E27FC236}">
                  <a16:creationId xmlns:a16="http://schemas.microsoft.com/office/drawing/2014/main" id="{B433B9A4-94B1-4C87-A6E1-55518397A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Rectangle 48">
              <a:extLst>
                <a:ext uri="{FF2B5EF4-FFF2-40B4-BE49-F238E27FC236}">
                  <a16:creationId xmlns:a16="http://schemas.microsoft.com/office/drawing/2014/main" id="{01CE9CD9-3BA8-48AF-97F3-8DBD484E4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Rectangle 48">
              <a:extLst>
                <a:ext uri="{FF2B5EF4-FFF2-40B4-BE49-F238E27FC236}">
                  <a16:creationId xmlns:a16="http://schemas.microsoft.com/office/drawing/2014/main" id="{615243F1-AB54-43A6-B06A-0C6CE1214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Rectangle 48">
              <a:extLst>
                <a:ext uri="{FF2B5EF4-FFF2-40B4-BE49-F238E27FC236}">
                  <a16:creationId xmlns:a16="http://schemas.microsoft.com/office/drawing/2014/main" id="{28949A8F-4EB4-4CC9-BBAF-C67DBBE38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Rectangle 48">
              <a:extLst>
                <a:ext uri="{FF2B5EF4-FFF2-40B4-BE49-F238E27FC236}">
                  <a16:creationId xmlns:a16="http://schemas.microsoft.com/office/drawing/2014/main" id="{B8EFCFE0-6C94-4A1A-8750-7EBCECD3A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Rectangle 48">
              <a:extLst>
                <a:ext uri="{FF2B5EF4-FFF2-40B4-BE49-F238E27FC236}">
                  <a16:creationId xmlns:a16="http://schemas.microsoft.com/office/drawing/2014/main" id="{B3BB5F8C-F65C-4C77-9345-C1A084715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F64DB39A-2EDA-4EE0-89CA-B7E7863F05E0}"/>
              </a:ext>
            </a:extLst>
          </p:cNvPr>
          <p:cNvGrpSpPr/>
          <p:nvPr/>
        </p:nvGrpSpPr>
        <p:grpSpPr>
          <a:xfrm>
            <a:off x="3578145" y="1004738"/>
            <a:ext cx="331200" cy="1835117"/>
            <a:chOff x="5410200" y="1004738"/>
            <a:chExt cx="331200" cy="1835117"/>
          </a:xfrm>
        </p:grpSpPr>
        <p:sp>
          <p:nvSpPr>
            <p:cNvPr id="351" name="Rectangle 48">
              <a:extLst>
                <a:ext uri="{FF2B5EF4-FFF2-40B4-BE49-F238E27FC236}">
                  <a16:creationId xmlns:a16="http://schemas.microsoft.com/office/drawing/2014/main" id="{948C3007-FCCB-4C6E-AC3E-7A3E53F18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9">
              <a:extLst>
                <a:ext uri="{FF2B5EF4-FFF2-40B4-BE49-F238E27FC236}">
                  <a16:creationId xmlns:a16="http://schemas.microsoft.com/office/drawing/2014/main" id="{99A1184C-590C-48A6-B563-6107C0ED8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3" name="Rectangle 48">
              <a:extLst>
                <a:ext uri="{FF2B5EF4-FFF2-40B4-BE49-F238E27FC236}">
                  <a16:creationId xmlns:a16="http://schemas.microsoft.com/office/drawing/2014/main" id="{F7C02F4A-2BDB-4EDC-B5CD-C21DA4AA5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4" name="Rectangle 48">
              <a:extLst>
                <a:ext uri="{FF2B5EF4-FFF2-40B4-BE49-F238E27FC236}">
                  <a16:creationId xmlns:a16="http://schemas.microsoft.com/office/drawing/2014/main" id="{BDA0FFCA-B617-4185-A4E4-C01BE10E6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5" name="Rectangle 48">
              <a:extLst>
                <a:ext uri="{FF2B5EF4-FFF2-40B4-BE49-F238E27FC236}">
                  <a16:creationId xmlns:a16="http://schemas.microsoft.com/office/drawing/2014/main" id="{D0A0FC86-ADFC-4188-A139-A27828021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6" name="Rectangle 48">
              <a:extLst>
                <a:ext uri="{FF2B5EF4-FFF2-40B4-BE49-F238E27FC236}">
                  <a16:creationId xmlns:a16="http://schemas.microsoft.com/office/drawing/2014/main" id="{C1B0E32B-96BA-4122-95E4-2EEAEF749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7" name="Rectangle 48">
              <a:extLst>
                <a:ext uri="{FF2B5EF4-FFF2-40B4-BE49-F238E27FC236}">
                  <a16:creationId xmlns:a16="http://schemas.microsoft.com/office/drawing/2014/main" id="{1BCD692A-E03D-446D-805F-8727CCA16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D0D0D1D7-221D-499B-A7D7-74C40B469889}"/>
              </a:ext>
            </a:extLst>
          </p:cNvPr>
          <p:cNvGrpSpPr/>
          <p:nvPr/>
        </p:nvGrpSpPr>
        <p:grpSpPr>
          <a:xfrm>
            <a:off x="3248214" y="1004738"/>
            <a:ext cx="331200" cy="1835117"/>
            <a:chOff x="5410200" y="1004738"/>
            <a:chExt cx="331200" cy="1835117"/>
          </a:xfrm>
        </p:grpSpPr>
        <p:sp>
          <p:nvSpPr>
            <p:cNvPr id="391" name="Rectangle 48">
              <a:extLst>
                <a:ext uri="{FF2B5EF4-FFF2-40B4-BE49-F238E27FC236}">
                  <a16:creationId xmlns:a16="http://schemas.microsoft.com/office/drawing/2014/main" id="{142C9FB2-4DFA-45FE-9967-3D16C5807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2" name="Rectangle 29">
              <a:extLst>
                <a:ext uri="{FF2B5EF4-FFF2-40B4-BE49-F238E27FC236}">
                  <a16:creationId xmlns:a16="http://schemas.microsoft.com/office/drawing/2014/main" id="{13C845B4-BBD0-4E88-86A5-1201EC939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3" name="Rectangle 48">
              <a:extLst>
                <a:ext uri="{FF2B5EF4-FFF2-40B4-BE49-F238E27FC236}">
                  <a16:creationId xmlns:a16="http://schemas.microsoft.com/office/drawing/2014/main" id="{4FC63368-BB30-4160-8128-E1956EDEE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4" name="Rectangle 48">
              <a:extLst>
                <a:ext uri="{FF2B5EF4-FFF2-40B4-BE49-F238E27FC236}">
                  <a16:creationId xmlns:a16="http://schemas.microsoft.com/office/drawing/2014/main" id="{5A872067-9D5D-455D-B495-E18252EE3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5" name="Rectangle 48">
              <a:extLst>
                <a:ext uri="{FF2B5EF4-FFF2-40B4-BE49-F238E27FC236}">
                  <a16:creationId xmlns:a16="http://schemas.microsoft.com/office/drawing/2014/main" id="{EB1BAB0E-8365-4C09-B376-99F62A1D9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48">
              <a:extLst>
                <a:ext uri="{FF2B5EF4-FFF2-40B4-BE49-F238E27FC236}">
                  <a16:creationId xmlns:a16="http://schemas.microsoft.com/office/drawing/2014/main" id="{CABB04FE-6DE0-4414-A1A8-D9186CBEA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Rectangle 48">
              <a:extLst>
                <a:ext uri="{FF2B5EF4-FFF2-40B4-BE49-F238E27FC236}">
                  <a16:creationId xmlns:a16="http://schemas.microsoft.com/office/drawing/2014/main" id="{D449F55E-6A28-4068-9352-3D600B69D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83D1EE34-BD69-4228-8815-3E2F99EC7E75}"/>
              </a:ext>
            </a:extLst>
          </p:cNvPr>
          <p:cNvGrpSpPr/>
          <p:nvPr/>
        </p:nvGrpSpPr>
        <p:grpSpPr>
          <a:xfrm>
            <a:off x="2916744" y="1004738"/>
            <a:ext cx="331200" cy="1835117"/>
            <a:chOff x="5410200" y="1004738"/>
            <a:chExt cx="331200" cy="1835117"/>
          </a:xfrm>
        </p:grpSpPr>
        <p:sp>
          <p:nvSpPr>
            <p:cNvPr id="399" name="Rectangle 48">
              <a:extLst>
                <a:ext uri="{FF2B5EF4-FFF2-40B4-BE49-F238E27FC236}">
                  <a16:creationId xmlns:a16="http://schemas.microsoft.com/office/drawing/2014/main" id="{CDFC79D4-F0D6-4806-BBCC-A199E0E36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0" name="Rectangle 29">
              <a:extLst>
                <a:ext uri="{FF2B5EF4-FFF2-40B4-BE49-F238E27FC236}">
                  <a16:creationId xmlns:a16="http://schemas.microsoft.com/office/drawing/2014/main" id="{8456C1BF-C019-45CA-9136-7AF43E602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Rectangle 48">
              <a:extLst>
                <a:ext uri="{FF2B5EF4-FFF2-40B4-BE49-F238E27FC236}">
                  <a16:creationId xmlns:a16="http://schemas.microsoft.com/office/drawing/2014/main" id="{603066F0-C071-4BB9-915E-ED891C4BA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Rectangle 48">
              <a:extLst>
                <a:ext uri="{FF2B5EF4-FFF2-40B4-BE49-F238E27FC236}">
                  <a16:creationId xmlns:a16="http://schemas.microsoft.com/office/drawing/2014/main" id="{970BA58B-509E-4458-8B4B-FA40620B2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3" name="Rectangle 48">
              <a:extLst>
                <a:ext uri="{FF2B5EF4-FFF2-40B4-BE49-F238E27FC236}">
                  <a16:creationId xmlns:a16="http://schemas.microsoft.com/office/drawing/2014/main" id="{ACFC700F-1EF3-4765-B4A7-89DB13F1E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48">
              <a:extLst>
                <a:ext uri="{FF2B5EF4-FFF2-40B4-BE49-F238E27FC236}">
                  <a16:creationId xmlns:a16="http://schemas.microsoft.com/office/drawing/2014/main" id="{62E8CF34-1D1A-44E1-81AE-291184DC8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5" name="Rectangle 48">
              <a:extLst>
                <a:ext uri="{FF2B5EF4-FFF2-40B4-BE49-F238E27FC236}">
                  <a16:creationId xmlns:a16="http://schemas.microsoft.com/office/drawing/2014/main" id="{6B08EDC5-DFB0-47A0-8E71-4AD7900E0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04D9F499-8E91-4BB3-880A-CCC85C9720BB}"/>
              </a:ext>
            </a:extLst>
          </p:cNvPr>
          <p:cNvGrpSpPr/>
          <p:nvPr/>
        </p:nvGrpSpPr>
        <p:grpSpPr>
          <a:xfrm>
            <a:off x="2581466" y="1004738"/>
            <a:ext cx="331200" cy="1835117"/>
            <a:chOff x="5410200" y="1004738"/>
            <a:chExt cx="331200" cy="1835117"/>
          </a:xfrm>
        </p:grpSpPr>
        <p:sp>
          <p:nvSpPr>
            <p:cNvPr id="407" name="Rectangle 48">
              <a:extLst>
                <a:ext uri="{FF2B5EF4-FFF2-40B4-BE49-F238E27FC236}">
                  <a16:creationId xmlns:a16="http://schemas.microsoft.com/office/drawing/2014/main" id="{27B534A0-1731-4C7B-AC8C-3E952B8E9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8" name="Rectangle 29">
              <a:extLst>
                <a:ext uri="{FF2B5EF4-FFF2-40B4-BE49-F238E27FC236}">
                  <a16:creationId xmlns:a16="http://schemas.microsoft.com/office/drawing/2014/main" id="{19AE8AE4-23C5-411E-A72A-CF7583142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Rectangle 48">
              <a:extLst>
                <a:ext uri="{FF2B5EF4-FFF2-40B4-BE49-F238E27FC236}">
                  <a16:creationId xmlns:a16="http://schemas.microsoft.com/office/drawing/2014/main" id="{D60C497F-5863-432A-872C-7CC5B7AB8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Rectangle 48">
              <a:extLst>
                <a:ext uri="{FF2B5EF4-FFF2-40B4-BE49-F238E27FC236}">
                  <a16:creationId xmlns:a16="http://schemas.microsoft.com/office/drawing/2014/main" id="{259E1573-4CCB-4122-9F76-DDF3F9C6E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Rectangle 48">
              <a:extLst>
                <a:ext uri="{FF2B5EF4-FFF2-40B4-BE49-F238E27FC236}">
                  <a16:creationId xmlns:a16="http://schemas.microsoft.com/office/drawing/2014/main" id="{E7AD8661-72B6-434D-BAAE-A37760DEA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Rectangle 48">
              <a:extLst>
                <a:ext uri="{FF2B5EF4-FFF2-40B4-BE49-F238E27FC236}">
                  <a16:creationId xmlns:a16="http://schemas.microsoft.com/office/drawing/2014/main" id="{FFDF3ED4-98B5-48BE-80CC-22D8F973F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Rectangle 48">
              <a:extLst>
                <a:ext uri="{FF2B5EF4-FFF2-40B4-BE49-F238E27FC236}">
                  <a16:creationId xmlns:a16="http://schemas.microsoft.com/office/drawing/2014/main" id="{B05C23C0-D121-4693-B294-D836B1DE4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D168BC2F-0974-4F0A-BFFB-E18AAB4F1C15}"/>
              </a:ext>
            </a:extLst>
          </p:cNvPr>
          <p:cNvGrpSpPr/>
          <p:nvPr/>
        </p:nvGrpSpPr>
        <p:grpSpPr>
          <a:xfrm>
            <a:off x="2249996" y="1004738"/>
            <a:ext cx="331200" cy="1835117"/>
            <a:chOff x="5410200" y="1004738"/>
            <a:chExt cx="331200" cy="1835117"/>
          </a:xfrm>
        </p:grpSpPr>
        <p:sp>
          <p:nvSpPr>
            <p:cNvPr id="415" name="Rectangle 48">
              <a:extLst>
                <a:ext uri="{FF2B5EF4-FFF2-40B4-BE49-F238E27FC236}">
                  <a16:creationId xmlns:a16="http://schemas.microsoft.com/office/drawing/2014/main" id="{DF6050E3-65BA-4872-BF70-2695E8DD5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Rectangle 29">
              <a:extLst>
                <a:ext uri="{FF2B5EF4-FFF2-40B4-BE49-F238E27FC236}">
                  <a16:creationId xmlns:a16="http://schemas.microsoft.com/office/drawing/2014/main" id="{E633F1E3-BF51-4A22-A2FE-6031B8D6A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7" name="Rectangle 48">
              <a:extLst>
                <a:ext uri="{FF2B5EF4-FFF2-40B4-BE49-F238E27FC236}">
                  <a16:creationId xmlns:a16="http://schemas.microsoft.com/office/drawing/2014/main" id="{D4FCBAF0-A16A-4869-AC17-83637C14C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48">
              <a:extLst>
                <a:ext uri="{FF2B5EF4-FFF2-40B4-BE49-F238E27FC236}">
                  <a16:creationId xmlns:a16="http://schemas.microsoft.com/office/drawing/2014/main" id="{65EE864A-41B2-4B33-9FF8-1150A7CF8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9" name="Rectangle 48">
              <a:extLst>
                <a:ext uri="{FF2B5EF4-FFF2-40B4-BE49-F238E27FC236}">
                  <a16:creationId xmlns:a16="http://schemas.microsoft.com/office/drawing/2014/main" id="{65D34BCB-11DF-4DD0-BF8B-DE25D4AE1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0" name="Rectangle 48">
              <a:extLst>
                <a:ext uri="{FF2B5EF4-FFF2-40B4-BE49-F238E27FC236}">
                  <a16:creationId xmlns:a16="http://schemas.microsoft.com/office/drawing/2014/main" id="{18D60625-9BC7-4C6D-99B1-E813F3C54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48">
              <a:extLst>
                <a:ext uri="{FF2B5EF4-FFF2-40B4-BE49-F238E27FC236}">
                  <a16:creationId xmlns:a16="http://schemas.microsoft.com/office/drawing/2014/main" id="{FC1191EF-0526-421E-9971-AA816F7AF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25" name="Rectangle 29">
            <a:extLst>
              <a:ext uri="{FF2B5EF4-FFF2-40B4-BE49-F238E27FC236}">
                <a16:creationId xmlns:a16="http://schemas.microsoft.com/office/drawing/2014/main" id="{AED3A31C-147D-48A2-BB70-585A3895D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2" y="1004752"/>
            <a:ext cx="724441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Cycle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183" name="Table 182">
            <a:extLst>
              <a:ext uri="{FF2B5EF4-FFF2-40B4-BE49-F238E27FC236}">
                <a16:creationId xmlns:a16="http://schemas.microsoft.com/office/drawing/2014/main" id="{EC8722A4-BC07-4377-AF70-204E93F2B8BB}"/>
              </a:ext>
            </a:extLst>
          </p:cNvPr>
          <p:cNvGraphicFramePr>
            <a:graphicFrameLocks noGrp="1"/>
          </p:cNvGraphicFramePr>
          <p:nvPr/>
        </p:nvGraphicFramePr>
        <p:xfrm>
          <a:off x="221457" y="1347785"/>
          <a:ext cx="2013700" cy="1521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68285122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6171413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6253014"/>
                    </a:ext>
                  </a:extLst>
                </a:gridCol>
                <a:gridCol w="465700">
                  <a:extLst>
                    <a:ext uri="{9D8B030D-6E8A-4147-A177-3AD203B41FA5}">
                      <a16:colId xmlns:a16="http://schemas.microsoft.com/office/drawing/2014/main" val="3517611654"/>
                    </a:ext>
                  </a:extLst>
                </a:gridCol>
              </a:tblGrid>
              <a:tr h="171963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R1, R2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241112"/>
                  </a:ext>
                </a:extLst>
              </a:tr>
              <a:tr h="27449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R3, R4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7394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R2, R6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21130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R8, R9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26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R7, 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14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R5, 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8953267"/>
                  </a:ext>
                </a:extLst>
              </a:tr>
            </a:tbl>
          </a:graphicData>
        </a:graphic>
      </p:graphicFrame>
      <p:graphicFrame>
        <p:nvGraphicFramePr>
          <p:cNvPr id="185" name="Table 184">
            <a:extLst>
              <a:ext uri="{FF2B5EF4-FFF2-40B4-BE49-F238E27FC236}">
                <a16:creationId xmlns:a16="http://schemas.microsoft.com/office/drawing/2014/main" id="{D0CE5D96-F39A-48B4-9926-7925B25BA378}"/>
              </a:ext>
            </a:extLst>
          </p:cNvPr>
          <p:cNvGraphicFramePr>
            <a:graphicFrameLocks noGrp="1"/>
          </p:cNvGraphicFramePr>
          <p:nvPr/>
        </p:nvGraphicFramePr>
        <p:xfrm>
          <a:off x="5860859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17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graphicFrame>
        <p:nvGraphicFramePr>
          <p:cNvPr id="188" name="Table 187">
            <a:extLst>
              <a:ext uri="{FF2B5EF4-FFF2-40B4-BE49-F238E27FC236}">
                <a16:creationId xmlns:a16="http://schemas.microsoft.com/office/drawing/2014/main" id="{E44036E5-7471-428A-B245-C7915A8AC568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3060460"/>
          <a:ext cx="2021396" cy="30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197">
                  <a:extLst>
                    <a:ext uri="{9D8B030D-6E8A-4147-A177-3AD203B41FA5}">
                      <a16:colId xmlns:a16="http://schemas.microsoft.com/office/drawing/2014/main" val="178228208"/>
                    </a:ext>
                  </a:extLst>
                </a:gridCol>
                <a:gridCol w="456057">
                  <a:extLst>
                    <a:ext uri="{9D8B030D-6E8A-4147-A177-3AD203B41FA5}">
                      <a16:colId xmlns:a16="http://schemas.microsoft.com/office/drawing/2014/main" val="514640341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3807375684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347605207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Register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Valid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Tag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Value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855663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67566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717070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R3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8068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8062439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9616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1653268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8406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7141418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960802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17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068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</a:t>
                      </a:r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808428"/>
                  </a:ext>
                </a:extLst>
              </a:tr>
            </a:tbl>
          </a:graphicData>
        </a:graphic>
      </p:graphicFrame>
      <p:graphicFrame>
        <p:nvGraphicFramePr>
          <p:cNvPr id="189" name="Table 188">
            <a:extLst>
              <a:ext uri="{FF2B5EF4-FFF2-40B4-BE49-F238E27FC236}">
                <a16:creationId xmlns:a16="http://schemas.microsoft.com/office/drawing/2014/main" id="{52C9ADB1-76FB-4A81-8F0E-9C79CFBA2D49}"/>
              </a:ext>
            </a:extLst>
          </p:cNvPr>
          <p:cNvGraphicFramePr>
            <a:graphicFrameLocks noGrp="1"/>
          </p:cNvGraphicFramePr>
          <p:nvPr/>
        </p:nvGraphicFramePr>
        <p:xfrm>
          <a:off x="2805320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sp>
        <p:nvSpPr>
          <p:cNvPr id="136" name="矩形 135">
            <a:extLst>
              <a:ext uri="{FF2B5EF4-FFF2-40B4-BE49-F238E27FC236}">
                <a16:creationId xmlns:a16="http://schemas.microsoft.com/office/drawing/2014/main" id="{454E3EC0-91FB-41FB-941F-725327963632}"/>
              </a:ext>
            </a:extLst>
          </p:cNvPr>
          <p:cNvSpPr/>
          <p:nvPr/>
        </p:nvSpPr>
        <p:spPr>
          <a:xfrm>
            <a:off x="210753" y="6508393"/>
            <a:ext cx="3262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MUL: 6 cycles,  ADD</a:t>
            </a:r>
            <a:r>
              <a:rPr lang="zh-CN" altLang="en-US" dirty="0"/>
              <a:t>：</a:t>
            </a:r>
            <a:r>
              <a:rPr lang="en-US" altLang="zh-CN" dirty="0"/>
              <a:t> 4 cycle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20663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85">
            <a:extLst>
              <a:ext uri="{FF2B5EF4-FFF2-40B4-BE49-F238E27FC236}">
                <a16:creationId xmlns:a16="http://schemas.microsoft.com/office/drawing/2014/main" id="{F73F47FD-89F4-4BF8-AD9D-53A3BF6D6F20}"/>
              </a:ext>
            </a:extLst>
          </p:cNvPr>
          <p:cNvSpPr/>
          <p:nvPr/>
        </p:nvSpPr>
        <p:spPr bwMode="auto">
          <a:xfrm>
            <a:off x="6907800" y="951055"/>
            <a:ext cx="331200" cy="1918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FDBD3-8031-42D6-80CF-FE05E4EE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dirty="0"/>
              <a:t>Cycle </a:t>
            </a:r>
            <a:r>
              <a:rPr lang="en-US" dirty="0">
                <a:sym typeface="Wingdings" panose="05000000000000000000" pitchFamily="2" charset="2"/>
              </a:rPr>
              <a:t>15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BFAF7-D375-4D96-BA5E-AF0327B958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A640EF-F0E2-4E49-9455-7E266BCEBB7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4AA7E21-7B39-4D87-8095-EBAAA1B5887A}"/>
              </a:ext>
            </a:extLst>
          </p:cNvPr>
          <p:cNvGrpSpPr/>
          <p:nvPr/>
        </p:nvGrpSpPr>
        <p:grpSpPr>
          <a:xfrm>
            <a:off x="3398728" y="4989344"/>
            <a:ext cx="1449705" cy="798651"/>
            <a:chOff x="6998109" y="2092803"/>
            <a:chExt cx="3805084" cy="2096244"/>
          </a:xfrm>
        </p:grpSpPr>
        <p:sp>
          <p:nvSpPr>
            <p:cNvPr id="20" name="Flowchart: Manual Operation 19">
              <a:extLst>
                <a:ext uri="{FF2B5EF4-FFF2-40B4-BE49-F238E27FC236}">
                  <a16:creationId xmlns:a16="http://schemas.microsoft.com/office/drawing/2014/main" id="{D9788A89-F980-424B-B3EA-FD96B8BD3A8E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+</a:t>
              </a:r>
              <a:endParaRPr kumimoji="0" lang="en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1E8E30-D2BE-4453-842F-BFE9A1A107DA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9DD9CB-A55D-427D-99E0-64627FC8AE38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ECA4318-6D66-4D09-AE89-D97B30539D8A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A79CD7C-A37E-433C-B255-46FD6FEBCF89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84043F-213C-4FA2-A503-A68507FB5934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B88D05-5CA0-48B4-9863-D2A4299DDDA4}"/>
              </a:ext>
            </a:extLst>
          </p:cNvPr>
          <p:cNvGrpSpPr/>
          <p:nvPr/>
        </p:nvGrpSpPr>
        <p:grpSpPr>
          <a:xfrm>
            <a:off x="6477000" y="4989344"/>
            <a:ext cx="1449705" cy="795474"/>
            <a:chOff x="6998109" y="2101142"/>
            <a:chExt cx="3805084" cy="2087904"/>
          </a:xfrm>
        </p:grpSpPr>
        <p:sp>
          <p:nvSpPr>
            <p:cNvPr id="27" name="Flowchart: Manual Operation 26">
              <a:extLst>
                <a:ext uri="{FF2B5EF4-FFF2-40B4-BE49-F238E27FC236}">
                  <a16:creationId xmlns:a16="http://schemas.microsoft.com/office/drawing/2014/main" id="{697BEE34-7099-4A97-B1AC-C9CE1D11B917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∗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4EB639-D558-45E4-9466-BDE2F8372937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5582676-F310-42D3-80E5-0D91022531B7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D48D83-B4BE-48B5-9027-5A30266F2B1B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4A397-3F5E-43B7-A316-493D0DF44868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5A5D3E-8DEE-420C-BF49-4FDB538C5A67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1" name="Rectangle 48">
            <a:extLst>
              <a:ext uri="{FF2B5EF4-FFF2-40B4-BE49-F238E27FC236}">
                <a16:creationId xmlns:a16="http://schemas.microsoft.com/office/drawing/2014/main" id="{7A811C06-55FF-41B5-BA5F-B63B54884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543" y="1327562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2" name="Rectangle 29">
            <a:extLst>
              <a:ext uri="{FF2B5EF4-FFF2-40B4-BE49-F238E27FC236}">
                <a16:creationId xmlns:a16="http://schemas.microsoft.com/office/drawing/2014/main" id="{D072DCC5-89A9-400F-83E6-8595CF4DA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543" y="1004738"/>
            <a:ext cx="331200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15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3" name="Rectangle 48">
            <a:extLst>
              <a:ext uri="{FF2B5EF4-FFF2-40B4-BE49-F238E27FC236}">
                <a16:creationId xmlns:a16="http://schemas.microsoft.com/office/drawing/2014/main" id="{34B1D05F-38BC-430C-8C2C-08AA63900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543" y="1579562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4" name="Rectangle 48">
            <a:extLst>
              <a:ext uri="{FF2B5EF4-FFF2-40B4-BE49-F238E27FC236}">
                <a16:creationId xmlns:a16="http://schemas.microsoft.com/office/drawing/2014/main" id="{BD12DA74-A010-40AD-8ECF-80CDDDD71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543" y="1831824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5" name="Rectangle 48">
            <a:extLst>
              <a:ext uri="{FF2B5EF4-FFF2-40B4-BE49-F238E27FC236}">
                <a16:creationId xmlns:a16="http://schemas.microsoft.com/office/drawing/2014/main" id="{EB0EA52A-BF66-4308-91D8-FAF9ABD56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543" y="2083593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6" name="Rectangle 48">
            <a:extLst>
              <a:ext uri="{FF2B5EF4-FFF2-40B4-BE49-F238E27FC236}">
                <a16:creationId xmlns:a16="http://schemas.microsoft.com/office/drawing/2014/main" id="{9B9978AE-5DA8-4162-9230-87C9D064D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543" y="2335593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E</a:t>
            </a:r>
            <a:r>
              <a: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6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7" name="Rectangle 48">
            <a:extLst>
              <a:ext uri="{FF2B5EF4-FFF2-40B4-BE49-F238E27FC236}">
                <a16:creationId xmlns:a16="http://schemas.microsoft.com/office/drawing/2014/main" id="{E8C34CEE-5C20-4A89-BE20-41895F8A5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543" y="2587855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-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5698C659-FC69-4472-A0AD-30DE76AC044C}"/>
              </a:ext>
            </a:extLst>
          </p:cNvPr>
          <p:cNvGrpSpPr/>
          <p:nvPr/>
        </p:nvGrpSpPr>
        <p:grpSpPr>
          <a:xfrm>
            <a:off x="6570265" y="1004738"/>
            <a:ext cx="331200" cy="1835117"/>
            <a:chOff x="5410200" y="1004738"/>
            <a:chExt cx="331200" cy="1835117"/>
          </a:xfrm>
        </p:grpSpPr>
        <p:sp>
          <p:nvSpPr>
            <p:cNvPr id="279" name="Rectangle 48">
              <a:extLst>
                <a:ext uri="{FF2B5EF4-FFF2-40B4-BE49-F238E27FC236}">
                  <a16:creationId xmlns:a16="http://schemas.microsoft.com/office/drawing/2014/main" id="{402F7A8A-D3AE-43BB-B5B5-D42BB07E8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0" name="Rectangle 29">
              <a:extLst>
                <a:ext uri="{FF2B5EF4-FFF2-40B4-BE49-F238E27FC236}">
                  <a16:creationId xmlns:a16="http://schemas.microsoft.com/office/drawing/2014/main" id="{EE6BE9AF-CB32-4CB9-B8CA-7534B2613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1" name="Rectangle 48">
              <a:extLst>
                <a:ext uri="{FF2B5EF4-FFF2-40B4-BE49-F238E27FC236}">
                  <a16:creationId xmlns:a16="http://schemas.microsoft.com/office/drawing/2014/main" id="{B3F88A7C-2325-45EA-AC9B-28C19DD97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2" name="Rectangle 48">
              <a:extLst>
                <a:ext uri="{FF2B5EF4-FFF2-40B4-BE49-F238E27FC236}">
                  <a16:creationId xmlns:a16="http://schemas.microsoft.com/office/drawing/2014/main" id="{E30206CD-7B5E-4C2B-BB92-A1BF62556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3" name="Rectangle 48">
              <a:extLst>
                <a:ext uri="{FF2B5EF4-FFF2-40B4-BE49-F238E27FC236}">
                  <a16:creationId xmlns:a16="http://schemas.microsoft.com/office/drawing/2014/main" id="{6148EFDA-A3DF-45A3-8BA4-CB187A8F4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Rectangle 48">
              <a:extLst>
                <a:ext uri="{FF2B5EF4-FFF2-40B4-BE49-F238E27FC236}">
                  <a16:creationId xmlns:a16="http://schemas.microsoft.com/office/drawing/2014/main" id="{55512E09-19DB-41CE-9844-34E9AC22B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5" name="Rectangle 48">
              <a:extLst>
                <a:ext uri="{FF2B5EF4-FFF2-40B4-BE49-F238E27FC236}">
                  <a16:creationId xmlns:a16="http://schemas.microsoft.com/office/drawing/2014/main" id="{25BE0B7F-5534-4A20-93D3-5D074BCEE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51307670-AF54-48DA-B9AE-F822F05B9BA8}"/>
              </a:ext>
            </a:extLst>
          </p:cNvPr>
          <p:cNvGrpSpPr/>
          <p:nvPr/>
        </p:nvGrpSpPr>
        <p:grpSpPr>
          <a:xfrm>
            <a:off x="6238795" y="1004738"/>
            <a:ext cx="331200" cy="1835117"/>
            <a:chOff x="5410200" y="1004738"/>
            <a:chExt cx="331200" cy="1835117"/>
          </a:xfrm>
        </p:grpSpPr>
        <p:sp>
          <p:nvSpPr>
            <p:cNvPr id="287" name="Rectangle 48">
              <a:extLst>
                <a:ext uri="{FF2B5EF4-FFF2-40B4-BE49-F238E27FC236}">
                  <a16:creationId xmlns:a16="http://schemas.microsoft.com/office/drawing/2014/main" id="{302CDFE7-A71B-467E-94B5-2D6B7B435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8" name="Rectangle 29">
              <a:extLst>
                <a:ext uri="{FF2B5EF4-FFF2-40B4-BE49-F238E27FC236}">
                  <a16:creationId xmlns:a16="http://schemas.microsoft.com/office/drawing/2014/main" id="{5F96CA0A-EEB8-4594-99F3-8884016D2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9" name="Rectangle 48">
              <a:extLst>
                <a:ext uri="{FF2B5EF4-FFF2-40B4-BE49-F238E27FC236}">
                  <a16:creationId xmlns:a16="http://schemas.microsoft.com/office/drawing/2014/main" id="{D8C7E579-212F-44B7-967E-8002321C6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0" name="Rectangle 48">
              <a:extLst>
                <a:ext uri="{FF2B5EF4-FFF2-40B4-BE49-F238E27FC236}">
                  <a16:creationId xmlns:a16="http://schemas.microsoft.com/office/drawing/2014/main" id="{D41978D9-B193-41DD-BF65-F884F077A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1" name="Rectangle 48">
              <a:extLst>
                <a:ext uri="{FF2B5EF4-FFF2-40B4-BE49-F238E27FC236}">
                  <a16:creationId xmlns:a16="http://schemas.microsoft.com/office/drawing/2014/main" id="{C9BBD56B-78A0-44A3-AA51-0C2330DCE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2" name="Rectangle 48">
              <a:extLst>
                <a:ext uri="{FF2B5EF4-FFF2-40B4-BE49-F238E27FC236}">
                  <a16:creationId xmlns:a16="http://schemas.microsoft.com/office/drawing/2014/main" id="{407877B4-86A7-4266-9713-922144892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3" name="Rectangle 48">
              <a:extLst>
                <a:ext uri="{FF2B5EF4-FFF2-40B4-BE49-F238E27FC236}">
                  <a16:creationId xmlns:a16="http://schemas.microsoft.com/office/drawing/2014/main" id="{E78044AB-50A1-4E6E-9E4B-B60273C570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062D036E-F075-496A-A2B7-D5ECB0A3D250}"/>
              </a:ext>
            </a:extLst>
          </p:cNvPr>
          <p:cNvGrpSpPr/>
          <p:nvPr/>
        </p:nvGrpSpPr>
        <p:grpSpPr>
          <a:xfrm>
            <a:off x="5906053" y="1004738"/>
            <a:ext cx="331200" cy="1835117"/>
            <a:chOff x="5410200" y="1004738"/>
            <a:chExt cx="331200" cy="1835117"/>
          </a:xfrm>
        </p:grpSpPr>
        <p:sp>
          <p:nvSpPr>
            <p:cNvPr id="295" name="Rectangle 48">
              <a:extLst>
                <a:ext uri="{FF2B5EF4-FFF2-40B4-BE49-F238E27FC236}">
                  <a16:creationId xmlns:a16="http://schemas.microsoft.com/office/drawing/2014/main" id="{F65421D9-8B0A-424A-89B0-AD5D741C6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Rectangle 29">
              <a:extLst>
                <a:ext uri="{FF2B5EF4-FFF2-40B4-BE49-F238E27FC236}">
                  <a16:creationId xmlns:a16="http://schemas.microsoft.com/office/drawing/2014/main" id="{E57C3B8C-5E0B-4C5B-9680-5C95287B6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Rectangle 48">
              <a:extLst>
                <a:ext uri="{FF2B5EF4-FFF2-40B4-BE49-F238E27FC236}">
                  <a16:creationId xmlns:a16="http://schemas.microsoft.com/office/drawing/2014/main" id="{97FD98C7-8BD3-4949-AE2C-9702EF434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8" name="Rectangle 48">
              <a:extLst>
                <a:ext uri="{FF2B5EF4-FFF2-40B4-BE49-F238E27FC236}">
                  <a16:creationId xmlns:a16="http://schemas.microsoft.com/office/drawing/2014/main" id="{4E89CF3D-5E66-4CAB-A515-FB26E67D4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9" name="Rectangle 48">
              <a:extLst>
                <a:ext uri="{FF2B5EF4-FFF2-40B4-BE49-F238E27FC236}">
                  <a16:creationId xmlns:a16="http://schemas.microsoft.com/office/drawing/2014/main" id="{3C459CAA-ED04-46D8-9E2D-1DC7D2468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0" name="Rectangle 48">
              <a:extLst>
                <a:ext uri="{FF2B5EF4-FFF2-40B4-BE49-F238E27FC236}">
                  <a16:creationId xmlns:a16="http://schemas.microsoft.com/office/drawing/2014/main" id="{8065915C-C9FA-439F-9F42-8E14F3743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1" name="Rectangle 48">
              <a:extLst>
                <a:ext uri="{FF2B5EF4-FFF2-40B4-BE49-F238E27FC236}">
                  <a16:creationId xmlns:a16="http://schemas.microsoft.com/office/drawing/2014/main" id="{C72E49F6-5808-422A-9D40-8CC2F6FBC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A05CDA2B-4B07-4B27-AE40-ECE5614FBBDB}"/>
              </a:ext>
            </a:extLst>
          </p:cNvPr>
          <p:cNvGrpSpPr/>
          <p:nvPr/>
        </p:nvGrpSpPr>
        <p:grpSpPr>
          <a:xfrm>
            <a:off x="5574583" y="1004738"/>
            <a:ext cx="331200" cy="1835117"/>
            <a:chOff x="5410200" y="1004738"/>
            <a:chExt cx="331200" cy="1835117"/>
          </a:xfrm>
        </p:grpSpPr>
        <p:sp>
          <p:nvSpPr>
            <p:cNvPr id="303" name="Rectangle 48">
              <a:extLst>
                <a:ext uri="{FF2B5EF4-FFF2-40B4-BE49-F238E27FC236}">
                  <a16:creationId xmlns:a16="http://schemas.microsoft.com/office/drawing/2014/main" id="{18261890-CE35-49F9-B040-315B1B3F0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4" name="Rectangle 29">
              <a:extLst>
                <a:ext uri="{FF2B5EF4-FFF2-40B4-BE49-F238E27FC236}">
                  <a16:creationId xmlns:a16="http://schemas.microsoft.com/office/drawing/2014/main" id="{BB975130-B9A4-4E06-87F7-2E6CF4F62E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5" name="Rectangle 48">
              <a:extLst>
                <a:ext uri="{FF2B5EF4-FFF2-40B4-BE49-F238E27FC236}">
                  <a16:creationId xmlns:a16="http://schemas.microsoft.com/office/drawing/2014/main" id="{D17D0EEB-34D2-42A0-BD89-5AE8B3BD0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6" name="Rectangle 48">
              <a:extLst>
                <a:ext uri="{FF2B5EF4-FFF2-40B4-BE49-F238E27FC236}">
                  <a16:creationId xmlns:a16="http://schemas.microsoft.com/office/drawing/2014/main" id="{CEB489A7-F623-4F49-8A9F-CBE44B6FC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" name="Rectangle 48">
              <a:extLst>
                <a:ext uri="{FF2B5EF4-FFF2-40B4-BE49-F238E27FC236}">
                  <a16:creationId xmlns:a16="http://schemas.microsoft.com/office/drawing/2014/main" id="{8BADFF3B-C82E-4B71-A4A5-FDFBB6F7C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8" name="Rectangle 48">
              <a:extLst>
                <a:ext uri="{FF2B5EF4-FFF2-40B4-BE49-F238E27FC236}">
                  <a16:creationId xmlns:a16="http://schemas.microsoft.com/office/drawing/2014/main" id="{7FBB66AD-206F-4B8E-88F7-FFE82065B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Rectangle 48">
              <a:extLst>
                <a:ext uri="{FF2B5EF4-FFF2-40B4-BE49-F238E27FC236}">
                  <a16:creationId xmlns:a16="http://schemas.microsoft.com/office/drawing/2014/main" id="{2685FD37-E118-4FE8-83B6-BBAEAA784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6A59A262-7B1F-479F-A845-262E6EE30630}"/>
              </a:ext>
            </a:extLst>
          </p:cNvPr>
          <p:cNvGrpSpPr/>
          <p:nvPr/>
        </p:nvGrpSpPr>
        <p:grpSpPr>
          <a:xfrm>
            <a:off x="5239305" y="1004738"/>
            <a:ext cx="331200" cy="1835117"/>
            <a:chOff x="5410200" y="1004738"/>
            <a:chExt cx="331200" cy="1835117"/>
          </a:xfrm>
        </p:grpSpPr>
        <p:sp>
          <p:nvSpPr>
            <p:cNvPr id="311" name="Rectangle 48">
              <a:extLst>
                <a:ext uri="{FF2B5EF4-FFF2-40B4-BE49-F238E27FC236}">
                  <a16:creationId xmlns:a16="http://schemas.microsoft.com/office/drawing/2014/main" id="{A7AFA6A8-1C31-4DB5-8858-2E389543E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Rectangle 29">
              <a:extLst>
                <a:ext uri="{FF2B5EF4-FFF2-40B4-BE49-F238E27FC236}">
                  <a16:creationId xmlns:a16="http://schemas.microsoft.com/office/drawing/2014/main" id="{7690F476-DF7E-47C1-B981-5552F0106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0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Rectangle 48">
              <a:extLst>
                <a:ext uri="{FF2B5EF4-FFF2-40B4-BE49-F238E27FC236}">
                  <a16:creationId xmlns:a16="http://schemas.microsoft.com/office/drawing/2014/main" id="{C077CF72-C332-446A-8495-0E1FBF096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Rectangle 48">
              <a:extLst>
                <a:ext uri="{FF2B5EF4-FFF2-40B4-BE49-F238E27FC236}">
                  <a16:creationId xmlns:a16="http://schemas.microsoft.com/office/drawing/2014/main" id="{77CC9037-D59D-4F84-9313-F0403BAD6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5" name="Rectangle 48">
              <a:extLst>
                <a:ext uri="{FF2B5EF4-FFF2-40B4-BE49-F238E27FC236}">
                  <a16:creationId xmlns:a16="http://schemas.microsoft.com/office/drawing/2014/main" id="{7FF2A22B-4172-4C76-A67D-AB6EF2344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Rectangle 48">
              <a:extLst>
                <a:ext uri="{FF2B5EF4-FFF2-40B4-BE49-F238E27FC236}">
                  <a16:creationId xmlns:a16="http://schemas.microsoft.com/office/drawing/2014/main" id="{B3FBD2C9-B558-4F55-A240-DE6DFBD9A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7" name="Rectangle 48">
              <a:extLst>
                <a:ext uri="{FF2B5EF4-FFF2-40B4-BE49-F238E27FC236}">
                  <a16:creationId xmlns:a16="http://schemas.microsoft.com/office/drawing/2014/main" id="{D2517B42-73CA-4024-9080-CE7F3D217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1A7F16A8-FDF7-42DF-B54D-82F6AF89042C}"/>
              </a:ext>
            </a:extLst>
          </p:cNvPr>
          <p:cNvGrpSpPr/>
          <p:nvPr/>
        </p:nvGrpSpPr>
        <p:grpSpPr>
          <a:xfrm>
            <a:off x="4907835" y="1004738"/>
            <a:ext cx="331200" cy="1835117"/>
            <a:chOff x="5410200" y="1004738"/>
            <a:chExt cx="331200" cy="1835117"/>
          </a:xfrm>
        </p:grpSpPr>
        <p:sp>
          <p:nvSpPr>
            <p:cNvPr id="319" name="Rectangle 48">
              <a:extLst>
                <a:ext uri="{FF2B5EF4-FFF2-40B4-BE49-F238E27FC236}">
                  <a16:creationId xmlns:a16="http://schemas.microsoft.com/office/drawing/2014/main" id="{A5F109F5-FEB0-47A5-9D1C-E218C2241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Rectangle 29">
              <a:extLst>
                <a:ext uri="{FF2B5EF4-FFF2-40B4-BE49-F238E27FC236}">
                  <a16:creationId xmlns:a16="http://schemas.microsoft.com/office/drawing/2014/main" id="{0DD24DE9-AB7D-4594-A3FF-8F3F629F8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9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1" name="Rectangle 48">
              <a:extLst>
                <a:ext uri="{FF2B5EF4-FFF2-40B4-BE49-F238E27FC236}">
                  <a16:creationId xmlns:a16="http://schemas.microsoft.com/office/drawing/2014/main" id="{415089C7-3623-4DBD-8368-94D66D7A7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Rectangle 48">
              <a:extLst>
                <a:ext uri="{FF2B5EF4-FFF2-40B4-BE49-F238E27FC236}">
                  <a16:creationId xmlns:a16="http://schemas.microsoft.com/office/drawing/2014/main" id="{FAA34AD9-82AE-47AB-B896-65DCA9864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3" name="Rectangle 48">
              <a:extLst>
                <a:ext uri="{FF2B5EF4-FFF2-40B4-BE49-F238E27FC236}">
                  <a16:creationId xmlns:a16="http://schemas.microsoft.com/office/drawing/2014/main" id="{A2152364-4EEA-423A-A044-042BB12C1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4" name="Rectangle 48">
              <a:extLst>
                <a:ext uri="{FF2B5EF4-FFF2-40B4-BE49-F238E27FC236}">
                  <a16:creationId xmlns:a16="http://schemas.microsoft.com/office/drawing/2014/main" id="{4B168F5F-8257-4479-BD5E-A95BB36EC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5" name="Rectangle 48">
              <a:extLst>
                <a:ext uri="{FF2B5EF4-FFF2-40B4-BE49-F238E27FC236}">
                  <a16:creationId xmlns:a16="http://schemas.microsoft.com/office/drawing/2014/main" id="{8350DDDC-D771-4A59-B0BA-BF11B1535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DE7BA189-51B5-4EB6-9846-D47A8E290126}"/>
              </a:ext>
            </a:extLst>
          </p:cNvPr>
          <p:cNvGrpSpPr/>
          <p:nvPr/>
        </p:nvGrpSpPr>
        <p:grpSpPr>
          <a:xfrm>
            <a:off x="4576363" y="1004738"/>
            <a:ext cx="331200" cy="1835117"/>
            <a:chOff x="5410200" y="1004738"/>
            <a:chExt cx="331200" cy="1835117"/>
          </a:xfrm>
        </p:grpSpPr>
        <p:sp>
          <p:nvSpPr>
            <p:cNvPr id="327" name="Rectangle 48">
              <a:extLst>
                <a:ext uri="{FF2B5EF4-FFF2-40B4-BE49-F238E27FC236}">
                  <a16:creationId xmlns:a16="http://schemas.microsoft.com/office/drawing/2014/main" id="{5C3374E5-8F34-4259-A78D-063086340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8" name="Rectangle 29">
              <a:extLst>
                <a:ext uri="{FF2B5EF4-FFF2-40B4-BE49-F238E27FC236}">
                  <a16:creationId xmlns:a16="http://schemas.microsoft.com/office/drawing/2014/main" id="{3E826BE3-D567-465F-AB3E-FC6CEEBF6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8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9" name="Rectangle 48">
              <a:extLst>
                <a:ext uri="{FF2B5EF4-FFF2-40B4-BE49-F238E27FC236}">
                  <a16:creationId xmlns:a16="http://schemas.microsoft.com/office/drawing/2014/main" id="{040D80C0-C403-44E9-99ED-17593D1C7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48">
              <a:extLst>
                <a:ext uri="{FF2B5EF4-FFF2-40B4-BE49-F238E27FC236}">
                  <a16:creationId xmlns:a16="http://schemas.microsoft.com/office/drawing/2014/main" id="{47CF507F-CAA1-4948-A616-409E3C4BB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Rectangle 48">
              <a:extLst>
                <a:ext uri="{FF2B5EF4-FFF2-40B4-BE49-F238E27FC236}">
                  <a16:creationId xmlns:a16="http://schemas.microsoft.com/office/drawing/2014/main" id="{2F3AA7DD-61BD-42A2-AB2E-E4EBE7F7B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Rectangle 48">
              <a:extLst>
                <a:ext uri="{FF2B5EF4-FFF2-40B4-BE49-F238E27FC236}">
                  <a16:creationId xmlns:a16="http://schemas.microsoft.com/office/drawing/2014/main" id="{9EBA70D1-8405-47BD-A9C1-C3226FA13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48">
              <a:extLst>
                <a:ext uri="{FF2B5EF4-FFF2-40B4-BE49-F238E27FC236}">
                  <a16:creationId xmlns:a16="http://schemas.microsoft.com/office/drawing/2014/main" id="{0810E8DA-8DC3-4FE5-9A89-90A722B45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BC666277-2CBB-46EC-838E-0C7B13DB300E}"/>
              </a:ext>
            </a:extLst>
          </p:cNvPr>
          <p:cNvGrpSpPr/>
          <p:nvPr/>
        </p:nvGrpSpPr>
        <p:grpSpPr>
          <a:xfrm>
            <a:off x="4244893" y="1004738"/>
            <a:ext cx="331200" cy="1835117"/>
            <a:chOff x="5410200" y="1004738"/>
            <a:chExt cx="331200" cy="1835117"/>
          </a:xfrm>
        </p:grpSpPr>
        <p:sp>
          <p:nvSpPr>
            <p:cNvPr id="335" name="Rectangle 48">
              <a:extLst>
                <a:ext uri="{FF2B5EF4-FFF2-40B4-BE49-F238E27FC236}">
                  <a16:creationId xmlns:a16="http://schemas.microsoft.com/office/drawing/2014/main" id="{297F945E-8439-4238-B96E-115E46847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6" name="Rectangle 29">
              <a:extLst>
                <a:ext uri="{FF2B5EF4-FFF2-40B4-BE49-F238E27FC236}">
                  <a16:creationId xmlns:a16="http://schemas.microsoft.com/office/drawing/2014/main" id="{234ED10A-8BF0-43DC-B80F-E1C978196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7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7" name="Rectangle 48">
              <a:extLst>
                <a:ext uri="{FF2B5EF4-FFF2-40B4-BE49-F238E27FC236}">
                  <a16:creationId xmlns:a16="http://schemas.microsoft.com/office/drawing/2014/main" id="{387A1859-590F-4BE2-810A-4A6E69651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48">
              <a:extLst>
                <a:ext uri="{FF2B5EF4-FFF2-40B4-BE49-F238E27FC236}">
                  <a16:creationId xmlns:a16="http://schemas.microsoft.com/office/drawing/2014/main" id="{EF5B30EB-E433-4708-91AE-AA87A2BC6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9" name="Rectangle 48">
              <a:extLst>
                <a:ext uri="{FF2B5EF4-FFF2-40B4-BE49-F238E27FC236}">
                  <a16:creationId xmlns:a16="http://schemas.microsoft.com/office/drawing/2014/main" id="{6EF03208-866E-4C87-9D31-A40DD67D4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0" name="Rectangle 48">
              <a:extLst>
                <a:ext uri="{FF2B5EF4-FFF2-40B4-BE49-F238E27FC236}">
                  <a16:creationId xmlns:a16="http://schemas.microsoft.com/office/drawing/2014/main" id="{3589C470-B0A0-4CDD-8141-D072CE5F5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1" name="Rectangle 48">
              <a:extLst>
                <a:ext uri="{FF2B5EF4-FFF2-40B4-BE49-F238E27FC236}">
                  <a16:creationId xmlns:a16="http://schemas.microsoft.com/office/drawing/2014/main" id="{6B64D656-AA6D-4CF1-A146-1DF571C71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35D5D976-C5CB-4915-A940-F1F859F0DCEB}"/>
              </a:ext>
            </a:extLst>
          </p:cNvPr>
          <p:cNvGrpSpPr/>
          <p:nvPr/>
        </p:nvGrpSpPr>
        <p:grpSpPr>
          <a:xfrm>
            <a:off x="3909615" y="1004738"/>
            <a:ext cx="331200" cy="1835117"/>
            <a:chOff x="5410200" y="1004738"/>
            <a:chExt cx="331200" cy="1835117"/>
          </a:xfrm>
        </p:grpSpPr>
        <p:sp>
          <p:nvSpPr>
            <p:cNvPr id="343" name="Rectangle 48">
              <a:extLst>
                <a:ext uri="{FF2B5EF4-FFF2-40B4-BE49-F238E27FC236}">
                  <a16:creationId xmlns:a16="http://schemas.microsoft.com/office/drawing/2014/main" id="{DB108FB9-796F-4D35-BC0A-CC0464243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Rectangle 29">
              <a:extLst>
                <a:ext uri="{FF2B5EF4-FFF2-40B4-BE49-F238E27FC236}">
                  <a16:creationId xmlns:a16="http://schemas.microsoft.com/office/drawing/2014/main" id="{B433B9A4-94B1-4C87-A6E1-55518397A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Rectangle 48">
              <a:extLst>
                <a:ext uri="{FF2B5EF4-FFF2-40B4-BE49-F238E27FC236}">
                  <a16:creationId xmlns:a16="http://schemas.microsoft.com/office/drawing/2014/main" id="{01CE9CD9-3BA8-48AF-97F3-8DBD484E4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Rectangle 48">
              <a:extLst>
                <a:ext uri="{FF2B5EF4-FFF2-40B4-BE49-F238E27FC236}">
                  <a16:creationId xmlns:a16="http://schemas.microsoft.com/office/drawing/2014/main" id="{615243F1-AB54-43A6-B06A-0C6CE1214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Rectangle 48">
              <a:extLst>
                <a:ext uri="{FF2B5EF4-FFF2-40B4-BE49-F238E27FC236}">
                  <a16:creationId xmlns:a16="http://schemas.microsoft.com/office/drawing/2014/main" id="{28949A8F-4EB4-4CC9-BBAF-C67DBBE38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Rectangle 48">
              <a:extLst>
                <a:ext uri="{FF2B5EF4-FFF2-40B4-BE49-F238E27FC236}">
                  <a16:creationId xmlns:a16="http://schemas.microsoft.com/office/drawing/2014/main" id="{B8EFCFE0-6C94-4A1A-8750-7EBCECD3A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Rectangle 48">
              <a:extLst>
                <a:ext uri="{FF2B5EF4-FFF2-40B4-BE49-F238E27FC236}">
                  <a16:creationId xmlns:a16="http://schemas.microsoft.com/office/drawing/2014/main" id="{B3BB5F8C-F65C-4C77-9345-C1A084715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F64DB39A-2EDA-4EE0-89CA-B7E7863F05E0}"/>
              </a:ext>
            </a:extLst>
          </p:cNvPr>
          <p:cNvGrpSpPr/>
          <p:nvPr/>
        </p:nvGrpSpPr>
        <p:grpSpPr>
          <a:xfrm>
            <a:off x="3578145" y="1004738"/>
            <a:ext cx="331200" cy="1835117"/>
            <a:chOff x="5410200" y="1004738"/>
            <a:chExt cx="331200" cy="1835117"/>
          </a:xfrm>
        </p:grpSpPr>
        <p:sp>
          <p:nvSpPr>
            <p:cNvPr id="351" name="Rectangle 48">
              <a:extLst>
                <a:ext uri="{FF2B5EF4-FFF2-40B4-BE49-F238E27FC236}">
                  <a16:creationId xmlns:a16="http://schemas.microsoft.com/office/drawing/2014/main" id="{948C3007-FCCB-4C6E-AC3E-7A3E53F18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9">
              <a:extLst>
                <a:ext uri="{FF2B5EF4-FFF2-40B4-BE49-F238E27FC236}">
                  <a16:creationId xmlns:a16="http://schemas.microsoft.com/office/drawing/2014/main" id="{99A1184C-590C-48A6-B563-6107C0ED8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3" name="Rectangle 48">
              <a:extLst>
                <a:ext uri="{FF2B5EF4-FFF2-40B4-BE49-F238E27FC236}">
                  <a16:creationId xmlns:a16="http://schemas.microsoft.com/office/drawing/2014/main" id="{F7C02F4A-2BDB-4EDC-B5CD-C21DA4AA5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4" name="Rectangle 48">
              <a:extLst>
                <a:ext uri="{FF2B5EF4-FFF2-40B4-BE49-F238E27FC236}">
                  <a16:creationId xmlns:a16="http://schemas.microsoft.com/office/drawing/2014/main" id="{BDA0FFCA-B617-4185-A4E4-C01BE10E6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5" name="Rectangle 48">
              <a:extLst>
                <a:ext uri="{FF2B5EF4-FFF2-40B4-BE49-F238E27FC236}">
                  <a16:creationId xmlns:a16="http://schemas.microsoft.com/office/drawing/2014/main" id="{D0A0FC86-ADFC-4188-A139-A27828021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6" name="Rectangle 48">
              <a:extLst>
                <a:ext uri="{FF2B5EF4-FFF2-40B4-BE49-F238E27FC236}">
                  <a16:creationId xmlns:a16="http://schemas.microsoft.com/office/drawing/2014/main" id="{C1B0E32B-96BA-4122-95E4-2EEAEF749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7" name="Rectangle 48">
              <a:extLst>
                <a:ext uri="{FF2B5EF4-FFF2-40B4-BE49-F238E27FC236}">
                  <a16:creationId xmlns:a16="http://schemas.microsoft.com/office/drawing/2014/main" id="{1BCD692A-E03D-446D-805F-8727CCA16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D0D0D1D7-221D-499B-A7D7-74C40B469889}"/>
              </a:ext>
            </a:extLst>
          </p:cNvPr>
          <p:cNvGrpSpPr/>
          <p:nvPr/>
        </p:nvGrpSpPr>
        <p:grpSpPr>
          <a:xfrm>
            <a:off x="3248214" y="1004738"/>
            <a:ext cx="331200" cy="1835117"/>
            <a:chOff x="5410200" y="1004738"/>
            <a:chExt cx="331200" cy="1835117"/>
          </a:xfrm>
        </p:grpSpPr>
        <p:sp>
          <p:nvSpPr>
            <p:cNvPr id="391" name="Rectangle 48">
              <a:extLst>
                <a:ext uri="{FF2B5EF4-FFF2-40B4-BE49-F238E27FC236}">
                  <a16:creationId xmlns:a16="http://schemas.microsoft.com/office/drawing/2014/main" id="{142C9FB2-4DFA-45FE-9967-3D16C5807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2" name="Rectangle 29">
              <a:extLst>
                <a:ext uri="{FF2B5EF4-FFF2-40B4-BE49-F238E27FC236}">
                  <a16:creationId xmlns:a16="http://schemas.microsoft.com/office/drawing/2014/main" id="{13C845B4-BBD0-4E88-86A5-1201EC939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3" name="Rectangle 48">
              <a:extLst>
                <a:ext uri="{FF2B5EF4-FFF2-40B4-BE49-F238E27FC236}">
                  <a16:creationId xmlns:a16="http://schemas.microsoft.com/office/drawing/2014/main" id="{4FC63368-BB30-4160-8128-E1956EDEE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4" name="Rectangle 48">
              <a:extLst>
                <a:ext uri="{FF2B5EF4-FFF2-40B4-BE49-F238E27FC236}">
                  <a16:creationId xmlns:a16="http://schemas.microsoft.com/office/drawing/2014/main" id="{5A872067-9D5D-455D-B495-E18252EE3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5" name="Rectangle 48">
              <a:extLst>
                <a:ext uri="{FF2B5EF4-FFF2-40B4-BE49-F238E27FC236}">
                  <a16:creationId xmlns:a16="http://schemas.microsoft.com/office/drawing/2014/main" id="{EB1BAB0E-8365-4C09-B376-99F62A1D9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48">
              <a:extLst>
                <a:ext uri="{FF2B5EF4-FFF2-40B4-BE49-F238E27FC236}">
                  <a16:creationId xmlns:a16="http://schemas.microsoft.com/office/drawing/2014/main" id="{CABB04FE-6DE0-4414-A1A8-D9186CBEA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Rectangle 48">
              <a:extLst>
                <a:ext uri="{FF2B5EF4-FFF2-40B4-BE49-F238E27FC236}">
                  <a16:creationId xmlns:a16="http://schemas.microsoft.com/office/drawing/2014/main" id="{D449F55E-6A28-4068-9352-3D600B69D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83D1EE34-BD69-4228-8815-3E2F99EC7E75}"/>
              </a:ext>
            </a:extLst>
          </p:cNvPr>
          <p:cNvGrpSpPr/>
          <p:nvPr/>
        </p:nvGrpSpPr>
        <p:grpSpPr>
          <a:xfrm>
            <a:off x="2916744" y="1004738"/>
            <a:ext cx="331200" cy="1835117"/>
            <a:chOff x="5410200" y="1004738"/>
            <a:chExt cx="331200" cy="1835117"/>
          </a:xfrm>
        </p:grpSpPr>
        <p:sp>
          <p:nvSpPr>
            <p:cNvPr id="399" name="Rectangle 48">
              <a:extLst>
                <a:ext uri="{FF2B5EF4-FFF2-40B4-BE49-F238E27FC236}">
                  <a16:creationId xmlns:a16="http://schemas.microsoft.com/office/drawing/2014/main" id="{CDFC79D4-F0D6-4806-BBCC-A199E0E36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0" name="Rectangle 29">
              <a:extLst>
                <a:ext uri="{FF2B5EF4-FFF2-40B4-BE49-F238E27FC236}">
                  <a16:creationId xmlns:a16="http://schemas.microsoft.com/office/drawing/2014/main" id="{8456C1BF-C019-45CA-9136-7AF43E602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Rectangle 48">
              <a:extLst>
                <a:ext uri="{FF2B5EF4-FFF2-40B4-BE49-F238E27FC236}">
                  <a16:creationId xmlns:a16="http://schemas.microsoft.com/office/drawing/2014/main" id="{603066F0-C071-4BB9-915E-ED891C4BA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Rectangle 48">
              <a:extLst>
                <a:ext uri="{FF2B5EF4-FFF2-40B4-BE49-F238E27FC236}">
                  <a16:creationId xmlns:a16="http://schemas.microsoft.com/office/drawing/2014/main" id="{970BA58B-509E-4458-8B4B-FA40620B2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3" name="Rectangle 48">
              <a:extLst>
                <a:ext uri="{FF2B5EF4-FFF2-40B4-BE49-F238E27FC236}">
                  <a16:creationId xmlns:a16="http://schemas.microsoft.com/office/drawing/2014/main" id="{ACFC700F-1EF3-4765-B4A7-89DB13F1E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48">
              <a:extLst>
                <a:ext uri="{FF2B5EF4-FFF2-40B4-BE49-F238E27FC236}">
                  <a16:creationId xmlns:a16="http://schemas.microsoft.com/office/drawing/2014/main" id="{62E8CF34-1D1A-44E1-81AE-291184DC8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5" name="Rectangle 48">
              <a:extLst>
                <a:ext uri="{FF2B5EF4-FFF2-40B4-BE49-F238E27FC236}">
                  <a16:creationId xmlns:a16="http://schemas.microsoft.com/office/drawing/2014/main" id="{6B08EDC5-DFB0-47A0-8E71-4AD7900E0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04D9F499-8E91-4BB3-880A-CCC85C9720BB}"/>
              </a:ext>
            </a:extLst>
          </p:cNvPr>
          <p:cNvGrpSpPr/>
          <p:nvPr/>
        </p:nvGrpSpPr>
        <p:grpSpPr>
          <a:xfrm>
            <a:off x="2581466" y="1004738"/>
            <a:ext cx="331200" cy="1835117"/>
            <a:chOff x="5410200" y="1004738"/>
            <a:chExt cx="331200" cy="1835117"/>
          </a:xfrm>
        </p:grpSpPr>
        <p:sp>
          <p:nvSpPr>
            <p:cNvPr id="407" name="Rectangle 48">
              <a:extLst>
                <a:ext uri="{FF2B5EF4-FFF2-40B4-BE49-F238E27FC236}">
                  <a16:creationId xmlns:a16="http://schemas.microsoft.com/office/drawing/2014/main" id="{27B534A0-1731-4C7B-AC8C-3E952B8E9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8" name="Rectangle 29">
              <a:extLst>
                <a:ext uri="{FF2B5EF4-FFF2-40B4-BE49-F238E27FC236}">
                  <a16:creationId xmlns:a16="http://schemas.microsoft.com/office/drawing/2014/main" id="{19AE8AE4-23C5-411E-A72A-CF7583142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Rectangle 48">
              <a:extLst>
                <a:ext uri="{FF2B5EF4-FFF2-40B4-BE49-F238E27FC236}">
                  <a16:creationId xmlns:a16="http://schemas.microsoft.com/office/drawing/2014/main" id="{D60C497F-5863-432A-872C-7CC5B7AB8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Rectangle 48">
              <a:extLst>
                <a:ext uri="{FF2B5EF4-FFF2-40B4-BE49-F238E27FC236}">
                  <a16:creationId xmlns:a16="http://schemas.microsoft.com/office/drawing/2014/main" id="{259E1573-4CCB-4122-9F76-DDF3F9C6E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Rectangle 48">
              <a:extLst>
                <a:ext uri="{FF2B5EF4-FFF2-40B4-BE49-F238E27FC236}">
                  <a16:creationId xmlns:a16="http://schemas.microsoft.com/office/drawing/2014/main" id="{E7AD8661-72B6-434D-BAAE-A37760DEA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Rectangle 48">
              <a:extLst>
                <a:ext uri="{FF2B5EF4-FFF2-40B4-BE49-F238E27FC236}">
                  <a16:creationId xmlns:a16="http://schemas.microsoft.com/office/drawing/2014/main" id="{FFDF3ED4-98B5-48BE-80CC-22D8F973F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Rectangle 48">
              <a:extLst>
                <a:ext uri="{FF2B5EF4-FFF2-40B4-BE49-F238E27FC236}">
                  <a16:creationId xmlns:a16="http://schemas.microsoft.com/office/drawing/2014/main" id="{B05C23C0-D121-4693-B294-D836B1DE4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D168BC2F-0974-4F0A-BFFB-E18AAB4F1C15}"/>
              </a:ext>
            </a:extLst>
          </p:cNvPr>
          <p:cNvGrpSpPr/>
          <p:nvPr/>
        </p:nvGrpSpPr>
        <p:grpSpPr>
          <a:xfrm>
            <a:off x="2249996" y="1004738"/>
            <a:ext cx="331200" cy="1835117"/>
            <a:chOff x="5410200" y="1004738"/>
            <a:chExt cx="331200" cy="1835117"/>
          </a:xfrm>
        </p:grpSpPr>
        <p:sp>
          <p:nvSpPr>
            <p:cNvPr id="415" name="Rectangle 48">
              <a:extLst>
                <a:ext uri="{FF2B5EF4-FFF2-40B4-BE49-F238E27FC236}">
                  <a16:creationId xmlns:a16="http://schemas.microsoft.com/office/drawing/2014/main" id="{DF6050E3-65BA-4872-BF70-2695E8DD5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Rectangle 29">
              <a:extLst>
                <a:ext uri="{FF2B5EF4-FFF2-40B4-BE49-F238E27FC236}">
                  <a16:creationId xmlns:a16="http://schemas.microsoft.com/office/drawing/2014/main" id="{E633F1E3-BF51-4A22-A2FE-6031B8D6A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7" name="Rectangle 48">
              <a:extLst>
                <a:ext uri="{FF2B5EF4-FFF2-40B4-BE49-F238E27FC236}">
                  <a16:creationId xmlns:a16="http://schemas.microsoft.com/office/drawing/2014/main" id="{D4FCBAF0-A16A-4869-AC17-83637C14C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48">
              <a:extLst>
                <a:ext uri="{FF2B5EF4-FFF2-40B4-BE49-F238E27FC236}">
                  <a16:creationId xmlns:a16="http://schemas.microsoft.com/office/drawing/2014/main" id="{65EE864A-41B2-4B33-9FF8-1150A7CF8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9" name="Rectangle 48">
              <a:extLst>
                <a:ext uri="{FF2B5EF4-FFF2-40B4-BE49-F238E27FC236}">
                  <a16:creationId xmlns:a16="http://schemas.microsoft.com/office/drawing/2014/main" id="{65D34BCB-11DF-4DD0-BF8B-DE25D4AE1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0" name="Rectangle 48">
              <a:extLst>
                <a:ext uri="{FF2B5EF4-FFF2-40B4-BE49-F238E27FC236}">
                  <a16:creationId xmlns:a16="http://schemas.microsoft.com/office/drawing/2014/main" id="{18D60625-9BC7-4C6D-99B1-E813F3C54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48">
              <a:extLst>
                <a:ext uri="{FF2B5EF4-FFF2-40B4-BE49-F238E27FC236}">
                  <a16:creationId xmlns:a16="http://schemas.microsoft.com/office/drawing/2014/main" id="{FC1191EF-0526-421E-9971-AA816F7AF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25" name="Rectangle 29">
            <a:extLst>
              <a:ext uri="{FF2B5EF4-FFF2-40B4-BE49-F238E27FC236}">
                <a16:creationId xmlns:a16="http://schemas.microsoft.com/office/drawing/2014/main" id="{AED3A31C-147D-48A2-BB70-585A3895D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2" y="1004752"/>
            <a:ext cx="724441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Cycle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183" name="Table 182">
            <a:extLst>
              <a:ext uri="{FF2B5EF4-FFF2-40B4-BE49-F238E27FC236}">
                <a16:creationId xmlns:a16="http://schemas.microsoft.com/office/drawing/2014/main" id="{EC8722A4-BC07-4377-AF70-204E93F2B8BB}"/>
              </a:ext>
            </a:extLst>
          </p:cNvPr>
          <p:cNvGraphicFramePr>
            <a:graphicFrameLocks noGrp="1"/>
          </p:cNvGraphicFramePr>
          <p:nvPr/>
        </p:nvGraphicFramePr>
        <p:xfrm>
          <a:off x="221457" y="1347785"/>
          <a:ext cx="2013700" cy="1521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68285122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6171413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6253014"/>
                    </a:ext>
                  </a:extLst>
                </a:gridCol>
                <a:gridCol w="465700">
                  <a:extLst>
                    <a:ext uri="{9D8B030D-6E8A-4147-A177-3AD203B41FA5}">
                      <a16:colId xmlns:a16="http://schemas.microsoft.com/office/drawing/2014/main" val="3517611654"/>
                    </a:ext>
                  </a:extLst>
                </a:gridCol>
              </a:tblGrid>
              <a:tr h="171963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R1, R2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241112"/>
                  </a:ext>
                </a:extLst>
              </a:tr>
              <a:tr h="27449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R3, R4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7394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R2, R6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21130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R8, R9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26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R7, 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14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R5, 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8953267"/>
                  </a:ext>
                </a:extLst>
              </a:tr>
            </a:tbl>
          </a:graphicData>
        </a:graphic>
      </p:graphicFrame>
      <p:graphicFrame>
        <p:nvGraphicFramePr>
          <p:cNvPr id="184" name="Table 183">
            <a:extLst>
              <a:ext uri="{FF2B5EF4-FFF2-40B4-BE49-F238E27FC236}">
                <a16:creationId xmlns:a16="http://schemas.microsoft.com/office/drawing/2014/main" id="{7A2E9571-4F7F-4E45-9354-8C0E03B9BC15}"/>
              </a:ext>
            </a:extLst>
          </p:cNvPr>
          <p:cNvGraphicFramePr>
            <a:graphicFrameLocks noGrp="1"/>
          </p:cNvGraphicFramePr>
          <p:nvPr/>
        </p:nvGraphicFramePr>
        <p:xfrm>
          <a:off x="2805320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graphicFrame>
        <p:nvGraphicFramePr>
          <p:cNvPr id="185" name="Table 184">
            <a:extLst>
              <a:ext uri="{FF2B5EF4-FFF2-40B4-BE49-F238E27FC236}">
                <a16:creationId xmlns:a16="http://schemas.microsoft.com/office/drawing/2014/main" id="{D0CE5D96-F39A-48B4-9926-7925B25BA378}"/>
              </a:ext>
            </a:extLst>
          </p:cNvPr>
          <p:cNvGraphicFramePr>
            <a:graphicFrameLocks noGrp="1"/>
          </p:cNvGraphicFramePr>
          <p:nvPr/>
        </p:nvGraphicFramePr>
        <p:xfrm>
          <a:off x="5860859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17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graphicFrame>
        <p:nvGraphicFramePr>
          <p:cNvPr id="187" name="Table 186">
            <a:extLst>
              <a:ext uri="{FF2B5EF4-FFF2-40B4-BE49-F238E27FC236}">
                <a16:creationId xmlns:a16="http://schemas.microsoft.com/office/drawing/2014/main" id="{F95AF350-D047-475D-8530-C6DB73D4560F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3060460"/>
          <a:ext cx="2021396" cy="30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197">
                  <a:extLst>
                    <a:ext uri="{9D8B030D-6E8A-4147-A177-3AD203B41FA5}">
                      <a16:colId xmlns:a16="http://schemas.microsoft.com/office/drawing/2014/main" val="178228208"/>
                    </a:ext>
                  </a:extLst>
                </a:gridCol>
                <a:gridCol w="456057">
                  <a:extLst>
                    <a:ext uri="{9D8B030D-6E8A-4147-A177-3AD203B41FA5}">
                      <a16:colId xmlns:a16="http://schemas.microsoft.com/office/drawing/2014/main" val="514640341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3807375684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347605207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Register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Valid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Tag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Value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855663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67566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717070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R3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8068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8062439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9616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1653268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8406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7141418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960802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17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068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</a:t>
                      </a:r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808428"/>
                  </a:ext>
                </a:extLst>
              </a:tr>
            </a:tbl>
          </a:graphicData>
        </a:graphic>
      </p:graphicFrame>
      <p:sp>
        <p:nvSpPr>
          <p:cNvPr id="188" name="TextBox 187">
            <a:extLst>
              <a:ext uri="{FF2B5EF4-FFF2-40B4-BE49-F238E27FC236}">
                <a16:creationId xmlns:a16="http://schemas.microsoft.com/office/drawing/2014/main" id="{90939B78-02F8-4F28-8AD6-E74BFD6B9E3C}"/>
              </a:ext>
            </a:extLst>
          </p:cNvPr>
          <p:cNvSpPr txBox="1"/>
          <p:nvPr/>
        </p:nvSpPr>
        <p:spPr>
          <a:xfrm>
            <a:off x="925119" y="5840788"/>
            <a:ext cx="438912" cy="2377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D2F752BD-1E9F-4707-827C-DFFC8348F653}"/>
              </a:ext>
            </a:extLst>
          </p:cNvPr>
          <p:cNvSpPr txBox="1"/>
          <p:nvPr/>
        </p:nvSpPr>
        <p:spPr>
          <a:xfrm>
            <a:off x="1381479" y="5840788"/>
            <a:ext cx="356616" cy="2377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CC99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44107F5D-6500-4BBE-B805-AE9BFCD6FFD5}"/>
              </a:ext>
            </a:extLst>
          </p:cNvPr>
          <p:cNvSpPr txBox="1"/>
          <p:nvPr/>
        </p:nvSpPr>
        <p:spPr>
          <a:xfrm>
            <a:off x="1756614" y="5840788"/>
            <a:ext cx="484632" cy="2377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136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E942A449-5DF1-471B-9A22-F7B2E891A3D2}"/>
              </a:ext>
            </a:extLst>
          </p:cNvPr>
          <p:cNvSpPr txBox="1"/>
          <p:nvPr/>
        </p:nvSpPr>
        <p:spPr>
          <a:xfrm>
            <a:off x="4883622" y="4464850"/>
            <a:ext cx="411480" cy="23774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136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9288193D-48CD-4BBD-BE80-BA7B149EF9AE}"/>
              </a:ext>
            </a:extLst>
          </p:cNvPr>
          <p:cNvSpPr txBox="1"/>
          <p:nvPr/>
        </p:nvSpPr>
        <p:spPr>
          <a:xfrm>
            <a:off x="4168011" y="4467600"/>
            <a:ext cx="341883" cy="2286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E4E15805-BD0D-4FE8-ABFE-C4657562942A}"/>
              </a:ext>
            </a:extLst>
          </p:cNvPr>
          <p:cNvSpPr txBox="1"/>
          <p:nvPr/>
        </p:nvSpPr>
        <p:spPr>
          <a:xfrm>
            <a:off x="4523022" y="4466012"/>
            <a:ext cx="347472" cy="2286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~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13CF335-F859-4AAE-B52F-F7218BBAF71D}"/>
              </a:ext>
            </a:extLst>
          </p:cNvPr>
          <p:cNvSpPr txBox="1"/>
          <p:nvPr/>
        </p:nvSpPr>
        <p:spPr>
          <a:xfrm>
            <a:off x="6858000" y="5740728"/>
            <a:ext cx="2617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y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D6862879-4991-4F62-8E3E-653861EA9EC0}"/>
              </a:ext>
            </a:extLst>
          </p:cNvPr>
          <p:cNvSpPr txBox="1"/>
          <p:nvPr/>
        </p:nvSpPr>
        <p:spPr>
          <a:xfrm>
            <a:off x="7162800" y="5740728"/>
            <a:ext cx="5333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136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1" name="Arrow: Left 150">
            <a:extLst>
              <a:ext uri="{FF2B5EF4-FFF2-40B4-BE49-F238E27FC236}">
                <a16:creationId xmlns:a16="http://schemas.microsoft.com/office/drawing/2014/main" id="{8EE792EE-6E0C-4A8C-BCC6-E8EA2DBFA155}"/>
              </a:ext>
            </a:extLst>
          </p:cNvPr>
          <p:cNvSpPr/>
          <p:nvPr/>
        </p:nvSpPr>
        <p:spPr bwMode="auto">
          <a:xfrm>
            <a:off x="7343776" y="2150291"/>
            <a:ext cx="1495424" cy="612826"/>
          </a:xfrm>
          <a:prstGeom prst="leftArrow">
            <a:avLst>
              <a:gd name="adj1" fmla="val 50000"/>
              <a:gd name="adj2" fmla="val 47158"/>
            </a:avLst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Broadcast and Update</a:t>
            </a:r>
            <a:endParaRPr kumimoji="0" lang="en-CH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52" name="Flowchart: Process 187">
            <a:extLst>
              <a:ext uri="{FF2B5EF4-FFF2-40B4-BE49-F238E27FC236}">
                <a16:creationId xmlns:a16="http://schemas.microsoft.com/office/drawing/2014/main" id="{9EDA9D36-D206-F54E-B35B-0F113757CE72}"/>
              </a:ext>
            </a:extLst>
          </p:cNvPr>
          <p:cNvSpPr/>
          <p:nvPr/>
        </p:nvSpPr>
        <p:spPr bwMode="auto">
          <a:xfrm>
            <a:off x="3043238" y="6084460"/>
            <a:ext cx="4800600" cy="324001"/>
          </a:xfrm>
          <a:prstGeom prst="flowChartProcess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ADD in RS d is ready to execute in the next cycle!</a:t>
            </a:r>
            <a:endParaRPr kumimoji="0" lang="en-CH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099638E1-5AD5-43BE-A9AA-77ED68B33752}"/>
              </a:ext>
            </a:extLst>
          </p:cNvPr>
          <p:cNvSpPr/>
          <p:nvPr/>
        </p:nvSpPr>
        <p:spPr>
          <a:xfrm>
            <a:off x="210753" y="6508393"/>
            <a:ext cx="3262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MUL: 6 cycles,  ADD</a:t>
            </a:r>
            <a:r>
              <a:rPr lang="zh-CN" altLang="en-US" dirty="0"/>
              <a:t>：</a:t>
            </a:r>
            <a:r>
              <a:rPr lang="en-US" altLang="zh-CN" dirty="0"/>
              <a:t> 4 cycle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03811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 animBg="1"/>
      <p:bldP spid="276" grpId="0"/>
      <p:bldP spid="277" grpId="0"/>
      <p:bldP spid="188" grpId="0" animBg="1"/>
      <p:bldP spid="189" grpId="0" animBg="1"/>
      <p:bldP spid="190" grpId="0" animBg="1"/>
      <p:bldP spid="191" grpId="0" animBg="1"/>
      <p:bldP spid="192" grpId="0" animBg="1"/>
      <p:bldP spid="193" grpId="0" animBg="1"/>
      <p:bldP spid="194" grpId="0"/>
      <p:bldP spid="194" grpId="1"/>
      <p:bldP spid="195" grpId="0"/>
      <p:bldP spid="195" grpId="1"/>
      <p:bldP spid="151" grpId="0" animBg="1"/>
      <p:bldP spid="151" grpId="1" animBg="1"/>
      <p:bldP spid="15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85">
            <a:extLst>
              <a:ext uri="{FF2B5EF4-FFF2-40B4-BE49-F238E27FC236}">
                <a16:creationId xmlns:a16="http://schemas.microsoft.com/office/drawing/2014/main" id="{BB7CE9BD-16A1-41D9-ACE1-86C065BF5C28}"/>
              </a:ext>
            </a:extLst>
          </p:cNvPr>
          <p:cNvSpPr/>
          <p:nvPr/>
        </p:nvSpPr>
        <p:spPr bwMode="auto">
          <a:xfrm>
            <a:off x="7239000" y="951055"/>
            <a:ext cx="331200" cy="1918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FDBD3-8031-42D6-80CF-FE05E4EE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dirty="0"/>
              <a:t>Cycle </a:t>
            </a:r>
            <a:r>
              <a:rPr lang="en-US" dirty="0">
                <a:sym typeface="Wingdings" panose="05000000000000000000" pitchFamily="2" charset="2"/>
              </a:rPr>
              <a:t>16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BFAF7-D375-4D96-BA5E-AF0327B958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A640EF-F0E2-4E49-9455-7E266BCEBB7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4AA7E21-7B39-4D87-8095-EBAAA1B5887A}"/>
              </a:ext>
            </a:extLst>
          </p:cNvPr>
          <p:cNvGrpSpPr/>
          <p:nvPr/>
        </p:nvGrpSpPr>
        <p:grpSpPr>
          <a:xfrm>
            <a:off x="3398728" y="4989344"/>
            <a:ext cx="1449705" cy="798651"/>
            <a:chOff x="6998109" y="2092803"/>
            <a:chExt cx="3805084" cy="2096244"/>
          </a:xfrm>
        </p:grpSpPr>
        <p:sp>
          <p:nvSpPr>
            <p:cNvPr id="20" name="Flowchart: Manual Operation 19">
              <a:extLst>
                <a:ext uri="{FF2B5EF4-FFF2-40B4-BE49-F238E27FC236}">
                  <a16:creationId xmlns:a16="http://schemas.microsoft.com/office/drawing/2014/main" id="{D9788A89-F980-424B-B3EA-FD96B8BD3A8E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+</a:t>
              </a:r>
              <a:endParaRPr kumimoji="0" lang="en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1E8E30-D2BE-4453-842F-BFE9A1A107DA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9DD9CB-A55D-427D-99E0-64627FC8AE38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ECA4318-6D66-4D09-AE89-D97B30539D8A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A79CD7C-A37E-433C-B255-46FD6FEBCF89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84043F-213C-4FA2-A503-A68507FB5934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B88D05-5CA0-48B4-9863-D2A4299DDDA4}"/>
              </a:ext>
            </a:extLst>
          </p:cNvPr>
          <p:cNvGrpSpPr/>
          <p:nvPr/>
        </p:nvGrpSpPr>
        <p:grpSpPr>
          <a:xfrm>
            <a:off x="6477000" y="4989344"/>
            <a:ext cx="1449705" cy="795474"/>
            <a:chOff x="6998109" y="2101142"/>
            <a:chExt cx="3805084" cy="2087904"/>
          </a:xfrm>
        </p:grpSpPr>
        <p:sp>
          <p:nvSpPr>
            <p:cNvPr id="27" name="Flowchart: Manual Operation 26">
              <a:extLst>
                <a:ext uri="{FF2B5EF4-FFF2-40B4-BE49-F238E27FC236}">
                  <a16:creationId xmlns:a16="http://schemas.microsoft.com/office/drawing/2014/main" id="{697BEE34-7099-4A97-B1AC-C9CE1D11B917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∗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4EB639-D558-45E4-9466-BDE2F8372937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5582676-F310-42D3-80E5-0D91022531B7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D48D83-B4BE-48B5-9027-5A30266F2B1B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4A397-3F5E-43B7-A316-493D0DF44868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5A5D3E-8DEE-420C-BF49-4FDB538C5A67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685051EA-E584-479B-8421-12ED79A3B15F}"/>
              </a:ext>
            </a:extLst>
          </p:cNvPr>
          <p:cNvGrpSpPr/>
          <p:nvPr/>
        </p:nvGrpSpPr>
        <p:grpSpPr>
          <a:xfrm>
            <a:off x="7237013" y="1004738"/>
            <a:ext cx="331200" cy="1835117"/>
            <a:chOff x="5410200" y="1004738"/>
            <a:chExt cx="331200" cy="1835117"/>
          </a:xfrm>
        </p:grpSpPr>
        <p:sp>
          <p:nvSpPr>
            <p:cNvPr id="263" name="Rectangle 48">
              <a:extLst>
                <a:ext uri="{FF2B5EF4-FFF2-40B4-BE49-F238E27FC236}">
                  <a16:creationId xmlns:a16="http://schemas.microsoft.com/office/drawing/2014/main" id="{AB23DB32-B70C-4C48-BC13-EA434A448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4" name="Rectangle 29">
              <a:extLst>
                <a:ext uri="{FF2B5EF4-FFF2-40B4-BE49-F238E27FC236}">
                  <a16:creationId xmlns:a16="http://schemas.microsoft.com/office/drawing/2014/main" id="{481031D3-6E36-4546-A6EB-80FEA24ED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5" name="Rectangle 48">
              <a:extLst>
                <a:ext uri="{FF2B5EF4-FFF2-40B4-BE49-F238E27FC236}">
                  <a16:creationId xmlns:a16="http://schemas.microsoft.com/office/drawing/2014/main" id="{FD3BF414-EEAF-4B8C-8125-81CE93866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6" name="Rectangle 48">
              <a:extLst>
                <a:ext uri="{FF2B5EF4-FFF2-40B4-BE49-F238E27FC236}">
                  <a16:creationId xmlns:a16="http://schemas.microsoft.com/office/drawing/2014/main" id="{18BA4F4B-0073-4549-B316-85BA78249F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7" name="Rectangle 48">
              <a:extLst>
                <a:ext uri="{FF2B5EF4-FFF2-40B4-BE49-F238E27FC236}">
                  <a16:creationId xmlns:a16="http://schemas.microsoft.com/office/drawing/2014/main" id="{E53E7982-3857-4FEC-BD29-866D3E583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8" name="Rectangle 48">
              <a:extLst>
                <a:ext uri="{FF2B5EF4-FFF2-40B4-BE49-F238E27FC236}">
                  <a16:creationId xmlns:a16="http://schemas.microsoft.com/office/drawing/2014/main" id="{2A9B3870-DF7E-428F-B4BA-4F0A980BB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9" name="Rectangle 48">
              <a:extLst>
                <a:ext uri="{FF2B5EF4-FFF2-40B4-BE49-F238E27FC236}">
                  <a16:creationId xmlns:a16="http://schemas.microsoft.com/office/drawing/2014/main" id="{E8A2B652-28F6-411D-A183-94FFD516E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A0F6EA19-66FA-4C60-BB94-23B75F1768F3}"/>
              </a:ext>
            </a:extLst>
          </p:cNvPr>
          <p:cNvGrpSpPr/>
          <p:nvPr/>
        </p:nvGrpSpPr>
        <p:grpSpPr>
          <a:xfrm>
            <a:off x="6905543" y="1004738"/>
            <a:ext cx="331200" cy="1835117"/>
            <a:chOff x="5410200" y="1004738"/>
            <a:chExt cx="331200" cy="1835117"/>
          </a:xfrm>
        </p:grpSpPr>
        <p:sp>
          <p:nvSpPr>
            <p:cNvPr id="271" name="Rectangle 48">
              <a:extLst>
                <a:ext uri="{FF2B5EF4-FFF2-40B4-BE49-F238E27FC236}">
                  <a16:creationId xmlns:a16="http://schemas.microsoft.com/office/drawing/2014/main" id="{7A811C06-55FF-41B5-BA5F-B63B54884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2" name="Rectangle 29">
              <a:extLst>
                <a:ext uri="{FF2B5EF4-FFF2-40B4-BE49-F238E27FC236}">
                  <a16:creationId xmlns:a16="http://schemas.microsoft.com/office/drawing/2014/main" id="{D072DCC5-89A9-400F-83E6-8595CF4DA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3" name="Rectangle 48">
              <a:extLst>
                <a:ext uri="{FF2B5EF4-FFF2-40B4-BE49-F238E27FC236}">
                  <a16:creationId xmlns:a16="http://schemas.microsoft.com/office/drawing/2014/main" id="{34B1D05F-38BC-430C-8C2C-08AA639009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4" name="Rectangle 48">
              <a:extLst>
                <a:ext uri="{FF2B5EF4-FFF2-40B4-BE49-F238E27FC236}">
                  <a16:creationId xmlns:a16="http://schemas.microsoft.com/office/drawing/2014/main" id="{BD12DA74-A010-40AD-8ECF-80CDDDD71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5" name="Rectangle 48">
              <a:extLst>
                <a:ext uri="{FF2B5EF4-FFF2-40B4-BE49-F238E27FC236}">
                  <a16:creationId xmlns:a16="http://schemas.microsoft.com/office/drawing/2014/main" id="{EB0EA52A-BF66-4308-91D8-FAF9ABD56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6" name="Rectangle 48">
              <a:extLst>
                <a:ext uri="{FF2B5EF4-FFF2-40B4-BE49-F238E27FC236}">
                  <a16:creationId xmlns:a16="http://schemas.microsoft.com/office/drawing/2014/main" id="{9B9978AE-5DA8-4162-9230-87C9D064D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Rectangle 48">
              <a:extLst>
                <a:ext uri="{FF2B5EF4-FFF2-40B4-BE49-F238E27FC236}">
                  <a16:creationId xmlns:a16="http://schemas.microsoft.com/office/drawing/2014/main" id="{E8C34CEE-5C20-4A89-BE20-41895F8A5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5698C659-FC69-4472-A0AD-30DE76AC044C}"/>
              </a:ext>
            </a:extLst>
          </p:cNvPr>
          <p:cNvGrpSpPr/>
          <p:nvPr/>
        </p:nvGrpSpPr>
        <p:grpSpPr>
          <a:xfrm>
            <a:off x="6570265" y="1004738"/>
            <a:ext cx="331200" cy="1835117"/>
            <a:chOff x="5410200" y="1004738"/>
            <a:chExt cx="331200" cy="1835117"/>
          </a:xfrm>
        </p:grpSpPr>
        <p:sp>
          <p:nvSpPr>
            <p:cNvPr id="279" name="Rectangle 48">
              <a:extLst>
                <a:ext uri="{FF2B5EF4-FFF2-40B4-BE49-F238E27FC236}">
                  <a16:creationId xmlns:a16="http://schemas.microsoft.com/office/drawing/2014/main" id="{402F7A8A-D3AE-43BB-B5B5-D42BB07E8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0" name="Rectangle 29">
              <a:extLst>
                <a:ext uri="{FF2B5EF4-FFF2-40B4-BE49-F238E27FC236}">
                  <a16:creationId xmlns:a16="http://schemas.microsoft.com/office/drawing/2014/main" id="{EE6BE9AF-CB32-4CB9-B8CA-7534B2613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1" name="Rectangle 48">
              <a:extLst>
                <a:ext uri="{FF2B5EF4-FFF2-40B4-BE49-F238E27FC236}">
                  <a16:creationId xmlns:a16="http://schemas.microsoft.com/office/drawing/2014/main" id="{B3F88A7C-2325-45EA-AC9B-28C19DD97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2" name="Rectangle 48">
              <a:extLst>
                <a:ext uri="{FF2B5EF4-FFF2-40B4-BE49-F238E27FC236}">
                  <a16:creationId xmlns:a16="http://schemas.microsoft.com/office/drawing/2014/main" id="{E30206CD-7B5E-4C2B-BB92-A1BF62556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3" name="Rectangle 48">
              <a:extLst>
                <a:ext uri="{FF2B5EF4-FFF2-40B4-BE49-F238E27FC236}">
                  <a16:creationId xmlns:a16="http://schemas.microsoft.com/office/drawing/2014/main" id="{6148EFDA-A3DF-45A3-8BA4-CB187A8F4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Rectangle 48">
              <a:extLst>
                <a:ext uri="{FF2B5EF4-FFF2-40B4-BE49-F238E27FC236}">
                  <a16:creationId xmlns:a16="http://schemas.microsoft.com/office/drawing/2014/main" id="{55512E09-19DB-41CE-9844-34E9AC22B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5" name="Rectangle 48">
              <a:extLst>
                <a:ext uri="{FF2B5EF4-FFF2-40B4-BE49-F238E27FC236}">
                  <a16:creationId xmlns:a16="http://schemas.microsoft.com/office/drawing/2014/main" id="{25BE0B7F-5534-4A20-93D3-5D074BCEE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51307670-AF54-48DA-B9AE-F822F05B9BA8}"/>
              </a:ext>
            </a:extLst>
          </p:cNvPr>
          <p:cNvGrpSpPr/>
          <p:nvPr/>
        </p:nvGrpSpPr>
        <p:grpSpPr>
          <a:xfrm>
            <a:off x="6238795" y="1004738"/>
            <a:ext cx="331200" cy="1835117"/>
            <a:chOff x="5410200" y="1004738"/>
            <a:chExt cx="331200" cy="1835117"/>
          </a:xfrm>
        </p:grpSpPr>
        <p:sp>
          <p:nvSpPr>
            <p:cNvPr id="287" name="Rectangle 48">
              <a:extLst>
                <a:ext uri="{FF2B5EF4-FFF2-40B4-BE49-F238E27FC236}">
                  <a16:creationId xmlns:a16="http://schemas.microsoft.com/office/drawing/2014/main" id="{302CDFE7-A71B-467E-94B5-2D6B7B435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8" name="Rectangle 29">
              <a:extLst>
                <a:ext uri="{FF2B5EF4-FFF2-40B4-BE49-F238E27FC236}">
                  <a16:creationId xmlns:a16="http://schemas.microsoft.com/office/drawing/2014/main" id="{5F96CA0A-EEB8-4594-99F3-8884016D2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9" name="Rectangle 48">
              <a:extLst>
                <a:ext uri="{FF2B5EF4-FFF2-40B4-BE49-F238E27FC236}">
                  <a16:creationId xmlns:a16="http://schemas.microsoft.com/office/drawing/2014/main" id="{D8C7E579-212F-44B7-967E-8002321C6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0" name="Rectangle 48">
              <a:extLst>
                <a:ext uri="{FF2B5EF4-FFF2-40B4-BE49-F238E27FC236}">
                  <a16:creationId xmlns:a16="http://schemas.microsoft.com/office/drawing/2014/main" id="{D41978D9-B193-41DD-BF65-F884F077A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1" name="Rectangle 48">
              <a:extLst>
                <a:ext uri="{FF2B5EF4-FFF2-40B4-BE49-F238E27FC236}">
                  <a16:creationId xmlns:a16="http://schemas.microsoft.com/office/drawing/2014/main" id="{C9BBD56B-78A0-44A3-AA51-0C2330DCE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2" name="Rectangle 48">
              <a:extLst>
                <a:ext uri="{FF2B5EF4-FFF2-40B4-BE49-F238E27FC236}">
                  <a16:creationId xmlns:a16="http://schemas.microsoft.com/office/drawing/2014/main" id="{407877B4-86A7-4266-9713-922144892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3" name="Rectangle 48">
              <a:extLst>
                <a:ext uri="{FF2B5EF4-FFF2-40B4-BE49-F238E27FC236}">
                  <a16:creationId xmlns:a16="http://schemas.microsoft.com/office/drawing/2014/main" id="{E78044AB-50A1-4E6E-9E4B-B60273C570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062D036E-F075-496A-A2B7-D5ECB0A3D250}"/>
              </a:ext>
            </a:extLst>
          </p:cNvPr>
          <p:cNvGrpSpPr/>
          <p:nvPr/>
        </p:nvGrpSpPr>
        <p:grpSpPr>
          <a:xfrm>
            <a:off x="5906053" y="1004738"/>
            <a:ext cx="331200" cy="1835117"/>
            <a:chOff x="5410200" y="1004738"/>
            <a:chExt cx="331200" cy="1835117"/>
          </a:xfrm>
        </p:grpSpPr>
        <p:sp>
          <p:nvSpPr>
            <p:cNvPr id="295" name="Rectangle 48">
              <a:extLst>
                <a:ext uri="{FF2B5EF4-FFF2-40B4-BE49-F238E27FC236}">
                  <a16:creationId xmlns:a16="http://schemas.microsoft.com/office/drawing/2014/main" id="{F65421D9-8B0A-424A-89B0-AD5D741C6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Rectangle 29">
              <a:extLst>
                <a:ext uri="{FF2B5EF4-FFF2-40B4-BE49-F238E27FC236}">
                  <a16:creationId xmlns:a16="http://schemas.microsoft.com/office/drawing/2014/main" id="{E57C3B8C-5E0B-4C5B-9680-5C95287B6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Rectangle 48">
              <a:extLst>
                <a:ext uri="{FF2B5EF4-FFF2-40B4-BE49-F238E27FC236}">
                  <a16:creationId xmlns:a16="http://schemas.microsoft.com/office/drawing/2014/main" id="{97FD98C7-8BD3-4949-AE2C-9702EF434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8" name="Rectangle 48">
              <a:extLst>
                <a:ext uri="{FF2B5EF4-FFF2-40B4-BE49-F238E27FC236}">
                  <a16:creationId xmlns:a16="http://schemas.microsoft.com/office/drawing/2014/main" id="{4E89CF3D-5E66-4CAB-A515-FB26E67D4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9" name="Rectangle 48">
              <a:extLst>
                <a:ext uri="{FF2B5EF4-FFF2-40B4-BE49-F238E27FC236}">
                  <a16:creationId xmlns:a16="http://schemas.microsoft.com/office/drawing/2014/main" id="{3C459CAA-ED04-46D8-9E2D-1DC7D2468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0" name="Rectangle 48">
              <a:extLst>
                <a:ext uri="{FF2B5EF4-FFF2-40B4-BE49-F238E27FC236}">
                  <a16:creationId xmlns:a16="http://schemas.microsoft.com/office/drawing/2014/main" id="{8065915C-C9FA-439F-9F42-8E14F3743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1" name="Rectangle 48">
              <a:extLst>
                <a:ext uri="{FF2B5EF4-FFF2-40B4-BE49-F238E27FC236}">
                  <a16:creationId xmlns:a16="http://schemas.microsoft.com/office/drawing/2014/main" id="{C72E49F6-5808-422A-9D40-8CC2F6FBC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A05CDA2B-4B07-4B27-AE40-ECE5614FBBDB}"/>
              </a:ext>
            </a:extLst>
          </p:cNvPr>
          <p:cNvGrpSpPr/>
          <p:nvPr/>
        </p:nvGrpSpPr>
        <p:grpSpPr>
          <a:xfrm>
            <a:off x="5574583" y="1004738"/>
            <a:ext cx="331200" cy="1835117"/>
            <a:chOff x="5410200" y="1004738"/>
            <a:chExt cx="331200" cy="1835117"/>
          </a:xfrm>
        </p:grpSpPr>
        <p:sp>
          <p:nvSpPr>
            <p:cNvPr id="303" name="Rectangle 48">
              <a:extLst>
                <a:ext uri="{FF2B5EF4-FFF2-40B4-BE49-F238E27FC236}">
                  <a16:creationId xmlns:a16="http://schemas.microsoft.com/office/drawing/2014/main" id="{18261890-CE35-49F9-B040-315B1B3F0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4" name="Rectangle 29">
              <a:extLst>
                <a:ext uri="{FF2B5EF4-FFF2-40B4-BE49-F238E27FC236}">
                  <a16:creationId xmlns:a16="http://schemas.microsoft.com/office/drawing/2014/main" id="{BB975130-B9A4-4E06-87F7-2E6CF4F62E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5" name="Rectangle 48">
              <a:extLst>
                <a:ext uri="{FF2B5EF4-FFF2-40B4-BE49-F238E27FC236}">
                  <a16:creationId xmlns:a16="http://schemas.microsoft.com/office/drawing/2014/main" id="{D17D0EEB-34D2-42A0-BD89-5AE8B3BD0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6" name="Rectangle 48">
              <a:extLst>
                <a:ext uri="{FF2B5EF4-FFF2-40B4-BE49-F238E27FC236}">
                  <a16:creationId xmlns:a16="http://schemas.microsoft.com/office/drawing/2014/main" id="{CEB489A7-F623-4F49-8A9F-CBE44B6FC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" name="Rectangle 48">
              <a:extLst>
                <a:ext uri="{FF2B5EF4-FFF2-40B4-BE49-F238E27FC236}">
                  <a16:creationId xmlns:a16="http://schemas.microsoft.com/office/drawing/2014/main" id="{8BADFF3B-C82E-4B71-A4A5-FDFBB6F7C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8" name="Rectangle 48">
              <a:extLst>
                <a:ext uri="{FF2B5EF4-FFF2-40B4-BE49-F238E27FC236}">
                  <a16:creationId xmlns:a16="http://schemas.microsoft.com/office/drawing/2014/main" id="{7FBB66AD-206F-4B8E-88F7-FFE82065B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Rectangle 48">
              <a:extLst>
                <a:ext uri="{FF2B5EF4-FFF2-40B4-BE49-F238E27FC236}">
                  <a16:creationId xmlns:a16="http://schemas.microsoft.com/office/drawing/2014/main" id="{2685FD37-E118-4FE8-83B6-BBAEAA784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6A59A262-7B1F-479F-A845-262E6EE30630}"/>
              </a:ext>
            </a:extLst>
          </p:cNvPr>
          <p:cNvGrpSpPr/>
          <p:nvPr/>
        </p:nvGrpSpPr>
        <p:grpSpPr>
          <a:xfrm>
            <a:off x="5239305" y="1004738"/>
            <a:ext cx="331200" cy="1835117"/>
            <a:chOff x="5410200" y="1004738"/>
            <a:chExt cx="331200" cy="1835117"/>
          </a:xfrm>
        </p:grpSpPr>
        <p:sp>
          <p:nvSpPr>
            <p:cNvPr id="311" name="Rectangle 48">
              <a:extLst>
                <a:ext uri="{FF2B5EF4-FFF2-40B4-BE49-F238E27FC236}">
                  <a16:creationId xmlns:a16="http://schemas.microsoft.com/office/drawing/2014/main" id="{A7AFA6A8-1C31-4DB5-8858-2E389543E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Rectangle 29">
              <a:extLst>
                <a:ext uri="{FF2B5EF4-FFF2-40B4-BE49-F238E27FC236}">
                  <a16:creationId xmlns:a16="http://schemas.microsoft.com/office/drawing/2014/main" id="{7690F476-DF7E-47C1-B981-5552F0106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0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Rectangle 48">
              <a:extLst>
                <a:ext uri="{FF2B5EF4-FFF2-40B4-BE49-F238E27FC236}">
                  <a16:creationId xmlns:a16="http://schemas.microsoft.com/office/drawing/2014/main" id="{C077CF72-C332-446A-8495-0E1FBF096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Rectangle 48">
              <a:extLst>
                <a:ext uri="{FF2B5EF4-FFF2-40B4-BE49-F238E27FC236}">
                  <a16:creationId xmlns:a16="http://schemas.microsoft.com/office/drawing/2014/main" id="{77CC9037-D59D-4F84-9313-F0403BAD6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5" name="Rectangle 48">
              <a:extLst>
                <a:ext uri="{FF2B5EF4-FFF2-40B4-BE49-F238E27FC236}">
                  <a16:creationId xmlns:a16="http://schemas.microsoft.com/office/drawing/2014/main" id="{7FF2A22B-4172-4C76-A67D-AB6EF2344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Rectangle 48">
              <a:extLst>
                <a:ext uri="{FF2B5EF4-FFF2-40B4-BE49-F238E27FC236}">
                  <a16:creationId xmlns:a16="http://schemas.microsoft.com/office/drawing/2014/main" id="{B3FBD2C9-B558-4F55-A240-DE6DFBD9A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7" name="Rectangle 48">
              <a:extLst>
                <a:ext uri="{FF2B5EF4-FFF2-40B4-BE49-F238E27FC236}">
                  <a16:creationId xmlns:a16="http://schemas.microsoft.com/office/drawing/2014/main" id="{D2517B42-73CA-4024-9080-CE7F3D217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1A7F16A8-FDF7-42DF-B54D-82F6AF89042C}"/>
              </a:ext>
            </a:extLst>
          </p:cNvPr>
          <p:cNvGrpSpPr/>
          <p:nvPr/>
        </p:nvGrpSpPr>
        <p:grpSpPr>
          <a:xfrm>
            <a:off x="4907835" y="1004738"/>
            <a:ext cx="331200" cy="1835117"/>
            <a:chOff x="5410200" y="1004738"/>
            <a:chExt cx="331200" cy="1835117"/>
          </a:xfrm>
        </p:grpSpPr>
        <p:sp>
          <p:nvSpPr>
            <p:cNvPr id="319" name="Rectangle 48">
              <a:extLst>
                <a:ext uri="{FF2B5EF4-FFF2-40B4-BE49-F238E27FC236}">
                  <a16:creationId xmlns:a16="http://schemas.microsoft.com/office/drawing/2014/main" id="{A5F109F5-FEB0-47A5-9D1C-E218C2241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Rectangle 29">
              <a:extLst>
                <a:ext uri="{FF2B5EF4-FFF2-40B4-BE49-F238E27FC236}">
                  <a16:creationId xmlns:a16="http://schemas.microsoft.com/office/drawing/2014/main" id="{0DD24DE9-AB7D-4594-A3FF-8F3F629F8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9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1" name="Rectangle 48">
              <a:extLst>
                <a:ext uri="{FF2B5EF4-FFF2-40B4-BE49-F238E27FC236}">
                  <a16:creationId xmlns:a16="http://schemas.microsoft.com/office/drawing/2014/main" id="{415089C7-3623-4DBD-8368-94D66D7A7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Rectangle 48">
              <a:extLst>
                <a:ext uri="{FF2B5EF4-FFF2-40B4-BE49-F238E27FC236}">
                  <a16:creationId xmlns:a16="http://schemas.microsoft.com/office/drawing/2014/main" id="{FAA34AD9-82AE-47AB-B896-65DCA9864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3" name="Rectangle 48">
              <a:extLst>
                <a:ext uri="{FF2B5EF4-FFF2-40B4-BE49-F238E27FC236}">
                  <a16:creationId xmlns:a16="http://schemas.microsoft.com/office/drawing/2014/main" id="{A2152364-4EEA-423A-A044-042BB12C1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4" name="Rectangle 48">
              <a:extLst>
                <a:ext uri="{FF2B5EF4-FFF2-40B4-BE49-F238E27FC236}">
                  <a16:creationId xmlns:a16="http://schemas.microsoft.com/office/drawing/2014/main" id="{4B168F5F-8257-4479-BD5E-A95BB36EC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5" name="Rectangle 48">
              <a:extLst>
                <a:ext uri="{FF2B5EF4-FFF2-40B4-BE49-F238E27FC236}">
                  <a16:creationId xmlns:a16="http://schemas.microsoft.com/office/drawing/2014/main" id="{8350DDDC-D771-4A59-B0BA-BF11B1535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DE7BA189-51B5-4EB6-9846-D47A8E290126}"/>
              </a:ext>
            </a:extLst>
          </p:cNvPr>
          <p:cNvGrpSpPr/>
          <p:nvPr/>
        </p:nvGrpSpPr>
        <p:grpSpPr>
          <a:xfrm>
            <a:off x="4576363" y="1004738"/>
            <a:ext cx="331200" cy="1835117"/>
            <a:chOff x="5410200" y="1004738"/>
            <a:chExt cx="331200" cy="1835117"/>
          </a:xfrm>
        </p:grpSpPr>
        <p:sp>
          <p:nvSpPr>
            <p:cNvPr id="327" name="Rectangle 48">
              <a:extLst>
                <a:ext uri="{FF2B5EF4-FFF2-40B4-BE49-F238E27FC236}">
                  <a16:creationId xmlns:a16="http://schemas.microsoft.com/office/drawing/2014/main" id="{5C3374E5-8F34-4259-A78D-063086340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8" name="Rectangle 29">
              <a:extLst>
                <a:ext uri="{FF2B5EF4-FFF2-40B4-BE49-F238E27FC236}">
                  <a16:creationId xmlns:a16="http://schemas.microsoft.com/office/drawing/2014/main" id="{3E826BE3-D567-465F-AB3E-FC6CEEBF6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8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9" name="Rectangle 48">
              <a:extLst>
                <a:ext uri="{FF2B5EF4-FFF2-40B4-BE49-F238E27FC236}">
                  <a16:creationId xmlns:a16="http://schemas.microsoft.com/office/drawing/2014/main" id="{040D80C0-C403-44E9-99ED-17593D1C7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48">
              <a:extLst>
                <a:ext uri="{FF2B5EF4-FFF2-40B4-BE49-F238E27FC236}">
                  <a16:creationId xmlns:a16="http://schemas.microsoft.com/office/drawing/2014/main" id="{47CF507F-CAA1-4948-A616-409E3C4BB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Rectangle 48">
              <a:extLst>
                <a:ext uri="{FF2B5EF4-FFF2-40B4-BE49-F238E27FC236}">
                  <a16:creationId xmlns:a16="http://schemas.microsoft.com/office/drawing/2014/main" id="{2F3AA7DD-61BD-42A2-AB2E-E4EBE7F7B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Rectangle 48">
              <a:extLst>
                <a:ext uri="{FF2B5EF4-FFF2-40B4-BE49-F238E27FC236}">
                  <a16:creationId xmlns:a16="http://schemas.microsoft.com/office/drawing/2014/main" id="{9EBA70D1-8405-47BD-A9C1-C3226FA13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48">
              <a:extLst>
                <a:ext uri="{FF2B5EF4-FFF2-40B4-BE49-F238E27FC236}">
                  <a16:creationId xmlns:a16="http://schemas.microsoft.com/office/drawing/2014/main" id="{0810E8DA-8DC3-4FE5-9A89-90A722B45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BC666277-2CBB-46EC-838E-0C7B13DB300E}"/>
              </a:ext>
            </a:extLst>
          </p:cNvPr>
          <p:cNvGrpSpPr/>
          <p:nvPr/>
        </p:nvGrpSpPr>
        <p:grpSpPr>
          <a:xfrm>
            <a:off x="4244893" y="1004738"/>
            <a:ext cx="331200" cy="1835117"/>
            <a:chOff x="5410200" y="1004738"/>
            <a:chExt cx="331200" cy="1835117"/>
          </a:xfrm>
        </p:grpSpPr>
        <p:sp>
          <p:nvSpPr>
            <p:cNvPr id="335" name="Rectangle 48">
              <a:extLst>
                <a:ext uri="{FF2B5EF4-FFF2-40B4-BE49-F238E27FC236}">
                  <a16:creationId xmlns:a16="http://schemas.microsoft.com/office/drawing/2014/main" id="{297F945E-8439-4238-B96E-115E46847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6" name="Rectangle 29">
              <a:extLst>
                <a:ext uri="{FF2B5EF4-FFF2-40B4-BE49-F238E27FC236}">
                  <a16:creationId xmlns:a16="http://schemas.microsoft.com/office/drawing/2014/main" id="{234ED10A-8BF0-43DC-B80F-E1C978196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7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7" name="Rectangle 48">
              <a:extLst>
                <a:ext uri="{FF2B5EF4-FFF2-40B4-BE49-F238E27FC236}">
                  <a16:creationId xmlns:a16="http://schemas.microsoft.com/office/drawing/2014/main" id="{387A1859-590F-4BE2-810A-4A6E69651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48">
              <a:extLst>
                <a:ext uri="{FF2B5EF4-FFF2-40B4-BE49-F238E27FC236}">
                  <a16:creationId xmlns:a16="http://schemas.microsoft.com/office/drawing/2014/main" id="{EF5B30EB-E433-4708-91AE-AA87A2BC6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9" name="Rectangle 48">
              <a:extLst>
                <a:ext uri="{FF2B5EF4-FFF2-40B4-BE49-F238E27FC236}">
                  <a16:creationId xmlns:a16="http://schemas.microsoft.com/office/drawing/2014/main" id="{6EF03208-866E-4C87-9D31-A40DD67D4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0" name="Rectangle 48">
              <a:extLst>
                <a:ext uri="{FF2B5EF4-FFF2-40B4-BE49-F238E27FC236}">
                  <a16:creationId xmlns:a16="http://schemas.microsoft.com/office/drawing/2014/main" id="{3589C470-B0A0-4CDD-8141-D072CE5F5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1" name="Rectangle 48">
              <a:extLst>
                <a:ext uri="{FF2B5EF4-FFF2-40B4-BE49-F238E27FC236}">
                  <a16:creationId xmlns:a16="http://schemas.microsoft.com/office/drawing/2014/main" id="{6B64D656-AA6D-4CF1-A146-1DF571C71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35D5D976-C5CB-4915-A940-F1F859F0DCEB}"/>
              </a:ext>
            </a:extLst>
          </p:cNvPr>
          <p:cNvGrpSpPr/>
          <p:nvPr/>
        </p:nvGrpSpPr>
        <p:grpSpPr>
          <a:xfrm>
            <a:off x="3909615" y="1004738"/>
            <a:ext cx="331200" cy="1835117"/>
            <a:chOff x="5410200" y="1004738"/>
            <a:chExt cx="331200" cy="1835117"/>
          </a:xfrm>
        </p:grpSpPr>
        <p:sp>
          <p:nvSpPr>
            <p:cNvPr id="343" name="Rectangle 48">
              <a:extLst>
                <a:ext uri="{FF2B5EF4-FFF2-40B4-BE49-F238E27FC236}">
                  <a16:creationId xmlns:a16="http://schemas.microsoft.com/office/drawing/2014/main" id="{DB108FB9-796F-4D35-BC0A-CC0464243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Rectangle 29">
              <a:extLst>
                <a:ext uri="{FF2B5EF4-FFF2-40B4-BE49-F238E27FC236}">
                  <a16:creationId xmlns:a16="http://schemas.microsoft.com/office/drawing/2014/main" id="{B433B9A4-94B1-4C87-A6E1-55518397A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Rectangle 48">
              <a:extLst>
                <a:ext uri="{FF2B5EF4-FFF2-40B4-BE49-F238E27FC236}">
                  <a16:creationId xmlns:a16="http://schemas.microsoft.com/office/drawing/2014/main" id="{01CE9CD9-3BA8-48AF-97F3-8DBD484E4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Rectangle 48">
              <a:extLst>
                <a:ext uri="{FF2B5EF4-FFF2-40B4-BE49-F238E27FC236}">
                  <a16:creationId xmlns:a16="http://schemas.microsoft.com/office/drawing/2014/main" id="{615243F1-AB54-43A6-B06A-0C6CE1214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Rectangle 48">
              <a:extLst>
                <a:ext uri="{FF2B5EF4-FFF2-40B4-BE49-F238E27FC236}">
                  <a16:creationId xmlns:a16="http://schemas.microsoft.com/office/drawing/2014/main" id="{28949A8F-4EB4-4CC9-BBAF-C67DBBE38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Rectangle 48">
              <a:extLst>
                <a:ext uri="{FF2B5EF4-FFF2-40B4-BE49-F238E27FC236}">
                  <a16:creationId xmlns:a16="http://schemas.microsoft.com/office/drawing/2014/main" id="{B8EFCFE0-6C94-4A1A-8750-7EBCECD3A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Rectangle 48">
              <a:extLst>
                <a:ext uri="{FF2B5EF4-FFF2-40B4-BE49-F238E27FC236}">
                  <a16:creationId xmlns:a16="http://schemas.microsoft.com/office/drawing/2014/main" id="{B3BB5F8C-F65C-4C77-9345-C1A084715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F64DB39A-2EDA-4EE0-89CA-B7E7863F05E0}"/>
              </a:ext>
            </a:extLst>
          </p:cNvPr>
          <p:cNvGrpSpPr/>
          <p:nvPr/>
        </p:nvGrpSpPr>
        <p:grpSpPr>
          <a:xfrm>
            <a:off x="3578145" y="1004738"/>
            <a:ext cx="331200" cy="1835117"/>
            <a:chOff x="5410200" y="1004738"/>
            <a:chExt cx="331200" cy="1835117"/>
          </a:xfrm>
        </p:grpSpPr>
        <p:sp>
          <p:nvSpPr>
            <p:cNvPr id="351" name="Rectangle 48">
              <a:extLst>
                <a:ext uri="{FF2B5EF4-FFF2-40B4-BE49-F238E27FC236}">
                  <a16:creationId xmlns:a16="http://schemas.microsoft.com/office/drawing/2014/main" id="{948C3007-FCCB-4C6E-AC3E-7A3E53F18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9">
              <a:extLst>
                <a:ext uri="{FF2B5EF4-FFF2-40B4-BE49-F238E27FC236}">
                  <a16:creationId xmlns:a16="http://schemas.microsoft.com/office/drawing/2014/main" id="{99A1184C-590C-48A6-B563-6107C0ED8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3" name="Rectangle 48">
              <a:extLst>
                <a:ext uri="{FF2B5EF4-FFF2-40B4-BE49-F238E27FC236}">
                  <a16:creationId xmlns:a16="http://schemas.microsoft.com/office/drawing/2014/main" id="{F7C02F4A-2BDB-4EDC-B5CD-C21DA4AA5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4" name="Rectangle 48">
              <a:extLst>
                <a:ext uri="{FF2B5EF4-FFF2-40B4-BE49-F238E27FC236}">
                  <a16:creationId xmlns:a16="http://schemas.microsoft.com/office/drawing/2014/main" id="{BDA0FFCA-B617-4185-A4E4-C01BE10E6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5" name="Rectangle 48">
              <a:extLst>
                <a:ext uri="{FF2B5EF4-FFF2-40B4-BE49-F238E27FC236}">
                  <a16:creationId xmlns:a16="http://schemas.microsoft.com/office/drawing/2014/main" id="{D0A0FC86-ADFC-4188-A139-A27828021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6" name="Rectangle 48">
              <a:extLst>
                <a:ext uri="{FF2B5EF4-FFF2-40B4-BE49-F238E27FC236}">
                  <a16:creationId xmlns:a16="http://schemas.microsoft.com/office/drawing/2014/main" id="{C1B0E32B-96BA-4122-95E4-2EEAEF749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7" name="Rectangle 48">
              <a:extLst>
                <a:ext uri="{FF2B5EF4-FFF2-40B4-BE49-F238E27FC236}">
                  <a16:creationId xmlns:a16="http://schemas.microsoft.com/office/drawing/2014/main" id="{1BCD692A-E03D-446D-805F-8727CCA16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D0D0D1D7-221D-499B-A7D7-74C40B469889}"/>
              </a:ext>
            </a:extLst>
          </p:cNvPr>
          <p:cNvGrpSpPr/>
          <p:nvPr/>
        </p:nvGrpSpPr>
        <p:grpSpPr>
          <a:xfrm>
            <a:off x="3248214" y="1004738"/>
            <a:ext cx="331200" cy="1835117"/>
            <a:chOff x="5410200" y="1004738"/>
            <a:chExt cx="331200" cy="1835117"/>
          </a:xfrm>
        </p:grpSpPr>
        <p:sp>
          <p:nvSpPr>
            <p:cNvPr id="391" name="Rectangle 48">
              <a:extLst>
                <a:ext uri="{FF2B5EF4-FFF2-40B4-BE49-F238E27FC236}">
                  <a16:creationId xmlns:a16="http://schemas.microsoft.com/office/drawing/2014/main" id="{142C9FB2-4DFA-45FE-9967-3D16C5807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2" name="Rectangle 29">
              <a:extLst>
                <a:ext uri="{FF2B5EF4-FFF2-40B4-BE49-F238E27FC236}">
                  <a16:creationId xmlns:a16="http://schemas.microsoft.com/office/drawing/2014/main" id="{13C845B4-BBD0-4E88-86A5-1201EC939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3" name="Rectangle 48">
              <a:extLst>
                <a:ext uri="{FF2B5EF4-FFF2-40B4-BE49-F238E27FC236}">
                  <a16:creationId xmlns:a16="http://schemas.microsoft.com/office/drawing/2014/main" id="{4FC63368-BB30-4160-8128-E1956EDEE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4" name="Rectangle 48">
              <a:extLst>
                <a:ext uri="{FF2B5EF4-FFF2-40B4-BE49-F238E27FC236}">
                  <a16:creationId xmlns:a16="http://schemas.microsoft.com/office/drawing/2014/main" id="{5A872067-9D5D-455D-B495-E18252EE3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5" name="Rectangle 48">
              <a:extLst>
                <a:ext uri="{FF2B5EF4-FFF2-40B4-BE49-F238E27FC236}">
                  <a16:creationId xmlns:a16="http://schemas.microsoft.com/office/drawing/2014/main" id="{EB1BAB0E-8365-4C09-B376-99F62A1D9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48">
              <a:extLst>
                <a:ext uri="{FF2B5EF4-FFF2-40B4-BE49-F238E27FC236}">
                  <a16:creationId xmlns:a16="http://schemas.microsoft.com/office/drawing/2014/main" id="{CABB04FE-6DE0-4414-A1A8-D9186CBEA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Rectangle 48">
              <a:extLst>
                <a:ext uri="{FF2B5EF4-FFF2-40B4-BE49-F238E27FC236}">
                  <a16:creationId xmlns:a16="http://schemas.microsoft.com/office/drawing/2014/main" id="{D449F55E-6A28-4068-9352-3D600B69D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83D1EE34-BD69-4228-8815-3E2F99EC7E75}"/>
              </a:ext>
            </a:extLst>
          </p:cNvPr>
          <p:cNvGrpSpPr/>
          <p:nvPr/>
        </p:nvGrpSpPr>
        <p:grpSpPr>
          <a:xfrm>
            <a:off x="2916744" y="1004738"/>
            <a:ext cx="331200" cy="1835117"/>
            <a:chOff x="5410200" y="1004738"/>
            <a:chExt cx="331200" cy="1835117"/>
          </a:xfrm>
        </p:grpSpPr>
        <p:sp>
          <p:nvSpPr>
            <p:cNvPr id="399" name="Rectangle 48">
              <a:extLst>
                <a:ext uri="{FF2B5EF4-FFF2-40B4-BE49-F238E27FC236}">
                  <a16:creationId xmlns:a16="http://schemas.microsoft.com/office/drawing/2014/main" id="{CDFC79D4-F0D6-4806-BBCC-A199E0E36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0" name="Rectangle 29">
              <a:extLst>
                <a:ext uri="{FF2B5EF4-FFF2-40B4-BE49-F238E27FC236}">
                  <a16:creationId xmlns:a16="http://schemas.microsoft.com/office/drawing/2014/main" id="{8456C1BF-C019-45CA-9136-7AF43E602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Rectangle 48">
              <a:extLst>
                <a:ext uri="{FF2B5EF4-FFF2-40B4-BE49-F238E27FC236}">
                  <a16:creationId xmlns:a16="http://schemas.microsoft.com/office/drawing/2014/main" id="{603066F0-C071-4BB9-915E-ED891C4BA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Rectangle 48">
              <a:extLst>
                <a:ext uri="{FF2B5EF4-FFF2-40B4-BE49-F238E27FC236}">
                  <a16:creationId xmlns:a16="http://schemas.microsoft.com/office/drawing/2014/main" id="{970BA58B-509E-4458-8B4B-FA40620B2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3" name="Rectangle 48">
              <a:extLst>
                <a:ext uri="{FF2B5EF4-FFF2-40B4-BE49-F238E27FC236}">
                  <a16:creationId xmlns:a16="http://schemas.microsoft.com/office/drawing/2014/main" id="{ACFC700F-1EF3-4765-B4A7-89DB13F1E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48">
              <a:extLst>
                <a:ext uri="{FF2B5EF4-FFF2-40B4-BE49-F238E27FC236}">
                  <a16:creationId xmlns:a16="http://schemas.microsoft.com/office/drawing/2014/main" id="{62E8CF34-1D1A-44E1-81AE-291184DC8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5" name="Rectangle 48">
              <a:extLst>
                <a:ext uri="{FF2B5EF4-FFF2-40B4-BE49-F238E27FC236}">
                  <a16:creationId xmlns:a16="http://schemas.microsoft.com/office/drawing/2014/main" id="{6B08EDC5-DFB0-47A0-8E71-4AD7900E0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04D9F499-8E91-4BB3-880A-CCC85C9720BB}"/>
              </a:ext>
            </a:extLst>
          </p:cNvPr>
          <p:cNvGrpSpPr/>
          <p:nvPr/>
        </p:nvGrpSpPr>
        <p:grpSpPr>
          <a:xfrm>
            <a:off x="2581466" y="1004738"/>
            <a:ext cx="331200" cy="1835117"/>
            <a:chOff x="5410200" y="1004738"/>
            <a:chExt cx="331200" cy="1835117"/>
          </a:xfrm>
        </p:grpSpPr>
        <p:sp>
          <p:nvSpPr>
            <p:cNvPr id="407" name="Rectangle 48">
              <a:extLst>
                <a:ext uri="{FF2B5EF4-FFF2-40B4-BE49-F238E27FC236}">
                  <a16:creationId xmlns:a16="http://schemas.microsoft.com/office/drawing/2014/main" id="{27B534A0-1731-4C7B-AC8C-3E952B8E9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8" name="Rectangle 29">
              <a:extLst>
                <a:ext uri="{FF2B5EF4-FFF2-40B4-BE49-F238E27FC236}">
                  <a16:creationId xmlns:a16="http://schemas.microsoft.com/office/drawing/2014/main" id="{19AE8AE4-23C5-411E-A72A-CF7583142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Rectangle 48">
              <a:extLst>
                <a:ext uri="{FF2B5EF4-FFF2-40B4-BE49-F238E27FC236}">
                  <a16:creationId xmlns:a16="http://schemas.microsoft.com/office/drawing/2014/main" id="{D60C497F-5863-432A-872C-7CC5B7AB8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Rectangle 48">
              <a:extLst>
                <a:ext uri="{FF2B5EF4-FFF2-40B4-BE49-F238E27FC236}">
                  <a16:creationId xmlns:a16="http://schemas.microsoft.com/office/drawing/2014/main" id="{259E1573-4CCB-4122-9F76-DDF3F9C6E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Rectangle 48">
              <a:extLst>
                <a:ext uri="{FF2B5EF4-FFF2-40B4-BE49-F238E27FC236}">
                  <a16:creationId xmlns:a16="http://schemas.microsoft.com/office/drawing/2014/main" id="{E7AD8661-72B6-434D-BAAE-A37760DEA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Rectangle 48">
              <a:extLst>
                <a:ext uri="{FF2B5EF4-FFF2-40B4-BE49-F238E27FC236}">
                  <a16:creationId xmlns:a16="http://schemas.microsoft.com/office/drawing/2014/main" id="{FFDF3ED4-98B5-48BE-80CC-22D8F973F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Rectangle 48">
              <a:extLst>
                <a:ext uri="{FF2B5EF4-FFF2-40B4-BE49-F238E27FC236}">
                  <a16:creationId xmlns:a16="http://schemas.microsoft.com/office/drawing/2014/main" id="{B05C23C0-D121-4693-B294-D836B1DE4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D168BC2F-0974-4F0A-BFFB-E18AAB4F1C15}"/>
              </a:ext>
            </a:extLst>
          </p:cNvPr>
          <p:cNvGrpSpPr/>
          <p:nvPr/>
        </p:nvGrpSpPr>
        <p:grpSpPr>
          <a:xfrm>
            <a:off x="2249996" y="1004738"/>
            <a:ext cx="331200" cy="1835117"/>
            <a:chOff x="5410200" y="1004738"/>
            <a:chExt cx="331200" cy="1835117"/>
          </a:xfrm>
        </p:grpSpPr>
        <p:sp>
          <p:nvSpPr>
            <p:cNvPr id="415" name="Rectangle 48">
              <a:extLst>
                <a:ext uri="{FF2B5EF4-FFF2-40B4-BE49-F238E27FC236}">
                  <a16:creationId xmlns:a16="http://schemas.microsoft.com/office/drawing/2014/main" id="{DF6050E3-65BA-4872-BF70-2695E8DD5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Rectangle 29">
              <a:extLst>
                <a:ext uri="{FF2B5EF4-FFF2-40B4-BE49-F238E27FC236}">
                  <a16:creationId xmlns:a16="http://schemas.microsoft.com/office/drawing/2014/main" id="{E633F1E3-BF51-4A22-A2FE-6031B8D6A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7" name="Rectangle 48">
              <a:extLst>
                <a:ext uri="{FF2B5EF4-FFF2-40B4-BE49-F238E27FC236}">
                  <a16:creationId xmlns:a16="http://schemas.microsoft.com/office/drawing/2014/main" id="{D4FCBAF0-A16A-4869-AC17-83637C14C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48">
              <a:extLst>
                <a:ext uri="{FF2B5EF4-FFF2-40B4-BE49-F238E27FC236}">
                  <a16:creationId xmlns:a16="http://schemas.microsoft.com/office/drawing/2014/main" id="{65EE864A-41B2-4B33-9FF8-1150A7CF8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9" name="Rectangle 48">
              <a:extLst>
                <a:ext uri="{FF2B5EF4-FFF2-40B4-BE49-F238E27FC236}">
                  <a16:creationId xmlns:a16="http://schemas.microsoft.com/office/drawing/2014/main" id="{65D34BCB-11DF-4DD0-BF8B-DE25D4AE1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0" name="Rectangle 48">
              <a:extLst>
                <a:ext uri="{FF2B5EF4-FFF2-40B4-BE49-F238E27FC236}">
                  <a16:creationId xmlns:a16="http://schemas.microsoft.com/office/drawing/2014/main" id="{18D60625-9BC7-4C6D-99B1-E813F3C54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48">
              <a:extLst>
                <a:ext uri="{FF2B5EF4-FFF2-40B4-BE49-F238E27FC236}">
                  <a16:creationId xmlns:a16="http://schemas.microsoft.com/office/drawing/2014/main" id="{FC1191EF-0526-421E-9971-AA816F7AF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25" name="Rectangle 29">
            <a:extLst>
              <a:ext uri="{FF2B5EF4-FFF2-40B4-BE49-F238E27FC236}">
                <a16:creationId xmlns:a16="http://schemas.microsoft.com/office/drawing/2014/main" id="{AED3A31C-147D-48A2-BB70-585A3895D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2" y="1004752"/>
            <a:ext cx="724441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Cycle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183" name="Table 182">
            <a:extLst>
              <a:ext uri="{FF2B5EF4-FFF2-40B4-BE49-F238E27FC236}">
                <a16:creationId xmlns:a16="http://schemas.microsoft.com/office/drawing/2014/main" id="{EC8722A4-BC07-4377-AF70-204E93F2B8BB}"/>
              </a:ext>
            </a:extLst>
          </p:cNvPr>
          <p:cNvGraphicFramePr>
            <a:graphicFrameLocks noGrp="1"/>
          </p:cNvGraphicFramePr>
          <p:nvPr/>
        </p:nvGraphicFramePr>
        <p:xfrm>
          <a:off x="221457" y="1347785"/>
          <a:ext cx="2013700" cy="1521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68285122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6171413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6253014"/>
                    </a:ext>
                  </a:extLst>
                </a:gridCol>
                <a:gridCol w="465700">
                  <a:extLst>
                    <a:ext uri="{9D8B030D-6E8A-4147-A177-3AD203B41FA5}">
                      <a16:colId xmlns:a16="http://schemas.microsoft.com/office/drawing/2014/main" val="3517611654"/>
                    </a:ext>
                  </a:extLst>
                </a:gridCol>
              </a:tblGrid>
              <a:tr h="171963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R1, R2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241112"/>
                  </a:ext>
                </a:extLst>
              </a:tr>
              <a:tr h="27449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R3, R4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7394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R2, R6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21130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R8, R9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26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R7, 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14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R5, 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8953267"/>
                  </a:ext>
                </a:extLst>
              </a:tr>
            </a:tbl>
          </a:graphicData>
        </a:graphic>
      </p:graphicFrame>
      <p:graphicFrame>
        <p:nvGraphicFramePr>
          <p:cNvPr id="184" name="Table 183">
            <a:extLst>
              <a:ext uri="{FF2B5EF4-FFF2-40B4-BE49-F238E27FC236}">
                <a16:creationId xmlns:a16="http://schemas.microsoft.com/office/drawing/2014/main" id="{7A2E9571-4F7F-4E45-9354-8C0E03B9BC15}"/>
              </a:ext>
            </a:extLst>
          </p:cNvPr>
          <p:cNvGraphicFramePr>
            <a:graphicFrameLocks noGrp="1"/>
          </p:cNvGraphicFramePr>
          <p:nvPr/>
        </p:nvGraphicFramePr>
        <p:xfrm>
          <a:off x="2805320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136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graphicFrame>
        <p:nvGraphicFramePr>
          <p:cNvPr id="185" name="Table 184">
            <a:extLst>
              <a:ext uri="{FF2B5EF4-FFF2-40B4-BE49-F238E27FC236}">
                <a16:creationId xmlns:a16="http://schemas.microsoft.com/office/drawing/2014/main" id="{D0CE5D96-F39A-48B4-9926-7925B25BA378}"/>
              </a:ext>
            </a:extLst>
          </p:cNvPr>
          <p:cNvGraphicFramePr>
            <a:graphicFrameLocks noGrp="1"/>
          </p:cNvGraphicFramePr>
          <p:nvPr/>
        </p:nvGraphicFramePr>
        <p:xfrm>
          <a:off x="5860859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17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graphicFrame>
        <p:nvGraphicFramePr>
          <p:cNvPr id="187" name="Table 186">
            <a:extLst>
              <a:ext uri="{FF2B5EF4-FFF2-40B4-BE49-F238E27FC236}">
                <a16:creationId xmlns:a16="http://schemas.microsoft.com/office/drawing/2014/main" id="{F95AF350-D047-475D-8530-C6DB73D4560F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3060460"/>
          <a:ext cx="2021396" cy="30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197">
                  <a:extLst>
                    <a:ext uri="{9D8B030D-6E8A-4147-A177-3AD203B41FA5}">
                      <a16:colId xmlns:a16="http://schemas.microsoft.com/office/drawing/2014/main" val="178228208"/>
                    </a:ext>
                  </a:extLst>
                </a:gridCol>
                <a:gridCol w="456057">
                  <a:extLst>
                    <a:ext uri="{9D8B030D-6E8A-4147-A177-3AD203B41FA5}">
                      <a16:colId xmlns:a16="http://schemas.microsoft.com/office/drawing/2014/main" val="514640341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3807375684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347605207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Register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Valid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Tag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Value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855663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67566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717070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R3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8068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8062439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9616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1653268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8406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7141418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960802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17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068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136</a:t>
                      </a:r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808428"/>
                  </a:ext>
                </a:extLst>
              </a:tr>
            </a:tbl>
          </a:graphicData>
        </a:graphic>
      </p:graphicFrame>
      <p:sp>
        <p:nvSpPr>
          <p:cNvPr id="152" name="矩形 151">
            <a:extLst>
              <a:ext uri="{FF2B5EF4-FFF2-40B4-BE49-F238E27FC236}">
                <a16:creationId xmlns:a16="http://schemas.microsoft.com/office/drawing/2014/main" id="{166A0A79-AF54-45EE-A515-D0E664E80C68}"/>
              </a:ext>
            </a:extLst>
          </p:cNvPr>
          <p:cNvSpPr/>
          <p:nvPr/>
        </p:nvSpPr>
        <p:spPr>
          <a:xfrm>
            <a:off x="210753" y="6508393"/>
            <a:ext cx="3262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MUL: 6 cycles,  ADD</a:t>
            </a:r>
            <a:r>
              <a:rPr lang="zh-CN" altLang="en-US" dirty="0"/>
              <a:t>：</a:t>
            </a:r>
            <a:r>
              <a:rPr lang="en-US" altLang="zh-CN" dirty="0"/>
              <a:t> 4 cycle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29366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85">
            <a:extLst>
              <a:ext uri="{FF2B5EF4-FFF2-40B4-BE49-F238E27FC236}">
                <a16:creationId xmlns:a16="http://schemas.microsoft.com/office/drawing/2014/main" id="{E9DB4282-DC0A-4AC3-8367-3D0343357A2E}"/>
              </a:ext>
            </a:extLst>
          </p:cNvPr>
          <p:cNvSpPr/>
          <p:nvPr/>
        </p:nvSpPr>
        <p:spPr bwMode="auto">
          <a:xfrm>
            <a:off x="7569747" y="951055"/>
            <a:ext cx="331200" cy="1918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FDBD3-8031-42D6-80CF-FE05E4EE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dirty="0"/>
              <a:t>Cycle 17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BFAF7-D375-4D96-BA5E-AF0327B958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A640EF-F0E2-4E49-9455-7E266BCEBB7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4AA7E21-7B39-4D87-8095-EBAAA1B5887A}"/>
              </a:ext>
            </a:extLst>
          </p:cNvPr>
          <p:cNvGrpSpPr/>
          <p:nvPr/>
        </p:nvGrpSpPr>
        <p:grpSpPr>
          <a:xfrm>
            <a:off x="3398728" y="4989344"/>
            <a:ext cx="1449705" cy="798651"/>
            <a:chOff x="6998109" y="2092803"/>
            <a:chExt cx="3805084" cy="2096244"/>
          </a:xfrm>
        </p:grpSpPr>
        <p:sp>
          <p:nvSpPr>
            <p:cNvPr id="20" name="Flowchart: Manual Operation 19">
              <a:extLst>
                <a:ext uri="{FF2B5EF4-FFF2-40B4-BE49-F238E27FC236}">
                  <a16:creationId xmlns:a16="http://schemas.microsoft.com/office/drawing/2014/main" id="{D9788A89-F980-424B-B3EA-FD96B8BD3A8E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+</a:t>
              </a:r>
              <a:endParaRPr kumimoji="0" lang="en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1E8E30-D2BE-4453-842F-BFE9A1A107DA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9DD9CB-A55D-427D-99E0-64627FC8AE38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ECA4318-6D66-4D09-AE89-D97B30539D8A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A79CD7C-A37E-433C-B255-46FD6FEBCF89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84043F-213C-4FA2-A503-A68507FB5934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B88D05-5CA0-48B4-9863-D2A4299DDDA4}"/>
              </a:ext>
            </a:extLst>
          </p:cNvPr>
          <p:cNvGrpSpPr/>
          <p:nvPr/>
        </p:nvGrpSpPr>
        <p:grpSpPr>
          <a:xfrm>
            <a:off x="6477000" y="4989344"/>
            <a:ext cx="1449705" cy="795474"/>
            <a:chOff x="6998109" y="2101142"/>
            <a:chExt cx="3805084" cy="2087904"/>
          </a:xfrm>
        </p:grpSpPr>
        <p:sp>
          <p:nvSpPr>
            <p:cNvPr id="27" name="Flowchart: Manual Operation 26">
              <a:extLst>
                <a:ext uri="{FF2B5EF4-FFF2-40B4-BE49-F238E27FC236}">
                  <a16:creationId xmlns:a16="http://schemas.microsoft.com/office/drawing/2014/main" id="{697BEE34-7099-4A97-B1AC-C9CE1D11B917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∗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4EB639-D558-45E4-9466-BDE2F8372937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5582676-F310-42D3-80E5-0D91022531B7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D48D83-B4BE-48B5-9027-5A30266F2B1B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4A397-3F5E-43B7-A316-493D0DF44868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5A5D3E-8DEE-420C-BF49-4FDB538C5A67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276969E8-E24A-4CDB-9F86-CEEF4ABAE5A4}"/>
              </a:ext>
            </a:extLst>
          </p:cNvPr>
          <p:cNvGrpSpPr/>
          <p:nvPr/>
        </p:nvGrpSpPr>
        <p:grpSpPr>
          <a:xfrm>
            <a:off x="7568485" y="1004738"/>
            <a:ext cx="331200" cy="1835117"/>
            <a:chOff x="5410200" y="1004738"/>
            <a:chExt cx="331200" cy="1835117"/>
          </a:xfrm>
        </p:grpSpPr>
        <p:sp>
          <p:nvSpPr>
            <p:cNvPr id="255" name="Rectangle 48">
              <a:extLst>
                <a:ext uri="{FF2B5EF4-FFF2-40B4-BE49-F238E27FC236}">
                  <a16:creationId xmlns:a16="http://schemas.microsoft.com/office/drawing/2014/main" id="{B9654CA4-F258-4005-B6B5-32B83A62D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6" name="Rectangle 29">
              <a:extLst>
                <a:ext uri="{FF2B5EF4-FFF2-40B4-BE49-F238E27FC236}">
                  <a16:creationId xmlns:a16="http://schemas.microsoft.com/office/drawing/2014/main" id="{484A9C9B-375C-4D92-996D-11924746A0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17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7" name="Rectangle 48">
              <a:extLst>
                <a:ext uri="{FF2B5EF4-FFF2-40B4-BE49-F238E27FC236}">
                  <a16:creationId xmlns:a16="http://schemas.microsoft.com/office/drawing/2014/main" id="{3C6016FE-006B-4737-BAF2-B64C9427B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Rectangle 48">
              <a:extLst>
                <a:ext uri="{FF2B5EF4-FFF2-40B4-BE49-F238E27FC236}">
                  <a16:creationId xmlns:a16="http://schemas.microsoft.com/office/drawing/2014/main" id="{B1E0CCD6-83CA-41DB-AC5E-DA25B9B6F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9" name="Rectangle 48">
              <a:extLst>
                <a:ext uri="{FF2B5EF4-FFF2-40B4-BE49-F238E27FC236}">
                  <a16:creationId xmlns:a16="http://schemas.microsoft.com/office/drawing/2014/main" id="{C542D25B-7B89-4541-8ACC-DFC5D16C0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0" name="Rectangle 48">
              <a:extLst>
                <a:ext uri="{FF2B5EF4-FFF2-40B4-BE49-F238E27FC236}">
                  <a16:creationId xmlns:a16="http://schemas.microsoft.com/office/drawing/2014/main" id="{6C876D25-E821-4675-BFEA-652DB5C22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1" name="Rectangle 48">
              <a:extLst>
                <a:ext uri="{FF2B5EF4-FFF2-40B4-BE49-F238E27FC236}">
                  <a16:creationId xmlns:a16="http://schemas.microsoft.com/office/drawing/2014/main" id="{6FD805B3-F5C1-48A3-ABDE-7455BA2A6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685051EA-E584-479B-8421-12ED79A3B15F}"/>
              </a:ext>
            </a:extLst>
          </p:cNvPr>
          <p:cNvGrpSpPr/>
          <p:nvPr/>
        </p:nvGrpSpPr>
        <p:grpSpPr>
          <a:xfrm>
            <a:off x="7237013" y="1004738"/>
            <a:ext cx="331200" cy="1835117"/>
            <a:chOff x="5410200" y="1004738"/>
            <a:chExt cx="331200" cy="1835117"/>
          </a:xfrm>
        </p:grpSpPr>
        <p:sp>
          <p:nvSpPr>
            <p:cNvPr id="263" name="Rectangle 48">
              <a:extLst>
                <a:ext uri="{FF2B5EF4-FFF2-40B4-BE49-F238E27FC236}">
                  <a16:creationId xmlns:a16="http://schemas.microsoft.com/office/drawing/2014/main" id="{AB23DB32-B70C-4C48-BC13-EA434A448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4" name="Rectangle 29">
              <a:extLst>
                <a:ext uri="{FF2B5EF4-FFF2-40B4-BE49-F238E27FC236}">
                  <a16:creationId xmlns:a16="http://schemas.microsoft.com/office/drawing/2014/main" id="{481031D3-6E36-4546-A6EB-80FEA24ED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5" name="Rectangle 48">
              <a:extLst>
                <a:ext uri="{FF2B5EF4-FFF2-40B4-BE49-F238E27FC236}">
                  <a16:creationId xmlns:a16="http://schemas.microsoft.com/office/drawing/2014/main" id="{FD3BF414-EEAF-4B8C-8125-81CE93866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6" name="Rectangle 48">
              <a:extLst>
                <a:ext uri="{FF2B5EF4-FFF2-40B4-BE49-F238E27FC236}">
                  <a16:creationId xmlns:a16="http://schemas.microsoft.com/office/drawing/2014/main" id="{18BA4F4B-0073-4549-B316-85BA78249F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7" name="Rectangle 48">
              <a:extLst>
                <a:ext uri="{FF2B5EF4-FFF2-40B4-BE49-F238E27FC236}">
                  <a16:creationId xmlns:a16="http://schemas.microsoft.com/office/drawing/2014/main" id="{E53E7982-3857-4FEC-BD29-866D3E583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8" name="Rectangle 48">
              <a:extLst>
                <a:ext uri="{FF2B5EF4-FFF2-40B4-BE49-F238E27FC236}">
                  <a16:creationId xmlns:a16="http://schemas.microsoft.com/office/drawing/2014/main" id="{2A9B3870-DF7E-428F-B4BA-4F0A980BB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9" name="Rectangle 48">
              <a:extLst>
                <a:ext uri="{FF2B5EF4-FFF2-40B4-BE49-F238E27FC236}">
                  <a16:creationId xmlns:a16="http://schemas.microsoft.com/office/drawing/2014/main" id="{E8A2B652-28F6-411D-A183-94FFD516E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A0F6EA19-66FA-4C60-BB94-23B75F1768F3}"/>
              </a:ext>
            </a:extLst>
          </p:cNvPr>
          <p:cNvGrpSpPr/>
          <p:nvPr/>
        </p:nvGrpSpPr>
        <p:grpSpPr>
          <a:xfrm>
            <a:off x="6905543" y="1004738"/>
            <a:ext cx="331200" cy="1835117"/>
            <a:chOff x="5410200" y="1004738"/>
            <a:chExt cx="331200" cy="1835117"/>
          </a:xfrm>
        </p:grpSpPr>
        <p:sp>
          <p:nvSpPr>
            <p:cNvPr id="271" name="Rectangle 48">
              <a:extLst>
                <a:ext uri="{FF2B5EF4-FFF2-40B4-BE49-F238E27FC236}">
                  <a16:creationId xmlns:a16="http://schemas.microsoft.com/office/drawing/2014/main" id="{7A811C06-55FF-41B5-BA5F-B63B54884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2" name="Rectangle 29">
              <a:extLst>
                <a:ext uri="{FF2B5EF4-FFF2-40B4-BE49-F238E27FC236}">
                  <a16:creationId xmlns:a16="http://schemas.microsoft.com/office/drawing/2014/main" id="{D072DCC5-89A9-400F-83E6-8595CF4DA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3" name="Rectangle 48">
              <a:extLst>
                <a:ext uri="{FF2B5EF4-FFF2-40B4-BE49-F238E27FC236}">
                  <a16:creationId xmlns:a16="http://schemas.microsoft.com/office/drawing/2014/main" id="{34B1D05F-38BC-430C-8C2C-08AA639009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4" name="Rectangle 48">
              <a:extLst>
                <a:ext uri="{FF2B5EF4-FFF2-40B4-BE49-F238E27FC236}">
                  <a16:creationId xmlns:a16="http://schemas.microsoft.com/office/drawing/2014/main" id="{BD12DA74-A010-40AD-8ECF-80CDDDD71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5" name="Rectangle 48">
              <a:extLst>
                <a:ext uri="{FF2B5EF4-FFF2-40B4-BE49-F238E27FC236}">
                  <a16:creationId xmlns:a16="http://schemas.microsoft.com/office/drawing/2014/main" id="{EB0EA52A-BF66-4308-91D8-FAF9ABD56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6" name="Rectangle 48">
              <a:extLst>
                <a:ext uri="{FF2B5EF4-FFF2-40B4-BE49-F238E27FC236}">
                  <a16:creationId xmlns:a16="http://schemas.microsoft.com/office/drawing/2014/main" id="{9B9978AE-5DA8-4162-9230-87C9D064D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Rectangle 48">
              <a:extLst>
                <a:ext uri="{FF2B5EF4-FFF2-40B4-BE49-F238E27FC236}">
                  <a16:creationId xmlns:a16="http://schemas.microsoft.com/office/drawing/2014/main" id="{E8C34CEE-5C20-4A89-BE20-41895F8A5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5698C659-FC69-4472-A0AD-30DE76AC044C}"/>
              </a:ext>
            </a:extLst>
          </p:cNvPr>
          <p:cNvGrpSpPr/>
          <p:nvPr/>
        </p:nvGrpSpPr>
        <p:grpSpPr>
          <a:xfrm>
            <a:off x="6570265" y="1004738"/>
            <a:ext cx="331200" cy="1835117"/>
            <a:chOff x="5410200" y="1004738"/>
            <a:chExt cx="331200" cy="1835117"/>
          </a:xfrm>
        </p:grpSpPr>
        <p:sp>
          <p:nvSpPr>
            <p:cNvPr id="279" name="Rectangle 48">
              <a:extLst>
                <a:ext uri="{FF2B5EF4-FFF2-40B4-BE49-F238E27FC236}">
                  <a16:creationId xmlns:a16="http://schemas.microsoft.com/office/drawing/2014/main" id="{402F7A8A-D3AE-43BB-B5B5-D42BB07E8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0" name="Rectangle 29">
              <a:extLst>
                <a:ext uri="{FF2B5EF4-FFF2-40B4-BE49-F238E27FC236}">
                  <a16:creationId xmlns:a16="http://schemas.microsoft.com/office/drawing/2014/main" id="{EE6BE9AF-CB32-4CB9-B8CA-7534B2613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1" name="Rectangle 48">
              <a:extLst>
                <a:ext uri="{FF2B5EF4-FFF2-40B4-BE49-F238E27FC236}">
                  <a16:creationId xmlns:a16="http://schemas.microsoft.com/office/drawing/2014/main" id="{B3F88A7C-2325-45EA-AC9B-28C19DD97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2" name="Rectangle 48">
              <a:extLst>
                <a:ext uri="{FF2B5EF4-FFF2-40B4-BE49-F238E27FC236}">
                  <a16:creationId xmlns:a16="http://schemas.microsoft.com/office/drawing/2014/main" id="{E30206CD-7B5E-4C2B-BB92-A1BF62556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3" name="Rectangle 48">
              <a:extLst>
                <a:ext uri="{FF2B5EF4-FFF2-40B4-BE49-F238E27FC236}">
                  <a16:creationId xmlns:a16="http://schemas.microsoft.com/office/drawing/2014/main" id="{6148EFDA-A3DF-45A3-8BA4-CB187A8F4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Rectangle 48">
              <a:extLst>
                <a:ext uri="{FF2B5EF4-FFF2-40B4-BE49-F238E27FC236}">
                  <a16:creationId xmlns:a16="http://schemas.microsoft.com/office/drawing/2014/main" id="{55512E09-19DB-41CE-9844-34E9AC22B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5" name="Rectangle 48">
              <a:extLst>
                <a:ext uri="{FF2B5EF4-FFF2-40B4-BE49-F238E27FC236}">
                  <a16:creationId xmlns:a16="http://schemas.microsoft.com/office/drawing/2014/main" id="{25BE0B7F-5534-4A20-93D3-5D074BCEE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51307670-AF54-48DA-B9AE-F822F05B9BA8}"/>
              </a:ext>
            </a:extLst>
          </p:cNvPr>
          <p:cNvGrpSpPr/>
          <p:nvPr/>
        </p:nvGrpSpPr>
        <p:grpSpPr>
          <a:xfrm>
            <a:off x="6238795" y="1004738"/>
            <a:ext cx="331200" cy="1835117"/>
            <a:chOff x="5410200" y="1004738"/>
            <a:chExt cx="331200" cy="1835117"/>
          </a:xfrm>
        </p:grpSpPr>
        <p:sp>
          <p:nvSpPr>
            <p:cNvPr id="287" name="Rectangle 48">
              <a:extLst>
                <a:ext uri="{FF2B5EF4-FFF2-40B4-BE49-F238E27FC236}">
                  <a16:creationId xmlns:a16="http://schemas.microsoft.com/office/drawing/2014/main" id="{302CDFE7-A71B-467E-94B5-2D6B7B435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8" name="Rectangle 29">
              <a:extLst>
                <a:ext uri="{FF2B5EF4-FFF2-40B4-BE49-F238E27FC236}">
                  <a16:creationId xmlns:a16="http://schemas.microsoft.com/office/drawing/2014/main" id="{5F96CA0A-EEB8-4594-99F3-8884016D2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9" name="Rectangle 48">
              <a:extLst>
                <a:ext uri="{FF2B5EF4-FFF2-40B4-BE49-F238E27FC236}">
                  <a16:creationId xmlns:a16="http://schemas.microsoft.com/office/drawing/2014/main" id="{D8C7E579-212F-44B7-967E-8002321C6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0" name="Rectangle 48">
              <a:extLst>
                <a:ext uri="{FF2B5EF4-FFF2-40B4-BE49-F238E27FC236}">
                  <a16:creationId xmlns:a16="http://schemas.microsoft.com/office/drawing/2014/main" id="{D41978D9-B193-41DD-BF65-F884F077A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1" name="Rectangle 48">
              <a:extLst>
                <a:ext uri="{FF2B5EF4-FFF2-40B4-BE49-F238E27FC236}">
                  <a16:creationId xmlns:a16="http://schemas.microsoft.com/office/drawing/2014/main" id="{C9BBD56B-78A0-44A3-AA51-0C2330DCE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2" name="Rectangle 48">
              <a:extLst>
                <a:ext uri="{FF2B5EF4-FFF2-40B4-BE49-F238E27FC236}">
                  <a16:creationId xmlns:a16="http://schemas.microsoft.com/office/drawing/2014/main" id="{407877B4-86A7-4266-9713-922144892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3" name="Rectangle 48">
              <a:extLst>
                <a:ext uri="{FF2B5EF4-FFF2-40B4-BE49-F238E27FC236}">
                  <a16:creationId xmlns:a16="http://schemas.microsoft.com/office/drawing/2014/main" id="{E78044AB-50A1-4E6E-9E4B-B60273C570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062D036E-F075-496A-A2B7-D5ECB0A3D250}"/>
              </a:ext>
            </a:extLst>
          </p:cNvPr>
          <p:cNvGrpSpPr/>
          <p:nvPr/>
        </p:nvGrpSpPr>
        <p:grpSpPr>
          <a:xfrm>
            <a:off x="5906053" y="1004738"/>
            <a:ext cx="331200" cy="1835117"/>
            <a:chOff x="5410200" y="1004738"/>
            <a:chExt cx="331200" cy="1835117"/>
          </a:xfrm>
        </p:grpSpPr>
        <p:sp>
          <p:nvSpPr>
            <p:cNvPr id="295" name="Rectangle 48">
              <a:extLst>
                <a:ext uri="{FF2B5EF4-FFF2-40B4-BE49-F238E27FC236}">
                  <a16:creationId xmlns:a16="http://schemas.microsoft.com/office/drawing/2014/main" id="{F65421D9-8B0A-424A-89B0-AD5D741C6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Rectangle 29">
              <a:extLst>
                <a:ext uri="{FF2B5EF4-FFF2-40B4-BE49-F238E27FC236}">
                  <a16:creationId xmlns:a16="http://schemas.microsoft.com/office/drawing/2014/main" id="{E57C3B8C-5E0B-4C5B-9680-5C95287B6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Rectangle 48">
              <a:extLst>
                <a:ext uri="{FF2B5EF4-FFF2-40B4-BE49-F238E27FC236}">
                  <a16:creationId xmlns:a16="http://schemas.microsoft.com/office/drawing/2014/main" id="{97FD98C7-8BD3-4949-AE2C-9702EF434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8" name="Rectangle 48">
              <a:extLst>
                <a:ext uri="{FF2B5EF4-FFF2-40B4-BE49-F238E27FC236}">
                  <a16:creationId xmlns:a16="http://schemas.microsoft.com/office/drawing/2014/main" id="{4E89CF3D-5E66-4CAB-A515-FB26E67D4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9" name="Rectangle 48">
              <a:extLst>
                <a:ext uri="{FF2B5EF4-FFF2-40B4-BE49-F238E27FC236}">
                  <a16:creationId xmlns:a16="http://schemas.microsoft.com/office/drawing/2014/main" id="{3C459CAA-ED04-46D8-9E2D-1DC7D2468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0" name="Rectangle 48">
              <a:extLst>
                <a:ext uri="{FF2B5EF4-FFF2-40B4-BE49-F238E27FC236}">
                  <a16:creationId xmlns:a16="http://schemas.microsoft.com/office/drawing/2014/main" id="{8065915C-C9FA-439F-9F42-8E14F3743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1" name="Rectangle 48">
              <a:extLst>
                <a:ext uri="{FF2B5EF4-FFF2-40B4-BE49-F238E27FC236}">
                  <a16:creationId xmlns:a16="http://schemas.microsoft.com/office/drawing/2014/main" id="{C72E49F6-5808-422A-9D40-8CC2F6FBC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A05CDA2B-4B07-4B27-AE40-ECE5614FBBDB}"/>
              </a:ext>
            </a:extLst>
          </p:cNvPr>
          <p:cNvGrpSpPr/>
          <p:nvPr/>
        </p:nvGrpSpPr>
        <p:grpSpPr>
          <a:xfrm>
            <a:off x="5574583" y="1004738"/>
            <a:ext cx="331200" cy="1835117"/>
            <a:chOff x="5410200" y="1004738"/>
            <a:chExt cx="331200" cy="1835117"/>
          </a:xfrm>
        </p:grpSpPr>
        <p:sp>
          <p:nvSpPr>
            <p:cNvPr id="303" name="Rectangle 48">
              <a:extLst>
                <a:ext uri="{FF2B5EF4-FFF2-40B4-BE49-F238E27FC236}">
                  <a16:creationId xmlns:a16="http://schemas.microsoft.com/office/drawing/2014/main" id="{18261890-CE35-49F9-B040-315B1B3F0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4" name="Rectangle 29">
              <a:extLst>
                <a:ext uri="{FF2B5EF4-FFF2-40B4-BE49-F238E27FC236}">
                  <a16:creationId xmlns:a16="http://schemas.microsoft.com/office/drawing/2014/main" id="{BB975130-B9A4-4E06-87F7-2E6CF4F62E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5" name="Rectangle 48">
              <a:extLst>
                <a:ext uri="{FF2B5EF4-FFF2-40B4-BE49-F238E27FC236}">
                  <a16:creationId xmlns:a16="http://schemas.microsoft.com/office/drawing/2014/main" id="{D17D0EEB-34D2-42A0-BD89-5AE8B3BD0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6" name="Rectangle 48">
              <a:extLst>
                <a:ext uri="{FF2B5EF4-FFF2-40B4-BE49-F238E27FC236}">
                  <a16:creationId xmlns:a16="http://schemas.microsoft.com/office/drawing/2014/main" id="{CEB489A7-F623-4F49-8A9F-CBE44B6FC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" name="Rectangle 48">
              <a:extLst>
                <a:ext uri="{FF2B5EF4-FFF2-40B4-BE49-F238E27FC236}">
                  <a16:creationId xmlns:a16="http://schemas.microsoft.com/office/drawing/2014/main" id="{8BADFF3B-C82E-4B71-A4A5-FDFBB6F7C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8" name="Rectangle 48">
              <a:extLst>
                <a:ext uri="{FF2B5EF4-FFF2-40B4-BE49-F238E27FC236}">
                  <a16:creationId xmlns:a16="http://schemas.microsoft.com/office/drawing/2014/main" id="{7FBB66AD-206F-4B8E-88F7-FFE82065B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Rectangle 48">
              <a:extLst>
                <a:ext uri="{FF2B5EF4-FFF2-40B4-BE49-F238E27FC236}">
                  <a16:creationId xmlns:a16="http://schemas.microsoft.com/office/drawing/2014/main" id="{2685FD37-E118-4FE8-83B6-BBAEAA784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6A59A262-7B1F-479F-A845-262E6EE30630}"/>
              </a:ext>
            </a:extLst>
          </p:cNvPr>
          <p:cNvGrpSpPr/>
          <p:nvPr/>
        </p:nvGrpSpPr>
        <p:grpSpPr>
          <a:xfrm>
            <a:off x="5239305" y="1004738"/>
            <a:ext cx="331200" cy="1835117"/>
            <a:chOff x="5410200" y="1004738"/>
            <a:chExt cx="331200" cy="1835117"/>
          </a:xfrm>
        </p:grpSpPr>
        <p:sp>
          <p:nvSpPr>
            <p:cNvPr id="311" name="Rectangle 48">
              <a:extLst>
                <a:ext uri="{FF2B5EF4-FFF2-40B4-BE49-F238E27FC236}">
                  <a16:creationId xmlns:a16="http://schemas.microsoft.com/office/drawing/2014/main" id="{A7AFA6A8-1C31-4DB5-8858-2E389543E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Rectangle 29">
              <a:extLst>
                <a:ext uri="{FF2B5EF4-FFF2-40B4-BE49-F238E27FC236}">
                  <a16:creationId xmlns:a16="http://schemas.microsoft.com/office/drawing/2014/main" id="{7690F476-DF7E-47C1-B981-5552F0106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0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Rectangle 48">
              <a:extLst>
                <a:ext uri="{FF2B5EF4-FFF2-40B4-BE49-F238E27FC236}">
                  <a16:creationId xmlns:a16="http://schemas.microsoft.com/office/drawing/2014/main" id="{C077CF72-C332-446A-8495-0E1FBF096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Rectangle 48">
              <a:extLst>
                <a:ext uri="{FF2B5EF4-FFF2-40B4-BE49-F238E27FC236}">
                  <a16:creationId xmlns:a16="http://schemas.microsoft.com/office/drawing/2014/main" id="{77CC9037-D59D-4F84-9313-F0403BAD6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5" name="Rectangle 48">
              <a:extLst>
                <a:ext uri="{FF2B5EF4-FFF2-40B4-BE49-F238E27FC236}">
                  <a16:creationId xmlns:a16="http://schemas.microsoft.com/office/drawing/2014/main" id="{7FF2A22B-4172-4C76-A67D-AB6EF2344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Rectangle 48">
              <a:extLst>
                <a:ext uri="{FF2B5EF4-FFF2-40B4-BE49-F238E27FC236}">
                  <a16:creationId xmlns:a16="http://schemas.microsoft.com/office/drawing/2014/main" id="{B3FBD2C9-B558-4F55-A240-DE6DFBD9A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7" name="Rectangle 48">
              <a:extLst>
                <a:ext uri="{FF2B5EF4-FFF2-40B4-BE49-F238E27FC236}">
                  <a16:creationId xmlns:a16="http://schemas.microsoft.com/office/drawing/2014/main" id="{D2517B42-73CA-4024-9080-CE7F3D217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1A7F16A8-FDF7-42DF-B54D-82F6AF89042C}"/>
              </a:ext>
            </a:extLst>
          </p:cNvPr>
          <p:cNvGrpSpPr/>
          <p:nvPr/>
        </p:nvGrpSpPr>
        <p:grpSpPr>
          <a:xfrm>
            <a:off x="4907835" y="1004738"/>
            <a:ext cx="331200" cy="1835117"/>
            <a:chOff x="5410200" y="1004738"/>
            <a:chExt cx="331200" cy="1835117"/>
          </a:xfrm>
        </p:grpSpPr>
        <p:sp>
          <p:nvSpPr>
            <p:cNvPr id="319" name="Rectangle 48">
              <a:extLst>
                <a:ext uri="{FF2B5EF4-FFF2-40B4-BE49-F238E27FC236}">
                  <a16:creationId xmlns:a16="http://schemas.microsoft.com/office/drawing/2014/main" id="{A5F109F5-FEB0-47A5-9D1C-E218C2241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Rectangle 29">
              <a:extLst>
                <a:ext uri="{FF2B5EF4-FFF2-40B4-BE49-F238E27FC236}">
                  <a16:creationId xmlns:a16="http://schemas.microsoft.com/office/drawing/2014/main" id="{0DD24DE9-AB7D-4594-A3FF-8F3F629F8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9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1" name="Rectangle 48">
              <a:extLst>
                <a:ext uri="{FF2B5EF4-FFF2-40B4-BE49-F238E27FC236}">
                  <a16:creationId xmlns:a16="http://schemas.microsoft.com/office/drawing/2014/main" id="{415089C7-3623-4DBD-8368-94D66D7A7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Rectangle 48">
              <a:extLst>
                <a:ext uri="{FF2B5EF4-FFF2-40B4-BE49-F238E27FC236}">
                  <a16:creationId xmlns:a16="http://schemas.microsoft.com/office/drawing/2014/main" id="{FAA34AD9-82AE-47AB-B896-65DCA9864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3" name="Rectangle 48">
              <a:extLst>
                <a:ext uri="{FF2B5EF4-FFF2-40B4-BE49-F238E27FC236}">
                  <a16:creationId xmlns:a16="http://schemas.microsoft.com/office/drawing/2014/main" id="{A2152364-4EEA-423A-A044-042BB12C1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4" name="Rectangle 48">
              <a:extLst>
                <a:ext uri="{FF2B5EF4-FFF2-40B4-BE49-F238E27FC236}">
                  <a16:creationId xmlns:a16="http://schemas.microsoft.com/office/drawing/2014/main" id="{4B168F5F-8257-4479-BD5E-A95BB36EC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5" name="Rectangle 48">
              <a:extLst>
                <a:ext uri="{FF2B5EF4-FFF2-40B4-BE49-F238E27FC236}">
                  <a16:creationId xmlns:a16="http://schemas.microsoft.com/office/drawing/2014/main" id="{8350DDDC-D771-4A59-B0BA-BF11B1535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DE7BA189-51B5-4EB6-9846-D47A8E290126}"/>
              </a:ext>
            </a:extLst>
          </p:cNvPr>
          <p:cNvGrpSpPr/>
          <p:nvPr/>
        </p:nvGrpSpPr>
        <p:grpSpPr>
          <a:xfrm>
            <a:off x="4576363" y="1004738"/>
            <a:ext cx="331200" cy="1835117"/>
            <a:chOff x="5410200" y="1004738"/>
            <a:chExt cx="331200" cy="1835117"/>
          </a:xfrm>
        </p:grpSpPr>
        <p:sp>
          <p:nvSpPr>
            <p:cNvPr id="327" name="Rectangle 48">
              <a:extLst>
                <a:ext uri="{FF2B5EF4-FFF2-40B4-BE49-F238E27FC236}">
                  <a16:creationId xmlns:a16="http://schemas.microsoft.com/office/drawing/2014/main" id="{5C3374E5-8F34-4259-A78D-063086340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8" name="Rectangle 29">
              <a:extLst>
                <a:ext uri="{FF2B5EF4-FFF2-40B4-BE49-F238E27FC236}">
                  <a16:creationId xmlns:a16="http://schemas.microsoft.com/office/drawing/2014/main" id="{3E826BE3-D567-465F-AB3E-FC6CEEBF6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8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9" name="Rectangle 48">
              <a:extLst>
                <a:ext uri="{FF2B5EF4-FFF2-40B4-BE49-F238E27FC236}">
                  <a16:creationId xmlns:a16="http://schemas.microsoft.com/office/drawing/2014/main" id="{040D80C0-C403-44E9-99ED-17593D1C7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48">
              <a:extLst>
                <a:ext uri="{FF2B5EF4-FFF2-40B4-BE49-F238E27FC236}">
                  <a16:creationId xmlns:a16="http://schemas.microsoft.com/office/drawing/2014/main" id="{47CF507F-CAA1-4948-A616-409E3C4BB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Rectangle 48">
              <a:extLst>
                <a:ext uri="{FF2B5EF4-FFF2-40B4-BE49-F238E27FC236}">
                  <a16:creationId xmlns:a16="http://schemas.microsoft.com/office/drawing/2014/main" id="{2F3AA7DD-61BD-42A2-AB2E-E4EBE7F7B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Rectangle 48">
              <a:extLst>
                <a:ext uri="{FF2B5EF4-FFF2-40B4-BE49-F238E27FC236}">
                  <a16:creationId xmlns:a16="http://schemas.microsoft.com/office/drawing/2014/main" id="{9EBA70D1-8405-47BD-A9C1-C3226FA13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48">
              <a:extLst>
                <a:ext uri="{FF2B5EF4-FFF2-40B4-BE49-F238E27FC236}">
                  <a16:creationId xmlns:a16="http://schemas.microsoft.com/office/drawing/2014/main" id="{0810E8DA-8DC3-4FE5-9A89-90A722B45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BC666277-2CBB-46EC-838E-0C7B13DB300E}"/>
              </a:ext>
            </a:extLst>
          </p:cNvPr>
          <p:cNvGrpSpPr/>
          <p:nvPr/>
        </p:nvGrpSpPr>
        <p:grpSpPr>
          <a:xfrm>
            <a:off x="4244893" y="1004738"/>
            <a:ext cx="331200" cy="1835117"/>
            <a:chOff x="5410200" y="1004738"/>
            <a:chExt cx="331200" cy="1835117"/>
          </a:xfrm>
        </p:grpSpPr>
        <p:sp>
          <p:nvSpPr>
            <p:cNvPr id="335" name="Rectangle 48">
              <a:extLst>
                <a:ext uri="{FF2B5EF4-FFF2-40B4-BE49-F238E27FC236}">
                  <a16:creationId xmlns:a16="http://schemas.microsoft.com/office/drawing/2014/main" id="{297F945E-8439-4238-B96E-115E46847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6" name="Rectangle 29">
              <a:extLst>
                <a:ext uri="{FF2B5EF4-FFF2-40B4-BE49-F238E27FC236}">
                  <a16:creationId xmlns:a16="http://schemas.microsoft.com/office/drawing/2014/main" id="{234ED10A-8BF0-43DC-B80F-E1C978196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7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7" name="Rectangle 48">
              <a:extLst>
                <a:ext uri="{FF2B5EF4-FFF2-40B4-BE49-F238E27FC236}">
                  <a16:creationId xmlns:a16="http://schemas.microsoft.com/office/drawing/2014/main" id="{387A1859-590F-4BE2-810A-4A6E69651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48">
              <a:extLst>
                <a:ext uri="{FF2B5EF4-FFF2-40B4-BE49-F238E27FC236}">
                  <a16:creationId xmlns:a16="http://schemas.microsoft.com/office/drawing/2014/main" id="{EF5B30EB-E433-4708-91AE-AA87A2BC6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9" name="Rectangle 48">
              <a:extLst>
                <a:ext uri="{FF2B5EF4-FFF2-40B4-BE49-F238E27FC236}">
                  <a16:creationId xmlns:a16="http://schemas.microsoft.com/office/drawing/2014/main" id="{6EF03208-866E-4C87-9D31-A40DD67D4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0" name="Rectangle 48">
              <a:extLst>
                <a:ext uri="{FF2B5EF4-FFF2-40B4-BE49-F238E27FC236}">
                  <a16:creationId xmlns:a16="http://schemas.microsoft.com/office/drawing/2014/main" id="{3589C470-B0A0-4CDD-8141-D072CE5F5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1" name="Rectangle 48">
              <a:extLst>
                <a:ext uri="{FF2B5EF4-FFF2-40B4-BE49-F238E27FC236}">
                  <a16:creationId xmlns:a16="http://schemas.microsoft.com/office/drawing/2014/main" id="{6B64D656-AA6D-4CF1-A146-1DF571C71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35D5D976-C5CB-4915-A940-F1F859F0DCEB}"/>
              </a:ext>
            </a:extLst>
          </p:cNvPr>
          <p:cNvGrpSpPr/>
          <p:nvPr/>
        </p:nvGrpSpPr>
        <p:grpSpPr>
          <a:xfrm>
            <a:off x="3909615" y="1004738"/>
            <a:ext cx="331200" cy="1835117"/>
            <a:chOff x="5410200" y="1004738"/>
            <a:chExt cx="331200" cy="1835117"/>
          </a:xfrm>
        </p:grpSpPr>
        <p:sp>
          <p:nvSpPr>
            <p:cNvPr id="343" name="Rectangle 48">
              <a:extLst>
                <a:ext uri="{FF2B5EF4-FFF2-40B4-BE49-F238E27FC236}">
                  <a16:creationId xmlns:a16="http://schemas.microsoft.com/office/drawing/2014/main" id="{DB108FB9-796F-4D35-BC0A-CC0464243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Rectangle 29">
              <a:extLst>
                <a:ext uri="{FF2B5EF4-FFF2-40B4-BE49-F238E27FC236}">
                  <a16:creationId xmlns:a16="http://schemas.microsoft.com/office/drawing/2014/main" id="{B433B9A4-94B1-4C87-A6E1-55518397A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Rectangle 48">
              <a:extLst>
                <a:ext uri="{FF2B5EF4-FFF2-40B4-BE49-F238E27FC236}">
                  <a16:creationId xmlns:a16="http://schemas.microsoft.com/office/drawing/2014/main" id="{01CE9CD9-3BA8-48AF-97F3-8DBD484E4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Rectangle 48">
              <a:extLst>
                <a:ext uri="{FF2B5EF4-FFF2-40B4-BE49-F238E27FC236}">
                  <a16:creationId xmlns:a16="http://schemas.microsoft.com/office/drawing/2014/main" id="{615243F1-AB54-43A6-B06A-0C6CE1214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Rectangle 48">
              <a:extLst>
                <a:ext uri="{FF2B5EF4-FFF2-40B4-BE49-F238E27FC236}">
                  <a16:creationId xmlns:a16="http://schemas.microsoft.com/office/drawing/2014/main" id="{28949A8F-4EB4-4CC9-BBAF-C67DBBE38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Rectangle 48">
              <a:extLst>
                <a:ext uri="{FF2B5EF4-FFF2-40B4-BE49-F238E27FC236}">
                  <a16:creationId xmlns:a16="http://schemas.microsoft.com/office/drawing/2014/main" id="{B8EFCFE0-6C94-4A1A-8750-7EBCECD3A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Rectangle 48">
              <a:extLst>
                <a:ext uri="{FF2B5EF4-FFF2-40B4-BE49-F238E27FC236}">
                  <a16:creationId xmlns:a16="http://schemas.microsoft.com/office/drawing/2014/main" id="{B3BB5F8C-F65C-4C77-9345-C1A084715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F64DB39A-2EDA-4EE0-89CA-B7E7863F05E0}"/>
              </a:ext>
            </a:extLst>
          </p:cNvPr>
          <p:cNvGrpSpPr/>
          <p:nvPr/>
        </p:nvGrpSpPr>
        <p:grpSpPr>
          <a:xfrm>
            <a:off x="3578145" y="1004738"/>
            <a:ext cx="331200" cy="1835117"/>
            <a:chOff x="5410200" y="1004738"/>
            <a:chExt cx="331200" cy="1835117"/>
          </a:xfrm>
        </p:grpSpPr>
        <p:sp>
          <p:nvSpPr>
            <p:cNvPr id="351" name="Rectangle 48">
              <a:extLst>
                <a:ext uri="{FF2B5EF4-FFF2-40B4-BE49-F238E27FC236}">
                  <a16:creationId xmlns:a16="http://schemas.microsoft.com/office/drawing/2014/main" id="{948C3007-FCCB-4C6E-AC3E-7A3E53F18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9">
              <a:extLst>
                <a:ext uri="{FF2B5EF4-FFF2-40B4-BE49-F238E27FC236}">
                  <a16:creationId xmlns:a16="http://schemas.microsoft.com/office/drawing/2014/main" id="{99A1184C-590C-48A6-B563-6107C0ED8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3" name="Rectangle 48">
              <a:extLst>
                <a:ext uri="{FF2B5EF4-FFF2-40B4-BE49-F238E27FC236}">
                  <a16:creationId xmlns:a16="http://schemas.microsoft.com/office/drawing/2014/main" id="{F7C02F4A-2BDB-4EDC-B5CD-C21DA4AA5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4" name="Rectangle 48">
              <a:extLst>
                <a:ext uri="{FF2B5EF4-FFF2-40B4-BE49-F238E27FC236}">
                  <a16:creationId xmlns:a16="http://schemas.microsoft.com/office/drawing/2014/main" id="{BDA0FFCA-B617-4185-A4E4-C01BE10E6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5" name="Rectangle 48">
              <a:extLst>
                <a:ext uri="{FF2B5EF4-FFF2-40B4-BE49-F238E27FC236}">
                  <a16:creationId xmlns:a16="http://schemas.microsoft.com/office/drawing/2014/main" id="{D0A0FC86-ADFC-4188-A139-A27828021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6" name="Rectangle 48">
              <a:extLst>
                <a:ext uri="{FF2B5EF4-FFF2-40B4-BE49-F238E27FC236}">
                  <a16:creationId xmlns:a16="http://schemas.microsoft.com/office/drawing/2014/main" id="{C1B0E32B-96BA-4122-95E4-2EEAEF749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7" name="Rectangle 48">
              <a:extLst>
                <a:ext uri="{FF2B5EF4-FFF2-40B4-BE49-F238E27FC236}">
                  <a16:creationId xmlns:a16="http://schemas.microsoft.com/office/drawing/2014/main" id="{1BCD692A-E03D-446D-805F-8727CCA16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D0D0D1D7-221D-499B-A7D7-74C40B469889}"/>
              </a:ext>
            </a:extLst>
          </p:cNvPr>
          <p:cNvGrpSpPr/>
          <p:nvPr/>
        </p:nvGrpSpPr>
        <p:grpSpPr>
          <a:xfrm>
            <a:off x="3248214" y="1004738"/>
            <a:ext cx="331200" cy="1835117"/>
            <a:chOff x="5410200" y="1004738"/>
            <a:chExt cx="331200" cy="1835117"/>
          </a:xfrm>
        </p:grpSpPr>
        <p:sp>
          <p:nvSpPr>
            <p:cNvPr id="391" name="Rectangle 48">
              <a:extLst>
                <a:ext uri="{FF2B5EF4-FFF2-40B4-BE49-F238E27FC236}">
                  <a16:creationId xmlns:a16="http://schemas.microsoft.com/office/drawing/2014/main" id="{142C9FB2-4DFA-45FE-9967-3D16C5807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2" name="Rectangle 29">
              <a:extLst>
                <a:ext uri="{FF2B5EF4-FFF2-40B4-BE49-F238E27FC236}">
                  <a16:creationId xmlns:a16="http://schemas.microsoft.com/office/drawing/2014/main" id="{13C845B4-BBD0-4E88-86A5-1201EC939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3" name="Rectangle 48">
              <a:extLst>
                <a:ext uri="{FF2B5EF4-FFF2-40B4-BE49-F238E27FC236}">
                  <a16:creationId xmlns:a16="http://schemas.microsoft.com/office/drawing/2014/main" id="{4FC63368-BB30-4160-8128-E1956EDEE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4" name="Rectangle 48">
              <a:extLst>
                <a:ext uri="{FF2B5EF4-FFF2-40B4-BE49-F238E27FC236}">
                  <a16:creationId xmlns:a16="http://schemas.microsoft.com/office/drawing/2014/main" id="{5A872067-9D5D-455D-B495-E18252EE3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5" name="Rectangle 48">
              <a:extLst>
                <a:ext uri="{FF2B5EF4-FFF2-40B4-BE49-F238E27FC236}">
                  <a16:creationId xmlns:a16="http://schemas.microsoft.com/office/drawing/2014/main" id="{EB1BAB0E-8365-4C09-B376-99F62A1D9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48">
              <a:extLst>
                <a:ext uri="{FF2B5EF4-FFF2-40B4-BE49-F238E27FC236}">
                  <a16:creationId xmlns:a16="http://schemas.microsoft.com/office/drawing/2014/main" id="{CABB04FE-6DE0-4414-A1A8-D9186CBEA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Rectangle 48">
              <a:extLst>
                <a:ext uri="{FF2B5EF4-FFF2-40B4-BE49-F238E27FC236}">
                  <a16:creationId xmlns:a16="http://schemas.microsoft.com/office/drawing/2014/main" id="{D449F55E-6A28-4068-9352-3D600B69D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83D1EE34-BD69-4228-8815-3E2F99EC7E75}"/>
              </a:ext>
            </a:extLst>
          </p:cNvPr>
          <p:cNvGrpSpPr/>
          <p:nvPr/>
        </p:nvGrpSpPr>
        <p:grpSpPr>
          <a:xfrm>
            <a:off x="2916744" y="1004738"/>
            <a:ext cx="331200" cy="1835117"/>
            <a:chOff x="5410200" y="1004738"/>
            <a:chExt cx="331200" cy="1835117"/>
          </a:xfrm>
        </p:grpSpPr>
        <p:sp>
          <p:nvSpPr>
            <p:cNvPr id="399" name="Rectangle 48">
              <a:extLst>
                <a:ext uri="{FF2B5EF4-FFF2-40B4-BE49-F238E27FC236}">
                  <a16:creationId xmlns:a16="http://schemas.microsoft.com/office/drawing/2014/main" id="{CDFC79D4-F0D6-4806-BBCC-A199E0E36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0" name="Rectangle 29">
              <a:extLst>
                <a:ext uri="{FF2B5EF4-FFF2-40B4-BE49-F238E27FC236}">
                  <a16:creationId xmlns:a16="http://schemas.microsoft.com/office/drawing/2014/main" id="{8456C1BF-C019-45CA-9136-7AF43E602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Rectangle 48">
              <a:extLst>
                <a:ext uri="{FF2B5EF4-FFF2-40B4-BE49-F238E27FC236}">
                  <a16:creationId xmlns:a16="http://schemas.microsoft.com/office/drawing/2014/main" id="{603066F0-C071-4BB9-915E-ED891C4BA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Rectangle 48">
              <a:extLst>
                <a:ext uri="{FF2B5EF4-FFF2-40B4-BE49-F238E27FC236}">
                  <a16:creationId xmlns:a16="http://schemas.microsoft.com/office/drawing/2014/main" id="{970BA58B-509E-4458-8B4B-FA40620B2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3" name="Rectangle 48">
              <a:extLst>
                <a:ext uri="{FF2B5EF4-FFF2-40B4-BE49-F238E27FC236}">
                  <a16:creationId xmlns:a16="http://schemas.microsoft.com/office/drawing/2014/main" id="{ACFC700F-1EF3-4765-B4A7-89DB13F1E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48">
              <a:extLst>
                <a:ext uri="{FF2B5EF4-FFF2-40B4-BE49-F238E27FC236}">
                  <a16:creationId xmlns:a16="http://schemas.microsoft.com/office/drawing/2014/main" id="{62E8CF34-1D1A-44E1-81AE-291184DC8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5" name="Rectangle 48">
              <a:extLst>
                <a:ext uri="{FF2B5EF4-FFF2-40B4-BE49-F238E27FC236}">
                  <a16:creationId xmlns:a16="http://schemas.microsoft.com/office/drawing/2014/main" id="{6B08EDC5-DFB0-47A0-8E71-4AD7900E0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04D9F499-8E91-4BB3-880A-CCC85C9720BB}"/>
              </a:ext>
            </a:extLst>
          </p:cNvPr>
          <p:cNvGrpSpPr/>
          <p:nvPr/>
        </p:nvGrpSpPr>
        <p:grpSpPr>
          <a:xfrm>
            <a:off x="2581466" y="1004738"/>
            <a:ext cx="331200" cy="1835117"/>
            <a:chOff x="5410200" y="1004738"/>
            <a:chExt cx="331200" cy="1835117"/>
          </a:xfrm>
        </p:grpSpPr>
        <p:sp>
          <p:nvSpPr>
            <p:cNvPr id="407" name="Rectangle 48">
              <a:extLst>
                <a:ext uri="{FF2B5EF4-FFF2-40B4-BE49-F238E27FC236}">
                  <a16:creationId xmlns:a16="http://schemas.microsoft.com/office/drawing/2014/main" id="{27B534A0-1731-4C7B-AC8C-3E952B8E9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8" name="Rectangle 29">
              <a:extLst>
                <a:ext uri="{FF2B5EF4-FFF2-40B4-BE49-F238E27FC236}">
                  <a16:creationId xmlns:a16="http://schemas.microsoft.com/office/drawing/2014/main" id="{19AE8AE4-23C5-411E-A72A-CF7583142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Rectangle 48">
              <a:extLst>
                <a:ext uri="{FF2B5EF4-FFF2-40B4-BE49-F238E27FC236}">
                  <a16:creationId xmlns:a16="http://schemas.microsoft.com/office/drawing/2014/main" id="{D60C497F-5863-432A-872C-7CC5B7AB8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Rectangle 48">
              <a:extLst>
                <a:ext uri="{FF2B5EF4-FFF2-40B4-BE49-F238E27FC236}">
                  <a16:creationId xmlns:a16="http://schemas.microsoft.com/office/drawing/2014/main" id="{259E1573-4CCB-4122-9F76-DDF3F9C6E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Rectangle 48">
              <a:extLst>
                <a:ext uri="{FF2B5EF4-FFF2-40B4-BE49-F238E27FC236}">
                  <a16:creationId xmlns:a16="http://schemas.microsoft.com/office/drawing/2014/main" id="{E7AD8661-72B6-434D-BAAE-A37760DEA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Rectangle 48">
              <a:extLst>
                <a:ext uri="{FF2B5EF4-FFF2-40B4-BE49-F238E27FC236}">
                  <a16:creationId xmlns:a16="http://schemas.microsoft.com/office/drawing/2014/main" id="{FFDF3ED4-98B5-48BE-80CC-22D8F973F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Rectangle 48">
              <a:extLst>
                <a:ext uri="{FF2B5EF4-FFF2-40B4-BE49-F238E27FC236}">
                  <a16:creationId xmlns:a16="http://schemas.microsoft.com/office/drawing/2014/main" id="{B05C23C0-D121-4693-B294-D836B1DE4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D168BC2F-0974-4F0A-BFFB-E18AAB4F1C15}"/>
              </a:ext>
            </a:extLst>
          </p:cNvPr>
          <p:cNvGrpSpPr/>
          <p:nvPr/>
        </p:nvGrpSpPr>
        <p:grpSpPr>
          <a:xfrm>
            <a:off x="2249996" y="1004738"/>
            <a:ext cx="331200" cy="1835117"/>
            <a:chOff x="5410200" y="1004738"/>
            <a:chExt cx="331200" cy="1835117"/>
          </a:xfrm>
        </p:grpSpPr>
        <p:sp>
          <p:nvSpPr>
            <p:cNvPr id="415" name="Rectangle 48">
              <a:extLst>
                <a:ext uri="{FF2B5EF4-FFF2-40B4-BE49-F238E27FC236}">
                  <a16:creationId xmlns:a16="http://schemas.microsoft.com/office/drawing/2014/main" id="{DF6050E3-65BA-4872-BF70-2695E8DD5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Rectangle 29">
              <a:extLst>
                <a:ext uri="{FF2B5EF4-FFF2-40B4-BE49-F238E27FC236}">
                  <a16:creationId xmlns:a16="http://schemas.microsoft.com/office/drawing/2014/main" id="{E633F1E3-BF51-4A22-A2FE-6031B8D6A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7" name="Rectangle 48">
              <a:extLst>
                <a:ext uri="{FF2B5EF4-FFF2-40B4-BE49-F238E27FC236}">
                  <a16:creationId xmlns:a16="http://schemas.microsoft.com/office/drawing/2014/main" id="{D4FCBAF0-A16A-4869-AC17-83637C14C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48">
              <a:extLst>
                <a:ext uri="{FF2B5EF4-FFF2-40B4-BE49-F238E27FC236}">
                  <a16:creationId xmlns:a16="http://schemas.microsoft.com/office/drawing/2014/main" id="{65EE864A-41B2-4B33-9FF8-1150A7CF8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9" name="Rectangle 48">
              <a:extLst>
                <a:ext uri="{FF2B5EF4-FFF2-40B4-BE49-F238E27FC236}">
                  <a16:creationId xmlns:a16="http://schemas.microsoft.com/office/drawing/2014/main" id="{65D34BCB-11DF-4DD0-BF8B-DE25D4AE1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0" name="Rectangle 48">
              <a:extLst>
                <a:ext uri="{FF2B5EF4-FFF2-40B4-BE49-F238E27FC236}">
                  <a16:creationId xmlns:a16="http://schemas.microsoft.com/office/drawing/2014/main" id="{18D60625-9BC7-4C6D-99B1-E813F3C54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48">
              <a:extLst>
                <a:ext uri="{FF2B5EF4-FFF2-40B4-BE49-F238E27FC236}">
                  <a16:creationId xmlns:a16="http://schemas.microsoft.com/office/drawing/2014/main" id="{FC1191EF-0526-421E-9971-AA816F7AF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25" name="Rectangle 29">
            <a:extLst>
              <a:ext uri="{FF2B5EF4-FFF2-40B4-BE49-F238E27FC236}">
                <a16:creationId xmlns:a16="http://schemas.microsoft.com/office/drawing/2014/main" id="{AED3A31C-147D-48A2-BB70-585A3895D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2" y="1004752"/>
            <a:ext cx="724441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Cycle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183" name="Table 182">
            <a:extLst>
              <a:ext uri="{FF2B5EF4-FFF2-40B4-BE49-F238E27FC236}">
                <a16:creationId xmlns:a16="http://schemas.microsoft.com/office/drawing/2014/main" id="{EC8722A4-BC07-4377-AF70-204E93F2B8BB}"/>
              </a:ext>
            </a:extLst>
          </p:cNvPr>
          <p:cNvGraphicFramePr>
            <a:graphicFrameLocks noGrp="1"/>
          </p:cNvGraphicFramePr>
          <p:nvPr/>
        </p:nvGraphicFramePr>
        <p:xfrm>
          <a:off x="221457" y="1347785"/>
          <a:ext cx="2013700" cy="1521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68285122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6171413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6253014"/>
                    </a:ext>
                  </a:extLst>
                </a:gridCol>
                <a:gridCol w="465700">
                  <a:extLst>
                    <a:ext uri="{9D8B030D-6E8A-4147-A177-3AD203B41FA5}">
                      <a16:colId xmlns:a16="http://schemas.microsoft.com/office/drawing/2014/main" val="3517611654"/>
                    </a:ext>
                  </a:extLst>
                </a:gridCol>
              </a:tblGrid>
              <a:tr h="171963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R1, R2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241112"/>
                  </a:ext>
                </a:extLst>
              </a:tr>
              <a:tr h="27449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R3, R4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7394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R2, R6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21130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R8, R9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26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R7, 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14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R5, 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8953267"/>
                  </a:ext>
                </a:extLst>
              </a:tr>
            </a:tbl>
          </a:graphicData>
        </a:graphic>
      </p:graphicFrame>
      <p:graphicFrame>
        <p:nvGraphicFramePr>
          <p:cNvPr id="185" name="Table 184">
            <a:extLst>
              <a:ext uri="{FF2B5EF4-FFF2-40B4-BE49-F238E27FC236}">
                <a16:creationId xmlns:a16="http://schemas.microsoft.com/office/drawing/2014/main" id="{D0CE5D96-F39A-48B4-9926-7925B25BA378}"/>
              </a:ext>
            </a:extLst>
          </p:cNvPr>
          <p:cNvGraphicFramePr>
            <a:graphicFrameLocks noGrp="1"/>
          </p:cNvGraphicFramePr>
          <p:nvPr/>
        </p:nvGraphicFramePr>
        <p:xfrm>
          <a:off x="5860859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17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graphicFrame>
        <p:nvGraphicFramePr>
          <p:cNvPr id="188" name="Table 187">
            <a:extLst>
              <a:ext uri="{FF2B5EF4-FFF2-40B4-BE49-F238E27FC236}">
                <a16:creationId xmlns:a16="http://schemas.microsoft.com/office/drawing/2014/main" id="{C16A702F-800F-4C3B-964A-75B64106925A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3060460"/>
          <a:ext cx="2021396" cy="30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197">
                  <a:extLst>
                    <a:ext uri="{9D8B030D-6E8A-4147-A177-3AD203B41FA5}">
                      <a16:colId xmlns:a16="http://schemas.microsoft.com/office/drawing/2014/main" val="178228208"/>
                    </a:ext>
                  </a:extLst>
                </a:gridCol>
                <a:gridCol w="456057">
                  <a:extLst>
                    <a:ext uri="{9D8B030D-6E8A-4147-A177-3AD203B41FA5}">
                      <a16:colId xmlns:a16="http://schemas.microsoft.com/office/drawing/2014/main" val="514640341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3807375684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347605207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Register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Valid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Tag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Value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855663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67566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717070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R3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8068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8062439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9616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1653268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8406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7141418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960802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17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068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136</a:t>
                      </a:r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808428"/>
                  </a:ext>
                </a:extLst>
              </a:tr>
            </a:tbl>
          </a:graphicData>
        </a:graphic>
      </p:graphicFrame>
      <p:graphicFrame>
        <p:nvGraphicFramePr>
          <p:cNvPr id="189" name="Table 188">
            <a:extLst>
              <a:ext uri="{FF2B5EF4-FFF2-40B4-BE49-F238E27FC236}">
                <a16:creationId xmlns:a16="http://schemas.microsoft.com/office/drawing/2014/main" id="{EE6B4C5D-F24A-47A7-B6BB-F69F0A13B8AA}"/>
              </a:ext>
            </a:extLst>
          </p:cNvPr>
          <p:cNvGraphicFramePr>
            <a:graphicFrameLocks noGrp="1"/>
          </p:cNvGraphicFramePr>
          <p:nvPr/>
        </p:nvGraphicFramePr>
        <p:xfrm>
          <a:off x="2805320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136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sp>
        <p:nvSpPr>
          <p:cNvPr id="160" name="矩形 159">
            <a:extLst>
              <a:ext uri="{FF2B5EF4-FFF2-40B4-BE49-F238E27FC236}">
                <a16:creationId xmlns:a16="http://schemas.microsoft.com/office/drawing/2014/main" id="{B0493D48-13CB-48B9-BC34-7BCE93F9C285}"/>
              </a:ext>
            </a:extLst>
          </p:cNvPr>
          <p:cNvSpPr/>
          <p:nvPr/>
        </p:nvSpPr>
        <p:spPr>
          <a:xfrm>
            <a:off x="210753" y="6508393"/>
            <a:ext cx="3262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MUL: 6 cycles,  ADD</a:t>
            </a:r>
            <a:r>
              <a:rPr lang="zh-CN" altLang="en-US" dirty="0"/>
              <a:t>：</a:t>
            </a:r>
            <a:r>
              <a:rPr lang="en-US" altLang="zh-CN" dirty="0"/>
              <a:t> 4 cycle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9753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85">
            <a:extLst>
              <a:ext uri="{FF2B5EF4-FFF2-40B4-BE49-F238E27FC236}">
                <a16:creationId xmlns:a16="http://schemas.microsoft.com/office/drawing/2014/main" id="{7C5457F7-494F-4AC2-80A8-0D67CDB601AC}"/>
              </a:ext>
            </a:extLst>
          </p:cNvPr>
          <p:cNvSpPr/>
          <p:nvPr/>
        </p:nvSpPr>
        <p:spPr bwMode="auto">
          <a:xfrm>
            <a:off x="7898400" y="951055"/>
            <a:ext cx="331200" cy="1918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FDBD3-8031-42D6-80CF-FE05E4EE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dirty="0"/>
              <a:t>Cycle 18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BFAF7-D375-4D96-BA5E-AF0327B958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A640EF-F0E2-4E49-9455-7E266BCEBB7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4AA7E21-7B39-4D87-8095-EBAAA1B5887A}"/>
              </a:ext>
            </a:extLst>
          </p:cNvPr>
          <p:cNvGrpSpPr/>
          <p:nvPr/>
        </p:nvGrpSpPr>
        <p:grpSpPr>
          <a:xfrm>
            <a:off x="3398728" y="4989344"/>
            <a:ext cx="1449705" cy="798651"/>
            <a:chOff x="6998109" y="2092803"/>
            <a:chExt cx="3805084" cy="2096244"/>
          </a:xfrm>
        </p:grpSpPr>
        <p:sp>
          <p:nvSpPr>
            <p:cNvPr id="20" name="Flowchart: Manual Operation 19">
              <a:extLst>
                <a:ext uri="{FF2B5EF4-FFF2-40B4-BE49-F238E27FC236}">
                  <a16:creationId xmlns:a16="http://schemas.microsoft.com/office/drawing/2014/main" id="{D9788A89-F980-424B-B3EA-FD96B8BD3A8E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+</a:t>
              </a:r>
              <a:endParaRPr kumimoji="0" lang="en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1E8E30-D2BE-4453-842F-BFE9A1A107DA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9DD9CB-A55D-427D-99E0-64627FC8AE38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ECA4318-6D66-4D09-AE89-D97B30539D8A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A79CD7C-A37E-433C-B255-46FD6FEBCF89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84043F-213C-4FA2-A503-A68507FB5934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B88D05-5CA0-48B4-9863-D2A4299DDDA4}"/>
              </a:ext>
            </a:extLst>
          </p:cNvPr>
          <p:cNvGrpSpPr/>
          <p:nvPr/>
        </p:nvGrpSpPr>
        <p:grpSpPr>
          <a:xfrm>
            <a:off x="6477000" y="4989344"/>
            <a:ext cx="1449705" cy="795474"/>
            <a:chOff x="6998109" y="2101142"/>
            <a:chExt cx="3805084" cy="2087904"/>
          </a:xfrm>
        </p:grpSpPr>
        <p:sp>
          <p:nvSpPr>
            <p:cNvPr id="27" name="Flowchart: Manual Operation 26">
              <a:extLst>
                <a:ext uri="{FF2B5EF4-FFF2-40B4-BE49-F238E27FC236}">
                  <a16:creationId xmlns:a16="http://schemas.microsoft.com/office/drawing/2014/main" id="{697BEE34-7099-4A97-B1AC-C9CE1D11B917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∗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4EB639-D558-45E4-9466-BDE2F8372937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5582676-F310-42D3-80E5-0D91022531B7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D48D83-B4BE-48B5-9027-5A30266F2B1B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4A397-3F5E-43B7-A316-493D0DF44868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5A5D3E-8DEE-420C-BF49-4FDB538C5A67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07616775-BF2A-4962-AC54-D34F9F6C535F}"/>
              </a:ext>
            </a:extLst>
          </p:cNvPr>
          <p:cNvGrpSpPr/>
          <p:nvPr/>
        </p:nvGrpSpPr>
        <p:grpSpPr>
          <a:xfrm>
            <a:off x="7899955" y="1004738"/>
            <a:ext cx="331200" cy="1835117"/>
            <a:chOff x="5410200" y="1004738"/>
            <a:chExt cx="331200" cy="1835117"/>
          </a:xfrm>
        </p:grpSpPr>
        <p:sp>
          <p:nvSpPr>
            <p:cNvPr id="247" name="Rectangle 48">
              <a:extLst>
                <a:ext uri="{FF2B5EF4-FFF2-40B4-BE49-F238E27FC236}">
                  <a16:creationId xmlns:a16="http://schemas.microsoft.com/office/drawing/2014/main" id="{8E770CE2-4283-42B5-A983-9560D54DE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8" name="Rectangle 29">
              <a:extLst>
                <a:ext uri="{FF2B5EF4-FFF2-40B4-BE49-F238E27FC236}">
                  <a16:creationId xmlns:a16="http://schemas.microsoft.com/office/drawing/2014/main" id="{2E87EAB3-F8F0-4B08-AB49-2791A849C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18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Rectangle 48">
              <a:extLst>
                <a:ext uri="{FF2B5EF4-FFF2-40B4-BE49-F238E27FC236}">
                  <a16:creationId xmlns:a16="http://schemas.microsoft.com/office/drawing/2014/main" id="{1A15FE98-D202-48CE-85D4-607B21549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0" name="Rectangle 48">
              <a:extLst>
                <a:ext uri="{FF2B5EF4-FFF2-40B4-BE49-F238E27FC236}">
                  <a16:creationId xmlns:a16="http://schemas.microsoft.com/office/drawing/2014/main" id="{5E66F541-CFD6-48B6-8B09-2F9CE0ECC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1" name="Rectangle 48">
              <a:extLst>
                <a:ext uri="{FF2B5EF4-FFF2-40B4-BE49-F238E27FC236}">
                  <a16:creationId xmlns:a16="http://schemas.microsoft.com/office/drawing/2014/main" id="{9B5355D1-9C6F-41C6-B04C-2317CCECF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2" name="Rectangle 48">
              <a:extLst>
                <a:ext uri="{FF2B5EF4-FFF2-40B4-BE49-F238E27FC236}">
                  <a16:creationId xmlns:a16="http://schemas.microsoft.com/office/drawing/2014/main" id="{0854AC5A-7374-4AEB-89EA-CA59D4BAB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3" name="Rectangle 48">
              <a:extLst>
                <a:ext uri="{FF2B5EF4-FFF2-40B4-BE49-F238E27FC236}">
                  <a16:creationId xmlns:a16="http://schemas.microsoft.com/office/drawing/2014/main" id="{4707924D-DBB7-45FA-99B6-84685B7DB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276969E8-E24A-4CDB-9F86-CEEF4ABAE5A4}"/>
              </a:ext>
            </a:extLst>
          </p:cNvPr>
          <p:cNvGrpSpPr/>
          <p:nvPr/>
        </p:nvGrpSpPr>
        <p:grpSpPr>
          <a:xfrm>
            <a:off x="7568485" y="1004738"/>
            <a:ext cx="331200" cy="1835117"/>
            <a:chOff x="5410200" y="1004738"/>
            <a:chExt cx="331200" cy="1835117"/>
          </a:xfrm>
        </p:grpSpPr>
        <p:sp>
          <p:nvSpPr>
            <p:cNvPr id="255" name="Rectangle 48">
              <a:extLst>
                <a:ext uri="{FF2B5EF4-FFF2-40B4-BE49-F238E27FC236}">
                  <a16:creationId xmlns:a16="http://schemas.microsoft.com/office/drawing/2014/main" id="{B9654CA4-F258-4005-B6B5-32B83A62D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6" name="Rectangle 29">
              <a:extLst>
                <a:ext uri="{FF2B5EF4-FFF2-40B4-BE49-F238E27FC236}">
                  <a16:creationId xmlns:a16="http://schemas.microsoft.com/office/drawing/2014/main" id="{484A9C9B-375C-4D92-996D-11924746A0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17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7" name="Rectangle 48">
              <a:extLst>
                <a:ext uri="{FF2B5EF4-FFF2-40B4-BE49-F238E27FC236}">
                  <a16:creationId xmlns:a16="http://schemas.microsoft.com/office/drawing/2014/main" id="{3C6016FE-006B-4737-BAF2-B64C9427B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Rectangle 48">
              <a:extLst>
                <a:ext uri="{FF2B5EF4-FFF2-40B4-BE49-F238E27FC236}">
                  <a16:creationId xmlns:a16="http://schemas.microsoft.com/office/drawing/2014/main" id="{B1E0CCD6-83CA-41DB-AC5E-DA25B9B6F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9" name="Rectangle 48">
              <a:extLst>
                <a:ext uri="{FF2B5EF4-FFF2-40B4-BE49-F238E27FC236}">
                  <a16:creationId xmlns:a16="http://schemas.microsoft.com/office/drawing/2014/main" id="{C542D25B-7B89-4541-8ACC-DFC5D16C0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0" name="Rectangle 48">
              <a:extLst>
                <a:ext uri="{FF2B5EF4-FFF2-40B4-BE49-F238E27FC236}">
                  <a16:creationId xmlns:a16="http://schemas.microsoft.com/office/drawing/2014/main" id="{6C876D25-E821-4675-BFEA-652DB5C22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1" name="Rectangle 48">
              <a:extLst>
                <a:ext uri="{FF2B5EF4-FFF2-40B4-BE49-F238E27FC236}">
                  <a16:creationId xmlns:a16="http://schemas.microsoft.com/office/drawing/2014/main" id="{6FD805B3-F5C1-48A3-ABDE-7455BA2A6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685051EA-E584-479B-8421-12ED79A3B15F}"/>
              </a:ext>
            </a:extLst>
          </p:cNvPr>
          <p:cNvGrpSpPr/>
          <p:nvPr/>
        </p:nvGrpSpPr>
        <p:grpSpPr>
          <a:xfrm>
            <a:off x="7237013" y="1004738"/>
            <a:ext cx="331200" cy="1835117"/>
            <a:chOff x="5410200" y="1004738"/>
            <a:chExt cx="331200" cy="1835117"/>
          </a:xfrm>
        </p:grpSpPr>
        <p:sp>
          <p:nvSpPr>
            <p:cNvPr id="263" name="Rectangle 48">
              <a:extLst>
                <a:ext uri="{FF2B5EF4-FFF2-40B4-BE49-F238E27FC236}">
                  <a16:creationId xmlns:a16="http://schemas.microsoft.com/office/drawing/2014/main" id="{AB23DB32-B70C-4C48-BC13-EA434A448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4" name="Rectangle 29">
              <a:extLst>
                <a:ext uri="{FF2B5EF4-FFF2-40B4-BE49-F238E27FC236}">
                  <a16:creationId xmlns:a16="http://schemas.microsoft.com/office/drawing/2014/main" id="{481031D3-6E36-4546-A6EB-80FEA24ED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5" name="Rectangle 48">
              <a:extLst>
                <a:ext uri="{FF2B5EF4-FFF2-40B4-BE49-F238E27FC236}">
                  <a16:creationId xmlns:a16="http://schemas.microsoft.com/office/drawing/2014/main" id="{FD3BF414-EEAF-4B8C-8125-81CE93866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6" name="Rectangle 48">
              <a:extLst>
                <a:ext uri="{FF2B5EF4-FFF2-40B4-BE49-F238E27FC236}">
                  <a16:creationId xmlns:a16="http://schemas.microsoft.com/office/drawing/2014/main" id="{18BA4F4B-0073-4549-B316-85BA78249F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7" name="Rectangle 48">
              <a:extLst>
                <a:ext uri="{FF2B5EF4-FFF2-40B4-BE49-F238E27FC236}">
                  <a16:creationId xmlns:a16="http://schemas.microsoft.com/office/drawing/2014/main" id="{E53E7982-3857-4FEC-BD29-866D3E583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8" name="Rectangle 48">
              <a:extLst>
                <a:ext uri="{FF2B5EF4-FFF2-40B4-BE49-F238E27FC236}">
                  <a16:creationId xmlns:a16="http://schemas.microsoft.com/office/drawing/2014/main" id="{2A9B3870-DF7E-428F-B4BA-4F0A980BB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9" name="Rectangle 48">
              <a:extLst>
                <a:ext uri="{FF2B5EF4-FFF2-40B4-BE49-F238E27FC236}">
                  <a16:creationId xmlns:a16="http://schemas.microsoft.com/office/drawing/2014/main" id="{E8A2B652-28F6-411D-A183-94FFD516E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A0F6EA19-66FA-4C60-BB94-23B75F1768F3}"/>
              </a:ext>
            </a:extLst>
          </p:cNvPr>
          <p:cNvGrpSpPr/>
          <p:nvPr/>
        </p:nvGrpSpPr>
        <p:grpSpPr>
          <a:xfrm>
            <a:off x="6905543" y="1004738"/>
            <a:ext cx="331200" cy="1835117"/>
            <a:chOff x="5410200" y="1004738"/>
            <a:chExt cx="331200" cy="1835117"/>
          </a:xfrm>
        </p:grpSpPr>
        <p:sp>
          <p:nvSpPr>
            <p:cNvPr id="271" name="Rectangle 48">
              <a:extLst>
                <a:ext uri="{FF2B5EF4-FFF2-40B4-BE49-F238E27FC236}">
                  <a16:creationId xmlns:a16="http://schemas.microsoft.com/office/drawing/2014/main" id="{7A811C06-55FF-41B5-BA5F-B63B54884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2" name="Rectangle 29">
              <a:extLst>
                <a:ext uri="{FF2B5EF4-FFF2-40B4-BE49-F238E27FC236}">
                  <a16:creationId xmlns:a16="http://schemas.microsoft.com/office/drawing/2014/main" id="{D072DCC5-89A9-400F-83E6-8595CF4DA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3" name="Rectangle 48">
              <a:extLst>
                <a:ext uri="{FF2B5EF4-FFF2-40B4-BE49-F238E27FC236}">
                  <a16:creationId xmlns:a16="http://schemas.microsoft.com/office/drawing/2014/main" id="{34B1D05F-38BC-430C-8C2C-08AA639009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4" name="Rectangle 48">
              <a:extLst>
                <a:ext uri="{FF2B5EF4-FFF2-40B4-BE49-F238E27FC236}">
                  <a16:creationId xmlns:a16="http://schemas.microsoft.com/office/drawing/2014/main" id="{BD12DA74-A010-40AD-8ECF-80CDDDD71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5" name="Rectangle 48">
              <a:extLst>
                <a:ext uri="{FF2B5EF4-FFF2-40B4-BE49-F238E27FC236}">
                  <a16:creationId xmlns:a16="http://schemas.microsoft.com/office/drawing/2014/main" id="{EB0EA52A-BF66-4308-91D8-FAF9ABD56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6" name="Rectangle 48">
              <a:extLst>
                <a:ext uri="{FF2B5EF4-FFF2-40B4-BE49-F238E27FC236}">
                  <a16:creationId xmlns:a16="http://schemas.microsoft.com/office/drawing/2014/main" id="{9B9978AE-5DA8-4162-9230-87C9D064D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Rectangle 48">
              <a:extLst>
                <a:ext uri="{FF2B5EF4-FFF2-40B4-BE49-F238E27FC236}">
                  <a16:creationId xmlns:a16="http://schemas.microsoft.com/office/drawing/2014/main" id="{E8C34CEE-5C20-4A89-BE20-41895F8A5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5698C659-FC69-4472-A0AD-30DE76AC044C}"/>
              </a:ext>
            </a:extLst>
          </p:cNvPr>
          <p:cNvGrpSpPr/>
          <p:nvPr/>
        </p:nvGrpSpPr>
        <p:grpSpPr>
          <a:xfrm>
            <a:off x="6570265" y="1004738"/>
            <a:ext cx="331200" cy="1835117"/>
            <a:chOff x="5410200" y="1004738"/>
            <a:chExt cx="331200" cy="1835117"/>
          </a:xfrm>
        </p:grpSpPr>
        <p:sp>
          <p:nvSpPr>
            <p:cNvPr id="279" name="Rectangle 48">
              <a:extLst>
                <a:ext uri="{FF2B5EF4-FFF2-40B4-BE49-F238E27FC236}">
                  <a16:creationId xmlns:a16="http://schemas.microsoft.com/office/drawing/2014/main" id="{402F7A8A-D3AE-43BB-B5B5-D42BB07E8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0" name="Rectangle 29">
              <a:extLst>
                <a:ext uri="{FF2B5EF4-FFF2-40B4-BE49-F238E27FC236}">
                  <a16:creationId xmlns:a16="http://schemas.microsoft.com/office/drawing/2014/main" id="{EE6BE9AF-CB32-4CB9-B8CA-7534B2613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1" name="Rectangle 48">
              <a:extLst>
                <a:ext uri="{FF2B5EF4-FFF2-40B4-BE49-F238E27FC236}">
                  <a16:creationId xmlns:a16="http://schemas.microsoft.com/office/drawing/2014/main" id="{B3F88A7C-2325-45EA-AC9B-28C19DD97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2" name="Rectangle 48">
              <a:extLst>
                <a:ext uri="{FF2B5EF4-FFF2-40B4-BE49-F238E27FC236}">
                  <a16:creationId xmlns:a16="http://schemas.microsoft.com/office/drawing/2014/main" id="{E30206CD-7B5E-4C2B-BB92-A1BF62556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3" name="Rectangle 48">
              <a:extLst>
                <a:ext uri="{FF2B5EF4-FFF2-40B4-BE49-F238E27FC236}">
                  <a16:creationId xmlns:a16="http://schemas.microsoft.com/office/drawing/2014/main" id="{6148EFDA-A3DF-45A3-8BA4-CB187A8F4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Rectangle 48">
              <a:extLst>
                <a:ext uri="{FF2B5EF4-FFF2-40B4-BE49-F238E27FC236}">
                  <a16:creationId xmlns:a16="http://schemas.microsoft.com/office/drawing/2014/main" id="{55512E09-19DB-41CE-9844-34E9AC22B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5" name="Rectangle 48">
              <a:extLst>
                <a:ext uri="{FF2B5EF4-FFF2-40B4-BE49-F238E27FC236}">
                  <a16:creationId xmlns:a16="http://schemas.microsoft.com/office/drawing/2014/main" id="{25BE0B7F-5534-4A20-93D3-5D074BCEE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51307670-AF54-48DA-B9AE-F822F05B9BA8}"/>
              </a:ext>
            </a:extLst>
          </p:cNvPr>
          <p:cNvGrpSpPr/>
          <p:nvPr/>
        </p:nvGrpSpPr>
        <p:grpSpPr>
          <a:xfrm>
            <a:off x="6238795" y="1004738"/>
            <a:ext cx="331200" cy="1835117"/>
            <a:chOff x="5410200" y="1004738"/>
            <a:chExt cx="331200" cy="1835117"/>
          </a:xfrm>
        </p:grpSpPr>
        <p:sp>
          <p:nvSpPr>
            <p:cNvPr id="287" name="Rectangle 48">
              <a:extLst>
                <a:ext uri="{FF2B5EF4-FFF2-40B4-BE49-F238E27FC236}">
                  <a16:creationId xmlns:a16="http://schemas.microsoft.com/office/drawing/2014/main" id="{302CDFE7-A71B-467E-94B5-2D6B7B435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8" name="Rectangle 29">
              <a:extLst>
                <a:ext uri="{FF2B5EF4-FFF2-40B4-BE49-F238E27FC236}">
                  <a16:creationId xmlns:a16="http://schemas.microsoft.com/office/drawing/2014/main" id="{5F96CA0A-EEB8-4594-99F3-8884016D2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9" name="Rectangle 48">
              <a:extLst>
                <a:ext uri="{FF2B5EF4-FFF2-40B4-BE49-F238E27FC236}">
                  <a16:creationId xmlns:a16="http://schemas.microsoft.com/office/drawing/2014/main" id="{D8C7E579-212F-44B7-967E-8002321C6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0" name="Rectangle 48">
              <a:extLst>
                <a:ext uri="{FF2B5EF4-FFF2-40B4-BE49-F238E27FC236}">
                  <a16:creationId xmlns:a16="http://schemas.microsoft.com/office/drawing/2014/main" id="{D41978D9-B193-41DD-BF65-F884F077A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1" name="Rectangle 48">
              <a:extLst>
                <a:ext uri="{FF2B5EF4-FFF2-40B4-BE49-F238E27FC236}">
                  <a16:creationId xmlns:a16="http://schemas.microsoft.com/office/drawing/2014/main" id="{C9BBD56B-78A0-44A3-AA51-0C2330DCE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2" name="Rectangle 48">
              <a:extLst>
                <a:ext uri="{FF2B5EF4-FFF2-40B4-BE49-F238E27FC236}">
                  <a16:creationId xmlns:a16="http://schemas.microsoft.com/office/drawing/2014/main" id="{407877B4-86A7-4266-9713-922144892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3" name="Rectangle 48">
              <a:extLst>
                <a:ext uri="{FF2B5EF4-FFF2-40B4-BE49-F238E27FC236}">
                  <a16:creationId xmlns:a16="http://schemas.microsoft.com/office/drawing/2014/main" id="{E78044AB-50A1-4E6E-9E4B-B60273C570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062D036E-F075-496A-A2B7-D5ECB0A3D250}"/>
              </a:ext>
            </a:extLst>
          </p:cNvPr>
          <p:cNvGrpSpPr/>
          <p:nvPr/>
        </p:nvGrpSpPr>
        <p:grpSpPr>
          <a:xfrm>
            <a:off x="5906053" y="1004738"/>
            <a:ext cx="331200" cy="1835117"/>
            <a:chOff x="5410200" y="1004738"/>
            <a:chExt cx="331200" cy="1835117"/>
          </a:xfrm>
        </p:grpSpPr>
        <p:sp>
          <p:nvSpPr>
            <p:cNvPr id="295" name="Rectangle 48">
              <a:extLst>
                <a:ext uri="{FF2B5EF4-FFF2-40B4-BE49-F238E27FC236}">
                  <a16:creationId xmlns:a16="http://schemas.microsoft.com/office/drawing/2014/main" id="{F65421D9-8B0A-424A-89B0-AD5D741C6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Rectangle 29">
              <a:extLst>
                <a:ext uri="{FF2B5EF4-FFF2-40B4-BE49-F238E27FC236}">
                  <a16:creationId xmlns:a16="http://schemas.microsoft.com/office/drawing/2014/main" id="{E57C3B8C-5E0B-4C5B-9680-5C95287B6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Rectangle 48">
              <a:extLst>
                <a:ext uri="{FF2B5EF4-FFF2-40B4-BE49-F238E27FC236}">
                  <a16:creationId xmlns:a16="http://schemas.microsoft.com/office/drawing/2014/main" id="{97FD98C7-8BD3-4949-AE2C-9702EF434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8" name="Rectangle 48">
              <a:extLst>
                <a:ext uri="{FF2B5EF4-FFF2-40B4-BE49-F238E27FC236}">
                  <a16:creationId xmlns:a16="http://schemas.microsoft.com/office/drawing/2014/main" id="{4E89CF3D-5E66-4CAB-A515-FB26E67D4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9" name="Rectangle 48">
              <a:extLst>
                <a:ext uri="{FF2B5EF4-FFF2-40B4-BE49-F238E27FC236}">
                  <a16:creationId xmlns:a16="http://schemas.microsoft.com/office/drawing/2014/main" id="{3C459CAA-ED04-46D8-9E2D-1DC7D2468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0" name="Rectangle 48">
              <a:extLst>
                <a:ext uri="{FF2B5EF4-FFF2-40B4-BE49-F238E27FC236}">
                  <a16:creationId xmlns:a16="http://schemas.microsoft.com/office/drawing/2014/main" id="{8065915C-C9FA-439F-9F42-8E14F3743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1" name="Rectangle 48">
              <a:extLst>
                <a:ext uri="{FF2B5EF4-FFF2-40B4-BE49-F238E27FC236}">
                  <a16:creationId xmlns:a16="http://schemas.microsoft.com/office/drawing/2014/main" id="{C72E49F6-5808-422A-9D40-8CC2F6FBC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A05CDA2B-4B07-4B27-AE40-ECE5614FBBDB}"/>
              </a:ext>
            </a:extLst>
          </p:cNvPr>
          <p:cNvGrpSpPr/>
          <p:nvPr/>
        </p:nvGrpSpPr>
        <p:grpSpPr>
          <a:xfrm>
            <a:off x="5574583" y="1004738"/>
            <a:ext cx="331200" cy="1835117"/>
            <a:chOff x="5410200" y="1004738"/>
            <a:chExt cx="331200" cy="1835117"/>
          </a:xfrm>
        </p:grpSpPr>
        <p:sp>
          <p:nvSpPr>
            <p:cNvPr id="303" name="Rectangle 48">
              <a:extLst>
                <a:ext uri="{FF2B5EF4-FFF2-40B4-BE49-F238E27FC236}">
                  <a16:creationId xmlns:a16="http://schemas.microsoft.com/office/drawing/2014/main" id="{18261890-CE35-49F9-B040-315B1B3F0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4" name="Rectangle 29">
              <a:extLst>
                <a:ext uri="{FF2B5EF4-FFF2-40B4-BE49-F238E27FC236}">
                  <a16:creationId xmlns:a16="http://schemas.microsoft.com/office/drawing/2014/main" id="{BB975130-B9A4-4E06-87F7-2E6CF4F62E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5" name="Rectangle 48">
              <a:extLst>
                <a:ext uri="{FF2B5EF4-FFF2-40B4-BE49-F238E27FC236}">
                  <a16:creationId xmlns:a16="http://schemas.microsoft.com/office/drawing/2014/main" id="{D17D0EEB-34D2-42A0-BD89-5AE8B3BD0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6" name="Rectangle 48">
              <a:extLst>
                <a:ext uri="{FF2B5EF4-FFF2-40B4-BE49-F238E27FC236}">
                  <a16:creationId xmlns:a16="http://schemas.microsoft.com/office/drawing/2014/main" id="{CEB489A7-F623-4F49-8A9F-CBE44B6FC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" name="Rectangle 48">
              <a:extLst>
                <a:ext uri="{FF2B5EF4-FFF2-40B4-BE49-F238E27FC236}">
                  <a16:creationId xmlns:a16="http://schemas.microsoft.com/office/drawing/2014/main" id="{8BADFF3B-C82E-4B71-A4A5-FDFBB6F7C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8" name="Rectangle 48">
              <a:extLst>
                <a:ext uri="{FF2B5EF4-FFF2-40B4-BE49-F238E27FC236}">
                  <a16:creationId xmlns:a16="http://schemas.microsoft.com/office/drawing/2014/main" id="{7FBB66AD-206F-4B8E-88F7-FFE82065B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Rectangle 48">
              <a:extLst>
                <a:ext uri="{FF2B5EF4-FFF2-40B4-BE49-F238E27FC236}">
                  <a16:creationId xmlns:a16="http://schemas.microsoft.com/office/drawing/2014/main" id="{2685FD37-E118-4FE8-83B6-BBAEAA784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6A59A262-7B1F-479F-A845-262E6EE30630}"/>
              </a:ext>
            </a:extLst>
          </p:cNvPr>
          <p:cNvGrpSpPr/>
          <p:nvPr/>
        </p:nvGrpSpPr>
        <p:grpSpPr>
          <a:xfrm>
            <a:off x="5239305" y="1004738"/>
            <a:ext cx="331200" cy="1835117"/>
            <a:chOff x="5410200" y="1004738"/>
            <a:chExt cx="331200" cy="1835117"/>
          </a:xfrm>
        </p:grpSpPr>
        <p:sp>
          <p:nvSpPr>
            <p:cNvPr id="311" name="Rectangle 48">
              <a:extLst>
                <a:ext uri="{FF2B5EF4-FFF2-40B4-BE49-F238E27FC236}">
                  <a16:creationId xmlns:a16="http://schemas.microsoft.com/office/drawing/2014/main" id="{A7AFA6A8-1C31-4DB5-8858-2E389543E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Rectangle 29">
              <a:extLst>
                <a:ext uri="{FF2B5EF4-FFF2-40B4-BE49-F238E27FC236}">
                  <a16:creationId xmlns:a16="http://schemas.microsoft.com/office/drawing/2014/main" id="{7690F476-DF7E-47C1-B981-5552F0106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0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Rectangle 48">
              <a:extLst>
                <a:ext uri="{FF2B5EF4-FFF2-40B4-BE49-F238E27FC236}">
                  <a16:creationId xmlns:a16="http://schemas.microsoft.com/office/drawing/2014/main" id="{C077CF72-C332-446A-8495-0E1FBF096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Rectangle 48">
              <a:extLst>
                <a:ext uri="{FF2B5EF4-FFF2-40B4-BE49-F238E27FC236}">
                  <a16:creationId xmlns:a16="http://schemas.microsoft.com/office/drawing/2014/main" id="{77CC9037-D59D-4F84-9313-F0403BAD6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5" name="Rectangle 48">
              <a:extLst>
                <a:ext uri="{FF2B5EF4-FFF2-40B4-BE49-F238E27FC236}">
                  <a16:creationId xmlns:a16="http://schemas.microsoft.com/office/drawing/2014/main" id="{7FF2A22B-4172-4C76-A67D-AB6EF2344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Rectangle 48">
              <a:extLst>
                <a:ext uri="{FF2B5EF4-FFF2-40B4-BE49-F238E27FC236}">
                  <a16:creationId xmlns:a16="http://schemas.microsoft.com/office/drawing/2014/main" id="{B3FBD2C9-B558-4F55-A240-DE6DFBD9A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7" name="Rectangle 48">
              <a:extLst>
                <a:ext uri="{FF2B5EF4-FFF2-40B4-BE49-F238E27FC236}">
                  <a16:creationId xmlns:a16="http://schemas.microsoft.com/office/drawing/2014/main" id="{D2517B42-73CA-4024-9080-CE7F3D217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1A7F16A8-FDF7-42DF-B54D-82F6AF89042C}"/>
              </a:ext>
            </a:extLst>
          </p:cNvPr>
          <p:cNvGrpSpPr/>
          <p:nvPr/>
        </p:nvGrpSpPr>
        <p:grpSpPr>
          <a:xfrm>
            <a:off x="4907835" y="1004738"/>
            <a:ext cx="331200" cy="1835117"/>
            <a:chOff x="5410200" y="1004738"/>
            <a:chExt cx="331200" cy="1835117"/>
          </a:xfrm>
        </p:grpSpPr>
        <p:sp>
          <p:nvSpPr>
            <p:cNvPr id="319" name="Rectangle 48">
              <a:extLst>
                <a:ext uri="{FF2B5EF4-FFF2-40B4-BE49-F238E27FC236}">
                  <a16:creationId xmlns:a16="http://schemas.microsoft.com/office/drawing/2014/main" id="{A5F109F5-FEB0-47A5-9D1C-E218C2241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Rectangle 29">
              <a:extLst>
                <a:ext uri="{FF2B5EF4-FFF2-40B4-BE49-F238E27FC236}">
                  <a16:creationId xmlns:a16="http://schemas.microsoft.com/office/drawing/2014/main" id="{0DD24DE9-AB7D-4594-A3FF-8F3F629F8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9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1" name="Rectangle 48">
              <a:extLst>
                <a:ext uri="{FF2B5EF4-FFF2-40B4-BE49-F238E27FC236}">
                  <a16:creationId xmlns:a16="http://schemas.microsoft.com/office/drawing/2014/main" id="{415089C7-3623-4DBD-8368-94D66D7A7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Rectangle 48">
              <a:extLst>
                <a:ext uri="{FF2B5EF4-FFF2-40B4-BE49-F238E27FC236}">
                  <a16:creationId xmlns:a16="http://schemas.microsoft.com/office/drawing/2014/main" id="{FAA34AD9-82AE-47AB-B896-65DCA9864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3" name="Rectangle 48">
              <a:extLst>
                <a:ext uri="{FF2B5EF4-FFF2-40B4-BE49-F238E27FC236}">
                  <a16:creationId xmlns:a16="http://schemas.microsoft.com/office/drawing/2014/main" id="{A2152364-4EEA-423A-A044-042BB12C1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4" name="Rectangle 48">
              <a:extLst>
                <a:ext uri="{FF2B5EF4-FFF2-40B4-BE49-F238E27FC236}">
                  <a16:creationId xmlns:a16="http://schemas.microsoft.com/office/drawing/2014/main" id="{4B168F5F-8257-4479-BD5E-A95BB36EC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5" name="Rectangle 48">
              <a:extLst>
                <a:ext uri="{FF2B5EF4-FFF2-40B4-BE49-F238E27FC236}">
                  <a16:creationId xmlns:a16="http://schemas.microsoft.com/office/drawing/2014/main" id="{8350DDDC-D771-4A59-B0BA-BF11B1535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DE7BA189-51B5-4EB6-9846-D47A8E290126}"/>
              </a:ext>
            </a:extLst>
          </p:cNvPr>
          <p:cNvGrpSpPr/>
          <p:nvPr/>
        </p:nvGrpSpPr>
        <p:grpSpPr>
          <a:xfrm>
            <a:off x="4576363" y="1004738"/>
            <a:ext cx="331200" cy="1835117"/>
            <a:chOff x="5410200" y="1004738"/>
            <a:chExt cx="331200" cy="1835117"/>
          </a:xfrm>
        </p:grpSpPr>
        <p:sp>
          <p:nvSpPr>
            <p:cNvPr id="327" name="Rectangle 48">
              <a:extLst>
                <a:ext uri="{FF2B5EF4-FFF2-40B4-BE49-F238E27FC236}">
                  <a16:creationId xmlns:a16="http://schemas.microsoft.com/office/drawing/2014/main" id="{5C3374E5-8F34-4259-A78D-063086340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8" name="Rectangle 29">
              <a:extLst>
                <a:ext uri="{FF2B5EF4-FFF2-40B4-BE49-F238E27FC236}">
                  <a16:creationId xmlns:a16="http://schemas.microsoft.com/office/drawing/2014/main" id="{3E826BE3-D567-465F-AB3E-FC6CEEBF6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8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9" name="Rectangle 48">
              <a:extLst>
                <a:ext uri="{FF2B5EF4-FFF2-40B4-BE49-F238E27FC236}">
                  <a16:creationId xmlns:a16="http://schemas.microsoft.com/office/drawing/2014/main" id="{040D80C0-C403-44E9-99ED-17593D1C7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48">
              <a:extLst>
                <a:ext uri="{FF2B5EF4-FFF2-40B4-BE49-F238E27FC236}">
                  <a16:creationId xmlns:a16="http://schemas.microsoft.com/office/drawing/2014/main" id="{47CF507F-CAA1-4948-A616-409E3C4BB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Rectangle 48">
              <a:extLst>
                <a:ext uri="{FF2B5EF4-FFF2-40B4-BE49-F238E27FC236}">
                  <a16:creationId xmlns:a16="http://schemas.microsoft.com/office/drawing/2014/main" id="{2F3AA7DD-61BD-42A2-AB2E-E4EBE7F7B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Rectangle 48">
              <a:extLst>
                <a:ext uri="{FF2B5EF4-FFF2-40B4-BE49-F238E27FC236}">
                  <a16:creationId xmlns:a16="http://schemas.microsoft.com/office/drawing/2014/main" id="{9EBA70D1-8405-47BD-A9C1-C3226FA13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48">
              <a:extLst>
                <a:ext uri="{FF2B5EF4-FFF2-40B4-BE49-F238E27FC236}">
                  <a16:creationId xmlns:a16="http://schemas.microsoft.com/office/drawing/2014/main" id="{0810E8DA-8DC3-4FE5-9A89-90A722B45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BC666277-2CBB-46EC-838E-0C7B13DB300E}"/>
              </a:ext>
            </a:extLst>
          </p:cNvPr>
          <p:cNvGrpSpPr/>
          <p:nvPr/>
        </p:nvGrpSpPr>
        <p:grpSpPr>
          <a:xfrm>
            <a:off x="4244893" y="1004738"/>
            <a:ext cx="331200" cy="1835117"/>
            <a:chOff x="5410200" y="1004738"/>
            <a:chExt cx="331200" cy="1835117"/>
          </a:xfrm>
        </p:grpSpPr>
        <p:sp>
          <p:nvSpPr>
            <p:cNvPr id="335" name="Rectangle 48">
              <a:extLst>
                <a:ext uri="{FF2B5EF4-FFF2-40B4-BE49-F238E27FC236}">
                  <a16:creationId xmlns:a16="http://schemas.microsoft.com/office/drawing/2014/main" id="{297F945E-8439-4238-B96E-115E46847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6" name="Rectangle 29">
              <a:extLst>
                <a:ext uri="{FF2B5EF4-FFF2-40B4-BE49-F238E27FC236}">
                  <a16:creationId xmlns:a16="http://schemas.microsoft.com/office/drawing/2014/main" id="{234ED10A-8BF0-43DC-B80F-E1C978196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7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7" name="Rectangle 48">
              <a:extLst>
                <a:ext uri="{FF2B5EF4-FFF2-40B4-BE49-F238E27FC236}">
                  <a16:creationId xmlns:a16="http://schemas.microsoft.com/office/drawing/2014/main" id="{387A1859-590F-4BE2-810A-4A6E69651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48">
              <a:extLst>
                <a:ext uri="{FF2B5EF4-FFF2-40B4-BE49-F238E27FC236}">
                  <a16:creationId xmlns:a16="http://schemas.microsoft.com/office/drawing/2014/main" id="{EF5B30EB-E433-4708-91AE-AA87A2BC6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9" name="Rectangle 48">
              <a:extLst>
                <a:ext uri="{FF2B5EF4-FFF2-40B4-BE49-F238E27FC236}">
                  <a16:creationId xmlns:a16="http://schemas.microsoft.com/office/drawing/2014/main" id="{6EF03208-866E-4C87-9D31-A40DD67D4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0" name="Rectangle 48">
              <a:extLst>
                <a:ext uri="{FF2B5EF4-FFF2-40B4-BE49-F238E27FC236}">
                  <a16:creationId xmlns:a16="http://schemas.microsoft.com/office/drawing/2014/main" id="{3589C470-B0A0-4CDD-8141-D072CE5F5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1" name="Rectangle 48">
              <a:extLst>
                <a:ext uri="{FF2B5EF4-FFF2-40B4-BE49-F238E27FC236}">
                  <a16:creationId xmlns:a16="http://schemas.microsoft.com/office/drawing/2014/main" id="{6B64D656-AA6D-4CF1-A146-1DF571C71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35D5D976-C5CB-4915-A940-F1F859F0DCEB}"/>
              </a:ext>
            </a:extLst>
          </p:cNvPr>
          <p:cNvGrpSpPr/>
          <p:nvPr/>
        </p:nvGrpSpPr>
        <p:grpSpPr>
          <a:xfrm>
            <a:off x="3909615" y="1004738"/>
            <a:ext cx="331200" cy="1835117"/>
            <a:chOff x="5410200" y="1004738"/>
            <a:chExt cx="331200" cy="1835117"/>
          </a:xfrm>
        </p:grpSpPr>
        <p:sp>
          <p:nvSpPr>
            <p:cNvPr id="343" name="Rectangle 48">
              <a:extLst>
                <a:ext uri="{FF2B5EF4-FFF2-40B4-BE49-F238E27FC236}">
                  <a16:creationId xmlns:a16="http://schemas.microsoft.com/office/drawing/2014/main" id="{DB108FB9-796F-4D35-BC0A-CC0464243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Rectangle 29">
              <a:extLst>
                <a:ext uri="{FF2B5EF4-FFF2-40B4-BE49-F238E27FC236}">
                  <a16:creationId xmlns:a16="http://schemas.microsoft.com/office/drawing/2014/main" id="{B433B9A4-94B1-4C87-A6E1-55518397A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Rectangle 48">
              <a:extLst>
                <a:ext uri="{FF2B5EF4-FFF2-40B4-BE49-F238E27FC236}">
                  <a16:creationId xmlns:a16="http://schemas.microsoft.com/office/drawing/2014/main" id="{01CE9CD9-3BA8-48AF-97F3-8DBD484E4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Rectangle 48">
              <a:extLst>
                <a:ext uri="{FF2B5EF4-FFF2-40B4-BE49-F238E27FC236}">
                  <a16:creationId xmlns:a16="http://schemas.microsoft.com/office/drawing/2014/main" id="{615243F1-AB54-43A6-B06A-0C6CE1214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Rectangle 48">
              <a:extLst>
                <a:ext uri="{FF2B5EF4-FFF2-40B4-BE49-F238E27FC236}">
                  <a16:creationId xmlns:a16="http://schemas.microsoft.com/office/drawing/2014/main" id="{28949A8F-4EB4-4CC9-BBAF-C67DBBE38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Rectangle 48">
              <a:extLst>
                <a:ext uri="{FF2B5EF4-FFF2-40B4-BE49-F238E27FC236}">
                  <a16:creationId xmlns:a16="http://schemas.microsoft.com/office/drawing/2014/main" id="{B8EFCFE0-6C94-4A1A-8750-7EBCECD3A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Rectangle 48">
              <a:extLst>
                <a:ext uri="{FF2B5EF4-FFF2-40B4-BE49-F238E27FC236}">
                  <a16:creationId xmlns:a16="http://schemas.microsoft.com/office/drawing/2014/main" id="{B3BB5F8C-F65C-4C77-9345-C1A084715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F64DB39A-2EDA-4EE0-89CA-B7E7863F05E0}"/>
              </a:ext>
            </a:extLst>
          </p:cNvPr>
          <p:cNvGrpSpPr/>
          <p:nvPr/>
        </p:nvGrpSpPr>
        <p:grpSpPr>
          <a:xfrm>
            <a:off x="3578145" y="1004738"/>
            <a:ext cx="331200" cy="1835117"/>
            <a:chOff x="5410200" y="1004738"/>
            <a:chExt cx="331200" cy="1835117"/>
          </a:xfrm>
        </p:grpSpPr>
        <p:sp>
          <p:nvSpPr>
            <p:cNvPr id="351" name="Rectangle 48">
              <a:extLst>
                <a:ext uri="{FF2B5EF4-FFF2-40B4-BE49-F238E27FC236}">
                  <a16:creationId xmlns:a16="http://schemas.microsoft.com/office/drawing/2014/main" id="{948C3007-FCCB-4C6E-AC3E-7A3E53F18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9">
              <a:extLst>
                <a:ext uri="{FF2B5EF4-FFF2-40B4-BE49-F238E27FC236}">
                  <a16:creationId xmlns:a16="http://schemas.microsoft.com/office/drawing/2014/main" id="{99A1184C-590C-48A6-B563-6107C0ED8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3" name="Rectangle 48">
              <a:extLst>
                <a:ext uri="{FF2B5EF4-FFF2-40B4-BE49-F238E27FC236}">
                  <a16:creationId xmlns:a16="http://schemas.microsoft.com/office/drawing/2014/main" id="{F7C02F4A-2BDB-4EDC-B5CD-C21DA4AA5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4" name="Rectangle 48">
              <a:extLst>
                <a:ext uri="{FF2B5EF4-FFF2-40B4-BE49-F238E27FC236}">
                  <a16:creationId xmlns:a16="http://schemas.microsoft.com/office/drawing/2014/main" id="{BDA0FFCA-B617-4185-A4E4-C01BE10E6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5" name="Rectangle 48">
              <a:extLst>
                <a:ext uri="{FF2B5EF4-FFF2-40B4-BE49-F238E27FC236}">
                  <a16:creationId xmlns:a16="http://schemas.microsoft.com/office/drawing/2014/main" id="{D0A0FC86-ADFC-4188-A139-A27828021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6" name="Rectangle 48">
              <a:extLst>
                <a:ext uri="{FF2B5EF4-FFF2-40B4-BE49-F238E27FC236}">
                  <a16:creationId xmlns:a16="http://schemas.microsoft.com/office/drawing/2014/main" id="{C1B0E32B-96BA-4122-95E4-2EEAEF749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7" name="Rectangle 48">
              <a:extLst>
                <a:ext uri="{FF2B5EF4-FFF2-40B4-BE49-F238E27FC236}">
                  <a16:creationId xmlns:a16="http://schemas.microsoft.com/office/drawing/2014/main" id="{1BCD692A-E03D-446D-805F-8727CCA16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D0D0D1D7-221D-499B-A7D7-74C40B469889}"/>
              </a:ext>
            </a:extLst>
          </p:cNvPr>
          <p:cNvGrpSpPr/>
          <p:nvPr/>
        </p:nvGrpSpPr>
        <p:grpSpPr>
          <a:xfrm>
            <a:off x="3248214" y="1004738"/>
            <a:ext cx="331200" cy="1835117"/>
            <a:chOff x="5410200" y="1004738"/>
            <a:chExt cx="331200" cy="1835117"/>
          </a:xfrm>
        </p:grpSpPr>
        <p:sp>
          <p:nvSpPr>
            <p:cNvPr id="391" name="Rectangle 48">
              <a:extLst>
                <a:ext uri="{FF2B5EF4-FFF2-40B4-BE49-F238E27FC236}">
                  <a16:creationId xmlns:a16="http://schemas.microsoft.com/office/drawing/2014/main" id="{142C9FB2-4DFA-45FE-9967-3D16C5807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2" name="Rectangle 29">
              <a:extLst>
                <a:ext uri="{FF2B5EF4-FFF2-40B4-BE49-F238E27FC236}">
                  <a16:creationId xmlns:a16="http://schemas.microsoft.com/office/drawing/2014/main" id="{13C845B4-BBD0-4E88-86A5-1201EC939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3" name="Rectangle 48">
              <a:extLst>
                <a:ext uri="{FF2B5EF4-FFF2-40B4-BE49-F238E27FC236}">
                  <a16:creationId xmlns:a16="http://schemas.microsoft.com/office/drawing/2014/main" id="{4FC63368-BB30-4160-8128-E1956EDEE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4" name="Rectangle 48">
              <a:extLst>
                <a:ext uri="{FF2B5EF4-FFF2-40B4-BE49-F238E27FC236}">
                  <a16:creationId xmlns:a16="http://schemas.microsoft.com/office/drawing/2014/main" id="{5A872067-9D5D-455D-B495-E18252EE3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5" name="Rectangle 48">
              <a:extLst>
                <a:ext uri="{FF2B5EF4-FFF2-40B4-BE49-F238E27FC236}">
                  <a16:creationId xmlns:a16="http://schemas.microsoft.com/office/drawing/2014/main" id="{EB1BAB0E-8365-4C09-B376-99F62A1D9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48">
              <a:extLst>
                <a:ext uri="{FF2B5EF4-FFF2-40B4-BE49-F238E27FC236}">
                  <a16:creationId xmlns:a16="http://schemas.microsoft.com/office/drawing/2014/main" id="{CABB04FE-6DE0-4414-A1A8-D9186CBEA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Rectangle 48">
              <a:extLst>
                <a:ext uri="{FF2B5EF4-FFF2-40B4-BE49-F238E27FC236}">
                  <a16:creationId xmlns:a16="http://schemas.microsoft.com/office/drawing/2014/main" id="{D449F55E-6A28-4068-9352-3D600B69D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83D1EE34-BD69-4228-8815-3E2F99EC7E75}"/>
              </a:ext>
            </a:extLst>
          </p:cNvPr>
          <p:cNvGrpSpPr/>
          <p:nvPr/>
        </p:nvGrpSpPr>
        <p:grpSpPr>
          <a:xfrm>
            <a:off x="2916744" y="1004738"/>
            <a:ext cx="331200" cy="1835117"/>
            <a:chOff x="5410200" y="1004738"/>
            <a:chExt cx="331200" cy="1835117"/>
          </a:xfrm>
        </p:grpSpPr>
        <p:sp>
          <p:nvSpPr>
            <p:cNvPr id="399" name="Rectangle 48">
              <a:extLst>
                <a:ext uri="{FF2B5EF4-FFF2-40B4-BE49-F238E27FC236}">
                  <a16:creationId xmlns:a16="http://schemas.microsoft.com/office/drawing/2014/main" id="{CDFC79D4-F0D6-4806-BBCC-A199E0E36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0" name="Rectangle 29">
              <a:extLst>
                <a:ext uri="{FF2B5EF4-FFF2-40B4-BE49-F238E27FC236}">
                  <a16:creationId xmlns:a16="http://schemas.microsoft.com/office/drawing/2014/main" id="{8456C1BF-C019-45CA-9136-7AF43E602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Rectangle 48">
              <a:extLst>
                <a:ext uri="{FF2B5EF4-FFF2-40B4-BE49-F238E27FC236}">
                  <a16:creationId xmlns:a16="http://schemas.microsoft.com/office/drawing/2014/main" id="{603066F0-C071-4BB9-915E-ED891C4BA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Rectangle 48">
              <a:extLst>
                <a:ext uri="{FF2B5EF4-FFF2-40B4-BE49-F238E27FC236}">
                  <a16:creationId xmlns:a16="http://schemas.microsoft.com/office/drawing/2014/main" id="{970BA58B-509E-4458-8B4B-FA40620B2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3" name="Rectangle 48">
              <a:extLst>
                <a:ext uri="{FF2B5EF4-FFF2-40B4-BE49-F238E27FC236}">
                  <a16:creationId xmlns:a16="http://schemas.microsoft.com/office/drawing/2014/main" id="{ACFC700F-1EF3-4765-B4A7-89DB13F1E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48">
              <a:extLst>
                <a:ext uri="{FF2B5EF4-FFF2-40B4-BE49-F238E27FC236}">
                  <a16:creationId xmlns:a16="http://schemas.microsoft.com/office/drawing/2014/main" id="{62E8CF34-1D1A-44E1-81AE-291184DC8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5" name="Rectangle 48">
              <a:extLst>
                <a:ext uri="{FF2B5EF4-FFF2-40B4-BE49-F238E27FC236}">
                  <a16:creationId xmlns:a16="http://schemas.microsoft.com/office/drawing/2014/main" id="{6B08EDC5-DFB0-47A0-8E71-4AD7900E0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04D9F499-8E91-4BB3-880A-CCC85C9720BB}"/>
              </a:ext>
            </a:extLst>
          </p:cNvPr>
          <p:cNvGrpSpPr/>
          <p:nvPr/>
        </p:nvGrpSpPr>
        <p:grpSpPr>
          <a:xfrm>
            <a:off x="2581466" y="1004738"/>
            <a:ext cx="331200" cy="1835117"/>
            <a:chOff x="5410200" y="1004738"/>
            <a:chExt cx="331200" cy="1835117"/>
          </a:xfrm>
        </p:grpSpPr>
        <p:sp>
          <p:nvSpPr>
            <p:cNvPr id="407" name="Rectangle 48">
              <a:extLst>
                <a:ext uri="{FF2B5EF4-FFF2-40B4-BE49-F238E27FC236}">
                  <a16:creationId xmlns:a16="http://schemas.microsoft.com/office/drawing/2014/main" id="{27B534A0-1731-4C7B-AC8C-3E952B8E9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8" name="Rectangle 29">
              <a:extLst>
                <a:ext uri="{FF2B5EF4-FFF2-40B4-BE49-F238E27FC236}">
                  <a16:creationId xmlns:a16="http://schemas.microsoft.com/office/drawing/2014/main" id="{19AE8AE4-23C5-411E-A72A-CF7583142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Rectangle 48">
              <a:extLst>
                <a:ext uri="{FF2B5EF4-FFF2-40B4-BE49-F238E27FC236}">
                  <a16:creationId xmlns:a16="http://schemas.microsoft.com/office/drawing/2014/main" id="{D60C497F-5863-432A-872C-7CC5B7AB8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Rectangle 48">
              <a:extLst>
                <a:ext uri="{FF2B5EF4-FFF2-40B4-BE49-F238E27FC236}">
                  <a16:creationId xmlns:a16="http://schemas.microsoft.com/office/drawing/2014/main" id="{259E1573-4CCB-4122-9F76-DDF3F9C6E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Rectangle 48">
              <a:extLst>
                <a:ext uri="{FF2B5EF4-FFF2-40B4-BE49-F238E27FC236}">
                  <a16:creationId xmlns:a16="http://schemas.microsoft.com/office/drawing/2014/main" id="{E7AD8661-72B6-434D-BAAE-A37760DEA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Rectangle 48">
              <a:extLst>
                <a:ext uri="{FF2B5EF4-FFF2-40B4-BE49-F238E27FC236}">
                  <a16:creationId xmlns:a16="http://schemas.microsoft.com/office/drawing/2014/main" id="{FFDF3ED4-98B5-48BE-80CC-22D8F973F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Rectangle 48">
              <a:extLst>
                <a:ext uri="{FF2B5EF4-FFF2-40B4-BE49-F238E27FC236}">
                  <a16:creationId xmlns:a16="http://schemas.microsoft.com/office/drawing/2014/main" id="{B05C23C0-D121-4693-B294-D836B1DE4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D168BC2F-0974-4F0A-BFFB-E18AAB4F1C15}"/>
              </a:ext>
            </a:extLst>
          </p:cNvPr>
          <p:cNvGrpSpPr/>
          <p:nvPr/>
        </p:nvGrpSpPr>
        <p:grpSpPr>
          <a:xfrm>
            <a:off x="2249996" y="1004738"/>
            <a:ext cx="331200" cy="1835117"/>
            <a:chOff x="5410200" y="1004738"/>
            <a:chExt cx="331200" cy="1835117"/>
          </a:xfrm>
        </p:grpSpPr>
        <p:sp>
          <p:nvSpPr>
            <p:cNvPr id="415" name="Rectangle 48">
              <a:extLst>
                <a:ext uri="{FF2B5EF4-FFF2-40B4-BE49-F238E27FC236}">
                  <a16:creationId xmlns:a16="http://schemas.microsoft.com/office/drawing/2014/main" id="{DF6050E3-65BA-4872-BF70-2695E8DD5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Rectangle 29">
              <a:extLst>
                <a:ext uri="{FF2B5EF4-FFF2-40B4-BE49-F238E27FC236}">
                  <a16:creationId xmlns:a16="http://schemas.microsoft.com/office/drawing/2014/main" id="{E633F1E3-BF51-4A22-A2FE-6031B8D6A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7" name="Rectangle 48">
              <a:extLst>
                <a:ext uri="{FF2B5EF4-FFF2-40B4-BE49-F238E27FC236}">
                  <a16:creationId xmlns:a16="http://schemas.microsoft.com/office/drawing/2014/main" id="{D4FCBAF0-A16A-4869-AC17-83637C14C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48">
              <a:extLst>
                <a:ext uri="{FF2B5EF4-FFF2-40B4-BE49-F238E27FC236}">
                  <a16:creationId xmlns:a16="http://schemas.microsoft.com/office/drawing/2014/main" id="{65EE864A-41B2-4B33-9FF8-1150A7CF8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9" name="Rectangle 48">
              <a:extLst>
                <a:ext uri="{FF2B5EF4-FFF2-40B4-BE49-F238E27FC236}">
                  <a16:creationId xmlns:a16="http://schemas.microsoft.com/office/drawing/2014/main" id="{65D34BCB-11DF-4DD0-BF8B-DE25D4AE1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0" name="Rectangle 48">
              <a:extLst>
                <a:ext uri="{FF2B5EF4-FFF2-40B4-BE49-F238E27FC236}">
                  <a16:creationId xmlns:a16="http://schemas.microsoft.com/office/drawing/2014/main" id="{18D60625-9BC7-4C6D-99B1-E813F3C54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48">
              <a:extLst>
                <a:ext uri="{FF2B5EF4-FFF2-40B4-BE49-F238E27FC236}">
                  <a16:creationId xmlns:a16="http://schemas.microsoft.com/office/drawing/2014/main" id="{FC1191EF-0526-421E-9971-AA816F7AF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25" name="Rectangle 29">
            <a:extLst>
              <a:ext uri="{FF2B5EF4-FFF2-40B4-BE49-F238E27FC236}">
                <a16:creationId xmlns:a16="http://schemas.microsoft.com/office/drawing/2014/main" id="{AED3A31C-147D-48A2-BB70-585A3895D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2" y="1004752"/>
            <a:ext cx="724441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Cycle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183" name="Table 182">
            <a:extLst>
              <a:ext uri="{FF2B5EF4-FFF2-40B4-BE49-F238E27FC236}">
                <a16:creationId xmlns:a16="http://schemas.microsoft.com/office/drawing/2014/main" id="{EC8722A4-BC07-4377-AF70-204E93F2B8BB}"/>
              </a:ext>
            </a:extLst>
          </p:cNvPr>
          <p:cNvGraphicFramePr>
            <a:graphicFrameLocks noGrp="1"/>
          </p:cNvGraphicFramePr>
          <p:nvPr/>
        </p:nvGraphicFramePr>
        <p:xfrm>
          <a:off x="221457" y="1347785"/>
          <a:ext cx="2013700" cy="1521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68285122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6171413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6253014"/>
                    </a:ext>
                  </a:extLst>
                </a:gridCol>
                <a:gridCol w="465700">
                  <a:extLst>
                    <a:ext uri="{9D8B030D-6E8A-4147-A177-3AD203B41FA5}">
                      <a16:colId xmlns:a16="http://schemas.microsoft.com/office/drawing/2014/main" val="3517611654"/>
                    </a:ext>
                  </a:extLst>
                </a:gridCol>
              </a:tblGrid>
              <a:tr h="171963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R1, R2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241112"/>
                  </a:ext>
                </a:extLst>
              </a:tr>
              <a:tr h="27449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R3, R4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7394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R2, R6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21130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R8, R9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26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R7, 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14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R5, 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8953267"/>
                  </a:ext>
                </a:extLst>
              </a:tr>
            </a:tbl>
          </a:graphicData>
        </a:graphic>
      </p:graphicFrame>
      <p:graphicFrame>
        <p:nvGraphicFramePr>
          <p:cNvPr id="185" name="Table 184">
            <a:extLst>
              <a:ext uri="{FF2B5EF4-FFF2-40B4-BE49-F238E27FC236}">
                <a16:creationId xmlns:a16="http://schemas.microsoft.com/office/drawing/2014/main" id="{D0CE5D96-F39A-48B4-9926-7925B25BA378}"/>
              </a:ext>
            </a:extLst>
          </p:cNvPr>
          <p:cNvGraphicFramePr>
            <a:graphicFrameLocks noGrp="1"/>
          </p:cNvGraphicFramePr>
          <p:nvPr/>
        </p:nvGraphicFramePr>
        <p:xfrm>
          <a:off x="5860859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17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graphicFrame>
        <p:nvGraphicFramePr>
          <p:cNvPr id="188" name="Table 187">
            <a:extLst>
              <a:ext uri="{FF2B5EF4-FFF2-40B4-BE49-F238E27FC236}">
                <a16:creationId xmlns:a16="http://schemas.microsoft.com/office/drawing/2014/main" id="{B34BF1A3-EE11-4D04-96FA-BFF29416AB28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3060460"/>
          <a:ext cx="2021396" cy="30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197">
                  <a:extLst>
                    <a:ext uri="{9D8B030D-6E8A-4147-A177-3AD203B41FA5}">
                      <a16:colId xmlns:a16="http://schemas.microsoft.com/office/drawing/2014/main" val="178228208"/>
                    </a:ext>
                  </a:extLst>
                </a:gridCol>
                <a:gridCol w="456057">
                  <a:extLst>
                    <a:ext uri="{9D8B030D-6E8A-4147-A177-3AD203B41FA5}">
                      <a16:colId xmlns:a16="http://schemas.microsoft.com/office/drawing/2014/main" val="514640341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3807375684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347605207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Register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Valid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Tag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Value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855663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67566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717070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R3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8068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8062439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9616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1653268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8406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7141418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960802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17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068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136</a:t>
                      </a:r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808428"/>
                  </a:ext>
                </a:extLst>
              </a:tr>
            </a:tbl>
          </a:graphicData>
        </a:graphic>
      </p:graphicFrame>
      <p:graphicFrame>
        <p:nvGraphicFramePr>
          <p:cNvPr id="189" name="Table 188">
            <a:extLst>
              <a:ext uri="{FF2B5EF4-FFF2-40B4-BE49-F238E27FC236}">
                <a16:creationId xmlns:a16="http://schemas.microsoft.com/office/drawing/2014/main" id="{93231A89-4E32-4485-886E-D6621EAB8628}"/>
              </a:ext>
            </a:extLst>
          </p:cNvPr>
          <p:cNvGraphicFramePr>
            <a:graphicFrameLocks noGrp="1"/>
          </p:cNvGraphicFramePr>
          <p:nvPr/>
        </p:nvGraphicFramePr>
        <p:xfrm>
          <a:off x="2805320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136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sp>
        <p:nvSpPr>
          <p:cNvPr id="168" name="矩形 167">
            <a:extLst>
              <a:ext uri="{FF2B5EF4-FFF2-40B4-BE49-F238E27FC236}">
                <a16:creationId xmlns:a16="http://schemas.microsoft.com/office/drawing/2014/main" id="{FC1A3D7D-D4FB-4A31-8145-3D5BD5333DCC}"/>
              </a:ext>
            </a:extLst>
          </p:cNvPr>
          <p:cNvSpPr/>
          <p:nvPr/>
        </p:nvSpPr>
        <p:spPr>
          <a:xfrm>
            <a:off x="210753" y="6508393"/>
            <a:ext cx="3262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MUL: 6 cycles,  ADD</a:t>
            </a:r>
            <a:r>
              <a:rPr lang="zh-CN" altLang="en-US" dirty="0"/>
              <a:t>：</a:t>
            </a:r>
            <a:r>
              <a:rPr lang="en-US" altLang="zh-CN" dirty="0"/>
              <a:t> 4 cycle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88593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85">
            <a:extLst>
              <a:ext uri="{FF2B5EF4-FFF2-40B4-BE49-F238E27FC236}">
                <a16:creationId xmlns:a16="http://schemas.microsoft.com/office/drawing/2014/main" id="{1854F079-7521-4382-9429-79C9EF3B8E91}"/>
              </a:ext>
            </a:extLst>
          </p:cNvPr>
          <p:cNvSpPr/>
          <p:nvPr/>
        </p:nvSpPr>
        <p:spPr bwMode="auto">
          <a:xfrm>
            <a:off x="8250143" y="951055"/>
            <a:ext cx="331200" cy="1918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FDBD3-8031-42D6-80CF-FE05E4EE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dirty="0"/>
              <a:t>Cycle 19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BFAF7-D375-4D96-BA5E-AF0327B958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A640EF-F0E2-4E49-9455-7E266BCEBB7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4AA7E21-7B39-4D87-8095-EBAAA1B5887A}"/>
              </a:ext>
            </a:extLst>
          </p:cNvPr>
          <p:cNvGrpSpPr/>
          <p:nvPr/>
        </p:nvGrpSpPr>
        <p:grpSpPr>
          <a:xfrm>
            <a:off x="3398728" y="4989344"/>
            <a:ext cx="1449705" cy="798651"/>
            <a:chOff x="6998109" y="2092803"/>
            <a:chExt cx="3805084" cy="2096244"/>
          </a:xfrm>
        </p:grpSpPr>
        <p:sp>
          <p:nvSpPr>
            <p:cNvPr id="20" name="Flowchart: Manual Operation 19">
              <a:extLst>
                <a:ext uri="{FF2B5EF4-FFF2-40B4-BE49-F238E27FC236}">
                  <a16:creationId xmlns:a16="http://schemas.microsoft.com/office/drawing/2014/main" id="{D9788A89-F980-424B-B3EA-FD96B8BD3A8E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+</a:t>
              </a:r>
              <a:endParaRPr kumimoji="0" lang="en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1E8E30-D2BE-4453-842F-BFE9A1A107DA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9DD9CB-A55D-427D-99E0-64627FC8AE38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ECA4318-6D66-4D09-AE89-D97B30539D8A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A79CD7C-A37E-433C-B255-46FD6FEBCF89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84043F-213C-4FA2-A503-A68507FB5934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B88D05-5CA0-48B4-9863-D2A4299DDDA4}"/>
              </a:ext>
            </a:extLst>
          </p:cNvPr>
          <p:cNvGrpSpPr/>
          <p:nvPr/>
        </p:nvGrpSpPr>
        <p:grpSpPr>
          <a:xfrm>
            <a:off x="6477000" y="4989344"/>
            <a:ext cx="1449705" cy="795474"/>
            <a:chOff x="6998109" y="2101142"/>
            <a:chExt cx="3805084" cy="2087904"/>
          </a:xfrm>
        </p:grpSpPr>
        <p:sp>
          <p:nvSpPr>
            <p:cNvPr id="27" name="Flowchart: Manual Operation 26">
              <a:extLst>
                <a:ext uri="{FF2B5EF4-FFF2-40B4-BE49-F238E27FC236}">
                  <a16:creationId xmlns:a16="http://schemas.microsoft.com/office/drawing/2014/main" id="{697BEE34-7099-4A97-B1AC-C9CE1D11B917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∗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4EB639-D558-45E4-9466-BDE2F8372937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5582676-F310-42D3-80E5-0D91022531B7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D48D83-B4BE-48B5-9027-5A30266F2B1B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4A397-3F5E-43B7-A316-493D0DF44868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5A5D3E-8DEE-420C-BF49-4FDB538C5A67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9" name="Rectangle 48">
            <a:extLst>
              <a:ext uri="{FF2B5EF4-FFF2-40B4-BE49-F238E27FC236}">
                <a16:creationId xmlns:a16="http://schemas.microsoft.com/office/drawing/2014/main" id="{97BF5F8B-618E-47CE-B4C0-3121601BC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5233" y="1327562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40" name="Rectangle 29">
            <a:extLst>
              <a:ext uri="{FF2B5EF4-FFF2-40B4-BE49-F238E27FC236}">
                <a16:creationId xmlns:a16="http://schemas.microsoft.com/office/drawing/2014/main" id="{1886A232-B851-4441-AFBF-4D57316F1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5233" y="1004738"/>
            <a:ext cx="331200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19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41" name="Rectangle 48">
            <a:extLst>
              <a:ext uri="{FF2B5EF4-FFF2-40B4-BE49-F238E27FC236}">
                <a16:creationId xmlns:a16="http://schemas.microsoft.com/office/drawing/2014/main" id="{CD17C97C-48C4-40D6-B93C-15CBF05E6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5233" y="1579562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42" name="Rectangle 48">
            <a:extLst>
              <a:ext uri="{FF2B5EF4-FFF2-40B4-BE49-F238E27FC236}">
                <a16:creationId xmlns:a16="http://schemas.microsoft.com/office/drawing/2014/main" id="{107BF7D3-2B5D-4B9E-B364-1636A5731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5233" y="1831824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43" name="Rectangle 48">
            <a:extLst>
              <a:ext uri="{FF2B5EF4-FFF2-40B4-BE49-F238E27FC236}">
                <a16:creationId xmlns:a16="http://schemas.microsoft.com/office/drawing/2014/main" id="{16DF7684-EC74-4C0D-A9EC-21281A579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5233" y="2083593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44" name="Rectangle 48">
            <a:extLst>
              <a:ext uri="{FF2B5EF4-FFF2-40B4-BE49-F238E27FC236}">
                <a16:creationId xmlns:a16="http://schemas.microsoft.com/office/drawing/2014/main" id="{4EA31751-168C-4FCD-8FC2-7B546D0C5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5233" y="2335593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45" name="Rectangle 48">
            <a:extLst>
              <a:ext uri="{FF2B5EF4-FFF2-40B4-BE49-F238E27FC236}">
                <a16:creationId xmlns:a16="http://schemas.microsoft.com/office/drawing/2014/main" id="{852B44D1-41D2-4320-A8E2-FCBE3A743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5233" y="2587855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E</a:t>
            </a:r>
            <a:r>
              <a: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4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07616775-BF2A-4962-AC54-D34F9F6C535F}"/>
              </a:ext>
            </a:extLst>
          </p:cNvPr>
          <p:cNvGrpSpPr/>
          <p:nvPr/>
        </p:nvGrpSpPr>
        <p:grpSpPr>
          <a:xfrm>
            <a:off x="7899955" y="1004738"/>
            <a:ext cx="331200" cy="1835117"/>
            <a:chOff x="5410200" y="1004738"/>
            <a:chExt cx="331200" cy="1835117"/>
          </a:xfrm>
        </p:grpSpPr>
        <p:sp>
          <p:nvSpPr>
            <p:cNvPr id="247" name="Rectangle 48">
              <a:extLst>
                <a:ext uri="{FF2B5EF4-FFF2-40B4-BE49-F238E27FC236}">
                  <a16:creationId xmlns:a16="http://schemas.microsoft.com/office/drawing/2014/main" id="{8E770CE2-4283-42B5-A983-9560D54DE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8" name="Rectangle 29">
              <a:extLst>
                <a:ext uri="{FF2B5EF4-FFF2-40B4-BE49-F238E27FC236}">
                  <a16:creationId xmlns:a16="http://schemas.microsoft.com/office/drawing/2014/main" id="{2E87EAB3-F8F0-4B08-AB49-2791A849C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18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Rectangle 48">
              <a:extLst>
                <a:ext uri="{FF2B5EF4-FFF2-40B4-BE49-F238E27FC236}">
                  <a16:creationId xmlns:a16="http://schemas.microsoft.com/office/drawing/2014/main" id="{1A15FE98-D202-48CE-85D4-607B21549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0" name="Rectangle 48">
              <a:extLst>
                <a:ext uri="{FF2B5EF4-FFF2-40B4-BE49-F238E27FC236}">
                  <a16:creationId xmlns:a16="http://schemas.microsoft.com/office/drawing/2014/main" id="{5E66F541-CFD6-48B6-8B09-2F9CE0ECC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1" name="Rectangle 48">
              <a:extLst>
                <a:ext uri="{FF2B5EF4-FFF2-40B4-BE49-F238E27FC236}">
                  <a16:creationId xmlns:a16="http://schemas.microsoft.com/office/drawing/2014/main" id="{9B5355D1-9C6F-41C6-B04C-2317CCECF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2" name="Rectangle 48">
              <a:extLst>
                <a:ext uri="{FF2B5EF4-FFF2-40B4-BE49-F238E27FC236}">
                  <a16:creationId xmlns:a16="http://schemas.microsoft.com/office/drawing/2014/main" id="{0854AC5A-7374-4AEB-89EA-CA59D4BAB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3" name="Rectangle 48">
              <a:extLst>
                <a:ext uri="{FF2B5EF4-FFF2-40B4-BE49-F238E27FC236}">
                  <a16:creationId xmlns:a16="http://schemas.microsoft.com/office/drawing/2014/main" id="{4707924D-DBB7-45FA-99B6-84685B7DB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276969E8-E24A-4CDB-9F86-CEEF4ABAE5A4}"/>
              </a:ext>
            </a:extLst>
          </p:cNvPr>
          <p:cNvGrpSpPr/>
          <p:nvPr/>
        </p:nvGrpSpPr>
        <p:grpSpPr>
          <a:xfrm>
            <a:off x="7568485" y="1004738"/>
            <a:ext cx="331200" cy="1835117"/>
            <a:chOff x="5410200" y="1004738"/>
            <a:chExt cx="331200" cy="1835117"/>
          </a:xfrm>
        </p:grpSpPr>
        <p:sp>
          <p:nvSpPr>
            <p:cNvPr id="255" name="Rectangle 48">
              <a:extLst>
                <a:ext uri="{FF2B5EF4-FFF2-40B4-BE49-F238E27FC236}">
                  <a16:creationId xmlns:a16="http://schemas.microsoft.com/office/drawing/2014/main" id="{B9654CA4-F258-4005-B6B5-32B83A62D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6" name="Rectangle 29">
              <a:extLst>
                <a:ext uri="{FF2B5EF4-FFF2-40B4-BE49-F238E27FC236}">
                  <a16:creationId xmlns:a16="http://schemas.microsoft.com/office/drawing/2014/main" id="{484A9C9B-375C-4D92-996D-11924746A0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17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7" name="Rectangle 48">
              <a:extLst>
                <a:ext uri="{FF2B5EF4-FFF2-40B4-BE49-F238E27FC236}">
                  <a16:creationId xmlns:a16="http://schemas.microsoft.com/office/drawing/2014/main" id="{3C6016FE-006B-4737-BAF2-B64C9427B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Rectangle 48">
              <a:extLst>
                <a:ext uri="{FF2B5EF4-FFF2-40B4-BE49-F238E27FC236}">
                  <a16:creationId xmlns:a16="http://schemas.microsoft.com/office/drawing/2014/main" id="{B1E0CCD6-83CA-41DB-AC5E-DA25B9B6F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9" name="Rectangle 48">
              <a:extLst>
                <a:ext uri="{FF2B5EF4-FFF2-40B4-BE49-F238E27FC236}">
                  <a16:creationId xmlns:a16="http://schemas.microsoft.com/office/drawing/2014/main" id="{C542D25B-7B89-4541-8ACC-DFC5D16C0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0" name="Rectangle 48">
              <a:extLst>
                <a:ext uri="{FF2B5EF4-FFF2-40B4-BE49-F238E27FC236}">
                  <a16:creationId xmlns:a16="http://schemas.microsoft.com/office/drawing/2014/main" id="{6C876D25-E821-4675-BFEA-652DB5C22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1" name="Rectangle 48">
              <a:extLst>
                <a:ext uri="{FF2B5EF4-FFF2-40B4-BE49-F238E27FC236}">
                  <a16:creationId xmlns:a16="http://schemas.microsoft.com/office/drawing/2014/main" id="{6FD805B3-F5C1-48A3-ABDE-7455BA2A6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685051EA-E584-479B-8421-12ED79A3B15F}"/>
              </a:ext>
            </a:extLst>
          </p:cNvPr>
          <p:cNvGrpSpPr/>
          <p:nvPr/>
        </p:nvGrpSpPr>
        <p:grpSpPr>
          <a:xfrm>
            <a:off x="7237013" y="1004738"/>
            <a:ext cx="331200" cy="1835117"/>
            <a:chOff x="5410200" y="1004738"/>
            <a:chExt cx="331200" cy="1835117"/>
          </a:xfrm>
        </p:grpSpPr>
        <p:sp>
          <p:nvSpPr>
            <p:cNvPr id="263" name="Rectangle 48">
              <a:extLst>
                <a:ext uri="{FF2B5EF4-FFF2-40B4-BE49-F238E27FC236}">
                  <a16:creationId xmlns:a16="http://schemas.microsoft.com/office/drawing/2014/main" id="{AB23DB32-B70C-4C48-BC13-EA434A448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4" name="Rectangle 29">
              <a:extLst>
                <a:ext uri="{FF2B5EF4-FFF2-40B4-BE49-F238E27FC236}">
                  <a16:creationId xmlns:a16="http://schemas.microsoft.com/office/drawing/2014/main" id="{481031D3-6E36-4546-A6EB-80FEA24ED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5" name="Rectangle 48">
              <a:extLst>
                <a:ext uri="{FF2B5EF4-FFF2-40B4-BE49-F238E27FC236}">
                  <a16:creationId xmlns:a16="http://schemas.microsoft.com/office/drawing/2014/main" id="{FD3BF414-EEAF-4B8C-8125-81CE93866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6" name="Rectangle 48">
              <a:extLst>
                <a:ext uri="{FF2B5EF4-FFF2-40B4-BE49-F238E27FC236}">
                  <a16:creationId xmlns:a16="http://schemas.microsoft.com/office/drawing/2014/main" id="{18BA4F4B-0073-4549-B316-85BA78249F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7" name="Rectangle 48">
              <a:extLst>
                <a:ext uri="{FF2B5EF4-FFF2-40B4-BE49-F238E27FC236}">
                  <a16:creationId xmlns:a16="http://schemas.microsoft.com/office/drawing/2014/main" id="{E53E7982-3857-4FEC-BD29-866D3E583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8" name="Rectangle 48">
              <a:extLst>
                <a:ext uri="{FF2B5EF4-FFF2-40B4-BE49-F238E27FC236}">
                  <a16:creationId xmlns:a16="http://schemas.microsoft.com/office/drawing/2014/main" id="{2A9B3870-DF7E-428F-B4BA-4F0A980BB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9" name="Rectangle 48">
              <a:extLst>
                <a:ext uri="{FF2B5EF4-FFF2-40B4-BE49-F238E27FC236}">
                  <a16:creationId xmlns:a16="http://schemas.microsoft.com/office/drawing/2014/main" id="{E8A2B652-28F6-411D-A183-94FFD516E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A0F6EA19-66FA-4C60-BB94-23B75F1768F3}"/>
              </a:ext>
            </a:extLst>
          </p:cNvPr>
          <p:cNvGrpSpPr/>
          <p:nvPr/>
        </p:nvGrpSpPr>
        <p:grpSpPr>
          <a:xfrm>
            <a:off x="6905543" y="1004738"/>
            <a:ext cx="331200" cy="1835117"/>
            <a:chOff x="5410200" y="1004738"/>
            <a:chExt cx="331200" cy="1835117"/>
          </a:xfrm>
        </p:grpSpPr>
        <p:sp>
          <p:nvSpPr>
            <p:cNvPr id="271" name="Rectangle 48">
              <a:extLst>
                <a:ext uri="{FF2B5EF4-FFF2-40B4-BE49-F238E27FC236}">
                  <a16:creationId xmlns:a16="http://schemas.microsoft.com/office/drawing/2014/main" id="{7A811C06-55FF-41B5-BA5F-B63B54884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2" name="Rectangle 29">
              <a:extLst>
                <a:ext uri="{FF2B5EF4-FFF2-40B4-BE49-F238E27FC236}">
                  <a16:creationId xmlns:a16="http://schemas.microsoft.com/office/drawing/2014/main" id="{D072DCC5-89A9-400F-83E6-8595CF4DA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3" name="Rectangle 48">
              <a:extLst>
                <a:ext uri="{FF2B5EF4-FFF2-40B4-BE49-F238E27FC236}">
                  <a16:creationId xmlns:a16="http://schemas.microsoft.com/office/drawing/2014/main" id="{34B1D05F-38BC-430C-8C2C-08AA639009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4" name="Rectangle 48">
              <a:extLst>
                <a:ext uri="{FF2B5EF4-FFF2-40B4-BE49-F238E27FC236}">
                  <a16:creationId xmlns:a16="http://schemas.microsoft.com/office/drawing/2014/main" id="{BD12DA74-A010-40AD-8ECF-80CDDDD71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5" name="Rectangle 48">
              <a:extLst>
                <a:ext uri="{FF2B5EF4-FFF2-40B4-BE49-F238E27FC236}">
                  <a16:creationId xmlns:a16="http://schemas.microsoft.com/office/drawing/2014/main" id="{EB0EA52A-BF66-4308-91D8-FAF9ABD56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6" name="Rectangle 48">
              <a:extLst>
                <a:ext uri="{FF2B5EF4-FFF2-40B4-BE49-F238E27FC236}">
                  <a16:creationId xmlns:a16="http://schemas.microsoft.com/office/drawing/2014/main" id="{9B9978AE-5DA8-4162-9230-87C9D064D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Rectangle 48">
              <a:extLst>
                <a:ext uri="{FF2B5EF4-FFF2-40B4-BE49-F238E27FC236}">
                  <a16:creationId xmlns:a16="http://schemas.microsoft.com/office/drawing/2014/main" id="{E8C34CEE-5C20-4A89-BE20-41895F8A5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5698C659-FC69-4472-A0AD-30DE76AC044C}"/>
              </a:ext>
            </a:extLst>
          </p:cNvPr>
          <p:cNvGrpSpPr/>
          <p:nvPr/>
        </p:nvGrpSpPr>
        <p:grpSpPr>
          <a:xfrm>
            <a:off x="6570265" y="1004738"/>
            <a:ext cx="331200" cy="1835117"/>
            <a:chOff x="5410200" y="1004738"/>
            <a:chExt cx="331200" cy="1835117"/>
          </a:xfrm>
        </p:grpSpPr>
        <p:sp>
          <p:nvSpPr>
            <p:cNvPr id="279" name="Rectangle 48">
              <a:extLst>
                <a:ext uri="{FF2B5EF4-FFF2-40B4-BE49-F238E27FC236}">
                  <a16:creationId xmlns:a16="http://schemas.microsoft.com/office/drawing/2014/main" id="{402F7A8A-D3AE-43BB-B5B5-D42BB07E8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0" name="Rectangle 29">
              <a:extLst>
                <a:ext uri="{FF2B5EF4-FFF2-40B4-BE49-F238E27FC236}">
                  <a16:creationId xmlns:a16="http://schemas.microsoft.com/office/drawing/2014/main" id="{EE6BE9AF-CB32-4CB9-B8CA-7534B2613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1" name="Rectangle 48">
              <a:extLst>
                <a:ext uri="{FF2B5EF4-FFF2-40B4-BE49-F238E27FC236}">
                  <a16:creationId xmlns:a16="http://schemas.microsoft.com/office/drawing/2014/main" id="{B3F88A7C-2325-45EA-AC9B-28C19DD97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2" name="Rectangle 48">
              <a:extLst>
                <a:ext uri="{FF2B5EF4-FFF2-40B4-BE49-F238E27FC236}">
                  <a16:creationId xmlns:a16="http://schemas.microsoft.com/office/drawing/2014/main" id="{E30206CD-7B5E-4C2B-BB92-A1BF62556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3" name="Rectangle 48">
              <a:extLst>
                <a:ext uri="{FF2B5EF4-FFF2-40B4-BE49-F238E27FC236}">
                  <a16:creationId xmlns:a16="http://schemas.microsoft.com/office/drawing/2014/main" id="{6148EFDA-A3DF-45A3-8BA4-CB187A8F4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Rectangle 48">
              <a:extLst>
                <a:ext uri="{FF2B5EF4-FFF2-40B4-BE49-F238E27FC236}">
                  <a16:creationId xmlns:a16="http://schemas.microsoft.com/office/drawing/2014/main" id="{55512E09-19DB-41CE-9844-34E9AC22B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5" name="Rectangle 48">
              <a:extLst>
                <a:ext uri="{FF2B5EF4-FFF2-40B4-BE49-F238E27FC236}">
                  <a16:creationId xmlns:a16="http://schemas.microsoft.com/office/drawing/2014/main" id="{25BE0B7F-5534-4A20-93D3-5D074BCEE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51307670-AF54-48DA-B9AE-F822F05B9BA8}"/>
              </a:ext>
            </a:extLst>
          </p:cNvPr>
          <p:cNvGrpSpPr/>
          <p:nvPr/>
        </p:nvGrpSpPr>
        <p:grpSpPr>
          <a:xfrm>
            <a:off x="6238795" y="1004738"/>
            <a:ext cx="331200" cy="1835117"/>
            <a:chOff x="5410200" y="1004738"/>
            <a:chExt cx="331200" cy="1835117"/>
          </a:xfrm>
        </p:grpSpPr>
        <p:sp>
          <p:nvSpPr>
            <p:cNvPr id="287" name="Rectangle 48">
              <a:extLst>
                <a:ext uri="{FF2B5EF4-FFF2-40B4-BE49-F238E27FC236}">
                  <a16:creationId xmlns:a16="http://schemas.microsoft.com/office/drawing/2014/main" id="{302CDFE7-A71B-467E-94B5-2D6B7B435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8" name="Rectangle 29">
              <a:extLst>
                <a:ext uri="{FF2B5EF4-FFF2-40B4-BE49-F238E27FC236}">
                  <a16:creationId xmlns:a16="http://schemas.microsoft.com/office/drawing/2014/main" id="{5F96CA0A-EEB8-4594-99F3-8884016D2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9" name="Rectangle 48">
              <a:extLst>
                <a:ext uri="{FF2B5EF4-FFF2-40B4-BE49-F238E27FC236}">
                  <a16:creationId xmlns:a16="http://schemas.microsoft.com/office/drawing/2014/main" id="{D8C7E579-212F-44B7-967E-8002321C6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0" name="Rectangle 48">
              <a:extLst>
                <a:ext uri="{FF2B5EF4-FFF2-40B4-BE49-F238E27FC236}">
                  <a16:creationId xmlns:a16="http://schemas.microsoft.com/office/drawing/2014/main" id="{D41978D9-B193-41DD-BF65-F884F077A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1" name="Rectangle 48">
              <a:extLst>
                <a:ext uri="{FF2B5EF4-FFF2-40B4-BE49-F238E27FC236}">
                  <a16:creationId xmlns:a16="http://schemas.microsoft.com/office/drawing/2014/main" id="{C9BBD56B-78A0-44A3-AA51-0C2330DCE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2" name="Rectangle 48">
              <a:extLst>
                <a:ext uri="{FF2B5EF4-FFF2-40B4-BE49-F238E27FC236}">
                  <a16:creationId xmlns:a16="http://schemas.microsoft.com/office/drawing/2014/main" id="{407877B4-86A7-4266-9713-922144892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3" name="Rectangle 48">
              <a:extLst>
                <a:ext uri="{FF2B5EF4-FFF2-40B4-BE49-F238E27FC236}">
                  <a16:creationId xmlns:a16="http://schemas.microsoft.com/office/drawing/2014/main" id="{E78044AB-50A1-4E6E-9E4B-B60273C570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062D036E-F075-496A-A2B7-D5ECB0A3D250}"/>
              </a:ext>
            </a:extLst>
          </p:cNvPr>
          <p:cNvGrpSpPr/>
          <p:nvPr/>
        </p:nvGrpSpPr>
        <p:grpSpPr>
          <a:xfrm>
            <a:off x="5906053" y="1004738"/>
            <a:ext cx="331200" cy="1835117"/>
            <a:chOff x="5410200" y="1004738"/>
            <a:chExt cx="331200" cy="1835117"/>
          </a:xfrm>
        </p:grpSpPr>
        <p:sp>
          <p:nvSpPr>
            <p:cNvPr id="295" name="Rectangle 48">
              <a:extLst>
                <a:ext uri="{FF2B5EF4-FFF2-40B4-BE49-F238E27FC236}">
                  <a16:creationId xmlns:a16="http://schemas.microsoft.com/office/drawing/2014/main" id="{F65421D9-8B0A-424A-89B0-AD5D741C6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Rectangle 29">
              <a:extLst>
                <a:ext uri="{FF2B5EF4-FFF2-40B4-BE49-F238E27FC236}">
                  <a16:creationId xmlns:a16="http://schemas.microsoft.com/office/drawing/2014/main" id="{E57C3B8C-5E0B-4C5B-9680-5C95287B6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Rectangle 48">
              <a:extLst>
                <a:ext uri="{FF2B5EF4-FFF2-40B4-BE49-F238E27FC236}">
                  <a16:creationId xmlns:a16="http://schemas.microsoft.com/office/drawing/2014/main" id="{97FD98C7-8BD3-4949-AE2C-9702EF434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8" name="Rectangle 48">
              <a:extLst>
                <a:ext uri="{FF2B5EF4-FFF2-40B4-BE49-F238E27FC236}">
                  <a16:creationId xmlns:a16="http://schemas.microsoft.com/office/drawing/2014/main" id="{4E89CF3D-5E66-4CAB-A515-FB26E67D4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9" name="Rectangle 48">
              <a:extLst>
                <a:ext uri="{FF2B5EF4-FFF2-40B4-BE49-F238E27FC236}">
                  <a16:creationId xmlns:a16="http://schemas.microsoft.com/office/drawing/2014/main" id="{3C459CAA-ED04-46D8-9E2D-1DC7D2468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0" name="Rectangle 48">
              <a:extLst>
                <a:ext uri="{FF2B5EF4-FFF2-40B4-BE49-F238E27FC236}">
                  <a16:creationId xmlns:a16="http://schemas.microsoft.com/office/drawing/2014/main" id="{8065915C-C9FA-439F-9F42-8E14F3743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1" name="Rectangle 48">
              <a:extLst>
                <a:ext uri="{FF2B5EF4-FFF2-40B4-BE49-F238E27FC236}">
                  <a16:creationId xmlns:a16="http://schemas.microsoft.com/office/drawing/2014/main" id="{C72E49F6-5808-422A-9D40-8CC2F6FBC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A05CDA2B-4B07-4B27-AE40-ECE5614FBBDB}"/>
              </a:ext>
            </a:extLst>
          </p:cNvPr>
          <p:cNvGrpSpPr/>
          <p:nvPr/>
        </p:nvGrpSpPr>
        <p:grpSpPr>
          <a:xfrm>
            <a:off x="5574583" y="1004738"/>
            <a:ext cx="331200" cy="1835117"/>
            <a:chOff x="5410200" y="1004738"/>
            <a:chExt cx="331200" cy="1835117"/>
          </a:xfrm>
        </p:grpSpPr>
        <p:sp>
          <p:nvSpPr>
            <p:cNvPr id="303" name="Rectangle 48">
              <a:extLst>
                <a:ext uri="{FF2B5EF4-FFF2-40B4-BE49-F238E27FC236}">
                  <a16:creationId xmlns:a16="http://schemas.microsoft.com/office/drawing/2014/main" id="{18261890-CE35-49F9-B040-315B1B3F0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4" name="Rectangle 29">
              <a:extLst>
                <a:ext uri="{FF2B5EF4-FFF2-40B4-BE49-F238E27FC236}">
                  <a16:creationId xmlns:a16="http://schemas.microsoft.com/office/drawing/2014/main" id="{BB975130-B9A4-4E06-87F7-2E6CF4F62E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5" name="Rectangle 48">
              <a:extLst>
                <a:ext uri="{FF2B5EF4-FFF2-40B4-BE49-F238E27FC236}">
                  <a16:creationId xmlns:a16="http://schemas.microsoft.com/office/drawing/2014/main" id="{D17D0EEB-34D2-42A0-BD89-5AE8B3BD0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6" name="Rectangle 48">
              <a:extLst>
                <a:ext uri="{FF2B5EF4-FFF2-40B4-BE49-F238E27FC236}">
                  <a16:creationId xmlns:a16="http://schemas.microsoft.com/office/drawing/2014/main" id="{CEB489A7-F623-4F49-8A9F-CBE44B6FC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" name="Rectangle 48">
              <a:extLst>
                <a:ext uri="{FF2B5EF4-FFF2-40B4-BE49-F238E27FC236}">
                  <a16:creationId xmlns:a16="http://schemas.microsoft.com/office/drawing/2014/main" id="{8BADFF3B-C82E-4B71-A4A5-FDFBB6F7C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8" name="Rectangle 48">
              <a:extLst>
                <a:ext uri="{FF2B5EF4-FFF2-40B4-BE49-F238E27FC236}">
                  <a16:creationId xmlns:a16="http://schemas.microsoft.com/office/drawing/2014/main" id="{7FBB66AD-206F-4B8E-88F7-FFE82065B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Rectangle 48">
              <a:extLst>
                <a:ext uri="{FF2B5EF4-FFF2-40B4-BE49-F238E27FC236}">
                  <a16:creationId xmlns:a16="http://schemas.microsoft.com/office/drawing/2014/main" id="{2685FD37-E118-4FE8-83B6-BBAEAA784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6A59A262-7B1F-479F-A845-262E6EE30630}"/>
              </a:ext>
            </a:extLst>
          </p:cNvPr>
          <p:cNvGrpSpPr/>
          <p:nvPr/>
        </p:nvGrpSpPr>
        <p:grpSpPr>
          <a:xfrm>
            <a:off x="5239305" y="1004738"/>
            <a:ext cx="331200" cy="1835117"/>
            <a:chOff x="5410200" y="1004738"/>
            <a:chExt cx="331200" cy="1835117"/>
          </a:xfrm>
        </p:grpSpPr>
        <p:sp>
          <p:nvSpPr>
            <p:cNvPr id="311" name="Rectangle 48">
              <a:extLst>
                <a:ext uri="{FF2B5EF4-FFF2-40B4-BE49-F238E27FC236}">
                  <a16:creationId xmlns:a16="http://schemas.microsoft.com/office/drawing/2014/main" id="{A7AFA6A8-1C31-4DB5-8858-2E389543E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Rectangle 29">
              <a:extLst>
                <a:ext uri="{FF2B5EF4-FFF2-40B4-BE49-F238E27FC236}">
                  <a16:creationId xmlns:a16="http://schemas.microsoft.com/office/drawing/2014/main" id="{7690F476-DF7E-47C1-B981-5552F0106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0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Rectangle 48">
              <a:extLst>
                <a:ext uri="{FF2B5EF4-FFF2-40B4-BE49-F238E27FC236}">
                  <a16:creationId xmlns:a16="http://schemas.microsoft.com/office/drawing/2014/main" id="{C077CF72-C332-446A-8495-0E1FBF096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Rectangle 48">
              <a:extLst>
                <a:ext uri="{FF2B5EF4-FFF2-40B4-BE49-F238E27FC236}">
                  <a16:creationId xmlns:a16="http://schemas.microsoft.com/office/drawing/2014/main" id="{77CC9037-D59D-4F84-9313-F0403BAD6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5" name="Rectangle 48">
              <a:extLst>
                <a:ext uri="{FF2B5EF4-FFF2-40B4-BE49-F238E27FC236}">
                  <a16:creationId xmlns:a16="http://schemas.microsoft.com/office/drawing/2014/main" id="{7FF2A22B-4172-4C76-A67D-AB6EF2344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Rectangle 48">
              <a:extLst>
                <a:ext uri="{FF2B5EF4-FFF2-40B4-BE49-F238E27FC236}">
                  <a16:creationId xmlns:a16="http://schemas.microsoft.com/office/drawing/2014/main" id="{B3FBD2C9-B558-4F55-A240-DE6DFBD9A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7" name="Rectangle 48">
              <a:extLst>
                <a:ext uri="{FF2B5EF4-FFF2-40B4-BE49-F238E27FC236}">
                  <a16:creationId xmlns:a16="http://schemas.microsoft.com/office/drawing/2014/main" id="{D2517B42-73CA-4024-9080-CE7F3D217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1A7F16A8-FDF7-42DF-B54D-82F6AF89042C}"/>
              </a:ext>
            </a:extLst>
          </p:cNvPr>
          <p:cNvGrpSpPr/>
          <p:nvPr/>
        </p:nvGrpSpPr>
        <p:grpSpPr>
          <a:xfrm>
            <a:off x="4907835" y="1004738"/>
            <a:ext cx="331200" cy="1835117"/>
            <a:chOff x="5410200" y="1004738"/>
            <a:chExt cx="331200" cy="1835117"/>
          </a:xfrm>
        </p:grpSpPr>
        <p:sp>
          <p:nvSpPr>
            <p:cNvPr id="319" name="Rectangle 48">
              <a:extLst>
                <a:ext uri="{FF2B5EF4-FFF2-40B4-BE49-F238E27FC236}">
                  <a16:creationId xmlns:a16="http://schemas.microsoft.com/office/drawing/2014/main" id="{A5F109F5-FEB0-47A5-9D1C-E218C2241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Rectangle 29">
              <a:extLst>
                <a:ext uri="{FF2B5EF4-FFF2-40B4-BE49-F238E27FC236}">
                  <a16:creationId xmlns:a16="http://schemas.microsoft.com/office/drawing/2014/main" id="{0DD24DE9-AB7D-4594-A3FF-8F3F629F8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9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1" name="Rectangle 48">
              <a:extLst>
                <a:ext uri="{FF2B5EF4-FFF2-40B4-BE49-F238E27FC236}">
                  <a16:creationId xmlns:a16="http://schemas.microsoft.com/office/drawing/2014/main" id="{415089C7-3623-4DBD-8368-94D66D7A7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Rectangle 48">
              <a:extLst>
                <a:ext uri="{FF2B5EF4-FFF2-40B4-BE49-F238E27FC236}">
                  <a16:creationId xmlns:a16="http://schemas.microsoft.com/office/drawing/2014/main" id="{FAA34AD9-82AE-47AB-B896-65DCA9864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3" name="Rectangle 48">
              <a:extLst>
                <a:ext uri="{FF2B5EF4-FFF2-40B4-BE49-F238E27FC236}">
                  <a16:creationId xmlns:a16="http://schemas.microsoft.com/office/drawing/2014/main" id="{A2152364-4EEA-423A-A044-042BB12C1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4" name="Rectangle 48">
              <a:extLst>
                <a:ext uri="{FF2B5EF4-FFF2-40B4-BE49-F238E27FC236}">
                  <a16:creationId xmlns:a16="http://schemas.microsoft.com/office/drawing/2014/main" id="{4B168F5F-8257-4479-BD5E-A95BB36EC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5" name="Rectangle 48">
              <a:extLst>
                <a:ext uri="{FF2B5EF4-FFF2-40B4-BE49-F238E27FC236}">
                  <a16:creationId xmlns:a16="http://schemas.microsoft.com/office/drawing/2014/main" id="{8350DDDC-D771-4A59-B0BA-BF11B1535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DE7BA189-51B5-4EB6-9846-D47A8E290126}"/>
              </a:ext>
            </a:extLst>
          </p:cNvPr>
          <p:cNvGrpSpPr/>
          <p:nvPr/>
        </p:nvGrpSpPr>
        <p:grpSpPr>
          <a:xfrm>
            <a:off x="4576363" y="1004738"/>
            <a:ext cx="331200" cy="1835117"/>
            <a:chOff x="5410200" y="1004738"/>
            <a:chExt cx="331200" cy="1835117"/>
          </a:xfrm>
        </p:grpSpPr>
        <p:sp>
          <p:nvSpPr>
            <p:cNvPr id="327" name="Rectangle 48">
              <a:extLst>
                <a:ext uri="{FF2B5EF4-FFF2-40B4-BE49-F238E27FC236}">
                  <a16:creationId xmlns:a16="http://schemas.microsoft.com/office/drawing/2014/main" id="{5C3374E5-8F34-4259-A78D-063086340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8" name="Rectangle 29">
              <a:extLst>
                <a:ext uri="{FF2B5EF4-FFF2-40B4-BE49-F238E27FC236}">
                  <a16:creationId xmlns:a16="http://schemas.microsoft.com/office/drawing/2014/main" id="{3E826BE3-D567-465F-AB3E-FC6CEEBF6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8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9" name="Rectangle 48">
              <a:extLst>
                <a:ext uri="{FF2B5EF4-FFF2-40B4-BE49-F238E27FC236}">
                  <a16:creationId xmlns:a16="http://schemas.microsoft.com/office/drawing/2014/main" id="{040D80C0-C403-44E9-99ED-17593D1C7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48">
              <a:extLst>
                <a:ext uri="{FF2B5EF4-FFF2-40B4-BE49-F238E27FC236}">
                  <a16:creationId xmlns:a16="http://schemas.microsoft.com/office/drawing/2014/main" id="{47CF507F-CAA1-4948-A616-409E3C4BB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Rectangle 48">
              <a:extLst>
                <a:ext uri="{FF2B5EF4-FFF2-40B4-BE49-F238E27FC236}">
                  <a16:creationId xmlns:a16="http://schemas.microsoft.com/office/drawing/2014/main" id="{2F3AA7DD-61BD-42A2-AB2E-E4EBE7F7B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Rectangle 48">
              <a:extLst>
                <a:ext uri="{FF2B5EF4-FFF2-40B4-BE49-F238E27FC236}">
                  <a16:creationId xmlns:a16="http://schemas.microsoft.com/office/drawing/2014/main" id="{9EBA70D1-8405-47BD-A9C1-C3226FA13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48">
              <a:extLst>
                <a:ext uri="{FF2B5EF4-FFF2-40B4-BE49-F238E27FC236}">
                  <a16:creationId xmlns:a16="http://schemas.microsoft.com/office/drawing/2014/main" id="{0810E8DA-8DC3-4FE5-9A89-90A722B45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BC666277-2CBB-46EC-838E-0C7B13DB300E}"/>
              </a:ext>
            </a:extLst>
          </p:cNvPr>
          <p:cNvGrpSpPr/>
          <p:nvPr/>
        </p:nvGrpSpPr>
        <p:grpSpPr>
          <a:xfrm>
            <a:off x="4244893" y="1004738"/>
            <a:ext cx="331200" cy="1835117"/>
            <a:chOff x="5410200" y="1004738"/>
            <a:chExt cx="331200" cy="1835117"/>
          </a:xfrm>
        </p:grpSpPr>
        <p:sp>
          <p:nvSpPr>
            <p:cNvPr id="335" name="Rectangle 48">
              <a:extLst>
                <a:ext uri="{FF2B5EF4-FFF2-40B4-BE49-F238E27FC236}">
                  <a16:creationId xmlns:a16="http://schemas.microsoft.com/office/drawing/2014/main" id="{297F945E-8439-4238-B96E-115E46847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6" name="Rectangle 29">
              <a:extLst>
                <a:ext uri="{FF2B5EF4-FFF2-40B4-BE49-F238E27FC236}">
                  <a16:creationId xmlns:a16="http://schemas.microsoft.com/office/drawing/2014/main" id="{234ED10A-8BF0-43DC-B80F-E1C978196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7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7" name="Rectangle 48">
              <a:extLst>
                <a:ext uri="{FF2B5EF4-FFF2-40B4-BE49-F238E27FC236}">
                  <a16:creationId xmlns:a16="http://schemas.microsoft.com/office/drawing/2014/main" id="{387A1859-590F-4BE2-810A-4A6E69651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48">
              <a:extLst>
                <a:ext uri="{FF2B5EF4-FFF2-40B4-BE49-F238E27FC236}">
                  <a16:creationId xmlns:a16="http://schemas.microsoft.com/office/drawing/2014/main" id="{EF5B30EB-E433-4708-91AE-AA87A2BC6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9" name="Rectangle 48">
              <a:extLst>
                <a:ext uri="{FF2B5EF4-FFF2-40B4-BE49-F238E27FC236}">
                  <a16:creationId xmlns:a16="http://schemas.microsoft.com/office/drawing/2014/main" id="{6EF03208-866E-4C87-9D31-A40DD67D4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0" name="Rectangle 48">
              <a:extLst>
                <a:ext uri="{FF2B5EF4-FFF2-40B4-BE49-F238E27FC236}">
                  <a16:creationId xmlns:a16="http://schemas.microsoft.com/office/drawing/2014/main" id="{3589C470-B0A0-4CDD-8141-D072CE5F5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1" name="Rectangle 48">
              <a:extLst>
                <a:ext uri="{FF2B5EF4-FFF2-40B4-BE49-F238E27FC236}">
                  <a16:creationId xmlns:a16="http://schemas.microsoft.com/office/drawing/2014/main" id="{6B64D656-AA6D-4CF1-A146-1DF571C71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35D5D976-C5CB-4915-A940-F1F859F0DCEB}"/>
              </a:ext>
            </a:extLst>
          </p:cNvPr>
          <p:cNvGrpSpPr/>
          <p:nvPr/>
        </p:nvGrpSpPr>
        <p:grpSpPr>
          <a:xfrm>
            <a:off x="3909615" y="1004738"/>
            <a:ext cx="331200" cy="1835117"/>
            <a:chOff x="5410200" y="1004738"/>
            <a:chExt cx="331200" cy="1835117"/>
          </a:xfrm>
        </p:grpSpPr>
        <p:sp>
          <p:nvSpPr>
            <p:cNvPr id="343" name="Rectangle 48">
              <a:extLst>
                <a:ext uri="{FF2B5EF4-FFF2-40B4-BE49-F238E27FC236}">
                  <a16:creationId xmlns:a16="http://schemas.microsoft.com/office/drawing/2014/main" id="{DB108FB9-796F-4D35-BC0A-CC0464243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Rectangle 29">
              <a:extLst>
                <a:ext uri="{FF2B5EF4-FFF2-40B4-BE49-F238E27FC236}">
                  <a16:creationId xmlns:a16="http://schemas.microsoft.com/office/drawing/2014/main" id="{B433B9A4-94B1-4C87-A6E1-55518397A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Rectangle 48">
              <a:extLst>
                <a:ext uri="{FF2B5EF4-FFF2-40B4-BE49-F238E27FC236}">
                  <a16:creationId xmlns:a16="http://schemas.microsoft.com/office/drawing/2014/main" id="{01CE9CD9-3BA8-48AF-97F3-8DBD484E4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Rectangle 48">
              <a:extLst>
                <a:ext uri="{FF2B5EF4-FFF2-40B4-BE49-F238E27FC236}">
                  <a16:creationId xmlns:a16="http://schemas.microsoft.com/office/drawing/2014/main" id="{615243F1-AB54-43A6-B06A-0C6CE1214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Rectangle 48">
              <a:extLst>
                <a:ext uri="{FF2B5EF4-FFF2-40B4-BE49-F238E27FC236}">
                  <a16:creationId xmlns:a16="http://schemas.microsoft.com/office/drawing/2014/main" id="{28949A8F-4EB4-4CC9-BBAF-C67DBBE38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Rectangle 48">
              <a:extLst>
                <a:ext uri="{FF2B5EF4-FFF2-40B4-BE49-F238E27FC236}">
                  <a16:creationId xmlns:a16="http://schemas.microsoft.com/office/drawing/2014/main" id="{B8EFCFE0-6C94-4A1A-8750-7EBCECD3A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Rectangle 48">
              <a:extLst>
                <a:ext uri="{FF2B5EF4-FFF2-40B4-BE49-F238E27FC236}">
                  <a16:creationId xmlns:a16="http://schemas.microsoft.com/office/drawing/2014/main" id="{B3BB5F8C-F65C-4C77-9345-C1A084715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F64DB39A-2EDA-4EE0-89CA-B7E7863F05E0}"/>
              </a:ext>
            </a:extLst>
          </p:cNvPr>
          <p:cNvGrpSpPr/>
          <p:nvPr/>
        </p:nvGrpSpPr>
        <p:grpSpPr>
          <a:xfrm>
            <a:off x="3578145" y="1004738"/>
            <a:ext cx="331200" cy="1835117"/>
            <a:chOff x="5410200" y="1004738"/>
            <a:chExt cx="331200" cy="1835117"/>
          </a:xfrm>
        </p:grpSpPr>
        <p:sp>
          <p:nvSpPr>
            <p:cNvPr id="351" name="Rectangle 48">
              <a:extLst>
                <a:ext uri="{FF2B5EF4-FFF2-40B4-BE49-F238E27FC236}">
                  <a16:creationId xmlns:a16="http://schemas.microsoft.com/office/drawing/2014/main" id="{948C3007-FCCB-4C6E-AC3E-7A3E53F18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9">
              <a:extLst>
                <a:ext uri="{FF2B5EF4-FFF2-40B4-BE49-F238E27FC236}">
                  <a16:creationId xmlns:a16="http://schemas.microsoft.com/office/drawing/2014/main" id="{99A1184C-590C-48A6-B563-6107C0ED8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3" name="Rectangle 48">
              <a:extLst>
                <a:ext uri="{FF2B5EF4-FFF2-40B4-BE49-F238E27FC236}">
                  <a16:creationId xmlns:a16="http://schemas.microsoft.com/office/drawing/2014/main" id="{F7C02F4A-2BDB-4EDC-B5CD-C21DA4AA5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4" name="Rectangle 48">
              <a:extLst>
                <a:ext uri="{FF2B5EF4-FFF2-40B4-BE49-F238E27FC236}">
                  <a16:creationId xmlns:a16="http://schemas.microsoft.com/office/drawing/2014/main" id="{BDA0FFCA-B617-4185-A4E4-C01BE10E6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5" name="Rectangle 48">
              <a:extLst>
                <a:ext uri="{FF2B5EF4-FFF2-40B4-BE49-F238E27FC236}">
                  <a16:creationId xmlns:a16="http://schemas.microsoft.com/office/drawing/2014/main" id="{D0A0FC86-ADFC-4188-A139-A27828021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6" name="Rectangle 48">
              <a:extLst>
                <a:ext uri="{FF2B5EF4-FFF2-40B4-BE49-F238E27FC236}">
                  <a16:creationId xmlns:a16="http://schemas.microsoft.com/office/drawing/2014/main" id="{C1B0E32B-96BA-4122-95E4-2EEAEF749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7" name="Rectangle 48">
              <a:extLst>
                <a:ext uri="{FF2B5EF4-FFF2-40B4-BE49-F238E27FC236}">
                  <a16:creationId xmlns:a16="http://schemas.microsoft.com/office/drawing/2014/main" id="{1BCD692A-E03D-446D-805F-8727CCA16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D0D0D1D7-221D-499B-A7D7-74C40B469889}"/>
              </a:ext>
            </a:extLst>
          </p:cNvPr>
          <p:cNvGrpSpPr/>
          <p:nvPr/>
        </p:nvGrpSpPr>
        <p:grpSpPr>
          <a:xfrm>
            <a:off x="3248214" y="1004738"/>
            <a:ext cx="331200" cy="1835117"/>
            <a:chOff x="5410200" y="1004738"/>
            <a:chExt cx="331200" cy="1835117"/>
          </a:xfrm>
        </p:grpSpPr>
        <p:sp>
          <p:nvSpPr>
            <p:cNvPr id="391" name="Rectangle 48">
              <a:extLst>
                <a:ext uri="{FF2B5EF4-FFF2-40B4-BE49-F238E27FC236}">
                  <a16:creationId xmlns:a16="http://schemas.microsoft.com/office/drawing/2014/main" id="{142C9FB2-4DFA-45FE-9967-3D16C5807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2" name="Rectangle 29">
              <a:extLst>
                <a:ext uri="{FF2B5EF4-FFF2-40B4-BE49-F238E27FC236}">
                  <a16:creationId xmlns:a16="http://schemas.microsoft.com/office/drawing/2014/main" id="{13C845B4-BBD0-4E88-86A5-1201EC939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3" name="Rectangle 48">
              <a:extLst>
                <a:ext uri="{FF2B5EF4-FFF2-40B4-BE49-F238E27FC236}">
                  <a16:creationId xmlns:a16="http://schemas.microsoft.com/office/drawing/2014/main" id="{4FC63368-BB30-4160-8128-E1956EDEE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4" name="Rectangle 48">
              <a:extLst>
                <a:ext uri="{FF2B5EF4-FFF2-40B4-BE49-F238E27FC236}">
                  <a16:creationId xmlns:a16="http://schemas.microsoft.com/office/drawing/2014/main" id="{5A872067-9D5D-455D-B495-E18252EE3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5" name="Rectangle 48">
              <a:extLst>
                <a:ext uri="{FF2B5EF4-FFF2-40B4-BE49-F238E27FC236}">
                  <a16:creationId xmlns:a16="http://schemas.microsoft.com/office/drawing/2014/main" id="{EB1BAB0E-8365-4C09-B376-99F62A1D9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48">
              <a:extLst>
                <a:ext uri="{FF2B5EF4-FFF2-40B4-BE49-F238E27FC236}">
                  <a16:creationId xmlns:a16="http://schemas.microsoft.com/office/drawing/2014/main" id="{CABB04FE-6DE0-4414-A1A8-D9186CBEA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Rectangle 48">
              <a:extLst>
                <a:ext uri="{FF2B5EF4-FFF2-40B4-BE49-F238E27FC236}">
                  <a16:creationId xmlns:a16="http://schemas.microsoft.com/office/drawing/2014/main" id="{D449F55E-6A28-4068-9352-3D600B69D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83D1EE34-BD69-4228-8815-3E2F99EC7E75}"/>
              </a:ext>
            </a:extLst>
          </p:cNvPr>
          <p:cNvGrpSpPr/>
          <p:nvPr/>
        </p:nvGrpSpPr>
        <p:grpSpPr>
          <a:xfrm>
            <a:off x="2916744" y="1004738"/>
            <a:ext cx="331200" cy="1835117"/>
            <a:chOff x="5410200" y="1004738"/>
            <a:chExt cx="331200" cy="1835117"/>
          </a:xfrm>
        </p:grpSpPr>
        <p:sp>
          <p:nvSpPr>
            <p:cNvPr id="399" name="Rectangle 48">
              <a:extLst>
                <a:ext uri="{FF2B5EF4-FFF2-40B4-BE49-F238E27FC236}">
                  <a16:creationId xmlns:a16="http://schemas.microsoft.com/office/drawing/2014/main" id="{CDFC79D4-F0D6-4806-BBCC-A199E0E36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0" name="Rectangle 29">
              <a:extLst>
                <a:ext uri="{FF2B5EF4-FFF2-40B4-BE49-F238E27FC236}">
                  <a16:creationId xmlns:a16="http://schemas.microsoft.com/office/drawing/2014/main" id="{8456C1BF-C019-45CA-9136-7AF43E602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Rectangle 48">
              <a:extLst>
                <a:ext uri="{FF2B5EF4-FFF2-40B4-BE49-F238E27FC236}">
                  <a16:creationId xmlns:a16="http://schemas.microsoft.com/office/drawing/2014/main" id="{603066F0-C071-4BB9-915E-ED891C4BA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Rectangle 48">
              <a:extLst>
                <a:ext uri="{FF2B5EF4-FFF2-40B4-BE49-F238E27FC236}">
                  <a16:creationId xmlns:a16="http://schemas.microsoft.com/office/drawing/2014/main" id="{970BA58B-509E-4458-8B4B-FA40620B2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3" name="Rectangle 48">
              <a:extLst>
                <a:ext uri="{FF2B5EF4-FFF2-40B4-BE49-F238E27FC236}">
                  <a16:creationId xmlns:a16="http://schemas.microsoft.com/office/drawing/2014/main" id="{ACFC700F-1EF3-4765-B4A7-89DB13F1E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48">
              <a:extLst>
                <a:ext uri="{FF2B5EF4-FFF2-40B4-BE49-F238E27FC236}">
                  <a16:creationId xmlns:a16="http://schemas.microsoft.com/office/drawing/2014/main" id="{62E8CF34-1D1A-44E1-81AE-291184DC8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5" name="Rectangle 48">
              <a:extLst>
                <a:ext uri="{FF2B5EF4-FFF2-40B4-BE49-F238E27FC236}">
                  <a16:creationId xmlns:a16="http://schemas.microsoft.com/office/drawing/2014/main" id="{6B08EDC5-DFB0-47A0-8E71-4AD7900E0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04D9F499-8E91-4BB3-880A-CCC85C9720BB}"/>
              </a:ext>
            </a:extLst>
          </p:cNvPr>
          <p:cNvGrpSpPr/>
          <p:nvPr/>
        </p:nvGrpSpPr>
        <p:grpSpPr>
          <a:xfrm>
            <a:off x="2581466" y="1004738"/>
            <a:ext cx="331200" cy="1835117"/>
            <a:chOff x="5410200" y="1004738"/>
            <a:chExt cx="331200" cy="1835117"/>
          </a:xfrm>
        </p:grpSpPr>
        <p:sp>
          <p:nvSpPr>
            <p:cNvPr id="407" name="Rectangle 48">
              <a:extLst>
                <a:ext uri="{FF2B5EF4-FFF2-40B4-BE49-F238E27FC236}">
                  <a16:creationId xmlns:a16="http://schemas.microsoft.com/office/drawing/2014/main" id="{27B534A0-1731-4C7B-AC8C-3E952B8E9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8" name="Rectangle 29">
              <a:extLst>
                <a:ext uri="{FF2B5EF4-FFF2-40B4-BE49-F238E27FC236}">
                  <a16:creationId xmlns:a16="http://schemas.microsoft.com/office/drawing/2014/main" id="{19AE8AE4-23C5-411E-A72A-CF7583142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Rectangle 48">
              <a:extLst>
                <a:ext uri="{FF2B5EF4-FFF2-40B4-BE49-F238E27FC236}">
                  <a16:creationId xmlns:a16="http://schemas.microsoft.com/office/drawing/2014/main" id="{D60C497F-5863-432A-872C-7CC5B7AB8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Rectangle 48">
              <a:extLst>
                <a:ext uri="{FF2B5EF4-FFF2-40B4-BE49-F238E27FC236}">
                  <a16:creationId xmlns:a16="http://schemas.microsoft.com/office/drawing/2014/main" id="{259E1573-4CCB-4122-9F76-DDF3F9C6E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Rectangle 48">
              <a:extLst>
                <a:ext uri="{FF2B5EF4-FFF2-40B4-BE49-F238E27FC236}">
                  <a16:creationId xmlns:a16="http://schemas.microsoft.com/office/drawing/2014/main" id="{E7AD8661-72B6-434D-BAAE-A37760DEA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Rectangle 48">
              <a:extLst>
                <a:ext uri="{FF2B5EF4-FFF2-40B4-BE49-F238E27FC236}">
                  <a16:creationId xmlns:a16="http://schemas.microsoft.com/office/drawing/2014/main" id="{FFDF3ED4-98B5-48BE-80CC-22D8F973F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Rectangle 48">
              <a:extLst>
                <a:ext uri="{FF2B5EF4-FFF2-40B4-BE49-F238E27FC236}">
                  <a16:creationId xmlns:a16="http://schemas.microsoft.com/office/drawing/2014/main" id="{B05C23C0-D121-4693-B294-D836B1DE4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D168BC2F-0974-4F0A-BFFB-E18AAB4F1C15}"/>
              </a:ext>
            </a:extLst>
          </p:cNvPr>
          <p:cNvGrpSpPr/>
          <p:nvPr/>
        </p:nvGrpSpPr>
        <p:grpSpPr>
          <a:xfrm>
            <a:off x="2249996" y="1004738"/>
            <a:ext cx="331200" cy="1835117"/>
            <a:chOff x="5410200" y="1004738"/>
            <a:chExt cx="331200" cy="1835117"/>
          </a:xfrm>
        </p:grpSpPr>
        <p:sp>
          <p:nvSpPr>
            <p:cNvPr id="415" name="Rectangle 48">
              <a:extLst>
                <a:ext uri="{FF2B5EF4-FFF2-40B4-BE49-F238E27FC236}">
                  <a16:creationId xmlns:a16="http://schemas.microsoft.com/office/drawing/2014/main" id="{DF6050E3-65BA-4872-BF70-2695E8DD5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Rectangle 29">
              <a:extLst>
                <a:ext uri="{FF2B5EF4-FFF2-40B4-BE49-F238E27FC236}">
                  <a16:creationId xmlns:a16="http://schemas.microsoft.com/office/drawing/2014/main" id="{E633F1E3-BF51-4A22-A2FE-6031B8D6A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7" name="Rectangle 48">
              <a:extLst>
                <a:ext uri="{FF2B5EF4-FFF2-40B4-BE49-F238E27FC236}">
                  <a16:creationId xmlns:a16="http://schemas.microsoft.com/office/drawing/2014/main" id="{D4FCBAF0-A16A-4869-AC17-83637C14C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48">
              <a:extLst>
                <a:ext uri="{FF2B5EF4-FFF2-40B4-BE49-F238E27FC236}">
                  <a16:creationId xmlns:a16="http://schemas.microsoft.com/office/drawing/2014/main" id="{65EE864A-41B2-4B33-9FF8-1150A7CF8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9" name="Rectangle 48">
              <a:extLst>
                <a:ext uri="{FF2B5EF4-FFF2-40B4-BE49-F238E27FC236}">
                  <a16:creationId xmlns:a16="http://schemas.microsoft.com/office/drawing/2014/main" id="{65D34BCB-11DF-4DD0-BF8B-DE25D4AE1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0" name="Rectangle 48">
              <a:extLst>
                <a:ext uri="{FF2B5EF4-FFF2-40B4-BE49-F238E27FC236}">
                  <a16:creationId xmlns:a16="http://schemas.microsoft.com/office/drawing/2014/main" id="{18D60625-9BC7-4C6D-99B1-E813F3C54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48">
              <a:extLst>
                <a:ext uri="{FF2B5EF4-FFF2-40B4-BE49-F238E27FC236}">
                  <a16:creationId xmlns:a16="http://schemas.microsoft.com/office/drawing/2014/main" id="{FC1191EF-0526-421E-9971-AA816F7AF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25" name="Rectangle 29">
            <a:extLst>
              <a:ext uri="{FF2B5EF4-FFF2-40B4-BE49-F238E27FC236}">
                <a16:creationId xmlns:a16="http://schemas.microsoft.com/office/drawing/2014/main" id="{AED3A31C-147D-48A2-BB70-585A3895D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2" y="1004752"/>
            <a:ext cx="724441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Cycle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183" name="Table 182">
            <a:extLst>
              <a:ext uri="{FF2B5EF4-FFF2-40B4-BE49-F238E27FC236}">
                <a16:creationId xmlns:a16="http://schemas.microsoft.com/office/drawing/2014/main" id="{EC8722A4-BC07-4377-AF70-204E93F2B8BB}"/>
              </a:ext>
            </a:extLst>
          </p:cNvPr>
          <p:cNvGraphicFramePr>
            <a:graphicFrameLocks noGrp="1"/>
          </p:cNvGraphicFramePr>
          <p:nvPr/>
        </p:nvGraphicFramePr>
        <p:xfrm>
          <a:off x="221457" y="1347785"/>
          <a:ext cx="2013700" cy="1521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68285122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6171413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6253014"/>
                    </a:ext>
                  </a:extLst>
                </a:gridCol>
                <a:gridCol w="465700">
                  <a:extLst>
                    <a:ext uri="{9D8B030D-6E8A-4147-A177-3AD203B41FA5}">
                      <a16:colId xmlns:a16="http://schemas.microsoft.com/office/drawing/2014/main" val="3517611654"/>
                    </a:ext>
                  </a:extLst>
                </a:gridCol>
              </a:tblGrid>
              <a:tr h="171963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R1, R2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241112"/>
                  </a:ext>
                </a:extLst>
              </a:tr>
              <a:tr h="27449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R3, R4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7394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R2, R6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21130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R8, R9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26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R7, 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14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R5, 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8953267"/>
                  </a:ext>
                </a:extLst>
              </a:tr>
            </a:tbl>
          </a:graphicData>
        </a:graphic>
      </p:graphicFrame>
      <p:graphicFrame>
        <p:nvGraphicFramePr>
          <p:cNvPr id="185" name="Table 184">
            <a:extLst>
              <a:ext uri="{FF2B5EF4-FFF2-40B4-BE49-F238E27FC236}">
                <a16:creationId xmlns:a16="http://schemas.microsoft.com/office/drawing/2014/main" id="{D0CE5D96-F39A-48B4-9926-7925B25BA378}"/>
              </a:ext>
            </a:extLst>
          </p:cNvPr>
          <p:cNvGraphicFramePr>
            <a:graphicFrameLocks noGrp="1"/>
          </p:cNvGraphicFramePr>
          <p:nvPr/>
        </p:nvGraphicFramePr>
        <p:xfrm>
          <a:off x="5860859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17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graphicFrame>
        <p:nvGraphicFramePr>
          <p:cNvPr id="188" name="Table 187">
            <a:extLst>
              <a:ext uri="{FF2B5EF4-FFF2-40B4-BE49-F238E27FC236}">
                <a16:creationId xmlns:a16="http://schemas.microsoft.com/office/drawing/2014/main" id="{A7A6F219-13EE-46D4-9A8E-4FE7FF4FC2C8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3060460"/>
          <a:ext cx="2021396" cy="30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197">
                  <a:extLst>
                    <a:ext uri="{9D8B030D-6E8A-4147-A177-3AD203B41FA5}">
                      <a16:colId xmlns:a16="http://schemas.microsoft.com/office/drawing/2014/main" val="178228208"/>
                    </a:ext>
                  </a:extLst>
                </a:gridCol>
                <a:gridCol w="456057">
                  <a:extLst>
                    <a:ext uri="{9D8B030D-6E8A-4147-A177-3AD203B41FA5}">
                      <a16:colId xmlns:a16="http://schemas.microsoft.com/office/drawing/2014/main" val="514640341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3807375684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347605207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Register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Valid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Tag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Value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855663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67566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717070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R3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8068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8062439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9616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1653268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8406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7141418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960802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17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068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136</a:t>
                      </a:r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808428"/>
                  </a:ext>
                </a:extLst>
              </a:tr>
            </a:tbl>
          </a:graphicData>
        </a:graphic>
      </p:graphicFrame>
      <p:graphicFrame>
        <p:nvGraphicFramePr>
          <p:cNvPr id="189" name="Table 188">
            <a:extLst>
              <a:ext uri="{FF2B5EF4-FFF2-40B4-BE49-F238E27FC236}">
                <a16:creationId xmlns:a16="http://schemas.microsoft.com/office/drawing/2014/main" id="{84C130A1-AA36-477F-BBED-8A3F9FF18F2C}"/>
              </a:ext>
            </a:extLst>
          </p:cNvPr>
          <p:cNvGraphicFramePr>
            <a:graphicFrameLocks noGrp="1"/>
          </p:cNvGraphicFramePr>
          <p:nvPr/>
        </p:nvGraphicFramePr>
        <p:xfrm>
          <a:off x="2805320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136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sp>
        <p:nvSpPr>
          <p:cNvPr id="190" name="TextBox 189">
            <a:extLst>
              <a:ext uri="{FF2B5EF4-FFF2-40B4-BE49-F238E27FC236}">
                <a16:creationId xmlns:a16="http://schemas.microsoft.com/office/drawing/2014/main" id="{FD831CCA-F073-4B54-8DAC-C6872CB3F32C}"/>
              </a:ext>
            </a:extLst>
          </p:cNvPr>
          <p:cNvSpPr txBox="1"/>
          <p:nvPr/>
        </p:nvSpPr>
        <p:spPr>
          <a:xfrm>
            <a:off x="3780129" y="5740728"/>
            <a:ext cx="2617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d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99227B15-0A87-4BBA-97FA-236F65B6847F}"/>
              </a:ext>
            </a:extLst>
          </p:cNvPr>
          <p:cNvSpPr txBox="1"/>
          <p:nvPr/>
        </p:nvSpPr>
        <p:spPr>
          <a:xfrm>
            <a:off x="4031552" y="5740728"/>
            <a:ext cx="6166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142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2C232F6C-FF44-4405-9BC9-46558D098587}"/>
              </a:ext>
            </a:extLst>
          </p:cNvPr>
          <p:cNvSpPr txBox="1"/>
          <p:nvPr/>
        </p:nvSpPr>
        <p:spPr>
          <a:xfrm>
            <a:off x="925119" y="4329108"/>
            <a:ext cx="438912" cy="2377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E977E65E-9348-4173-B3B5-8C1B3EDD7B37}"/>
              </a:ext>
            </a:extLst>
          </p:cNvPr>
          <p:cNvSpPr txBox="1"/>
          <p:nvPr/>
        </p:nvSpPr>
        <p:spPr>
          <a:xfrm>
            <a:off x="1381479" y="4329108"/>
            <a:ext cx="356616" cy="2377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CC99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70FA513-DF20-4E0D-9ADA-71B3BA2AB630}"/>
              </a:ext>
            </a:extLst>
          </p:cNvPr>
          <p:cNvSpPr txBox="1"/>
          <p:nvPr/>
        </p:nvSpPr>
        <p:spPr>
          <a:xfrm>
            <a:off x="1756614" y="4329108"/>
            <a:ext cx="484632" cy="2377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142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0" name="Speech Bubble: Rectangle 183">
            <a:extLst>
              <a:ext uri="{FF2B5EF4-FFF2-40B4-BE49-F238E27FC236}">
                <a16:creationId xmlns:a16="http://schemas.microsoft.com/office/drawing/2014/main" id="{5079EF53-96A5-4D04-A05B-FE728A21E4C0}"/>
              </a:ext>
            </a:extLst>
          </p:cNvPr>
          <p:cNvSpPr/>
          <p:nvPr/>
        </p:nvSpPr>
        <p:spPr bwMode="auto">
          <a:xfrm>
            <a:off x="7010400" y="2819400"/>
            <a:ext cx="1938431" cy="314533"/>
          </a:xfrm>
          <a:custGeom>
            <a:avLst/>
            <a:gdLst>
              <a:gd name="connsiteX0" fmla="*/ 0 w 1938431"/>
              <a:gd name="connsiteY0" fmla="*/ 0 h 164102"/>
              <a:gd name="connsiteX1" fmla="*/ 1130751 w 1938431"/>
              <a:gd name="connsiteY1" fmla="*/ 0 h 164102"/>
              <a:gd name="connsiteX2" fmla="*/ 1394061 w 1938431"/>
              <a:gd name="connsiteY2" fmla="*/ -95675 h 164102"/>
              <a:gd name="connsiteX3" fmla="*/ 1615359 w 1938431"/>
              <a:gd name="connsiteY3" fmla="*/ 0 h 164102"/>
              <a:gd name="connsiteX4" fmla="*/ 1938431 w 1938431"/>
              <a:gd name="connsiteY4" fmla="*/ 0 h 164102"/>
              <a:gd name="connsiteX5" fmla="*/ 1938431 w 1938431"/>
              <a:gd name="connsiteY5" fmla="*/ 27350 h 164102"/>
              <a:gd name="connsiteX6" fmla="*/ 1938431 w 1938431"/>
              <a:gd name="connsiteY6" fmla="*/ 27350 h 164102"/>
              <a:gd name="connsiteX7" fmla="*/ 1938431 w 1938431"/>
              <a:gd name="connsiteY7" fmla="*/ 68376 h 164102"/>
              <a:gd name="connsiteX8" fmla="*/ 1938431 w 1938431"/>
              <a:gd name="connsiteY8" fmla="*/ 164102 h 164102"/>
              <a:gd name="connsiteX9" fmla="*/ 1615359 w 1938431"/>
              <a:gd name="connsiteY9" fmla="*/ 164102 h 164102"/>
              <a:gd name="connsiteX10" fmla="*/ 1130751 w 1938431"/>
              <a:gd name="connsiteY10" fmla="*/ 164102 h 164102"/>
              <a:gd name="connsiteX11" fmla="*/ 1130751 w 1938431"/>
              <a:gd name="connsiteY11" fmla="*/ 164102 h 164102"/>
              <a:gd name="connsiteX12" fmla="*/ 0 w 1938431"/>
              <a:gd name="connsiteY12" fmla="*/ 164102 h 164102"/>
              <a:gd name="connsiteX13" fmla="*/ 0 w 1938431"/>
              <a:gd name="connsiteY13" fmla="*/ 68376 h 164102"/>
              <a:gd name="connsiteX14" fmla="*/ 0 w 1938431"/>
              <a:gd name="connsiteY14" fmla="*/ 27350 h 164102"/>
              <a:gd name="connsiteX15" fmla="*/ 0 w 1938431"/>
              <a:gd name="connsiteY15" fmla="*/ 27350 h 164102"/>
              <a:gd name="connsiteX16" fmla="*/ 0 w 1938431"/>
              <a:gd name="connsiteY16" fmla="*/ 0 h 164102"/>
              <a:gd name="connsiteX0" fmla="*/ 0 w 1938431"/>
              <a:gd name="connsiteY0" fmla="*/ 95675 h 259777"/>
              <a:gd name="connsiteX1" fmla="*/ 1337920 w 1938431"/>
              <a:gd name="connsiteY1" fmla="*/ 98056 h 259777"/>
              <a:gd name="connsiteX2" fmla="*/ 1394061 w 1938431"/>
              <a:gd name="connsiteY2" fmla="*/ 0 h 259777"/>
              <a:gd name="connsiteX3" fmla="*/ 1615359 w 1938431"/>
              <a:gd name="connsiteY3" fmla="*/ 95675 h 259777"/>
              <a:gd name="connsiteX4" fmla="*/ 1938431 w 1938431"/>
              <a:gd name="connsiteY4" fmla="*/ 95675 h 259777"/>
              <a:gd name="connsiteX5" fmla="*/ 1938431 w 1938431"/>
              <a:gd name="connsiteY5" fmla="*/ 123025 h 259777"/>
              <a:gd name="connsiteX6" fmla="*/ 1938431 w 1938431"/>
              <a:gd name="connsiteY6" fmla="*/ 123025 h 259777"/>
              <a:gd name="connsiteX7" fmla="*/ 1938431 w 1938431"/>
              <a:gd name="connsiteY7" fmla="*/ 164051 h 259777"/>
              <a:gd name="connsiteX8" fmla="*/ 1938431 w 1938431"/>
              <a:gd name="connsiteY8" fmla="*/ 259777 h 259777"/>
              <a:gd name="connsiteX9" fmla="*/ 1615359 w 1938431"/>
              <a:gd name="connsiteY9" fmla="*/ 259777 h 259777"/>
              <a:gd name="connsiteX10" fmla="*/ 1130751 w 1938431"/>
              <a:gd name="connsiteY10" fmla="*/ 259777 h 259777"/>
              <a:gd name="connsiteX11" fmla="*/ 1130751 w 1938431"/>
              <a:gd name="connsiteY11" fmla="*/ 259777 h 259777"/>
              <a:gd name="connsiteX12" fmla="*/ 0 w 1938431"/>
              <a:gd name="connsiteY12" fmla="*/ 259777 h 259777"/>
              <a:gd name="connsiteX13" fmla="*/ 0 w 1938431"/>
              <a:gd name="connsiteY13" fmla="*/ 164051 h 259777"/>
              <a:gd name="connsiteX14" fmla="*/ 0 w 1938431"/>
              <a:gd name="connsiteY14" fmla="*/ 123025 h 259777"/>
              <a:gd name="connsiteX15" fmla="*/ 0 w 1938431"/>
              <a:gd name="connsiteY15" fmla="*/ 123025 h 259777"/>
              <a:gd name="connsiteX16" fmla="*/ 0 w 1938431"/>
              <a:gd name="connsiteY16" fmla="*/ 95675 h 259777"/>
              <a:gd name="connsiteX0" fmla="*/ 0 w 1938431"/>
              <a:gd name="connsiteY0" fmla="*/ 95675 h 259777"/>
              <a:gd name="connsiteX1" fmla="*/ 1337920 w 1938431"/>
              <a:gd name="connsiteY1" fmla="*/ 98056 h 259777"/>
              <a:gd name="connsiteX2" fmla="*/ 1394061 w 1938431"/>
              <a:gd name="connsiteY2" fmla="*/ 0 h 259777"/>
              <a:gd name="connsiteX3" fmla="*/ 1455816 w 1938431"/>
              <a:gd name="connsiteY3" fmla="*/ 95675 h 259777"/>
              <a:gd name="connsiteX4" fmla="*/ 1938431 w 1938431"/>
              <a:gd name="connsiteY4" fmla="*/ 95675 h 259777"/>
              <a:gd name="connsiteX5" fmla="*/ 1938431 w 1938431"/>
              <a:gd name="connsiteY5" fmla="*/ 123025 h 259777"/>
              <a:gd name="connsiteX6" fmla="*/ 1938431 w 1938431"/>
              <a:gd name="connsiteY6" fmla="*/ 123025 h 259777"/>
              <a:gd name="connsiteX7" fmla="*/ 1938431 w 1938431"/>
              <a:gd name="connsiteY7" fmla="*/ 164051 h 259777"/>
              <a:gd name="connsiteX8" fmla="*/ 1938431 w 1938431"/>
              <a:gd name="connsiteY8" fmla="*/ 259777 h 259777"/>
              <a:gd name="connsiteX9" fmla="*/ 1615359 w 1938431"/>
              <a:gd name="connsiteY9" fmla="*/ 259777 h 259777"/>
              <a:gd name="connsiteX10" fmla="*/ 1130751 w 1938431"/>
              <a:gd name="connsiteY10" fmla="*/ 259777 h 259777"/>
              <a:gd name="connsiteX11" fmla="*/ 1130751 w 1938431"/>
              <a:gd name="connsiteY11" fmla="*/ 259777 h 259777"/>
              <a:gd name="connsiteX12" fmla="*/ 0 w 1938431"/>
              <a:gd name="connsiteY12" fmla="*/ 259777 h 259777"/>
              <a:gd name="connsiteX13" fmla="*/ 0 w 1938431"/>
              <a:gd name="connsiteY13" fmla="*/ 164051 h 259777"/>
              <a:gd name="connsiteX14" fmla="*/ 0 w 1938431"/>
              <a:gd name="connsiteY14" fmla="*/ 123025 h 259777"/>
              <a:gd name="connsiteX15" fmla="*/ 0 w 1938431"/>
              <a:gd name="connsiteY15" fmla="*/ 123025 h 259777"/>
              <a:gd name="connsiteX16" fmla="*/ 0 w 1938431"/>
              <a:gd name="connsiteY16" fmla="*/ 95675 h 259777"/>
              <a:gd name="connsiteX0" fmla="*/ 0 w 1938431"/>
              <a:gd name="connsiteY0" fmla="*/ 61309 h 225411"/>
              <a:gd name="connsiteX1" fmla="*/ 1337920 w 1938431"/>
              <a:gd name="connsiteY1" fmla="*/ 63690 h 225411"/>
              <a:gd name="connsiteX2" fmla="*/ 1394061 w 1938431"/>
              <a:gd name="connsiteY2" fmla="*/ 0 h 225411"/>
              <a:gd name="connsiteX3" fmla="*/ 1455816 w 1938431"/>
              <a:gd name="connsiteY3" fmla="*/ 61309 h 225411"/>
              <a:gd name="connsiteX4" fmla="*/ 1938431 w 1938431"/>
              <a:gd name="connsiteY4" fmla="*/ 61309 h 225411"/>
              <a:gd name="connsiteX5" fmla="*/ 1938431 w 1938431"/>
              <a:gd name="connsiteY5" fmla="*/ 88659 h 225411"/>
              <a:gd name="connsiteX6" fmla="*/ 1938431 w 1938431"/>
              <a:gd name="connsiteY6" fmla="*/ 88659 h 225411"/>
              <a:gd name="connsiteX7" fmla="*/ 1938431 w 1938431"/>
              <a:gd name="connsiteY7" fmla="*/ 129685 h 225411"/>
              <a:gd name="connsiteX8" fmla="*/ 1938431 w 1938431"/>
              <a:gd name="connsiteY8" fmla="*/ 225411 h 225411"/>
              <a:gd name="connsiteX9" fmla="*/ 1615359 w 1938431"/>
              <a:gd name="connsiteY9" fmla="*/ 225411 h 225411"/>
              <a:gd name="connsiteX10" fmla="*/ 1130751 w 1938431"/>
              <a:gd name="connsiteY10" fmla="*/ 225411 h 225411"/>
              <a:gd name="connsiteX11" fmla="*/ 1130751 w 1938431"/>
              <a:gd name="connsiteY11" fmla="*/ 225411 h 225411"/>
              <a:gd name="connsiteX12" fmla="*/ 0 w 1938431"/>
              <a:gd name="connsiteY12" fmla="*/ 225411 h 225411"/>
              <a:gd name="connsiteX13" fmla="*/ 0 w 1938431"/>
              <a:gd name="connsiteY13" fmla="*/ 129685 h 225411"/>
              <a:gd name="connsiteX14" fmla="*/ 0 w 1938431"/>
              <a:gd name="connsiteY14" fmla="*/ 88659 h 225411"/>
              <a:gd name="connsiteX15" fmla="*/ 0 w 1938431"/>
              <a:gd name="connsiteY15" fmla="*/ 88659 h 225411"/>
              <a:gd name="connsiteX16" fmla="*/ 0 w 1938431"/>
              <a:gd name="connsiteY16" fmla="*/ 61309 h 225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38431" h="225411">
                <a:moveTo>
                  <a:pt x="0" y="61309"/>
                </a:moveTo>
                <a:lnTo>
                  <a:pt x="1337920" y="63690"/>
                </a:lnTo>
                <a:lnTo>
                  <a:pt x="1394061" y="0"/>
                </a:lnTo>
                <a:lnTo>
                  <a:pt x="1455816" y="61309"/>
                </a:lnTo>
                <a:lnTo>
                  <a:pt x="1938431" y="61309"/>
                </a:lnTo>
                <a:lnTo>
                  <a:pt x="1938431" y="88659"/>
                </a:lnTo>
                <a:lnTo>
                  <a:pt x="1938431" y="88659"/>
                </a:lnTo>
                <a:lnTo>
                  <a:pt x="1938431" y="129685"/>
                </a:lnTo>
                <a:lnTo>
                  <a:pt x="1938431" y="225411"/>
                </a:lnTo>
                <a:lnTo>
                  <a:pt x="1615359" y="225411"/>
                </a:lnTo>
                <a:lnTo>
                  <a:pt x="1130751" y="225411"/>
                </a:lnTo>
                <a:lnTo>
                  <a:pt x="1130751" y="225411"/>
                </a:lnTo>
                <a:lnTo>
                  <a:pt x="0" y="225411"/>
                </a:lnTo>
                <a:lnTo>
                  <a:pt x="0" y="129685"/>
                </a:lnTo>
                <a:lnTo>
                  <a:pt x="0" y="88659"/>
                </a:lnTo>
                <a:lnTo>
                  <a:pt x="0" y="88659"/>
                </a:lnTo>
                <a:lnTo>
                  <a:pt x="0" y="61309"/>
                </a:lnTo>
                <a:close/>
              </a:path>
            </a:pathLst>
          </a:custGeom>
          <a:ln w="1905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108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Broadcast and Update</a:t>
            </a:r>
            <a:endParaRPr kumimoji="0" lang="en-CH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01265037-5943-49A8-B312-D0EF73C5F4C5}"/>
              </a:ext>
            </a:extLst>
          </p:cNvPr>
          <p:cNvSpPr/>
          <p:nvPr/>
        </p:nvSpPr>
        <p:spPr>
          <a:xfrm>
            <a:off x="210753" y="6508393"/>
            <a:ext cx="3262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MUL: 6 cycles,  ADD</a:t>
            </a:r>
            <a:r>
              <a:rPr lang="zh-CN" altLang="en-US" dirty="0"/>
              <a:t>：</a:t>
            </a:r>
            <a:r>
              <a:rPr lang="en-US" altLang="zh-CN" dirty="0"/>
              <a:t> 4 cycle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09314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 animBg="1"/>
      <p:bldP spid="245" grpId="0"/>
      <p:bldP spid="190" grpId="0"/>
      <p:bldP spid="191" grpId="0"/>
      <p:bldP spid="192" grpId="0" animBg="1"/>
      <p:bldP spid="193" grpId="0" animBg="1"/>
      <p:bldP spid="194" grpId="0" animBg="1"/>
      <p:bldP spid="18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FDBD3-8031-42D6-80CF-FE05E4EE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dirty="0"/>
              <a:t>Cycle </a:t>
            </a:r>
            <a:r>
              <a:rPr lang="en-US" dirty="0">
                <a:sym typeface="Wingdings" panose="05000000000000000000" pitchFamily="2" charset="2"/>
              </a:rPr>
              <a:t>20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BFAF7-D375-4D96-BA5E-AF0327B958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A640EF-F0E2-4E49-9455-7E266BCEBB7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4AA7E21-7B39-4D87-8095-EBAAA1B5887A}"/>
              </a:ext>
            </a:extLst>
          </p:cNvPr>
          <p:cNvGrpSpPr/>
          <p:nvPr/>
        </p:nvGrpSpPr>
        <p:grpSpPr>
          <a:xfrm>
            <a:off x="3398728" y="4989344"/>
            <a:ext cx="1449705" cy="798651"/>
            <a:chOff x="6998109" y="2092803"/>
            <a:chExt cx="3805084" cy="2096244"/>
          </a:xfrm>
        </p:grpSpPr>
        <p:sp>
          <p:nvSpPr>
            <p:cNvPr id="20" name="Flowchart: Manual Operation 19">
              <a:extLst>
                <a:ext uri="{FF2B5EF4-FFF2-40B4-BE49-F238E27FC236}">
                  <a16:creationId xmlns:a16="http://schemas.microsoft.com/office/drawing/2014/main" id="{D9788A89-F980-424B-B3EA-FD96B8BD3A8E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+</a:t>
              </a:r>
              <a:endParaRPr kumimoji="0" lang="en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1E8E30-D2BE-4453-842F-BFE9A1A107DA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9DD9CB-A55D-427D-99E0-64627FC8AE38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ECA4318-6D66-4D09-AE89-D97B30539D8A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A79CD7C-A37E-433C-B255-46FD6FEBCF89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84043F-213C-4FA2-A503-A68507FB5934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B88D05-5CA0-48B4-9863-D2A4299DDDA4}"/>
              </a:ext>
            </a:extLst>
          </p:cNvPr>
          <p:cNvGrpSpPr/>
          <p:nvPr/>
        </p:nvGrpSpPr>
        <p:grpSpPr>
          <a:xfrm>
            <a:off x="6477000" y="4989344"/>
            <a:ext cx="1449705" cy="795474"/>
            <a:chOff x="6998109" y="2101142"/>
            <a:chExt cx="3805084" cy="2087904"/>
          </a:xfrm>
        </p:grpSpPr>
        <p:sp>
          <p:nvSpPr>
            <p:cNvPr id="27" name="Flowchart: Manual Operation 26">
              <a:extLst>
                <a:ext uri="{FF2B5EF4-FFF2-40B4-BE49-F238E27FC236}">
                  <a16:creationId xmlns:a16="http://schemas.microsoft.com/office/drawing/2014/main" id="{697BEE34-7099-4A97-B1AC-C9CE1D11B917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∗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4EB639-D558-45E4-9466-BDE2F8372937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5582676-F310-42D3-80E5-0D91022531B7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D48D83-B4BE-48B5-9027-5A30266F2B1B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4A397-3F5E-43B7-A316-493D0DF44868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5A5D3E-8DEE-420C-BF49-4FDB538C5A67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429130D3-D66E-4154-8257-A46D4263B9C0}"/>
              </a:ext>
            </a:extLst>
          </p:cNvPr>
          <p:cNvGrpSpPr/>
          <p:nvPr/>
        </p:nvGrpSpPr>
        <p:grpSpPr>
          <a:xfrm>
            <a:off x="8566703" y="1004738"/>
            <a:ext cx="331200" cy="1835117"/>
            <a:chOff x="5410200" y="1004738"/>
            <a:chExt cx="331200" cy="1835117"/>
          </a:xfrm>
        </p:grpSpPr>
        <p:sp>
          <p:nvSpPr>
            <p:cNvPr id="178" name="Rectangle 48">
              <a:extLst>
                <a:ext uri="{FF2B5EF4-FFF2-40B4-BE49-F238E27FC236}">
                  <a16:creationId xmlns:a16="http://schemas.microsoft.com/office/drawing/2014/main" id="{AB2B0C99-C610-4973-9C7E-F40C2A6BA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9" name="Rectangle 29">
              <a:extLst>
                <a:ext uri="{FF2B5EF4-FFF2-40B4-BE49-F238E27FC236}">
                  <a16:creationId xmlns:a16="http://schemas.microsoft.com/office/drawing/2014/main" id="{78921A51-EBFC-42BB-AD49-A04B8F25F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20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2" name="Rectangle 48">
              <a:extLst>
                <a:ext uri="{FF2B5EF4-FFF2-40B4-BE49-F238E27FC236}">
                  <a16:creationId xmlns:a16="http://schemas.microsoft.com/office/drawing/2014/main" id="{F70867A3-8573-47A0-A192-0BB57A176F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3" name="Rectangle 48">
              <a:extLst>
                <a:ext uri="{FF2B5EF4-FFF2-40B4-BE49-F238E27FC236}">
                  <a16:creationId xmlns:a16="http://schemas.microsoft.com/office/drawing/2014/main" id="{82305DEF-64C6-4259-A225-638C05584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4" name="Rectangle 48">
              <a:extLst>
                <a:ext uri="{FF2B5EF4-FFF2-40B4-BE49-F238E27FC236}">
                  <a16:creationId xmlns:a16="http://schemas.microsoft.com/office/drawing/2014/main" id="{B5589166-D3FE-45EA-BA28-A15D4DD7E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5" name="Rectangle 48">
              <a:extLst>
                <a:ext uri="{FF2B5EF4-FFF2-40B4-BE49-F238E27FC236}">
                  <a16:creationId xmlns:a16="http://schemas.microsoft.com/office/drawing/2014/main" id="{8E2B3031-5D4A-4760-995E-0109E3A30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6" name="Rectangle 48">
              <a:extLst>
                <a:ext uri="{FF2B5EF4-FFF2-40B4-BE49-F238E27FC236}">
                  <a16:creationId xmlns:a16="http://schemas.microsoft.com/office/drawing/2014/main" id="{4D727BDA-CBFC-4F5E-B8A7-54046020F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2AD1F5C1-B207-4492-A057-B21FC3B74B04}"/>
              </a:ext>
            </a:extLst>
          </p:cNvPr>
          <p:cNvGrpSpPr/>
          <p:nvPr/>
        </p:nvGrpSpPr>
        <p:grpSpPr>
          <a:xfrm>
            <a:off x="8235233" y="1004738"/>
            <a:ext cx="331200" cy="1835117"/>
            <a:chOff x="5410200" y="1004738"/>
            <a:chExt cx="331200" cy="1835117"/>
          </a:xfrm>
        </p:grpSpPr>
        <p:sp>
          <p:nvSpPr>
            <p:cNvPr id="239" name="Rectangle 48">
              <a:extLst>
                <a:ext uri="{FF2B5EF4-FFF2-40B4-BE49-F238E27FC236}">
                  <a16:creationId xmlns:a16="http://schemas.microsoft.com/office/drawing/2014/main" id="{97BF5F8B-618E-47CE-B4C0-3121601BC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0" name="Rectangle 29">
              <a:extLst>
                <a:ext uri="{FF2B5EF4-FFF2-40B4-BE49-F238E27FC236}">
                  <a16:creationId xmlns:a16="http://schemas.microsoft.com/office/drawing/2014/main" id="{1886A232-B851-4441-AFBF-4D57316F1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19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1" name="Rectangle 48">
              <a:extLst>
                <a:ext uri="{FF2B5EF4-FFF2-40B4-BE49-F238E27FC236}">
                  <a16:creationId xmlns:a16="http://schemas.microsoft.com/office/drawing/2014/main" id="{CD17C97C-48C4-40D6-B93C-15CBF05E6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2" name="Rectangle 48">
              <a:extLst>
                <a:ext uri="{FF2B5EF4-FFF2-40B4-BE49-F238E27FC236}">
                  <a16:creationId xmlns:a16="http://schemas.microsoft.com/office/drawing/2014/main" id="{107BF7D3-2B5D-4B9E-B364-1636A5731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3" name="Rectangle 48">
              <a:extLst>
                <a:ext uri="{FF2B5EF4-FFF2-40B4-BE49-F238E27FC236}">
                  <a16:creationId xmlns:a16="http://schemas.microsoft.com/office/drawing/2014/main" id="{16DF7684-EC74-4C0D-A9EC-21281A579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4" name="Rectangle 48">
              <a:extLst>
                <a:ext uri="{FF2B5EF4-FFF2-40B4-BE49-F238E27FC236}">
                  <a16:creationId xmlns:a16="http://schemas.microsoft.com/office/drawing/2014/main" id="{4EA31751-168C-4FCD-8FC2-7B546D0C5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5" name="Rectangle 48">
              <a:extLst>
                <a:ext uri="{FF2B5EF4-FFF2-40B4-BE49-F238E27FC236}">
                  <a16:creationId xmlns:a16="http://schemas.microsoft.com/office/drawing/2014/main" id="{852B44D1-41D2-4320-A8E2-FCBE3A743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07616775-BF2A-4962-AC54-D34F9F6C535F}"/>
              </a:ext>
            </a:extLst>
          </p:cNvPr>
          <p:cNvGrpSpPr/>
          <p:nvPr/>
        </p:nvGrpSpPr>
        <p:grpSpPr>
          <a:xfrm>
            <a:off x="7899955" y="1004738"/>
            <a:ext cx="331200" cy="1835117"/>
            <a:chOff x="5410200" y="1004738"/>
            <a:chExt cx="331200" cy="1835117"/>
          </a:xfrm>
        </p:grpSpPr>
        <p:sp>
          <p:nvSpPr>
            <p:cNvPr id="247" name="Rectangle 48">
              <a:extLst>
                <a:ext uri="{FF2B5EF4-FFF2-40B4-BE49-F238E27FC236}">
                  <a16:creationId xmlns:a16="http://schemas.microsoft.com/office/drawing/2014/main" id="{8E770CE2-4283-42B5-A983-9560D54DE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8" name="Rectangle 29">
              <a:extLst>
                <a:ext uri="{FF2B5EF4-FFF2-40B4-BE49-F238E27FC236}">
                  <a16:creationId xmlns:a16="http://schemas.microsoft.com/office/drawing/2014/main" id="{2E87EAB3-F8F0-4B08-AB49-2791A849C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18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Rectangle 48">
              <a:extLst>
                <a:ext uri="{FF2B5EF4-FFF2-40B4-BE49-F238E27FC236}">
                  <a16:creationId xmlns:a16="http://schemas.microsoft.com/office/drawing/2014/main" id="{1A15FE98-D202-48CE-85D4-607B21549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0" name="Rectangle 48">
              <a:extLst>
                <a:ext uri="{FF2B5EF4-FFF2-40B4-BE49-F238E27FC236}">
                  <a16:creationId xmlns:a16="http://schemas.microsoft.com/office/drawing/2014/main" id="{5E66F541-CFD6-48B6-8B09-2F9CE0ECC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1" name="Rectangle 48">
              <a:extLst>
                <a:ext uri="{FF2B5EF4-FFF2-40B4-BE49-F238E27FC236}">
                  <a16:creationId xmlns:a16="http://schemas.microsoft.com/office/drawing/2014/main" id="{9B5355D1-9C6F-41C6-B04C-2317CCECF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2" name="Rectangle 48">
              <a:extLst>
                <a:ext uri="{FF2B5EF4-FFF2-40B4-BE49-F238E27FC236}">
                  <a16:creationId xmlns:a16="http://schemas.microsoft.com/office/drawing/2014/main" id="{0854AC5A-7374-4AEB-89EA-CA59D4BAB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3" name="Rectangle 48">
              <a:extLst>
                <a:ext uri="{FF2B5EF4-FFF2-40B4-BE49-F238E27FC236}">
                  <a16:creationId xmlns:a16="http://schemas.microsoft.com/office/drawing/2014/main" id="{4707924D-DBB7-45FA-99B6-84685B7DB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276969E8-E24A-4CDB-9F86-CEEF4ABAE5A4}"/>
              </a:ext>
            </a:extLst>
          </p:cNvPr>
          <p:cNvGrpSpPr/>
          <p:nvPr/>
        </p:nvGrpSpPr>
        <p:grpSpPr>
          <a:xfrm>
            <a:off x="7568485" y="1004738"/>
            <a:ext cx="331200" cy="1835117"/>
            <a:chOff x="5410200" y="1004738"/>
            <a:chExt cx="331200" cy="1835117"/>
          </a:xfrm>
        </p:grpSpPr>
        <p:sp>
          <p:nvSpPr>
            <p:cNvPr id="255" name="Rectangle 48">
              <a:extLst>
                <a:ext uri="{FF2B5EF4-FFF2-40B4-BE49-F238E27FC236}">
                  <a16:creationId xmlns:a16="http://schemas.microsoft.com/office/drawing/2014/main" id="{B9654CA4-F258-4005-B6B5-32B83A62D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6" name="Rectangle 29">
              <a:extLst>
                <a:ext uri="{FF2B5EF4-FFF2-40B4-BE49-F238E27FC236}">
                  <a16:creationId xmlns:a16="http://schemas.microsoft.com/office/drawing/2014/main" id="{484A9C9B-375C-4D92-996D-11924746A0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17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7" name="Rectangle 48">
              <a:extLst>
                <a:ext uri="{FF2B5EF4-FFF2-40B4-BE49-F238E27FC236}">
                  <a16:creationId xmlns:a16="http://schemas.microsoft.com/office/drawing/2014/main" id="{3C6016FE-006B-4737-BAF2-B64C9427B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Rectangle 48">
              <a:extLst>
                <a:ext uri="{FF2B5EF4-FFF2-40B4-BE49-F238E27FC236}">
                  <a16:creationId xmlns:a16="http://schemas.microsoft.com/office/drawing/2014/main" id="{B1E0CCD6-83CA-41DB-AC5E-DA25B9B6F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9" name="Rectangle 48">
              <a:extLst>
                <a:ext uri="{FF2B5EF4-FFF2-40B4-BE49-F238E27FC236}">
                  <a16:creationId xmlns:a16="http://schemas.microsoft.com/office/drawing/2014/main" id="{C542D25B-7B89-4541-8ACC-DFC5D16C0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0" name="Rectangle 48">
              <a:extLst>
                <a:ext uri="{FF2B5EF4-FFF2-40B4-BE49-F238E27FC236}">
                  <a16:creationId xmlns:a16="http://schemas.microsoft.com/office/drawing/2014/main" id="{6C876D25-E821-4675-BFEA-652DB5C22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1" name="Rectangle 48">
              <a:extLst>
                <a:ext uri="{FF2B5EF4-FFF2-40B4-BE49-F238E27FC236}">
                  <a16:creationId xmlns:a16="http://schemas.microsoft.com/office/drawing/2014/main" id="{6FD805B3-F5C1-48A3-ABDE-7455BA2A6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685051EA-E584-479B-8421-12ED79A3B15F}"/>
              </a:ext>
            </a:extLst>
          </p:cNvPr>
          <p:cNvGrpSpPr/>
          <p:nvPr/>
        </p:nvGrpSpPr>
        <p:grpSpPr>
          <a:xfrm>
            <a:off x="7237013" y="1004738"/>
            <a:ext cx="331200" cy="1835117"/>
            <a:chOff x="5410200" y="1004738"/>
            <a:chExt cx="331200" cy="1835117"/>
          </a:xfrm>
        </p:grpSpPr>
        <p:sp>
          <p:nvSpPr>
            <p:cNvPr id="263" name="Rectangle 48">
              <a:extLst>
                <a:ext uri="{FF2B5EF4-FFF2-40B4-BE49-F238E27FC236}">
                  <a16:creationId xmlns:a16="http://schemas.microsoft.com/office/drawing/2014/main" id="{AB23DB32-B70C-4C48-BC13-EA434A448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4" name="Rectangle 29">
              <a:extLst>
                <a:ext uri="{FF2B5EF4-FFF2-40B4-BE49-F238E27FC236}">
                  <a16:creationId xmlns:a16="http://schemas.microsoft.com/office/drawing/2014/main" id="{481031D3-6E36-4546-A6EB-80FEA24ED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5" name="Rectangle 48">
              <a:extLst>
                <a:ext uri="{FF2B5EF4-FFF2-40B4-BE49-F238E27FC236}">
                  <a16:creationId xmlns:a16="http://schemas.microsoft.com/office/drawing/2014/main" id="{FD3BF414-EEAF-4B8C-8125-81CE93866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6" name="Rectangle 48">
              <a:extLst>
                <a:ext uri="{FF2B5EF4-FFF2-40B4-BE49-F238E27FC236}">
                  <a16:creationId xmlns:a16="http://schemas.microsoft.com/office/drawing/2014/main" id="{18BA4F4B-0073-4549-B316-85BA78249F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7" name="Rectangle 48">
              <a:extLst>
                <a:ext uri="{FF2B5EF4-FFF2-40B4-BE49-F238E27FC236}">
                  <a16:creationId xmlns:a16="http://schemas.microsoft.com/office/drawing/2014/main" id="{E53E7982-3857-4FEC-BD29-866D3E583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8" name="Rectangle 48">
              <a:extLst>
                <a:ext uri="{FF2B5EF4-FFF2-40B4-BE49-F238E27FC236}">
                  <a16:creationId xmlns:a16="http://schemas.microsoft.com/office/drawing/2014/main" id="{2A9B3870-DF7E-428F-B4BA-4F0A980BB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9" name="Rectangle 48">
              <a:extLst>
                <a:ext uri="{FF2B5EF4-FFF2-40B4-BE49-F238E27FC236}">
                  <a16:creationId xmlns:a16="http://schemas.microsoft.com/office/drawing/2014/main" id="{E8A2B652-28F6-411D-A183-94FFD516E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A0F6EA19-66FA-4C60-BB94-23B75F1768F3}"/>
              </a:ext>
            </a:extLst>
          </p:cNvPr>
          <p:cNvGrpSpPr/>
          <p:nvPr/>
        </p:nvGrpSpPr>
        <p:grpSpPr>
          <a:xfrm>
            <a:off x="6905543" y="1004738"/>
            <a:ext cx="331200" cy="1835117"/>
            <a:chOff x="5410200" y="1004738"/>
            <a:chExt cx="331200" cy="1835117"/>
          </a:xfrm>
        </p:grpSpPr>
        <p:sp>
          <p:nvSpPr>
            <p:cNvPr id="271" name="Rectangle 48">
              <a:extLst>
                <a:ext uri="{FF2B5EF4-FFF2-40B4-BE49-F238E27FC236}">
                  <a16:creationId xmlns:a16="http://schemas.microsoft.com/office/drawing/2014/main" id="{7A811C06-55FF-41B5-BA5F-B63B54884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2" name="Rectangle 29">
              <a:extLst>
                <a:ext uri="{FF2B5EF4-FFF2-40B4-BE49-F238E27FC236}">
                  <a16:creationId xmlns:a16="http://schemas.microsoft.com/office/drawing/2014/main" id="{D072DCC5-89A9-400F-83E6-8595CF4DA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3" name="Rectangle 48">
              <a:extLst>
                <a:ext uri="{FF2B5EF4-FFF2-40B4-BE49-F238E27FC236}">
                  <a16:creationId xmlns:a16="http://schemas.microsoft.com/office/drawing/2014/main" id="{34B1D05F-38BC-430C-8C2C-08AA639009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4" name="Rectangle 48">
              <a:extLst>
                <a:ext uri="{FF2B5EF4-FFF2-40B4-BE49-F238E27FC236}">
                  <a16:creationId xmlns:a16="http://schemas.microsoft.com/office/drawing/2014/main" id="{BD12DA74-A010-40AD-8ECF-80CDDDD71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5" name="Rectangle 48">
              <a:extLst>
                <a:ext uri="{FF2B5EF4-FFF2-40B4-BE49-F238E27FC236}">
                  <a16:creationId xmlns:a16="http://schemas.microsoft.com/office/drawing/2014/main" id="{EB0EA52A-BF66-4308-91D8-FAF9ABD56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6" name="Rectangle 48">
              <a:extLst>
                <a:ext uri="{FF2B5EF4-FFF2-40B4-BE49-F238E27FC236}">
                  <a16:creationId xmlns:a16="http://schemas.microsoft.com/office/drawing/2014/main" id="{9B9978AE-5DA8-4162-9230-87C9D064D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Rectangle 48">
              <a:extLst>
                <a:ext uri="{FF2B5EF4-FFF2-40B4-BE49-F238E27FC236}">
                  <a16:creationId xmlns:a16="http://schemas.microsoft.com/office/drawing/2014/main" id="{E8C34CEE-5C20-4A89-BE20-41895F8A5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5698C659-FC69-4472-A0AD-30DE76AC044C}"/>
              </a:ext>
            </a:extLst>
          </p:cNvPr>
          <p:cNvGrpSpPr/>
          <p:nvPr/>
        </p:nvGrpSpPr>
        <p:grpSpPr>
          <a:xfrm>
            <a:off x="6570265" y="1004738"/>
            <a:ext cx="331200" cy="1835117"/>
            <a:chOff x="5410200" y="1004738"/>
            <a:chExt cx="331200" cy="1835117"/>
          </a:xfrm>
        </p:grpSpPr>
        <p:sp>
          <p:nvSpPr>
            <p:cNvPr id="279" name="Rectangle 48">
              <a:extLst>
                <a:ext uri="{FF2B5EF4-FFF2-40B4-BE49-F238E27FC236}">
                  <a16:creationId xmlns:a16="http://schemas.microsoft.com/office/drawing/2014/main" id="{402F7A8A-D3AE-43BB-B5B5-D42BB07E8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0" name="Rectangle 29">
              <a:extLst>
                <a:ext uri="{FF2B5EF4-FFF2-40B4-BE49-F238E27FC236}">
                  <a16:creationId xmlns:a16="http://schemas.microsoft.com/office/drawing/2014/main" id="{EE6BE9AF-CB32-4CB9-B8CA-7534B2613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1" name="Rectangle 48">
              <a:extLst>
                <a:ext uri="{FF2B5EF4-FFF2-40B4-BE49-F238E27FC236}">
                  <a16:creationId xmlns:a16="http://schemas.microsoft.com/office/drawing/2014/main" id="{B3F88A7C-2325-45EA-AC9B-28C19DD97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2" name="Rectangle 48">
              <a:extLst>
                <a:ext uri="{FF2B5EF4-FFF2-40B4-BE49-F238E27FC236}">
                  <a16:creationId xmlns:a16="http://schemas.microsoft.com/office/drawing/2014/main" id="{E30206CD-7B5E-4C2B-BB92-A1BF62556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3" name="Rectangle 48">
              <a:extLst>
                <a:ext uri="{FF2B5EF4-FFF2-40B4-BE49-F238E27FC236}">
                  <a16:creationId xmlns:a16="http://schemas.microsoft.com/office/drawing/2014/main" id="{6148EFDA-A3DF-45A3-8BA4-CB187A8F4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Rectangle 48">
              <a:extLst>
                <a:ext uri="{FF2B5EF4-FFF2-40B4-BE49-F238E27FC236}">
                  <a16:creationId xmlns:a16="http://schemas.microsoft.com/office/drawing/2014/main" id="{55512E09-19DB-41CE-9844-34E9AC22B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5" name="Rectangle 48">
              <a:extLst>
                <a:ext uri="{FF2B5EF4-FFF2-40B4-BE49-F238E27FC236}">
                  <a16:creationId xmlns:a16="http://schemas.microsoft.com/office/drawing/2014/main" id="{25BE0B7F-5534-4A20-93D3-5D074BCEE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51307670-AF54-48DA-B9AE-F822F05B9BA8}"/>
              </a:ext>
            </a:extLst>
          </p:cNvPr>
          <p:cNvGrpSpPr/>
          <p:nvPr/>
        </p:nvGrpSpPr>
        <p:grpSpPr>
          <a:xfrm>
            <a:off x="6238795" y="1004738"/>
            <a:ext cx="331200" cy="1835117"/>
            <a:chOff x="5410200" y="1004738"/>
            <a:chExt cx="331200" cy="1835117"/>
          </a:xfrm>
        </p:grpSpPr>
        <p:sp>
          <p:nvSpPr>
            <p:cNvPr id="287" name="Rectangle 48">
              <a:extLst>
                <a:ext uri="{FF2B5EF4-FFF2-40B4-BE49-F238E27FC236}">
                  <a16:creationId xmlns:a16="http://schemas.microsoft.com/office/drawing/2014/main" id="{302CDFE7-A71B-467E-94B5-2D6B7B435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8" name="Rectangle 29">
              <a:extLst>
                <a:ext uri="{FF2B5EF4-FFF2-40B4-BE49-F238E27FC236}">
                  <a16:creationId xmlns:a16="http://schemas.microsoft.com/office/drawing/2014/main" id="{5F96CA0A-EEB8-4594-99F3-8884016D2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9" name="Rectangle 48">
              <a:extLst>
                <a:ext uri="{FF2B5EF4-FFF2-40B4-BE49-F238E27FC236}">
                  <a16:creationId xmlns:a16="http://schemas.microsoft.com/office/drawing/2014/main" id="{D8C7E579-212F-44B7-967E-8002321C6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0" name="Rectangle 48">
              <a:extLst>
                <a:ext uri="{FF2B5EF4-FFF2-40B4-BE49-F238E27FC236}">
                  <a16:creationId xmlns:a16="http://schemas.microsoft.com/office/drawing/2014/main" id="{D41978D9-B193-41DD-BF65-F884F077A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1" name="Rectangle 48">
              <a:extLst>
                <a:ext uri="{FF2B5EF4-FFF2-40B4-BE49-F238E27FC236}">
                  <a16:creationId xmlns:a16="http://schemas.microsoft.com/office/drawing/2014/main" id="{C9BBD56B-78A0-44A3-AA51-0C2330DCE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2" name="Rectangle 48">
              <a:extLst>
                <a:ext uri="{FF2B5EF4-FFF2-40B4-BE49-F238E27FC236}">
                  <a16:creationId xmlns:a16="http://schemas.microsoft.com/office/drawing/2014/main" id="{407877B4-86A7-4266-9713-922144892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3" name="Rectangle 48">
              <a:extLst>
                <a:ext uri="{FF2B5EF4-FFF2-40B4-BE49-F238E27FC236}">
                  <a16:creationId xmlns:a16="http://schemas.microsoft.com/office/drawing/2014/main" id="{E78044AB-50A1-4E6E-9E4B-B60273C570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062D036E-F075-496A-A2B7-D5ECB0A3D250}"/>
              </a:ext>
            </a:extLst>
          </p:cNvPr>
          <p:cNvGrpSpPr/>
          <p:nvPr/>
        </p:nvGrpSpPr>
        <p:grpSpPr>
          <a:xfrm>
            <a:off x="5906053" y="1004738"/>
            <a:ext cx="331200" cy="1835117"/>
            <a:chOff x="5410200" y="1004738"/>
            <a:chExt cx="331200" cy="1835117"/>
          </a:xfrm>
        </p:grpSpPr>
        <p:sp>
          <p:nvSpPr>
            <p:cNvPr id="295" name="Rectangle 48">
              <a:extLst>
                <a:ext uri="{FF2B5EF4-FFF2-40B4-BE49-F238E27FC236}">
                  <a16:creationId xmlns:a16="http://schemas.microsoft.com/office/drawing/2014/main" id="{F65421D9-8B0A-424A-89B0-AD5D741C6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Rectangle 29">
              <a:extLst>
                <a:ext uri="{FF2B5EF4-FFF2-40B4-BE49-F238E27FC236}">
                  <a16:creationId xmlns:a16="http://schemas.microsoft.com/office/drawing/2014/main" id="{E57C3B8C-5E0B-4C5B-9680-5C95287B6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Rectangle 48">
              <a:extLst>
                <a:ext uri="{FF2B5EF4-FFF2-40B4-BE49-F238E27FC236}">
                  <a16:creationId xmlns:a16="http://schemas.microsoft.com/office/drawing/2014/main" id="{97FD98C7-8BD3-4949-AE2C-9702EF434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8" name="Rectangle 48">
              <a:extLst>
                <a:ext uri="{FF2B5EF4-FFF2-40B4-BE49-F238E27FC236}">
                  <a16:creationId xmlns:a16="http://schemas.microsoft.com/office/drawing/2014/main" id="{4E89CF3D-5E66-4CAB-A515-FB26E67D4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9" name="Rectangle 48">
              <a:extLst>
                <a:ext uri="{FF2B5EF4-FFF2-40B4-BE49-F238E27FC236}">
                  <a16:creationId xmlns:a16="http://schemas.microsoft.com/office/drawing/2014/main" id="{3C459CAA-ED04-46D8-9E2D-1DC7D2468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0" name="Rectangle 48">
              <a:extLst>
                <a:ext uri="{FF2B5EF4-FFF2-40B4-BE49-F238E27FC236}">
                  <a16:creationId xmlns:a16="http://schemas.microsoft.com/office/drawing/2014/main" id="{8065915C-C9FA-439F-9F42-8E14F3743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1" name="Rectangle 48">
              <a:extLst>
                <a:ext uri="{FF2B5EF4-FFF2-40B4-BE49-F238E27FC236}">
                  <a16:creationId xmlns:a16="http://schemas.microsoft.com/office/drawing/2014/main" id="{C72E49F6-5808-422A-9D40-8CC2F6FBC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A05CDA2B-4B07-4B27-AE40-ECE5614FBBDB}"/>
              </a:ext>
            </a:extLst>
          </p:cNvPr>
          <p:cNvGrpSpPr/>
          <p:nvPr/>
        </p:nvGrpSpPr>
        <p:grpSpPr>
          <a:xfrm>
            <a:off x="5574583" y="1004738"/>
            <a:ext cx="331200" cy="1835117"/>
            <a:chOff x="5410200" y="1004738"/>
            <a:chExt cx="331200" cy="1835117"/>
          </a:xfrm>
        </p:grpSpPr>
        <p:sp>
          <p:nvSpPr>
            <p:cNvPr id="303" name="Rectangle 48">
              <a:extLst>
                <a:ext uri="{FF2B5EF4-FFF2-40B4-BE49-F238E27FC236}">
                  <a16:creationId xmlns:a16="http://schemas.microsoft.com/office/drawing/2014/main" id="{18261890-CE35-49F9-B040-315B1B3F0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4" name="Rectangle 29">
              <a:extLst>
                <a:ext uri="{FF2B5EF4-FFF2-40B4-BE49-F238E27FC236}">
                  <a16:creationId xmlns:a16="http://schemas.microsoft.com/office/drawing/2014/main" id="{BB975130-B9A4-4E06-87F7-2E6CF4F62E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5" name="Rectangle 48">
              <a:extLst>
                <a:ext uri="{FF2B5EF4-FFF2-40B4-BE49-F238E27FC236}">
                  <a16:creationId xmlns:a16="http://schemas.microsoft.com/office/drawing/2014/main" id="{D17D0EEB-34D2-42A0-BD89-5AE8B3BD0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6" name="Rectangle 48">
              <a:extLst>
                <a:ext uri="{FF2B5EF4-FFF2-40B4-BE49-F238E27FC236}">
                  <a16:creationId xmlns:a16="http://schemas.microsoft.com/office/drawing/2014/main" id="{CEB489A7-F623-4F49-8A9F-CBE44B6FC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" name="Rectangle 48">
              <a:extLst>
                <a:ext uri="{FF2B5EF4-FFF2-40B4-BE49-F238E27FC236}">
                  <a16:creationId xmlns:a16="http://schemas.microsoft.com/office/drawing/2014/main" id="{8BADFF3B-C82E-4B71-A4A5-FDFBB6F7C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8" name="Rectangle 48">
              <a:extLst>
                <a:ext uri="{FF2B5EF4-FFF2-40B4-BE49-F238E27FC236}">
                  <a16:creationId xmlns:a16="http://schemas.microsoft.com/office/drawing/2014/main" id="{7FBB66AD-206F-4B8E-88F7-FFE82065B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Rectangle 48">
              <a:extLst>
                <a:ext uri="{FF2B5EF4-FFF2-40B4-BE49-F238E27FC236}">
                  <a16:creationId xmlns:a16="http://schemas.microsoft.com/office/drawing/2014/main" id="{2685FD37-E118-4FE8-83B6-BBAEAA784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6A59A262-7B1F-479F-A845-262E6EE30630}"/>
              </a:ext>
            </a:extLst>
          </p:cNvPr>
          <p:cNvGrpSpPr/>
          <p:nvPr/>
        </p:nvGrpSpPr>
        <p:grpSpPr>
          <a:xfrm>
            <a:off x="5239305" y="1004738"/>
            <a:ext cx="331200" cy="1835117"/>
            <a:chOff x="5410200" y="1004738"/>
            <a:chExt cx="331200" cy="1835117"/>
          </a:xfrm>
        </p:grpSpPr>
        <p:sp>
          <p:nvSpPr>
            <p:cNvPr id="311" name="Rectangle 48">
              <a:extLst>
                <a:ext uri="{FF2B5EF4-FFF2-40B4-BE49-F238E27FC236}">
                  <a16:creationId xmlns:a16="http://schemas.microsoft.com/office/drawing/2014/main" id="{A7AFA6A8-1C31-4DB5-8858-2E389543E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Rectangle 29">
              <a:extLst>
                <a:ext uri="{FF2B5EF4-FFF2-40B4-BE49-F238E27FC236}">
                  <a16:creationId xmlns:a16="http://schemas.microsoft.com/office/drawing/2014/main" id="{7690F476-DF7E-47C1-B981-5552F0106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0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Rectangle 48">
              <a:extLst>
                <a:ext uri="{FF2B5EF4-FFF2-40B4-BE49-F238E27FC236}">
                  <a16:creationId xmlns:a16="http://schemas.microsoft.com/office/drawing/2014/main" id="{C077CF72-C332-446A-8495-0E1FBF096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Rectangle 48">
              <a:extLst>
                <a:ext uri="{FF2B5EF4-FFF2-40B4-BE49-F238E27FC236}">
                  <a16:creationId xmlns:a16="http://schemas.microsoft.com/office/drawing/2014/main" id="{77CC9037-D59D-4F84-9313-F0403BAD6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5" name="Rectangle 48">
              <a:extLst>
                <a:ext uri="{FF2B5EF4-FFF2-40B4-BE49-F238E27FC236}">
                  <a16:creationId xmlns:a16="http://schemas.microsoft.com/office/drawing/2014/main" id="{7FF2A22B-4172-4C76-A67D-AB6EF2344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Rectangle 48">
              <a:extLst>
                <a:ext uri="{FF2B5EF4-FFF2-40B4-BE49-F238E27FC236}">
                  <a16:creationId xmlns:a16="http://schemas.microsoft.com/office/drawing/2014/main" id="{B3FBD2C9-B558-4F55-A240-DE6DFBD9A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7" name="Rectangle 48">
              <a:extLst>
                <a:ext uri="{FF2B5EF4-FFF2-40B4-BE49-F238E27FC236}">
                  <a16:creationId xmlns:a16="http://schemas.microsoft.com/office/drawing/2014/main" id="{D2517B42-73CA-4024-9080-CE7F3D217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1A7F16A8-FDF7-42DF-B54D-82F6AF89042C}"/>
              </a:ext>
            </a:extLst>
          </p:cNvPr>
          <p:cNvGrpSpPr/>
          <p:nvPr/>
        </p:nvGrpSpPr>
        <p:grpSpPr>
          <a:xfrm>
            <a:off x="4907835" y="1004738"/>
            <a:ext cx="331200" cy="1835117"/>
            <a:chOff x="5410200" y="1004738"/>
            <a:chExt cx="331200" cy="1835117"/>
          </a:xfrm>
        </p:grpSpPr>
        <p:sp>
          <p:nvSpPr>
            <p:cNvPr id="319" name="Rectangle 48">
              <a:extLst>
                <a:ext uri="{FF2B5EF4-FFF2-40B4-BE49-F238E27FC236}">
                  <a16:creationId xmlns:a16="http://schemas.microsoft.com/office/drawing/2014/main" id="{A5F109F5-FEB0-47A5-9D1C-E218C2241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Rectangle 29">
              <a:extLst>
                <a:ext uri="{FF2B5EF4-FFF2-40B4-BE49-F238E27FC236}">
                  <a16:creationId xmlns:a16="http://schemas.microsoft.com/office/drawing/2014/main" id="{0DD24DE9-AB7D-4594-A3FF-8F3F629F8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9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1" name="Rectangle 48">
              <a:extLst>
                <a:ext uri="{FF2B5EF4-FFF2-40B4-BE49-F238E27FC236}">
                  <a16:creationId xmlns:a16="http://schemas.microsoft.com/office/drawing/2014/main" id="{415089C7-3623-4DBD-8368-94D66D7A7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Rectangle 48">
              <a:extLst>
                <a:ext uri="{FF2B5EF4-FFF2-40B4-BE49-F238E27FC236}">
                  <a16:creationId xmlns:a16="http://schemas.microsoft.com/office/drawing/2014/main" id="{FAA34AD9-82AE-47AB-B896-65DCA9864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W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3" name="Rectangle 48">
              <a:extLst>
                <a:ext uri="{FF2B5EF4-FFF2-40B4-BE49-F238E27FC236}">
                  <a16:creationId xmlns:a16="http://schemas.microsoft.com/office/drawing/2014/main" id="{A2152364-4EEA-423A-A044-042BB12C1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4" name="Rectangle 48">
              <a:extLst>
                <a:ext uri="{FF2B5EF4-FFF2-40B4-BE49-F238E27FC236}">
                  <a16:creationId xmlns:a16="http://schemas.microsoft.com/office/drawing/2014/main" id="{4B168F5F-8257-4479-BD5E-A95BB36EC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5" name="Rectangle 48">
              <a:extLst>
                <a:ext uri="{FF2B5EF4-FFF2-40B4-BE49-F238E27FC236}">
                  <a16:creationId xmlns:a16="http://schemas.microsoft.com/office/drawing/2014/main" id="{8350DDDC-D771-4A59-B0BA-BF11B1535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DE7BA189-51B5-4EB6-9846-D47A8E290126}"/>
              </a:ext>
            </a:extLst>
          </p:cNvPr>
          <p:cNvGrpSpPr/>
          <p:nvPr/>
        </p:nvGrpSpPr>
        <p:grpSpPr>
          <a:xfrm>
            <a:off x="4576363" y="1004738"/>
            <a:ext cx="331200" cy="1835117"/>
            <a:chOff x="5410200" y="1004738"/>
            <a:chExt cx="331200" cy="1835117"/>
          </a:xfrm>
        </p:grpSpPr>
        <p:sp>
          <p:nvSpPr>
            <p:cNvPr id="327" name="Rectangle 48">
              <a:extLst>
                <a:ext uri="{FF2B5EF4-FFF2-40B4-BE49-F238E27FC236}">
                  <a16:creationId xmlns:a16="http://schemas.microsoft.com/office/drawing/2014/main" id="{5C3374E5-8F34-4259-A78D-063086340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8" name="Rectangle 29">
              <a:extLst>
                <a:ext uri="{FF2B5EF4-FFF2-40B4-BE49-F238E27FC236}">
                  <a16:creationId xmlns:a16="http://schemas.microsoft.com/office/drawing/2014/main" id="{3E826BE3-D567-465F-AB3E-FC6CEEBF6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8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9" name="Rectangle 48">
              <a:extLst>
                <a:ext uri="{FF2B5EF4-FFF2-40B4-BE49-F238E27FC236}">
                  <a16:creationId xmlns:a16="http://schemas.microsoft.com/office/drawing/2014/main" id="{040D80C0-C403-44E9-99ED-17593D1C7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48">
              <a:extLst>
                <a:ext uri="{FF2B5EF4-FFF2-40B4-BE49-F238E27FC236}">
                  <a16:creationId xmlns:a16="http://schemas.microsoft.com/office/drawing/2014/main" id="{47CF507F-CAA1-4948-A616-409E3C4BB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Rectangle 48">
              <a:extLst>
                <a:ext uri="{FF2B5EF4-FFF2-40B4-BE49-F238E27FC236}">
                  <a16:creationId xmlns:a16="http://schemas.microsoft.com/office/drawing/2014/main" id="{2F3AA7DD-61BD-42A2-AB2E-E4EBE7F7B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Rectangle 48">
              <a:extLst>
                <a:ext uri="{FF2B5EF4-FFF2-40B4-BE49-F238E27FC236}">
                  <a16:creationId xmlns:a16="http://schemas.microsoft.com/office/drawing/2014/main" id="{9EBA70D1-8405-47BD-A9C1-C3226FA13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48">
              <a:extLst>
                <a:ext uri="{FF2B5EF4-FFF2-40B4-BE49-F238E27FC236}">
                  <a16:creationId xmlns:a16="http://schemas.microsoft.com/office/drawing/2014/main" id="{0810E8DA-8DC3-4FE5-9A89-90A722B45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BC666277-2CBB-46EC-838E-0C7B13DB300E}"/>
              </a:ext>
            </a:extLst>
          </p:cNvPr>
          <p:cNvGrpSpPr/>
          <p:nvPr/>
        </p:nvGrpSpPr>
        <p:grpSpPr>
          <a:xfrm>
            <a:off x="4244893" y="1004738"/>
            <a:ext cx="331200" cy="1835117"/>
            <a:chOff x="5410200" y="1004738"/>
            <a:chExt cx="331200" cy="1835117"/>
          </a:xfrm>
        </p:grpSpPr>
        <p:sp>
          <p:nvSpPr>
            <p:cNvPr id="335" name="Rectangle 48">
              <a:extLst>
                <a:ext uri="{FF2B5EF4-FFF2-40B4-BE49-F238E27FC236}">
                  <a16:creationId xmlns:a16="http://schemas.microsoft.com/office/drawing/2014/main" id="{297F945E-8439-4238-B96E-115E46847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6" name="Rectangle 29">
              <a:extLst>
                <a:ext uri="{FF2B5EF4-FFF2-40B4-BE49-F238E27FC236}">
                  <a16:creationId xmlns:a16="http://schemas.microsoft.com/office/drawing/2014/main" id="{234ED10A-8BF0-43DC-B80F-E1C978196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7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7" name="Rectangle 48">
              <a:extLst>
                <a:ext uri="{FF2B5EF4-FFF2-40B4-BE49-F238E27FC236}">
                  <a16:creationId xmlns:a16="http://schemas.microsoft.com/office/drawing/2014/main" id="{387A1859-590F-4BE2-810A-4A6E69651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48">
              <a:extLst>
                <a:ext uri="{FF2B5EF4-FFF2-40B4-BE49-F238E27FC236}">
                  <a16:creationId xmlns:a16="http://schemas.microsoft.com/office/drawing/2014/main" id="{EF5B30EB-E433-4708-91AE-AA87A2BC6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9" name="Rectangle 48">
              <a:extLst>
                <a:ext uri="{FF2B5EF4-FFF2-40B4-BE49-F238E27FC236}">
                  <a16:creationId xmlns:a16="http://schemas.microsoft.com/office/drawing/2014/main" id="{6EF03208-866E-4C87-9D31-A40DD67D4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0" name="Rectangle 48">
              <a:extLst>
                <a:ext uri="{FF2B5EF4-FFF2-40B4-BE49-F238E27FC236}">
                  <a16:creationId xmlns:a16="http://schemas.microsoft.com/office/drawing/2014/main" id="{3589C470-B0A0-4CDD-8141-D072CE5F5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1" name="Rectangle 48">
              <a:extLst>
                <a:ext uri="{FF2B5EF4-FFF2-40B4-BE49-F238E27FC236}">
                  <a16:creationId xmlns:a16="http://schemas.microsoft.com/office/drawing/2014/main" id="{6B64D656-AA6D-4CF1-A146-1DF571C71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35D5D976-C5CB-4915-A940-F1F859F0DCEB}"/>
              </a:ext>
            </a:extLst>
          </p:cNvPr>
          <p:cNvGrpSpPr/>
          <p:nvPr/>
        </p:nvGrpSpPr>
        <p:grpSpPr>
          <a:xfrm>
            <a:off x="3909615" y="1004738"/>
            <a:ext cx="331200" cy="1835117"/>
            <a:chOff x="5410200" y="1004738"/>
            <a:chExt cx="331200" cy="1835117"/>
          </a:xfrm>
        </p:grpSpPr>
        <p:sp>
          <p:nvSpPr>
            <p:cNvPr id="343" name="Rectangle 48">
              <a:extLst>
                <a:ext uri="{FF2B5EF4-FFF2-40B4-BE49-F238E27FC236}">
                  <a16:creationId xmlns:a16="http://schemas.microsoft.com/office/drawing/2014/main" id="{DB108FB9-796F-4D35-BC0A-CC0464243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Rectangle 29">
              <a:extLst>
                <a:ext uri="{FF2B5EF4-FFF2-40B4-BE49-F238E27FC236}">
                  <a16:creationId xmlns:a16="http://schemas.microsoft.com/office/drawing/2014/main" id="{B433B9A4-94B1-4C87-A6E1-55518397A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Rectangle 48">
              <a:extLst>
                <a:ext uri="{FF2B5EF4-FFF2-40B4-BE49-F238E27FC236}">
                  <a16:creationId xmlns:a16="http://schemas.microsoft.com/office/drawing/2014/main" id="{01CE9CD9-3BA8-48AF-97F3-8DBD484E4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Rectangle 48">
              <a:extLst>
                <a:ext uri="{FF2B5EF4-FFF2-40B4-BE49-F238E27FC236}">
                  <a16:creationId xmlns:a16="http://schemas.microsoft.com/office/drawing/2014/main" id="{615243F1-AB54-43A6-B06A-0C6CE1214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Rectangle 48">
              <a:extLst>
                <a:ext uri="{FF2B5EF4-FFF2-40B4-BE49-F238E27FC236}">
                  <a16:creationId xmlns:a16="http://schemas.microsoft.com/office/drawing/2014/main" id="{28949A8F-4EB4-4CC9-BBAF-C67DBBE38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Rectangle 48">
              <a:extLst>
                <a:ext uri="{FF2B5EF4-FFF2-40B4-BE49-F238E27FC236}">
                  <a16:creationId xmlns:a16="http://schemas.microsoft.com/office/drawing/2014/main" id="{B8EFCFE0-6C94-4A1A-8750-7EBCECD3A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Rectangle 48">
              <a:extLst>
                <a:ext uri="{FF2B5EF4-FFF2-40B4-BE49-F238E27FC236}">
                  <a16:creationId xmlns:a16="http://schemas.microsoft.com/office/drawing/2014/main" id="{B3BB5F8C-F65C-4C77-9345-C1A084715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F64DB39A-2EDA-4EE0-89CA-B7E7863F05E0}"/>
              </a:ext>
            </a:extLst>
          </p:cNvPr>
          <p:cNvGrpSpPr/>
          <p:nvPr/>
        </p:nvGrpSpPr>
        <p:grpSpPr>
          <a:xfrm>
            <a:off x="3578145" y="1004738"/>
            <a:ext cx="331200" cy="1835117"/>
            <a:chOff x="5410200" y="1004738"/>
            <a:chExt cx="331200" cy="1835117"/>
          </a:xfrm>
        </p:grpSpPr>
        <p:sp>
          <p:nvSpPr>
            <p:cNvPr id="351" name="Rectangle 48">
              <a:extLst>
                <a:ext uri="{FF2B5EF4-FFF2-40B4-BE49-F238E27FC236}">
                  <a16:creationId xmlns:a16="http://schemas.microsoft.com/office/drawing/2014/main" id="{948C3007-FCCB-4C6E-AC3E-7A3E53F18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9">
              <a:extLst>
                <a:ext uri="{FF2B5EF4-FFF2-40B4-BE49-F238E27FC236}">
                  <a16:creationId xmlns:a16="http://schemas.microsoft.com/office/drawing/2014/main" id="{99A1184C-590C-48A6-B563-6107C0ED8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3" name="Rectangle 48">
              <a:extLst>
                <a:ext uri="{FF2B5EF4-FFF2-40B4-BE49-F238E27FC236}">
                  <a16:creationId xmlns:a16="http://schemas.microsoft.com/office/drawing/2014/main" id="{F7C02F4A-2BDB-4EDC-B5CD-C21DA4AA5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4" name="Rectangle 48">
              <a:extLst>
                <a:ext uri="{FF2B5EF4-FFF2-40B4-BE49-F238E27FC236}">
                  <a16:creationId xmlns:a16="http://schemas.microsoft.com/office/drawing/2014/main" id="{BDA0FFCA-B617-4185-A4E4-C01BE10E6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5" name="Rectangle 48">
              <a:extLst>
                <a:ext uri="{FF2B5EF4-FFF2-40B4-BE49-F238E27FC236}">
                  <a16:creationId xmlns:a16="http://schemas.microsoft.com/office/drawing/2014/main" id="{D0A0FC86-ADFC-4188-A139-A27828021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6" name="Rectangle 48">
              <a:extLst>
                <a:ext uri="{FF2B5EF4-FFF2-40B4-BE49-F238E27FC236}">
                  <a16:creationId xmlns:a16="http://schemas.microsoft.com/office/drawing/2014/main" id="{C1B0E32B-96BA-4122-95E4-2EEAEF749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7" name="Rectangle 48">
              <a:extLst>
                <a:ext uri="{FF2B5EF4-FFF2-40B4-BE49-F238E27FC236}">
                  <a16:creationId xmlns:a16="http://schemas.microsoft.com/office/drawing/2014/main" id="{1BCD692A-E03D-446D-805F-8727CCA16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D0D0D1D7-221D-499B-A7D7-74C40B469889}"/>
              </a:ext>
            </a:extLst>
          </p:cNvPr>
          <p:cNvGrpSpPr/>
          <p:nvPr/>
        </p:nvGrpSpPr>
        <p:grpSpPr>
          <a:xfrm>
            <a:off x="3248214" y="1004738"/>
            <a:ext cx="331200" cy="1835117"/>
            <a:chOff x="5410200" y="1004738"/>
            <a:chExt cx="331200" cy="1835117"/>
          </a:xfrm>
        </p:grpSpPr>
        <p:sp>
          <p:nvSpPr>
            <p:cNvPr id="391" name="Rectangle 48">
              <a:extLst>
                <a:ext uri="{FF2B5EF4-FFF2-40B4-BE49-F238E27FC236}">
                  <a16:creationId xmlns:a16="http://schemas.microsoft.com/office/drawing/2014/main" id="{142C9FB2-4DFA-45FE-9967-3D16C5807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2" name="Rectangle 29">
              <a:extLst>
                <a:ext uri="{FF2B5EF4-FFF2-40B4-BE49-F238E27FC236}">
                  <a16:creationId xmlns:a16="http://schemas.microsoft.com/office/drawing/2014/main" id="{13C845B4-BBD0-4E88-86A5-1201EC939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3" name="Rectangle 48">
              <a:extLst>
                <a:ext uri="{FF2B5EF4-FFF2-40B4-BE49-F238E27FC236}">
                  <a16:creationId xmlns:a16="http://schemas.microsoft.com/office/drawing/2014/main" id="{4FC63368-BB30-4160-8128-E1956EDEE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4" name="Rectangle 48">
              <a:extLst>
                <a:ext uri="{FF2B5EF4-FFF2-40B4-BE49-F238E27FC236}">
                  <a16:creationId xmlns:a16="http://schemas.microsoft.com/office/drawing/2014/main" id="{5A872067-9D5D-455D-B495-E18252EE3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5" name="Rectangle 48">
              <a:extLst>
                <a:ext uri="{FF2B5EF4-FFF2-40B4-BE49-F238E27FC236}">
                  <a16:creationId xmlns:a16="http://schemas.microsoft.com/office/drawing/2014/main" id="{EB1BAB0E-8365-4C09-B376-99F62A1D9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48">
              <a:extLst>
                <a:ext uri="{FF2B5EF4-FFF2-40B4-BE49-F238E27FC236}">
                  <a16:creationId xmlns:a16="http://schemas.microsoft.com/office/drawing/2014/main" id="{CABB04FE-6DE0-4414-A1A8-D9186CBEA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Rectangle 48">
              <a:extLst>
                <a:ext uri="{FF2B5EF4-FFF2-40B4-BE49-F238E27FC236}">
                  <a16:creationId xmlns:a16="http://schemas.microsoft.com/office/drawing/2014/main" id="{D449F55E-6A28-4068-9352-3D600B69D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83D1EE34-BD69-4228-8815-3E2F99EC7E75}"/>
              </a:ext>
            </a:extLst>
          </p:cNvPr>
          <p:cNvGrpSpPr/>
          <p:nvPr/>
        </p:nvGrpSpPr>
        <p:grpSpPr>
          <a:xfrm>
            <a:off x="2916744" y="1004738"/>
            <a:ext cx="331200" cy="1835117"/>
            <a:chOff x="5410200" y="1004738"/>
            <a:chExt cx="331200" cy="1835117"/>
          </a:xfrm>
        </p:grpSpPr>
        <p:sp>
          <p:nvSpPr>
            <p:cNvPr id="399" name="Rectangle 48">
              <a:extLst>
                <a:ext uri="{FF2B5EF4-FFF2-40B4-BE49-F238E27FC236}">
                  <a16:creationId xmlns:a16="http://schemas.microsoft.com/office/drawing/2014/main" id="{CDFC79D4-F0D6-4806-BBCC-A199E0E36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0" name="Rectangle 29">
              <a:extLst>
                <a:ext uri="{FF2B5EF4-FFF2-40B4-BE49-F238E27FC236}">
                  <a16:creationId xmlns:a16="http://schemas.microsoft.com/office/drawing/2014/main" id="{8456C1BF-C019-45CA-9136-7AF43E602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Rectangle 48">
              <a:extLst>
                <a:ext uri="{FF2B5EF4-FFF2-40B4-BE49-F238E27FC236}">
                  <a16:creationId xmlns:a16="http://schemas.microsoft.com/office/drawing/2014/main" id="{603066F0-C071-4BB9-915E-ED891C4BA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Rectangle 48">
              <a:extLst>
                <a:ext uri="{FF2B5EF4-FFF2-40B4-BE49-F238E27FC236}">
                  <a16:creationId xmlns:a16="http://schemas.microsoft.com/office/drawing/2014/main" id="{970BA58B-509E-4458-8B4B-FA40620B2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3" name="Rectangle 48">
              <a:extLst>
                <a:ext uri="{FF2B5EF4-FFF2-40B4-BE49-F238E27FC236}">
                  <a16:creationId xmlns:a16="http://schemas.microsoft.com/office/drawing/2014/main" id="{ACFC700F-1EF3-4765-B4A7-89DB13F1E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48">
              <a:extLst>
                <a:ext uri="{FF2B5EF4-FFF2-40B4-BE49-F238E27FC236}">
                  <a16:creationId xmlns:a16="http://schemas.microsoft.com/office/drawing/2014/main" id="{62E8CF34-1D1A-44E1-81AE-291184DC8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5" name="Rectangle 48">
              <a:extLst>
                <a:ext uri="{FF2B5EF4-FFF2-40B4-BE49-F238E27FC236}">
                  <a16:creationId xmlns:a16="http://schemas.microsoft.com/office/drawing/2014/main" id="{6B08EDC5-DFB0-47A0-8E71-4AD7900E0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04D9F499-8E91-4BB3-880A-CCC85C9720BB}"/>
              </a:ext>
            </a:extLst>
          </p:cNvPr>
          <p:cNvGrpSpPr/>
          <p:nvPr/>
        </p:nvGrpSpPr>
        <p:grpSpPr>
          <a:xfrm>
            <a:off x="2581466" y="1004738"/>
            <a:ext cx="331200" cy="1835117"/>
            <a:chOff x="5410200" y="1004738"/>
            <a:chExt cx="331200" cy="1835117"/>
          </a:xfrm>
        </p:grpSpPr>
        <p:sp>
          <p:nvSpPr>
            <p:cNvPr id="407" name="Rectangle 48">
              <a:extLst>
                <a:ext uri="{FF2B5EF4-FFF2-40B4-BE49-F238E27FC236}">
                  <a16:creationId xmlns:a16="http://schemas.microsoft.com/office/drawing/2014/main" id="{27B534A0-1731-4C7B-AC8C-3E952B8E9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8" name="Rectangle 29">
              <a:extLst>
                <a:ext uri="{FF2B5EF4-FFF2-40B4-BE49-F238E27FC236}">
                  <a16:creationId xmlns:a16="http://schemas.microsoft.com/office/drawing/2014/main" id="{19AE8AE4-23C5-411E-A72A-CF7583142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Rectangle 48">
              <a:extLst>
                <a:ext uri="{FF2B5EF4-FFF2-40B4-BE49-F238E27FC236}">
                  <a16:creationId xmlns:a16="http://schemas.microsoft.com/office/drawing/2014/main" id="{D60C497F-5863-432A-872C-7CC5B7AB8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Rectangle 48">
              <a:extLst>
                <a:ext uri="{FF2B5EF4-FFF2-40B4-BE49-F238E27FC236}">
                  <a16:creationId xmlns:a16="http://schemas.microsoft.com/office/drawing/2014/main" id="{259E1573-4CCB-4122-9F76-DDF3F9C6E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Rectangle 48">
              <a:extLst>
                <a:ext uri="{FF2B5EF4-FFF2-40B4-BE49-F238E27FC236}">
                  <a16:creationId xmlns:a16="http://schemas.microsoft.com/office/drawing/2014/main" id="{E7AD8661-72B6-434D-BAAE-A37760DEA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Rectangle 48">
              <a:extLst>
                <a:ext uri="{FF2B5EF4-FFF2-40B4-BE49-F238E27FC236}">
                  <a16:creationId xmlns:a16="http://schemas.microsoft.com/office/drawing/2014/main" id="{FFDF3ED4-98B5-48BE-80CC-22D8F973F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Rectangle 48">
              <a:extLst>
                <a:ext uri="{FF2B5EF4-FFF2-40B4-BE49-F238E27FC236}">
                  <a16:creationId xmlns:a16="http://schemas.microsoft.com/office/drawing/2014/main" id="{B05C23C0-D121-4693-B294-D836B1DE4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D168BC2F-0974-4F0A-BFFB-E18AAB4F1C15}"/>
              </a:ext>
            </a:extLst>
          </p:cNvPr>
          <p:cNvGrpSpPr/>
          <p:nvPr/>
        </p:nvGrpSpPr>
        <p:grpSpPr>
          <a:xfrm>
            <a:off x="2249996" y="1004738"/>
            <a:ext cx="331200" cy="1835117"/>
            <a:chOff x="5410200" y="1004738"/>
            <a:chExt cx="331200" cy="1835117"/>
          </a:xfrm>
        </p:grpSpPr>
        <p:sp>
          <p:nvSpPr>
            <p:cNvPr id="415" name="Rectangle 48">
              <a:extLst>
                <a:ext uri="{FF2B5EF4-FFF2-40B4-BE49-F238E27FC236}">
                  <a16:creationId xmlns:a16="http://schemas.microsoft.com/office/drawing/2014/main" id="{DF6050E3-65BA-4872-BF70-2695E8DD5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Rectangle 29">
              <a:extLst>
                <a:ext uri="{FF2B5EF4-FFF2-40B4-BE49-F238E27FC236}">
                  <a16:creationId xmlns:a16="http://schemas.microsoft.com/office/drawing/2014/main" id="{E633F1E3-BF51-4A22-A2FE-6031B8D6A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7" name="Rectangle 48">
              <a:extLst>
                <a:ext uri="{FF2B5EF4-FFF2-40B4-BE49-F238E27FC236}">
                  <a16:creationId xmlns:a16="http://schemas.microsoft.com/office/drawing/2014/main" id="{D4FCBAF0-A16A-4869-AC17-83637C14C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48">
              <a:extLst>
                <a:ext uri="{FF2B5EF4-FFF2-40B4-BE49-F238E27FC236}">
                  <a16:creationId xmlns:a16="http://schemas.microsoft.com/office/drawing/2014/main" id="{65EE864A-41B2-4B33-9FF8-1150A7CF8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9" name="Rectangle 48">
              <a:extLst>
                <a:ext uri="{FF2B5EF4-FFF2-40B4-BE49-F238E27FC236}">
                  <a16:creationId xmlns:a16="http://schemas.microsoft.com/office/drawing/2014/main" id="{65D34BCB-11DF-4DD0-BF8B-DE25D4AE1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0" name="Rectangle 48">
              <a:extLst>
                <a:ext uri="{FF2B5EF4-FFF2-40B4-BE49-F238E27FC236}">
                  <a16:creationId xmlns:a16="http://schemas.microsoft.com/office/drawing/2014/main" id="{18D60625-9BC7-4C6D-99B1-E813F3C54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48">
              <a:extLst>
                <a:ext uri="{FF2B5EF4-FFF2-40B4-BE49-F238E27FC236}">
                  <a16:creationId xmlns:a16="http://schemas.microsoft.com/office/drawing/2014/main" id="{FC1191EF-0526-421E-9971-AA816F7AF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25" name="Rectangle 29">
            <a:extLst>
              <a:ext uri="{FF2B5EF4-FFF2-40B4-BE49-F238E27FC236}">
                <a16:creationId xmlns:a16="http://schemas.microsoft.com/office/drawing/2014/main" id="{AED3A31C-147D-48A2-BB70-585A3895D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2" y="1004752"/>
            <a:ext cx="724441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Cycle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183" name="Table 182">
            <a:extLst>
              <a:ext uri="{FF2B5EF4-FFF2-40B4-BE49-F238E27FC236}">
                <a16:creationId xmlns:a16="http://schemas.microsoft.com/office/drawing/2014/main" id="{EC8722A4-BC07-4377-AF70-204E93F2B8BB}"/>
              </a:ext>
            </a:extLst>
          </p:cNvPr>
          <p:cNvGraphicFramePr>
            <a:graphicFrameLocks noGrp="1"/>
          </p:cNvGraphicFramePr>
          <p:nvPr/>
        </p:nvGraphicFramePr>
        <p:xfrm>
          <a:off x="221457" y="1347785"/>
          <a:ext cx="2013700" cy="1521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68285122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6171413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6253014"/>
                    </a:ext>
                  </a:extLst>
                </a:gridCol>
                <a:gridCol w="465700">
                  <a:extLst>
                    <a:ext uri="{9D8B030D-6E8A-4147-A177-3AD203B41FA5}">
                      <a16:colId xmlns:a16="http://schemas.microsoft.com/office/drawing/2014/main" val="3517611654"/>
                    </a:ext>
                  </a:extLst>
                </a:gridCol>
              </a:tblGrid>
              <a:tr h="171963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R1, R2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241112"/>
                  </a:ext>
                </a:extLst>
              </a:tr>
              <a:tr h="27449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R3, R4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7394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R2, R6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21130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R8, R9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26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R7, 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14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R5, 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8953267"/>
                  </a:ext>
                </a:extLst>
              </a:tr>
            </a:tbl>
          </a:graphicData>
        </a:graphic>
      </p:graphicFrame>
      <p:graphicFrame>
        <p:nvGraphicFramePr>
          <p:cNvPr id="185" name="Table 184">
            <a:extLst>
              <a:ext uri="{FF2B5EF4-FFF2-40B4-BE49-F238E27FC236}">
                <a16:creationId xmlns:a16="http://schemas.microsoft.com/office/drawing/2014/main" id="{D0CE5D96-F39A-48B4-9926-7925B25BA378}"/>
              </a:ext>
            </a:extLst>
          </p:cNvPr>
          <p:cNvGraphicFramePr>
            <a:graphicFrameLocks noGrp="1"/>
          </p:cNvGraphicFramePr>
          <p:nvPr/>
        </p:nvGraphicFramePr>
        <p:xfrm>
          <a:off x="5860859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17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graphicFrame>
        <p:nvGraphicFramePr>
          <p:cNvPr id="186" name="Table 185">
            <a:extLst>
              <a:ext uri="{FF2B5EF4-FFF2-40B4-BE49-F238E27FC236}">
                <a16:creationId xmlns:a16="http://schemas.microsoft.com/office/drawing/2014/main" id="{961F7A2E-FDF0-47F1-A7BC-EB2E6DA815D5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3060460"/>
          <a:ext cx="2021396" cy="30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197">
                  <a:extLst>
                    <a:ext uri="{9D8B030D-6E8A-4147-A177-3AD203B41FA5}">
                      <a16:colId xmlns:a16="http://schemas.microsoft.com/office/drawing/2014/main" val="178228208"/>
                    </a:ext>
                  </a:extLst>
                </a:gridCol>
                <a:gridCol w="456057">
                  <a:extLst>
                    <a:ext uri="{9D8B030D-6E8A-4147-A177-3AD203B41FA5}">
                      <a16:colId xmlns:a16="http://schemas.microsoft.com/office/drawing/2014/main" val="514640341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3807375684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347605207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Register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Valid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Tag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Value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855663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67566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717070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R3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8068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8062439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142</a:t>
                      </a:r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9616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1653268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8406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7141418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960802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17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068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136</a:t>
                      </a:r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808428"/>
                  </a:ext>
                </a:extLst>
              </a:tr>
            </a:tbl>
          </a:graphicData>
        </a:graphic>
      </p:graphicFrame>
      <p:graphicFrame>
        <p:nvGraphicFramePr>
          <p:cNvPr id="188" name="Table 187">
            <a:extLst>
              <a:ext uri="{FF2B5EF4-FFF2-40B4-BE49-F238E27FC236}">
                <a16:creationId xmlns:a16="http://schemas.microsoft.com/office/drawing/2014/main" id="{BF4AD32B-ABE3-4396-B57E-E9B07385315B}"/>
              </a:ext>
            </a:extLst>
          </p:cNvPr>
          <p:cNvGraphicFramePr>
            <a:graphicFrameLocks noGrp="1"/>
          </p:cNvGraphicFramePr>
          <p:nvPr/>
        </p:nvGraphicFramePr>
        <p:xfrm>
          <a:off x="2805320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136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sp>
        <p:nvSpPr>
          <p:cNvPr id="184" name="矩形 183">
            <a:extLst>
              <a:ext uri="{FF2B5EF4-FFF2-40B4-BE49-F238E27FC236}">
                <a16:creationId xmlns:a16="http://schemas.microsoft.com/office/drawing/2014/main" id="{EFB0B189-C858-4D9D-84E6-0F4771225EBF}"/>
              </a:ext>
            </a:extLst>
          </p:cNvPr>
          <p:cNvSpPr/>
          <p:nvPr/>
        </p:nvSpPr>
        <p:spPr>
          <a:xfrm>
            <a:off x="210753" y="6508393"/>
            <a:ext cx="3262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MUL: 6 cycles,  ADD</a:t>
            </a:r>
            <a:r>
              <a:rPr lang="zh-CN" altLang="en-US" dirty="0"/>
              <a:t>：</a:t>
            </a:r>
            <a:r>
              <a:rPr lang="en-US" altLang="zh-CN" dirty="0"/>
              <a:t> 4 cycle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1898628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>
            <a:extLst>
              <a:ext uri="{FF2B5EF4-FFF2-40B4-BE49-F238E27FC236}">
                <a16:creationId xmlns:a16="http://schemas.microsoft.com/office/drawing/2014/main" id="{7DB487FF-5283-0948-9D54-C5CDA2CBE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>
                <a:ea typeface="ＭＳ Ｐゴシック" panose="020B0600070205080204" pitchFamily="34" charset="-128"/>
              </a:rPr>
              <a:t>Tomasulo’</a:t>
            </a:r>
            <a:r>
              <a:rPr lang="en-US" altLang="ja-JP" dirty="0" err="1">
                <a:ea typeface="ＭＳ Ｐゴシック" panose="020B0600070205080204" pitchFamily="34" charset="-128"/>
              </a:rPr>
              <a:t>s</a:t>
            </a:r>
            <a:r>
              <a:rPr lang="en-US" altLang="ja-JP" dirty="0">
                <a:ea typeface="ＭＳ Ｐゴシック" panose="020B0600070205080204" pitchFamily="34" charset="-128"/>
              </a:rPr>
              <a:t> Algorithm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7068D-F729-E847-8BAA-9E537758E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914400"/>
            <a:ext cx="8915400" cy="5791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000" b="1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ID</a:t>
            </a:r>
            <a:r>
              <a:rPr lang="en-US" altLang="en-US" sz="2000" dirty="0">
                <a:ea typeface="ＭＳ Ｐゴシック" panose="020B0600070205080204" pitchFamily="34" charset="-128"/>
              </a:rPr>
              <a:t>: If </a:t>
            </a:r>
            <a:r>
              <a:rPr lang="en-US" altLang="en-US" sz="2000" dirty="0">
                <a:solidFill>
                  <a:srgbClr val="00B0F0"/>
                </a:solidFill>
                <a:ea typeface="ＭＳ Ｐゴシック" panose="020B0600070205080204" pitchFamily="34" charset="-128"/>
              </a:rPr>
              <a:t>reservation station </a:t>
            </a:r>
            <a:r>
              <a:rPr lang="en-US" altLang="en-US" sz="2000" dirty="0">
                <a:ea typeface="ＭＳ Ｐゴシック" panose="020B0600070205080204" pitchFamily="34" charset="-128"/>
              </a:rPr>
              <a:t>entry available before renaming </a:t>
            </a:r>
            <a:r>
              <a:rPr lang="en-US" altLang="en-US" sz="2000" dirty="0" err="1">
                <a:ea typeface="ＭＳ Ｐゴシック" panose="020B0600070205080204" pitchFamily="34" charset="-128"/>
              </a:rPr>
              <a:t>dest</a:t>
            </a:r>
            <a:r>
              <a:rPr lang="en-US" altLang="en-US" sz="2000" dirty="0">
                <a:ea typeface="ＭＳ Ｐゴシック" panose="020B0600070205080204" pitchFamily="34" charset="-128"/>
              </a:rPr>
              <a:t>. register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Occupy a RS entry for the instruction </a:t>
            </a:r>
          </a:p>
          <a:p>
            <a:pPr lvl="1">
              <a:lnSpc>
                <a:spcPct val="80000"/>
              </a:lnSpc>
            </a:pPr>
            <a:r>
              <a:rPr lang="en-US" altLang="en-US" sz="1800" b="1" dirty="0">
                <a:ea typeface="ＭＳ Ｐゴシック" panose="020B0600070205080204" pitchFamily="34" charset="-128"/>
              </a:rPr>
              <a:t>For each source register in the RS entry: </a:t>
            </a:r>
            <a:r>
              <a:rPr lang="en-US" altLang="en-US" sz="1800" dirty="0">
                <a:ea typeface="ＭＳ Ｐゴシック" panose="020B0600070205080204" pitchFamily="34" charset="-128"/>
              </a:rPr>
              <a:t>if </a:t>
            </a:r>
            <a:r>
              <a:rPr lang="en-US" altLang="zh-CN" sz="1800" dirty="0">
                <a:ea typeface="ＭＳ Ｐゴシック" panose="020B0600070205080204" pitchFamily="34" charset="-128"/>
              </a:rPr>
              <a:t>the valid bit of source register in RF is 1, </a:t>
            </a:r>
            <a:r>
              <a:rPr lang="en-US" altLang="zh-CN" sz="1800" dirty="0" err="1">
                <a:ea typeface="ＭＳ Ｐゴシック" panose="020B0600070205080204" pitchFamily="34" charset="-128"/>
              </a:rPr>
              <a:t>RS.source.v</a:t>
            </a:r>
            <a:r>
              <a:rPr lang="en-US" altLang="zh-CN" sz="1800" dirty="0">
                <a:ea typeface="ＭＳ Ｐゴシック" panose="020B0600070205080204" pitchFamily="34" charset="-128"/>
              </a:rPr>
              <a:t> = 1 and </a:t>
            </a:r>
            <a:r>
              <a:rPr lang="en-US" altLang="zh-CN" sz="1800" dirty="0" err="1">
                <a:ea typeface="ＭＳ Ｐゴシック" panose="020B0600070205080204" pitchFamily="34" charset="-128"/>
              </a:rPr>
              <a:t>RS.source.value</a:t>
            </a:r>
            <a:r>
              <a:rPr lang="en-US" altLang="zh-CN" sz="1800" dirty="0">
                <a:ea typeface="ＭＳ Ｐゴシック" panose="020B0600070205080204" pitchFamily="34" charset="-128"/>
              </a:rPr>
              <a:t>=source register; else </a:t>
            </a:r>
            <a:r>
              <a:rPr lang="en-US" altLang="zh-CN" sz="1800" dirty="0" err="1">
                <a:ea typeface="ＭＳ Ｐゴシック" panose="020B0600070205080204" pitchFamily="34" charset="-128"/>
              </a:rPr>
              <a:t>RS.source.v</a:t>
            </a:r>
            <a:r>
              <a:rPr lang="en-US" altLang="zh-CN" sz="1800" dirty="0">
                <a:ea typeface="ＭＳ Ｐゴシック" panose="020B0600070205080204" pitchFamily="34" charset="-128"/>
              </a:rPr>
              <a:t> = 0 and </a:t>
            </a:r>
            <a:r>
              <a:rPr lang="en-US" altLang="zh-CN" sz="1800" dirty="0" err="1">
                <a:ea typeface="ＭＳ Ｐゴシック" panose="020B0600070205080204" pitchFamily="34" charset="-128"/>
              </a:rPr>
              <a:t>RS.source.tag</a:t>
            </a:r>
            <a:r>
              <a:rPr lang="en-US" altLang="zh-CN" sz="1800" dirty="0">
                <a:ea typeface="ＭＳ Ｐゴシック" panose="020B0600070205080204" pitchFamily="34" charset="-128"/>
              </a:rPr>
              <a:t> = source </a:t>
            </a:r>
            <a:r>
              <a:rPr lang="en-US" altLang="zh-CN" sz="1800" dirty="0" err="1">
                <a:ea typeface="ＭＳ Ｐゴシック" panose="020B0600070205080204" pitchFamily="34" charset="-128"/>
              </a:rPr>
              <a:t>register.tag</a:t>
            </a:r>
            <a:r>
              <a:rPr lang="en-US" altLang="zh-CN" sz="1800" dirty="0">
                <a:ea typeface="ＭＳ Ｐゴシック" panose="020B0600070205080204" pitchFamily="34" charset="-128"/>
              </a:rPr>
              <a:t>. </a:t>
            </a:r>
            <a:endParaRPr lang="en-US" altLang="en-US" sz="1800" dirty="0">
              <a:ea typeface="ＭＳ Ｐゴシック" panose="020B0600070205080204" pitchFamily="34" charset="-128"/>
            </a:endParaRPr>
          </a:p>
          <a:p>
            <a:pPr lvl="1">
              <a:lnSpc>
                <a:spcPct val="80000"/>
              </a:lnSpc>
            </a:pPr>
            <a:r>
              <a:rPr lang="en-US" altLang="en-US" sz="1800" b="1" dirty="0">
                <a:ea typeface="ＭＳ Ｐゴシック" panose="020B0600070205080204" pitchFamily="34" charset="-128"/>
              </a:rPr>
              <a:t>For </a:t>
            </a:r>
            <a:r>
              <a:rPr lang="en-US" altLang="en-US" sz="1800" b="1" dirty="0" err="1">
                <a:ea typeface="ＭＳ Ｐゴシック" panose="020B0600070205080204" pitchFamily="34" charset="-128"/>
              </a:rPr>
              <a:t>dest</a:t>
            </a:r>
            <a:r>
              <a:rPr lang="en-US" altLang="en-US" sz="1800" b="1" dirty="0">
                <a:ea typeface="ＭＳ Ｐゴシック" panose="020B0600070205080204" pitchFamily="34" charset="-128"/>
              </a:rPr>
              <a:t>. register in RF</a:t>
            </a:r>
            <a:r>
              <a:rPr lang="en-US" altLang="en-US" sz="1800" dirty="0">
                <a:ea typeface="ＭＳ Ｐゴシック" panose="020B0600070205080204" pitchFamily="34" charset="-128"/>
              </a:rPr>
              <a:t>: Rename to the tag of the corresponding RS entry, set the valid bit to 0.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000" dirty="0">
                <a:ea typeface="ＭＳ Ｐゴシック" panose="020B0600070205080204" pitchFamily="34" charset="-128"/>
              </a:rPr>
              <a:t>      Else stall</a:t>
            </a:r>
          </a:p>
          <a:p>
            <a:pPr>
              <a:lnSpc>
                <a:spcPct val="80000"/>
              </a:lnSpc>
            </a:pPr>
            <a:r>
              <a:rPr lang="en-US" altLang="en-US" sz="2000" b="1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RS</a:t>
            </a:r>
            <a:r>
              <a:rPr lang="en-US" altLang="en-US" sz="2000" dirty="0">
                <a:ea typeface="ＭＳ Ｐゴシック" panose="020B0600070205080204" pitchFamily="34" charset="-128"/>
              </a:rPr>
              <a:t>: While in </a:t>
            </a:r>
            <a:r>
              <a:rPr lang="en-US" altLang="en-US" sz="2000" dirty="0">
                <a:solidFill>
                  <a:srgbClr val="00B0F0"/>
                </a:solidFill>
                <a:ea typeface="ＭＳ Ｐゴシック" panose="020B0600070205080204" pitchFamily="34" charset="-128"/>
              </a:rPr>
              <a:t>reservation station</a:t>
            </a:r>
            <a:r>
              <a:rPr lang="en-US" altLang="en-US" sz="2000" dirty="0">
                <a:ea typeface="ＭＳ Ｐゴシック" panose="020B0600070205080204" pitchFamily="34" charset="-128"/>
              </a:rPr>
              <a:t>, each instruction:</a:t>
            </a:r>
          </a:p>
          <a:p>
            <a:pPr lvl="1">
              <a:lnSpc>
                <a:spcPct val="80000"/>
              </a:lnSpc>
            </a:pPr>
            <a:r>
              <a:rPr lang="en-US" altLang="en-US" sz="1800" b="1" dirty="0">
                <a:ea typeface="ＭＳ Ｐゴシック" panose="020B0600070205080204" pitchFamily="34" charset="-128"/>
              </a:rPr>
              <a:t>Update</a:t>
            </a:r>
            <a:r>
              <a:rPr lang="en-US" altLang="en-US" sz="1800" dirty="0">
                <a:ea typeface="ＭＳ Ｐゴシック" panose="020B0600070205080204" pitchFamily="34" charset="-128"/>
              </a:rPr>
              <a:t>: Watches common data bus (CDB) for tag of its sources. When tag seen, grab value for the source and keep it in the reservation station (.v = 1). </a:t>
            </a:r>
          </a:p>
          <a:p>
            <a:pPr lvl="1">
              <a:lnSpc>
                <a:spcPct val="80000"/>
              </a:lnSpc>
            </a:pPr>
            <a:r>
              <a:rPr lang="en-US" altLang="en-US" sz="1800" b="1" dirty="0">
                <a:ea typeface="ＭＳ Ｐゴシック" panose="020B0600070205080204" pitchFamily="34" charset="-128"/>
              </a:rPr>
              <a:t>Issue</a:t>
            </a:r>
            <a:r>
              <a:rPr lang="en-US" altLang="en-US" sz="1800" dirty="0">
                <a:ea typeface="ＭＳ Ｐゴシック" panose="020B0600070205080204" pitchFamily="34" charset="-128"/>
              </a:rPr>
              <a:t>: When both operands available, instruction ready to be dispatched to </a:t>
            </a:r>
            <a:r>
              <a:rPr lang="en-US" altLang="zh-CN" sz="1800" dirty="0">
                <a:ea typeface="ＭＳ Ｐゴシック" panose="020B0600070205080204" pitchFamily="34" charset="-128"/>
              </a:rPr>
              <a:t>FU</a:t>
            </a:r>
            <a:endParaRPr lang="en-US" altLang="en-US" sz="1800" dirty="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r>
              <a:rPr lang="en-US" altLang="en-US" sz="2000" b="1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EXE</a:t>
            </a:r>
            <a:r>
              <a:rPr lang="en-US" altLang="en-US" sz="2000" dirty="0">
                <a:ea typeface="ＭＳ Ｐゴシック" panose="020B0600070205080204" pitchFamily="34" charset="-128"/>
              </a:rPr>
              <a:t>: Execute the instruction </a:t>
            </a:r>
            <a:r>
              <a:rPr lang="en-US" altLang="zh-CN" sz="2000" dirty="0">
                <a:ea typeface="ＭＳ Ｐゴシック" panose="020B0600070205080204" pitchFamily="34" charset="-128"/>
              </a:rPr>
              <a:t>in FU, produce </a:t>
            </a:r>
            <a:r>
              <a:rPr lang="en-US" altLang="en-US" sz="2000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its broadcast</a:t>
            </a:r>
            <a:r>
              <a:rPr lang="en-US" altLang="en-US" sz="2000" dirty="0">
                <a:ea typeface="ＭＳ Ｐゴシック" panose="020B0600070205080204" pitchFamily="34" charset="-128"/>
              </a:rPr>
              <a:t> </a:t>
            </a:r>
            <a:r>
              <a:rPr lang="en-US" altLang="en-US" sz="2000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tag and value </a:t>
            </a:r>
            <a:endParaRPr lang="en-US" altLang="en-US" sz="2000" dirty="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r>
              <a:rPr lang="en-US" altLang="en-US" sz="2000" b="1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WB</a:t>
            </a:r>
            <a:r>
              <a:rPr lang="en-US" altLang="en-US" sz="2000" dirty="0">
                <a:ea typeface="ＭＳ Ｐゴシック" panose="020B0600070205080204" pitchFamily="34" charset="-128"/>
              </a:rPr>
              <a:t>: After instruction finishes in the Functional Unit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a, Arbitrate for CDB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b, Put </a:t>
            </a:r>
            <a:r>
              <a:rPr lang="en-US" altLang="en-US" sz="1800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broadcast</a:t>
            </a:r>
            <a:r>
              <a:rPr lang="en-US" altLang="en-US" sz="1800" dirty="0">
                <a:ea typeface="ＭＳ Ｐゴシック" panose="020B0600070205080204" pitchFamily="34" charset="-128"/>
              </a:rPr>
              <a:t> </a:t>
            </a:r>
            <a:r>
              <a:rPr lang="en-US" altLang="en-US" sz="1800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tag and its broadcast value </a:t>
            </a:r>
            <a:r>
              <a:rPr lang="en-US" altLang="en-US" sz="1800" dirty="0">
                <a:ea typeface="ＭＳ Ｐゴシック" panose="020B0600070205080204" pitchFamily="34" charset="-128"/>
              </a:rPr>
              <a:t>onto CDB (tag broadcast)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c, Update register file connected to the CDB</a:t>
            </a:r>
          </a:p>
          <a:p>
            <a:pPr lvl="2">
              <a:lnSpc>
                <a:spcPct val="80000"/>
              </a:lnSpc>
            </a:pPr>
            <a:r>
              <a:rPr lang="en-US" altLang="en-US" sz="1700" dirty="0">
                <a:ea typeface="ＭＳ Ｐゴシック" panose="020B0600070205080204" pitchFamily="34" charset="-128"/>
              </a:rPr>
              <a:t>If the tag in the RF matches the </a:t>
            </a:r>
            <a:r>
              <a:rPr lang="en-US" altLang="en-US" sz="1700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broadcast</a:t>
            </a:r>
            <a:r>
              <a:rPr lang="en-US" altLang="en-US" sz="1700" dirty="0">
                <a:ea typeface="ＭＳ Ｐゴシック" panose="020B0600070205080204" pitchFamily="34" charset="-128"/>
              </a:rPr>
              <a:t> </a:t>
            </a:r>
            <a:r>
              <a:rPr lang="en-US" altLang="en-US" sz="1700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tag</a:t>
            </a:r>
            <a:r>
              <a:rPr lang="en-US" altLang="en-US" sz="1700" dirty="0">
                <a:ea typeface="ＭＳ Ｐゴシック" panose="020B0600070205080204" pitchFamily="34" charset="-128"/>
              </a:rPr>
              <a:t>, write </a:t>
            </a:r>
            <a:r>
              <a:rPr lang="en-US" altLang="en-US" sz="1700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broadcast value</a:t>
            </a:r>
            <a:r>
              <a:rPr lang="en-US" altLang="en-US" sz="1700" dirty="0">
                <a:ea typeface="ＭＳ Ｐゴシック" panose="020B0600070205080204" pitchFamily="34" charset="-128"/>
              </a:rPr>
              <a:t> into register (and set valid bit)</a:t>
            </a:r>
          </a:p>
          <a:p>
            <a:pPr lvl="1">
              <a:lnSpc>
                <a:spcPct val="80000"/>
              </a:lnSpc>
              <a:buClr>
                <a:srgbClr val="3B812F"/>
              </a:buClr>
            </a:pPr>
            <a:r>
              <a:rPr lang="en-US" altLang="en-US" sz="1800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d, Update reservation station connected to the CDB</a:t>
            </a:r>
            <a:endParaRPr lang="en-US" altLang="en-US" sz="1700" dirty="0">
              <a:ea typeface="ＭＳ Ｐゴシック" panose="020B0600070205080204" pitchFamily="34" charset="-128"/>
            </a:endParaRPr>
          </a:p>
          <a:p>
            <a:pPr lvl="2">
              <a:lnSpc>
                <a:spcPct val="80000"/>
              </a:lnSpc>
            </a:pPr>
            <a:r>
              <a:rPr lang="en-US" altLang="en-US" sz="1700" dirty="0">
                <a:ea typeface="ＭＳ Ｐゴシック" panose="020B0600070205080204" pitchFamily="34" charset="-128"/>
              </a:rPr>
              <a:t>If the </a:t>
            </a:r>
            <a:r>
              <a:rPr lang="en-US" altLang="en-US" sz="1700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broadcast tag</a:t>
            </a:r>
            <a:r>
              <a:rPr lang="en-US" altLang="en-US" sz="1700" dirty="0">
                <a:ea typeface="ＭＳ Ｐゴシック" panose="020B0600070205080204" pitchFamily="34" charset="-128"/>
              </a:rPr>
              <a:t> matches the tag of any source in a </a:t>
            </a:r>
            <a:r>
              <a:rPr lang="en-US" altLang="en-US" sz="1800" dirty="0">
                <a:solidFill>
                  <a:srgbClr val="00B0F0"/>
                </a:solidFill>
                <a:ea typeface="ＭＳ Ｐゴシック" panose="020B0600070205080204" pitchFamily="34" charset="-128"/>
              </a:rPr>
              <a:t>RS entry</a:t>
            </a:r>
            <a:r>
              <a:rPr lang="en-US" altLang="en-US" sz="1700" dirty="0">
                <a:ea typeface="ＭＳ Ｐゴシック" panose="020B0600070205080204" pitchFamily="34" charset="-128"/>
              </a:rPr>
              <a:t>, write the </a:t>
            </a:r>
            <a:r>
              <a:rPr lang="en-US" altLang="en-US" sz="1700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broadcast value</a:t>
            </a:r>
            <a:r>
              <a:rPr lang="en-US" altLang="en-US" sz="1700" dirty="0">
                <a:ea typeface="ＭＳ Ｐゴシック" panose="020B0600070205080204" pitchFamily="34" charset="-128"/>
              </a:rPr>
              <a:t> to the source and set the valid bit of the source. 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52227" name="Slide Number Placeholder 3">
            <a:extLst>
              <a:ext uri="{FF2B5EF4-FFF2-40B4-BE49-F238E27FC236}">
                <a16:creationId xmlns:a16="http://schemas.microsoft.com/office/drawing/2014/main" id="{037FD9B1-BD69-FE44-BB0C-27E133283B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20E612B8-7975-0D4A-842B-C2F48E154FB4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48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2139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>
            <a:extLst>
              <a:ext uri="{FF2B5EF4-FFF2-40B4-BE49-F238E27FC236}">
                <a16:creationId xmlns:a16="http://schemas.microsoft.com/office/drawing/2014/main" id="{3F84774E-ECEF-DC4D-8A3D-410A6BE07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Some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2A15D-F416-4D4F-8AC2-EA8CB68C4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pPr marL="0" indent="0">
              <a:buNone/>
              <a:defRPr/>
            </a:pPr>
            <a:endParaRPr lang="en-US" dirty="0"/>
          </a:p>
          <a:p>
            <a:pPr>
              <a:buFont typeface="Wingdings" charset="0"/>
              <a:buChar char="n"/>
              <a:defRPr/>
            </a:pPr>
            <a:r>
              <a:rPr lang="en-US" dirty="0"/>
              <a:t>What can potentially become the critical path?</a:t>
            </a:r>
          </a:p>
          <a:p>
            <a:pPr lvl="1">
              <a:buFont typeface="Wingdings" charset="0"/>
              <a:buChar char="q"/>
              <a:defRPr/>
            </a:pPr>
            <a:r>
              <a:rPr lang="en-US" dirty="0"/>
              <a:t>Tag broadcast </a:t>
            </a:r>
            <a:r>
              <a:rPr lang="en-US" dirty="0">
                <a:sym typeface="Wingdings"/>
              </a:rPr>
              <a:t> value capture  instruction wake up</a:t>
            </a:r>
          </a:p>
          <a:p>
            <a:pPr lvl="1">
              <a:buFont typeface="Wingdings" charset="0"/>
              <a:buChar char="q"/>
              <a:defRPr/>
            </a:pPr>
            <a:endParaRPr lang="en-US" dirty="0">
              <a:sym typeface="Wingdings"/>
            </a:endParaRPr>
          </a:p>
          <a:p>
            <a:pPr>
              <a:buFont typeface="Wingdings" charset="0"/>
              <a:buChar char="n"/>
              <a:defRPr/>
            </a:pPr>
            <a:r>
              <a:rPr lang="en-US" dirty="0">
                <a:sym typeface="Wingdings"/>
              </a:rPr>
              <a:t>How can you reduce the potential critical paths?</a:t>
            </a:r>
            <a:endParaRPr lang="en-US" dirty="0"/>
          </a:p>
          <a:p>
            <a:pPr lvl="1">
              <a:buFont typeface="Wingdings" charset="0"/>
              <a:buChar char="n"/>
              <a:defRPr/>
            </a:pPr>
            <a:r>
              <a:rPr lang="en-US" dirty="0"/>
              <a:t>Break down the critical path</a:t>
            </a:r>
          </a:p>
          <a:p>
            <a:pPr>
              <a:buFont typeface="Wingdings" charset="0"/>
              <a:buChar char="n"/>
              <a:defRPr/>
            </a:pPr>
            <a:endParaRPr lang="en-US" dirty="0"/>
          </a:p>
          <a:p>
            <a:pPr>
              <a:buFont typeface="Wingdings" charset="0"/>
              <a:buChar char="n"/>
              <a:defRPr/>
            </a:pPr>
            <a:endParaRPr lang="en-US" dirty="0"/>
          </a:p>
          <a:p>
            <a:pPr>
              <a:buFont typeface="Wingdings" charset="0"/>
              <a:buChar char="n"/>
              <a:defRPr/>
            </a:pPr>
            <a:endParaRPr lang="en-US" dirty="0"/>
          </a:p>
          <a:p>
            <a:pPr>
              <a:buFont typeface="Wingdings" charset="0"/>
              <a:buChar char="n"/>
              <a:defRPr/>
            </a:pPr>
            <a:endParaRPr lang="en-US" dirty="0"/>
          </a:p>
          <a:p>
            <a:pPr>
              <a:buFont typeface="Wingdings" charset="0"/>
              <a:buChar char="n"/>
              <a:defRPr/>
            </a:pPr>
            <a:endParaRPr lang="en-US" dirty="0"/>
          </a:p>
        </p:txBody>
      </p:sp>
      <p:sp>
        <p:nvSpPr>
          <p:cNvPr id="64515" name="Slide Number Placeholder 3">
            <a:extLst>
              <a:ext uri="{FF2B5EF4-FFF2-40B4-BE49-F238E27FC236}">
                <a16:creationId xmlns:a16="http://schemas.microsoft.com/office/drawing/2014/main" id="{64B292A6-10FA-3549-A860-3D85D0B399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30A130-C1AC-7847-BECE-2E2FE10E0A30}" type="slidenum"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>
            <a:extLst>
              <a:ext uri="{FF2B5EF4-FFF2-40B4-BE49-F238E27FC236}">
                <a16:creationId xmlns:a16="http://schemas.microsoft.com/office/drawing/2014/main" id="{4C7D5538-4BEC-D64E-9511-F0286C9F6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Dataflow Graph for Our Example</a:t>
            </a:r>
          </a:p>
        </p:txBody>
      </p:sp>
      <p:sp>
        <p:nvSpPr>
          <p:cNvPr id="65538" name="Content Placeholder 2">
            <a:extLst>
              <a:ext uri="{FF2B5EF4-FFF2-40B4-BE49-F238E27FC236}">
                <a16:creationId xmlns:a16="http://schemas.microsoft.com/office/drawing/2014/main" id="{C6FEE14D-D8A6-8648-A3C7-807F1D7B3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5539" name="Slide Number Placeholder 3">
            <a:extLst>
              <a:ext uri="{FF2B5EF4-FFF2-40B4-BE49-F238E27FC236}">
                <a16:creationId xmlns:a16="http://schemas.microsoft.com/office/drawing/2014/main" id="{C094EDF8-DD3A-C942-9E62-9E66976CC6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AD413A3-B318-E643-AE28-3697B5FB180D}" type="slidenum"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5540" name="TextBox 4">
            <a:extLst>
              <a:ext uri="{FF2B5EF4-FFF2-40B4-BE49-F238E27FC236}">
                <a16:creationId xmlns:a16="http://schemas.microsoft.com/office/drawing/2014/main" id="{76021AC3-20A9-D54A-80B4-EB26E1B16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81200"/>
            <a:ext cx="2462213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MUL   R3 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 R1, R2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ADD   R5  R3, R4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ADD   R7  R2, R6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ADD   R10  R8, R9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MUL   R11  R7, R10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ADD   R5  R5, R11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>
            <a:extLst>
              <a:ext uri="{FF2B5EF4-FFF2-40B4-BE49-F238E27FC236}">
                <a16:creationId xmlns:a16="http://schemas.microsoft.com/office/drawing/2014/main" id="{AAC74118-E510-4D8B-BF6C-1833BC235BA0}"/>
              </a:ext>
            </a:extLst>
          </p:cNvPr>
          <p:cNvSpPr/>
          <p:nvPr/>
        </p:nvSpPr>
        <p:spPr bwMode="auto">
          <a:xfrm>
            <a:off x="228600" y="2605500"/>
            <a:ext cx="2006558" cy="25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274B6EBB-F385-4C6F-B686-08C21CC75420}"/>
              </a:ext>
            </a:extLst>
          </p:cNvPr>
          <p:cNvSpPr/>
          <p:nvPr/>
        </p:nvSpPr>
        <p:spPr bwMode="auto">
          <a:xfrm>
            <a:off x="4238174" y="951055"/>
            <a:ext cx="331200" cy="1918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FDBD3-8031-42D6-80CF-FE05E4EE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State of RAT and RS in Cycle 7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BFAF7-D375-4D96-BA5E-AF0327B958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A640EF-F0E2-4E49-9455-7E266BCEBB7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4AA7E21-7B39-4D87-8095-EBAAA1B5887A}"/>
              </a:ext>
            </a:extLst>
          </p:cNvPr>
          <p:cNvGrpSpPr/>
          <p:nvPr/>
        </p:nvGrpSpPr>
        <p:grpSpPr>
          <a:xfrm>
            <a:off x="3398728" y="4989344"/>
            <a:ext cx="1449705" cy="798651"/>
            <a:chOff x="6998109" y="2092803"/>
            <a:chExt cx="3805084" cy="2096244"/>
          </a:xfrm>
        </p:grpSpPr>
        <p:sp>
          <p:nvSpPr>
            <p:cNvPr id="20" name="Flowchart: Manual Operation 19">
              <a:extLst>
                <a:ext uri="{FF2B5EF4-FFF2-40B4-BE49-F238E27FC236}">
                  <a16:creationId xmlns:a16="http://schemas.microsoft.com/office/drawing/2014/main" id="{D9788A89-F980-424B-B3EA-FD96B8BD3A8E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+</a:t>
              </a:r>
              <a:endParaRPr kumimoji="0" lang="en-C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1E8E30-D2BE-4453-842F-BFE9A1A107DA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9DD9CB-A55D-427D-99E0-64627FC8AE38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ECA4318-6D66-4D09-AE89-D97B30539D8A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A79CD7C-A37E-433C-B255-46FD6FEBCF89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584043F-213C-4FA2-A503-A68507FB5934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092803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B88D05-5CA0-48B4-9863-D2A4299DDDA4}"/>
              </a:ext>
            </a:extLst>
          </p:cNvPr>
          <p:cNvGrpSpPr/>
          <p:nvPr/>
        </p:nvGrpSpPr>
        <p:grpSpPr>
          <a:xfrm>
            <a:off x="6477000" y="4989344"/>
            <a:ext cx="1449705" cy="795474"/>
            <a:chOff x="6998109" y="2101142"/>
            <a:chExt cx="3805084" cy="2087904"/>
          </a:xfrm>
        </p:grpSpPr>
        <p:sp>
          <p:nvSpPr>
            <p:cNvPr id="27" name="Flowchart: Manual Operation 26">
              <a:extLst>
                <a:ext uri="{FF2B5EF4-FFF2-40B4-BE49-F238E27FC236}">
                  <a16:creationId xmlns:a16="http://schemas.microsoft.com/office/drawing/2014/main" id="{697BEE34-7099-4A97-B1AC-C9CE1D11B917}"/>
                </a:ext>
              </a:extLst>
            </p:cNvPr>
            <p:cNvSpPr/>
            <p:nvPr/>
          </p:nvSpPr>
          <p:spPr>
            <a:xfrm>
              <a:off x="6998109" y="2573594"/>
              <a:ext cx="3805084" cy="1143000"/>
            </a:xfrm>
            <a:prstGeom prst="flowChartManualOperation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∗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A4EB639-D558-45E4-9466-BDE2F8372937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1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5582676-F310-42D3-80E5-0D91022531B7}"/>
                </a:ext>
              </a:extLst>
            </p:cNvPr>
            <p:cNvCxnSpPr>
              <a:cxnSpLocks/>
            </p:cNvCxnSpPr>
            <p:nvPr/>
          </p:nvCxnSpPr>
          <p:spPr>
            <a:xfrm>
              <a:off x="9473166" y="3716595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D48D83-B4BE-48B5-9027-5A30266F2B1B}"/>
                </a:ext>
              </a:extLst>
            </p:cNvPr>
            <p:cNvCxnSpPr>
              <a:cxnSpLocks/>
            </p:cNvCxnSpPr>
            <p:nvPr/>
          </p:nvCxnSpPr>
          <p:spPr>
            <a:xfrm>
              <a:off x="7768703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94A397-3F5E-43B7-A316-493D0DF44868}"/>
                </a:ext>
              </a:extLst>
            </p:cNvPr>
            <p:cNvCxnSpPr>
              <a:cxnSpLocks/>
            </p:cNvCxnSpPr>
            <p:nvPr/>
          </p:nvCxnSpPr>
          <p:spPr>
            <a:xfrm>
              <a:off x="10017832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5A5D3E-8DEE-420C-BF49-4FDB538C5A67}"/>
                </a:ext>
              </a:extLst>
            </p:cNvPr>
            <p:cNvCxnSpPr>
              <a:cxnSpLocks/>
            </p:cNvCxnSpPr>
            <p:nvPr/>
          </p:nvCxnSpPr>
          <p:spPr>
            <a:xfrm>
              <a:off x="8911705" y="2101142"/>
              <a:ext cx="0" cy="4724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5" name="Rectangle 48">
            <a:extLst>
              <a:ext uri="{FF2B5EF4-FFF2-40B4-BE49-F238E27FC236}">
                <a16:creationId xmlns:a16="http://schemas.microsoft.com/office/drawing/2014/main" id="{297F945E-8439-4238-B96E-115E46847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4893" y="1327562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E</a:t>
            </a:r>
            <a:r>
              <a: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5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6" name="Rectangle 29">
            <a:extLst>
              <a:ext uri="{FF2B5EF4-FFF2-40B4-BE49-F238E27FC236}">
                <a16:creationId xmlns:a16="http://schemas.microsoft.com/office/drawing/2014/main" id="{234ED10A-8BF0-43DC-B80F-E1C978196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4893" y="1004738"/>
            <a:ext cx="331200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7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7" name="Rectangle 48">
            <a:extLst>
              <a:ext uri="{FF2B5EF4-FFF2-40B4-BE49-F238E27FC236}">
                <a16:creationId xmlns:a16="http://schemas.microsoft.com/office/drawing/2014/main" id="{387A1859-590F-4BE2-810A-4A6E69651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4893" y="1579562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-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8" name="Rectangle 48">
            <a:extLst>
              <a:ext uri="{FF2B5EF4-FFF2-40B4-BE49-F238E27FC236}">
                <a16:creationId xmlns:a16="http://schemas.microsoft.com/office/drawing/2014/main" id="{EF5B30EB-E433-4708-91AE-AA87A2BC6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4893" y="1831824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E</a:t>
            </a:r>
            <a:r>
              <a: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3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9" name="Rectangle 48">
            <a:extLst>
              <a:ext uri="{FF2B5EF4-FFF2-40B4-BE49-F238E27FC236}">
                <a16:creationId xmlns:a16="http://schemas.microsoft.com/office/drawing/2014/main" id="{6EF03208-866E-4C87-9D31-A40DD67D4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4893" y="2083593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E</a:t>
            </a:r>
            <a:r>
              <a:rPr kumimoji="0" 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2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0" name="Rectangle 48">
            <a:extLst>
              <a:ext uri="{FF2B5EF4-FFF2-40B4-BE49-F238E27FC236}">
                <a16:creationId xmlns:a16="http://schemas.microsoft.com/office/drawing/2014/main" id="{3589C470-B0A0-4CDD-8141-D072CE5F5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4893" y="2335593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-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1" name="Rectangle 48">
            <a:extLst>
              <a:ext uri="{FF2B5EF4-FFF2-40B4-BE49-F238E27FC236}">
                <a16:creationId xmlns:a16="http://schemas.microsoft.com/office/drawing/2014/main" id="{6B64D656-AA6D-4CF1-A146-1DF571C71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4893" y="2587855"/>
            <a:ext cx="331200" cy="252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anose="020B0600070205080204" pitchFamily="34" charset="-128"/>
                <a:cs typeface="+mn-cs"/>
              </a:rPr>
              <a:t>D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35D5D976-C5CB-4915-A940-F1F859F0DCEB}"/>
              </a:ext>
            </a:extLst>
          </p:cNvPr>
          <p:cNvGrpSpPr/>
          <p:nvPr/>
        </p:nvGrpSpPr>
        <p:grpSpPr>
          <a:xfrm>
            <a:off x="3909615" y="1004738"/>
            <a:ext cx="331200" cy="1835117"/>
            <a:chOff x="5410200" y="1004738"/>
            <a:chExt cx="331200" cy="1835117"/>
          </a:xfrm>
        </p:grpSpPr>
        <p:sp>
          <p:nvSpPr>
            <p:cNvPr id="343" name="Rectangle 48">
              <a:extLst>
                <a:ext uri="{FF2B5EF4-FFF2-40B4-BE49-F238E27FC236}">
                  <a16:creationId xmlns:a16="http://schemas.microsoft.com/office/drawing/2014/main" id="{DB108FB9-796F-4D35-BC0A-CC0464243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Rectangle 29">
              <a:extLst>
                <a:ext uri="{FF2B5EF4-FFF2-40B4-BE49-F238E27FC236}">
                  <a16:creationId xmlns:a16="http://schemas.microsoft.com/office/drawing/2014/main" id="{B433B9A4-94B1-4C87-A6E1-55518397A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6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Rectangle 48">
              <a:extLst>
                <a:ext uri="{FF2B5EF4-FFF2-40B4-BE49-F238E27FC236}">
                  <a16:creationId xmlns:a16="http://schemas.microsoft.com/office/drawing/2014/main" id="{01CE9CD9-3BA8-48AF-97F3-8DBD484E4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Rectangle 48">
              <a:extLst>
                <a:ext uri="{FF2B5EF4-FFF2-40B4-BE49-F238E27FC236}">
                  <a16:creationId xmlns:a16="http://schemas.microsoft.com/office/drawing/2014/main" id="{615243F1-AB54-43A6-B06A-0C6CE1214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Rectangle 48">
              <a:extLst>
                <a:ext uri="{FF2B5EF4-FFF2-40B4-BE49-F238E27FC236}">
                  <a16:creationId xmlns:a16="http://schemas.microsoft.com/office/drawing/2014/main" id="{28949A8F-4EB4-4CC9-BBAF-C67DBBE38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Rectangle 48">
              <a:extLst>
                <a:ext uri="{FF2B5EF4-FFF2-40B4-BE49-F238E27FC236}">
                  <a16:creationId xmlns:a16="http://schemas.microsoft.com/office/drawing/2014/main" id="{B8EFCFE0-6C94-4A1A-8750-7EBCECD3A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Rectangle 48">
              <a:extLst>
                <a:ext uri="{FF2B5EF4-FFF2-40B4-BE49-F238E27FC236}">
                  <a16:creationId xmlns:a16="http://schemas.microsoft.com/office/drawing/2014/main" id="{B3BB5F8C-F65C-4C77-9345-C1A084715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F64DB39A-2EDA-4EE0-89CA-B7E7863F05E0}"/>
              </a:ext>
            </a:extLst>
          </p:cNvPr>
          <p:cNvGrpSpPr/>
          <p:nvPr/>
        </p:nvGrpSpPr>
        <p:grpSpPr>
          <a:xfrm>
            <a:off x="3578145" y="1004738"/>
            <a:ext cx="331200" cy="1835117"/>
            <a:chOff x="5410200" y="1004738"/>
            <a:chExt cx="331200" cy="1835117"/>
          </a:xfrm>
        </p:grpSpPr>
        <p:sp>
          <p:nvSpPr>
            <p:cNvPr id="351" name="Rectangle 48">
              <a:extLst>
                <a:ext uri="{FF2B5EF4-FFF2-40B4-BE49-F238E27FC236}">
                  <a16:creationId xmlns:a16="http://schemas.microsoft.com/office/drawing/2014/main" id="{948C3007-FCCB-4C6E-AC3E-7A3E53F18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9">
              <a:extLst>
                <a:ext uri="{FF2B5EF4-FFF2-40B4-BE49-F238E27FC236}">
                  <a16:creationId xmlns:a16="http://schemas.microsoft.com/office/drawing/2014/main" id="{99A1184C-590C-48A6-B563-6107C0ED8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5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3" name="Rectangle 48">
              <a:extLst>
                <a:ext uri="{FF2B5EF4-FFF2-40B4-BE49-F238E27FC236}">
                  <a16:creationId xmlns:a16="http://schemas.microsoft.com/office/drawing/2014/main" id="{F7C02F4A-2BDB-4EDC-B5CD-C21DA4AA5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4" name="Rectangle 48">
              <a:extLst>
                <a:ext uri="{FF2B5EF4-FFF2-40B4-BE49-F238E27FC236}">
                  <a16:creationId xmlns:a16="http://schemas.microsoft.com/office/drawing/2014/main" id="{BDA0FFCA-B617-4185-A4E4-C01BE10E6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5" name="Rectangle 48">
              <a:extLst>
                <a:ext uri="{FF2B5EF4-FFF2-40B4-BE49-F238E27FC236}">
                  <a16:creationId xmlns:a16="http://schemas.microsoft.com/office/drawing/2014/main" id="{D0A0FC86-ADFC-4188-A139-A27828021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6" name="Rectangle 48">
              <a:extLst>
                <a:ext uri="{FF2B5EF4-FFF2-40B4-BE49-F238E27FC236}">
                  <a16:creationId xmlns:a16="http://schemas.microsoft.com/office/drawing/2014/main" id="{C1B0E32B-96BA-4122-95E4-2EEAEF749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7" name="Rectangle 48">
              <a:extLst>
                <a:ext uri="{FF2B5EF4-FFF2-40B4-BE49-F238E27FC236}">
                  <a16:creationId xmlns:a16="http://schemas.microsoft.com/office/drawing/2014/main" id="{1BCD692A-E03D-446D-805F-8727CCA16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D0D0D1D7-221D-499B-A7D7-74C40B469889}"/>
              </a:ext>
            </a:extLst>
          </p:cNvPr>
          <p:cNvGrpSpPr/>
          <p:nvPr/>
        </p:nvGrpSpPr>
        <p:grpSpPr>
          <a:xfrm>
            <a:off x="3248214" y="1004738"/>
            <a:ext cx="331200" cy="1835117"/>
            <a:chOff x="5410200" y="1004738"/>
            <a:chExt cx="331200" cy="1835117"/>
          </a:xfrm>
        </p:grpSpPr>
        <p:sp>
          <p:nvSpPr>
            <p:cNvPr id="391" name="Rectangle 48">
              <a:extLst>
                <a:ext uri="{FF2B5EF4-FFF2-40B4-BE49-F238E27FC236}">
                  <a16:creationId xmlns:a16="http://schemas.microsoft.com/office/drawing/2014/main" id="{142C9FB2-4DFA-45FE-9967-3D16C5807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2" name="Rectangle 29">
              <a:extLst>
                <a:ext uri="{FF2B5EF4-FFF2-40B4-BE49-F238E27FC236}">
                  <a16:creationId xmlns:a16="http://schemas.microsoft.com/office/drawing/2014/main" id="{13C845B4-BBD0-4E88-86A5-1201EC939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4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3" name="Rectangle 48">
              <a:extLst>
                <a:ext uri="{FF2B5EF4-FFF2-40B4-BE49-F238E27FC236}">
                  <a16:creationId xmlns:a16="http://schemas.microsoft.com/office/drawing/2014/main" id="{4FC63368-BB30-4160-8128-E1956EDEE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-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4" name="Rectangle 48">
              <a:extLst>
                <a:ext uri="{FF2B5EF4-FFF2-40B4-BE49-F238E27FC236}">
                  <a16:creationId xmlns:a16="http://schemas.microsoft.com/office/drawing/2014/main" id="{5A872067-9D5D-455D-B495-E18252EE3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5" name="Rectangle 48">
              <a:extLst>
                <a:ext uri="{FF2B5EF4-FFF2-40B4-BE49-F238E27FC236}">
                  <a16:creationId xmlns:a16="http://schemas.microsoft.com/office/drawing/2014/main" id="{EB1BAB0E-8365-4C09-B376-99F62A1D9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48">
              <a:extLst>
                <a:ext uri="{FF2B5EF4-FFF2-40B4-BE49-F238E27FC236}">
                  <a16:creationId xmlns:a16="http://schemas.microsoft.com/office/drawing/2014/main" id="{CABB04FE-6DE0-4414-A1A8-D9186CBEA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Rectangle 48">
              <a:extLst>
                <a:ext uri="{FF2B5EF4-FFF2-40B4-BE49-F238E27FC236}">
                  <a16:creationId xmlns:a16="http://schemas.microsoft.com/office/drawing/2014/main" id="{D449F55E-6A28-4068-9352-3D600B69D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83D1EE34-BD69-4228-8815-3E2F99EC7E75}"/>
              </a:ext>
            </a:extLst>
          </p:cNvPr>
          <p:cNvGrpSpPr/>
          <p:nvPr/>
        </p:nvGrpSpPr>
        <p:grpSpPr>
          <a:xfrm>
            <a:off x="2916744" y="1004738"/>
            <a:ext cx="331200" cy="1835117"/>
            <a:chOff x="5410200" y="1004738"/>
            <a:chExt cx="331200" cy="1835117"/>
          </a:xfrm>
        </p:grpSpPr>
        <p:sp>
          <p:nvSpPr>
            <p:cNvPr id="399" name="Rectangle 48">
              <a:extLst>
                <a:ext uri="{FF2B5EF4-FFF2-40B4-BE49-F238E27FC236}">
                  <a16:creationId xmlns:a16="http://schemas.microsoft.com/office/drawing/2014/main" id="{CDFC79D4-F0D6-4806-BBCC-A199E0E36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E</a:t>
              </a:r>
              <a:r>
                <a:rPr kumimoji="0" lang="en-US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0" name="Rectangle 29">
              <a:extLst>
                <a:ext uri="{FF2B5EF4-FFF2-40B4-BE49-F238E27FC236}">
                  <a16:creationId xmlns:a16="http://schemas.microsoft.com/office/drawing/2014/main" id="{8456C1BF-C019-45CA-9136-7AF43E602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Rectangle 48">
              <a:extLst>
                <a:ext uri="{FF2B5EF4-FFF2-40B4-BE49-F238E27FC236}">
                  <a16:creationId xmlns:a16="http://schemas.microsoft.com/office/drawing/2014/main" id="{603066F0-C071-4BB9-915E-ED891C4BA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Rectangle 48">
              <a:extLst>
                <a:ext uri="{FF2B5EF4-FFF2-40B4-BE49-F238E27FC236}">
                  <a16:creationId xmlns:a16="http://schemas.microsoft.com/office/drawing/2014/main" id="{970BA58B-509E-4458-8B4B-FA40620B2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3" name="Rectangle 48">
              <a:extLst>
                <a:ext uri="{FF2B5EF4-FFF2-40B4-BE49-F238E27FC236}">
                  <a16:creationId xmlns:a16="http://schemas.microsoft.com/office/drawing/2014/main" id="{ACFC700F-1EF3-4765-B4A7-89DB13F1E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48">
              <a:extLst>
                <a:ext uri="{FF2B5EF4-FFF2-40B4-BE49-F238E27FC236}">
                  <a16:creationId xmlns:a16="http://schemas.microsoft.com/office/drawing/2014/main" id="{62E8CF34-1D1A-44E1-81AE-291184DC8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5" name="Rectangle 48">
              <a:extLst>
                <a:ext uri="{FF2B5EF4-FFF2-40B4-BE49-F238E27FC236}">
                  <a16:creationId xmlns:a16="http://schemas.microsoft.com/office/drawing/2014/main" id="{6B08EDC5-DFB0-47A0-8E71-4AD7900E0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04D9F499-8E91-4BB3-880A-CCC85C9720BB}"/>
              </a:ext>
            </a:extLst>
          </p:cNvPr>
          <p:cNvGrpSpPr/>
          <p:nvPr/>
        </p:nvGrpSpPr>
        <p:grpSpPr>
          <a:xfrm>
            <a:off x="2581466" y="1004738"/>
            <a:ext cx="331200" cy="1835117"/>
            <a:chOff x="5410200" y="1004738"/>
            <a:chExt cx="331200" cy="1835117"/>
          </a:xfrm>
        </p:grpSpPr>
        <p:sp>
          <p:nvSpPr>
            <p:cNvPr id="407" name="Rectangle 48">
              <a:extLst>
                <a:ext uri="{FF2B5EF4-FFF2-40B4-BE49-F238E27FC236}">
                  <a16:creationId xmlns:a16="http://schemas.microsoft.com/office/drawing/2014/main" id="{27B534A0-1731-4C7B-AC8C-3E952B8E9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D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8" name="Rectangle 29">
              <a:extLst>
                <a:ext uri="{FF2B5EF4-FFF2-40B4-BE49-F238E27FC236}">
                  <a16:creationId xmlns:a16="http://schemas.microsoft.com/office/drawing/2014/main" id="{19AE8AE4-23C5-411E-A72A-CF7583142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Rectangle 48">
              <a:extLst>
                <a:ext uri="{FF2B5EF4-FFF2-40B4-BE49-F238E27FC236}">
                  <a16:creationId xmlns:a16="http://schemas.microsoft.com/office/drawing/2014/main" id="{D60C497F-5863-432A-872C-7CC5B7AB8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Rectangle 48">
              <a:extLst>
                <a:ext uri="{FF2B5EF4-FFF2-40B4-BE49-F238E27FC236}">
                  <a16:creationId xmlns:a16="http://schemas.microsoft.com/office/drawing/2014/main" id="{259E1573-4CCB-4122-9F76-DDF3F9C6E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Rectangle 48">
              <a:extLst>
                <a:ext uri="{FF2B5EF4-FFF2-40B4-BE49-F238E27FC236}">
                  <a16:creationId xmlns:a16="http://schemas.microsoft.com/office/drawing/2014/main" id="{E7AD8661-72B6-434D-BAAE-A37760DEA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Rectangle 48">
              <a:extLst>
                <a:ext uri="{FF2B5EF4-FFF2-40B4-BE49-F238E27FC236}">
                  <a16:creationId xmlns:a16="http://schemas.microsoft.com/office/drawing/2014/main" id="{FFDF3ED4-98B5-48BE-80CC-22D8F973F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Rectangle 48">
              <a:extLst>
                <a:ext uri="{FF2B5EF4-FFF2-40B4-BE49-F238E27FC236}">
                  <a16:creationId xmlns:a16="http://schemas.microsoft.com/office/drawing/2014/main" id="{B05C23C0-D121-4693-B294-D836B1DE4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D168BC2F-0974-4F0A-BFFB-E18AAB4F1C15}"/>
              </a:ext>
            </a:extLst>
          </p:cNvPr>
          <p:cNvGrpSpPr/>
          <p:nvPr/>
        </p:nvGrpSpPr>
        <p:grpSpPr>
          <a:xfrm>
            <a:off x="2249996" y="1004738"/>
            <a:ext cx="331200" cy="1835117"/>
            <a:chOff x="5410200" y="1004738"/>
            <a:chExt cx="331200" cy="1835117"/>
          </a:xfrm>
        </p:grpSpPr>
        <p:sp>
          <p:nvSpPr>
            <p:cNvPr id="415" name="Rectangle 48">
              <a:extLst>
                <a:ext uri="{FF2B5EF4-FFF2-40B4-BE49-F238E27FC236}">
                  <a16:creationId xmlns:a16="http://schemas.microsoft.com/office/drawing/2014/main" id="{DF6050E3-65BA-4872-BF70-2695E8DD5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327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ＭＳ Ｐゴシック" panose="020B0600070205080204" pitchFamily="34" charset="-128"/>
                  <a:cs typeface="+mn-cs"/>
                </a:rPr>
                <a:t>F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Rectangle 29">
              <a:extLst>
                <a:ext uri="{FF2B5EF4-FFF2-40B4-BE49-F238E27FC236}">
                  <a16:creationId xmlns:a16="http://schemas.microsoft.com/office/drawing/2014/main" id="{E633F1E3-BF51-4A22-A2FE-6031B8D6A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004738"/>
              <a:ext cx="331200" cy="324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7" name="Rectangle 48">
              <a:extLst>
                <a:ext uri="{FF2B5EF4-FFF2-40B4-BE49-F238E27FC236}">
                  <a16:creationId xmlns:a16="http://schemas.microsoft.com/office/drawing/2014/main" id="{D4FCBAF0-A16A-4869-AC17-83637C14C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579562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48">
              <a:extLst>
                <a:ext uri="{FF2B5EF4-FFF2-40B4-BE49-F238E27FC236}">
                  <a16:creationId xmlns:a16="http://schemas.microsoft.com/office/drawing/2014/main" id="{65EE864A-41B2-4B33-9FF8-1150A7CF8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1831824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9" name="Rectangle 48">
              <a:extLst>
                <a:ext uri="{FF2B5EF4-FFF2-40B4-BE49-F238E27FC236}">
                  <a16:creationId xmlns:a16="http://schemas.microsoft.com/office/drawing/2014/main" id="{65D34BCB-11DF-4DD0-BF8B-DE25D4AE1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083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0" name="Rectangle 48">
              <a:extLst>
                <a:ext uri="{FF2B5EF4-FFF2-40B4-BE49-F238E27FC236}">
                  <a16:creationId xmlns:a16="http://schemas.microsoft.com/office/drawing/2014/main" id="{18D60625-9BC7-4C6D-99B1-E813F3C54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335593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48">
              <a:extLst>
                <a:ext uri="{FF2B5EF4-FFF2-40B4-BE49-F238E27FC236}">
                  <a16:creationId xmlns:a16="http://schemas.microsoft.com/office/drawing/2014/main" id="{FC1191EF-0526-421E-9971-AA816F7AF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2587855"/>
              <a:ext cx="331200" cy="25200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altLang="en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25" name="Rectangle 29">
            <a:extLst>
              <a:ext uri="{FF2B5EF4-FFF2-40B4-BE49-F238E27FC236}">
                <a16:creationId xmlns:a16="http://schemas.microsoft.com/office/drawing/2014/main" id="{AED3A31C-147D-48A2-BB70-585A3895D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02" y="1004752"/>
            <a:ext cx="724441" cy="324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Cycle</a:t>
            </a:r>
            <a:endParaRPr kumimoji="0" lang="en-CH" altLang="en-CH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183" name="Table 182">
            <a:extLst>
              <a:ext uri="{FF2B5EF4-FFF2-40B4-BE49-F238E27FC236}">
                <a16:creationId xmlns:a16="http://schemas.microsoft.com/office/drawing/2014/main" id="{EC8722A4-BC07-4377-AF70-204E93F2B8BB}"/>
              </a:ext>
            </a:extLst>
          </p:cNvPr>
          <p:cNvGraphicFramePr>
            <a:graphicFrameLocks noGrp="1"/>
          </p:cNvGraphicFramePr>
          <p:nvPr/>
        </p:nvGraphicFramePr>
        <p:xfrm>
          <a:off x="221457" y="1347785"/>
          <a:ext cx="2013700" cy="1521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68285122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6171413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6253014"/>
                    </a:ext>
                  </a:extLst>
                </a:gridCol>
                <a:gridCol w="465700">
                  <a:extLst>
                    <a:ext uri="{9D8B030D-6E8A-4147-A177-3AD203B41FA5}">
                      <a16:colId xmlns:a16="http://schemas.microsoft.com/office/drawing/2014/main" val="3517611654"/>
                    </a:ext>
                  </a:extLst>
                </a:gridCol>
              </a:tblGrid>
              <a:tr h="171963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R1, R2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241112"/>
                  </a:ext>
                </a:extLst>
              </a:tr>
              <a:tr h="27449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R3, R4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7394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R2, R6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21130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R8, R9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26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MUL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R7, R10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14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ADD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R5, R11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  <a:sym typeface="Wingdings" panose="05000000000000000000" pitchFamily="2" charset="2"/>
                        </a:rPr>
                        <a:t>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0" marR="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Consolas" panose="020B0609020204030204" pitchFamily="49" charset="0"/>
                        </a:rPr>
                        <a:t>R5</a:t>
                      </a:r>
                      <a:endParaRPr lang="en-CH" sz="1400" dirty="0">
                        <a:latin typeface="Consolas" panose="020B0609020204030204" pitchFamily="49" charset="0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8953267"/>
                  </a:ext>
                </a:extLst>
              </a:tr>
            </a:tbl>
          </a:graphicData>
        </a:graphic>
      </p:graphicFrame>
      <p:graphicFrame>
        <p:nvGraphicFramePr>
          <p:cNvPr id="184" name="Table 183">
            <a:extLst>
              <a:ext uri="{FF2B5EF4-FFF2-40B4-BE49-F238E27FC236}">
                <a16:creationId xmlns:a16="http://schemas.microsoft.com/office/drawing/2014/main" id="{5910B334-5E3C-449F-8601-E7D99CF3C6A2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3060460"/>
          <a:ext cx="2021396" cy="30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197">
                  <a:extLst>
                    <a:ext uri="{9D8B030D-6E8A-4147-A177-3AD203B41FA5}">
                      <a16:colId xmlns:a16="http://schemas.microsoft.com/office/drawing/2014/main" val="178228208"/>
                    </a:ext>
                  </a:extLst>
                </a:gridCol>
                <a:gridCol w="456057">
                  <a:extLst>
                    <a:ext uri="{9D8B030D-6E8A-4147-A177-3AD203B41FA5}">
                      <a16:colId xmlns:a16="http://schemas.microsoft.com/office/drawing/2014/main" val="514640341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3807375684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347605207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Register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Valid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Tag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Value</a:t>
                      </a:r>
                      <a:endParaRPr lang="en-CH" sz="1200" b="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8556639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67566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9717070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R3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8068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8062439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R5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a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9616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1653268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R7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8406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37141418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269608026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</a:t>
                      </a:r>
                      <a:endParaRPr lang="en-CH" sz="1100" dirty="0"/>
                    </a:p>
                  </a:txBody>
                  <a:tcPr marL="45720" marR="4572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1068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R11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  <a:endParaRPr lang="en-CH" sz="1100" dirty="0"/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</a:t>
                      </a:r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100" dirty="0"/>
                    </a:p>
                  </a:txBody>
                  <a:tcPr marL="45720" marR="457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808428"/>
                  </a:ext>
                </a:extLst>
              </a:tr>
            </a:tbl>
          </a:graphicData>
        </a:graphic>
      </p:graphicFrame>
      <p:graphicFrame>
        <p:nvGraphicFramePr>
          <p:cNvPr id="185" name="Table 184">
            <a:extLst>
              <a:ext uri="{FF2B5EF4-FFF2-40B4-BE49-F238E27FC236}">
                <a16:creationId xmlns:a16="http://schemas.microsoft.com/office/drawing/2014/main" id="{956F218F-9FAB-4DA8-8056-7368789621E9}"/>
              </a:ext>
            </a:extLst>
          </p:cNvPr>
          <p:cNvGraphicFramePr>
            <a:graphicFrameLocks noGrp="1"/>
          </p:cNvGraphicFramePr>
          <p:nvPr/>
        </p:nvGraphicFramePr>
        <p:xfrm>
          <a:off x="2805320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  <p:sp>
        <p:nvSpPr>
          <p:cNvPr id="188" name="TextBox 187">
            <a:extLst>
              <a:ext uri="{FF2B5EF4-FFF2-40B4-BE49-F238E27FC236}">
                <a16:creationId xmlns:a16="http://schemas.microsoft.com/office/drawing/2014/main" id="{954DF918-0526-4ABE-B5B0-9F5A5468E8A4}"/>
              </a:ext>
            </a:extLst>
          </p:cNvPr>
          <p:cNvSpPr txBox="1"/>
          <p:nvPr/>
        </p:nvSpPr>
        <p:spPr>
          <a:xfrm>
            <a:off x="3730082" y="4464781"/>
            <a:ext cx="411480" cy="23774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B4C303D4-489C-497A-AB52-605EBE7BEBE4}"/>
              </a:ext>
            </a:extLst>
          </p:cNvPr>
          <p:cNvSpPr txBox="1"/>
          <p:nvPr/>
        </p:nvSpPr>
        <p:spPr>
          <a:xfrm>
            <a:off x="3004943" y="4454052"/>
            <a:ext cx="356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0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1E1A8CC2-FCDE-4DDF-AF28-67EF65161379}"/>
              </a:ext>
            </a:extLst>
          </p:cNvPr>
          <p:cNvSpPr txBox="1"/>
          <p:nvPr/>
        </p:nvSpPr>
        <p:spPr>
          <a:xfrm>
            <a:off x="3365758" y="4454052"/>
            <a:ext cx="356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a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A0CA34B3-B035-44A3-8277-924DCD153100}"/>
              </a:ext>
            </a:extLst>
          </p:cNvPr>
          <p:cNvSpPr txBox="1"/>
          <p:nvPr/>
        </p:nvSpPr>
        <p:spPr>
          <a:xfrm>
            <a:off x="4155884" y="4454518"/>
            <a:ext cx="356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0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484E102A-39F8-45E6-9F8D-1C8C731CD600}"/>
              </a:ext>
            </a:extLst>
          </p:cNvPr>
          <p:cNvSpPr txBox="1"/>
          <p:nvPr/>
        </p:nvSpPr>
        <p:spPr>
          <a:xfrm>
            <a:off x="4516699" y="4454518"/>
            <a:ext cx="356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y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3477F6AD-C541-47B4-BBCF-D2BCB8408901}"/>
              </a:ext>
            </a:extLst>
          </p:cNvPr>
          <p:cNvSpPr txBox="1"/>
          <p:nvPr/>
        </p:nvSpPr>
        <p:spPr>
          <a:xfrm>
            <a:off x="4883785" y="4464781"/>
            <a:ext cx="411480" cy="23774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6D1C3DCF-0A9C-472D-B1FB-9EDD55E8450D}"/>
              </a:ext>
            </a:extLst>
          </p:cNvPr>
          <p:cNvSpPr txBox="1"/>
          <p:nvPr/>
        </p:nvSpPr>
        <p:spPr>
          <a:xfrm>
            <a:off x="923942" y="4328830"/>
            <a:ext cx="438912" cy="237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0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CA0BE90B-2855-4404-B099-BEC961BF5079}"/>
              </a:ext>
            </a:extLst>
          </p:cNvPr>
          <p:cNvSpPr txBox="1"/>
          <p:nvPr/>
        </p:nvSpPr>
        <p:spPr>
          <a:xfrm>
            <a:off x="1381123" y="4328830"/>
            <a:ext cx="356616" cy="237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ahoma"/>
                <a:ea typeface="ＭＳ Ｐゴシック" panose="020B0600070205080204" pitchFamily="34" charset="-128"/>
                <a:cs typeface="+mn-cs"/>
              </a:rPr>
              <a:t>d</a:t>
            </a: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A7F86C3A-AC68-4362-B203-519869DE59C3}"/>
              </a:ext>
            </a:extLst>
          </p:cNvPr>
          <p:cNvSpPr txBox="1"/>
          <p:nvPr/>
        </p:nvSpPr>
        <p:spPr>
          <a:xfrm>
            <a:off x="1758950" y="4332383"/>
            <a:ext cx="475488" cy="2341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H" sz="1100" b="0" i="0" u="none" strike="noStrike" kern="1200" cap="none" spc="0" normalizeH="0" baseline="0" noProof="0" dirty="0">
              <a:ln>
                <a:noFill/>
              </a:ln>
              <a:solidFill>
                <a:srgbClr val="CC9900"/>
              </a:solidFill>
              <a:effectLst/>
              <a:uLnTx/>
              <a:uFillTx/>
              <a:latin typeface="Tahoma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197" name="Table 196">
            <a:extLst>
              <a:ext uri="{FF2B5EF4-FFF2-40B4-BE49-F238E27FC236}">
                <a16:creationId xmlns:a16="http://schemas.microsoft.com/office/drawing/2014/main" id="{C7B72528-F910-46E6-AE3D-0BA19F699483}"/>
              </a:ext>
            </a:extLst>
          </p:cNvPr>
          <p:cNvGraphicFramePr>
            <a:graphicFrameLocks noGrp="1"/>
          </p:cNvGraphicFramePr>
          <p:nvPr/>
        </p:nvGraphicFramePr>
        <p:xfrm>
          <a:off x="5860859" y="3198590"/>
          <a:ext cx="2500215" cy="1512190"/>
        </p:xfrm>
        <a:graphic>
          <a:graphicData uri="http://schemas.openxmlformats.org/drawingml/2006/table">
            <a:tbl>
              <a:tblPr firstRow="1" bandRow="1"/>
              <a:tblGrid>
                <a:gridCol w="196215">
                  <a:extLst>
                    <a:ext uri="{9D8B030D-6E8A-4147-A177-3AD203B41FA5}">
                      <a16:colId xmlns:a16="http://schemas.microsoft.com/office/drawing/2014/main" val="14804374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01825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748523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514237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4641104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68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71918201"/>
                    </a:ext>
                  </a:extLst>
                </a:gridCol>
              </a:tblGrid>
              <a:tr h="25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1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2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21989"/>
                  </a:ext>
                </a:extLst>
              </a:tr>
              <a:tr h="252095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Tag</a:t>
                      </a:r>
                      <a:endParaRPr lang="en-CH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6712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852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1162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2143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endParaRPr lang="en-CH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CH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415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8565218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>
            <a:extLst>
              <a:ext uri="{FF2B5EF4-FFF2-40B4-BE49-F238E27FC236}">
                <a16:creationId xmlns:a16="http://schemas.microsoft.com/office/drawing/2014/main" id="{2413C274-6359-2848-8F13-AC7E4069F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/>
          <a:lstStyle/>
          <a:p>
            <a:r>
              <a:rPr lang="en-US" altLang="en-US" sz="3200" dirty="0">
                <a:ea typeface="ＭＳ Ｐゴシック" panose="020B0600070205080204" pitchFamily="34" charset="-128"/>
              </a:rPr>
              <a:t>Corresponding Dataflow Graph (Reverse Engineered)</a:t>
            </a:r>
          </a:p>
        </p:txBody>
      </p:sp>
      <p:sp>
        <p:nvSpPr>
          <p:cNvPr id="67587" name="Slide Number Placeholder 3">
            <a:extLst>
              <a:ext uri="{FF2B5EF4-FFF2-40B4-BE49-F238E27FC236}">
                <a16:creationId xmlns:a16="http://schemas.microsoft.com/office/drawing/2014/main" id="{5B715A73-5010-B643-9BE2-61D1D24183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270CC0-A2C9-E148-B0A0-78CB65FEE472}" type="slidenum"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1CE3B-A95F-442E-BEFD-FA7F479E4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057400"/>
            <a:ext cx="2462213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MUL   R3 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 R1, R2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ADD   R5  R3, R4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ADD   R7  R2, R6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ADD   R10  R8, R9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MUL   R11  R7, R10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ADD   R5  R5, R11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0F4CDBF9-839F-4788-8BED-1E489849932E}"/>
              </a:ext>
            </a:extLst>
          </p:cNvPr>
          <p:cNvGrpSpPr/>
          <p:nvPr/>
        </p:nvGrpSpPr>
        <p:grpSpPr>
          <a:xfrm>
            <a:off x="3505200" y="1907961"/>
            <a:ext cx="4003156" cy="3042077"/>
            <a:chOff x="3490541" y="1723471"/>
            <a:chExt cx="4003156" cy="3042077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4E0F283F-986D-4A25-B019-12F6EB65060E}"/>
                </a:ext>
              </a:extLst>
            </p:cNvPr>
            <p:cNvSpPr/>
            <p:nvPr/>
          </p:nvSpPr>
          <p:spPr bwMode="auto">
            <a:xfrm>
              <a:off x="4038600" y="2366689"/>
              <a:ext cx="404813" cy="381000"/>
            </a:xfrm>
            <a:prstGeom prst="ellipse">
              <a:avLst/>
            </a:prstGeom>
            <a:solidFill>
              <a:srgbClr val="C0C0C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rPr>
                <a:t>*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79AD755-1F7D-4E6B-9234-AB23039EA407}"/>
                </a:ext>
              </a:extLst>
            </p:cNvPr>
            <p:cNvSpPr/>
            <p:nvPr/>
          </p:nvSpPr>
          <p:spPr>
            <a:xfrm>
              <a:off x="3657600" y="1723471"/>
              <a:ext cx="47961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rgbClr val="000000"/>
                  </a:solidFill>
                  <a:cs typeface="Arial" panose="020B0604020202020204" pitchFamily="34" charset="0"/>
                  <a:sym typeface="Wingdings" pitchFamily="2" charset="2"/>
                </a:rPr>
                <a:t>R1</a:t>
              </a:r>
              <a:endParaRPr lang="zh-CN" altLang="en-US" dirty="0"/>
            </a:p>
          </p:txBody>
        </p: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0065C60B-F174-4243-B086-C5428D60FCD7}"/>
                </a:ext>
              </a:extLst>
            </p:cNvPr>
            <p:cNvCxnSpPr>
              <a:cxnSpLocks/>
              <a:endCxn id="2" idx="1"/>
            </p:cNvCxnSpPr>
            <p:nvPr/>
          </p:nvCxnSpPr>
          <p:spPr bwMode="auto">
            <a:xfrm>
              <a:off x="3897409" y="2052918"/>
              <a:ext cx="200474" cy="369567"/>
            </a:xfrm>
            <a:prstGeom prst="straightConnector1">
              <a:avLst/>
            </a:prstGeom>
            <a:solidFill>
              <a:srgbClr val="C0C0C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1D614CC-686D-4685-96E6-2D6760569565}"/>
                </a:ext>
              </a:extLst>
            </p:cNvPr>
            <p:cNvSpPr/>
            <p:nvPr/>
          </p:nvSpPr>
          <p:spPr>
            <a:xfrm>
              <a:off x="4527166" y="1723471"/>
              <a:ext cx="47961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rgbClr val="000000"/>
                  </a:solidFill>
                  <a:cs typeface="Arial" panose="020B0604020202020204" pitchFamily="34" charset="0"/>
                  <a:sym typeface="Wingdings" pitchFamily="2" charset="2"/>
                </a:rPr>
                <a:t>R2</a:t>
              </a:r>
              <a:endParaRPr lang="zh-CN" altLang="en-US" dirty="0"/>
            </a:p>
          </p:txBody>
        </p: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29F3B9DD-1CB3-43FC-B353-DBEF1D659939}"/>
                </a:ext>
              </a:extLst>
            </p:cNvPr>
            <p:cNvCxnSpPr>
              <a:cxnSpLocks/>
              <a:endCxn id="2" idx="7"/>
            </p:cNvCxnSpPr>
            <p:nvPr/>
          </p:nvCxnSpPr>
          <p:spPr bwMode="auto">
            <a:xfrm flipH="1">
              <a:off x="4384130" y="2052918"/>
              <a:ext cx="382845" cy="369567"/>
            </a:xfrm>
            <a:prstGeom prst="straightConnector1">
              <a:avLst/>
            </a:prstGeom>
            <a:solidFill>
              <a:srgbClr val="C0C0C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E5A084B6-7A0C-4F9F-B1CA-E3118768AEDD}"/>
                </a:ext>
              </a:extLst>
            </p:cNvPr>
            <p:cNvGrpSpPr/>
            <p:nvPr/>
          </p:nvGrpSpPr>
          <p:grpSpPr>
            <a:xfrm>
              <a:off x="5127122" y="2366689"/>
              <a:ext cx="404813" cy="381000"/>
              <a:chOff x="5181600" y="2406574"/>
              <a:chExt cx="404813" cy="381000"/>
            </a:xfrm>
          </p:grpSpPr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2EC04987-BB23-4AF4-B160-F91FCC05F81E}"/>
                  </a:ext>
                </a:extLst>
              </p:cNvPr>
              <p:cNvSpPr/>
              <p:nvPr/>
            </p:nvSpPr>
            <p:spPr bwMode="auto">
              <a:xfrm>
                <a:off x="5181600" y="2406574"/>
                <a:ext cx="404813" cy="381000"/>
              </a:xfrm>
              <a:prstGeom prst="ellipse">
                <a:avLst/>
              </a:prstGeom>
              <a:solidFill>
                <a:srgbClr val="C0C0C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zh-CN" altLang="en-US" dirty="0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EDA455CC-0596-4EE0-B1FF-33E91DB288F5}"/>
                  </a:ext>
                </a:extLst>
              </p:cNvPr>
              <p:cNvSpPr/>
              <p:nvPr/>
            </p:nvSpPr>
            <p:spPr>
              <a:xfrm>
                <a:off x="5219223" y="2412408"/>
                <a:ext cx="3193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/>
                  <a:t>+</a:t>
                </a:r>
                <a:endParaRPr lang="zh-CN" altLang="en-US" dirty="0"/>
              </a:p>
            </p:txBody>
          </p:sp>
        </p:grp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BF4C4104-8916-450C-98E2-691E89C1279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66975" y="2052918"/>
              <a:ext cx="452248" cy="369566"/>
            </a:xfrm>
            <a:prstGeom prst="straightConnector1">
              <a:avLst/>
            </a:prstGeom>
            <a:solidFill>
              <a:srgbClr val="C0C0C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34A31CE4-6814-4BCB-9B3C-5B5A96DFBB24}"/>
                </a:ext>
              </a:extLst>
            </p:cNvPr>
            <p:cNvGrpSpPr/>
            <p:nvPr/>
          </p:nvGrpSpPr>
          <p:grpSpPr>
            <a:xfrm>
              <a:off x="6372225" y="2368702"/>
              <a:ext cx="404813" cy="381000"/>
              <a:chOff x="5181600" y="2406574"/>
              <a:chExt cx="404813" cy="381000"/>
            </a:xfrm>
          </p:grpSpPr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75A39115-F800-4A3D-9E1C-C17317691B5D}"/>
                  </a:ext>
                </a:extLst>
              </p:cNvPr>
              <p:cNvSpPr/>
              <p:nvPr/>
            </p:nvSpPr>
            <p:spPr bwMode="auto">
              <a:xfrm>
                <a:off x="5181600" y="2406574"/>
                <a:ext cx="404813" cy="381000"/>
              </a:xfrm>
              <a:prstGeom prst="ellipse">
                <a:avLst/>
              </a:prstGeom>
              <a:solidFill>
                <a:srgbClr val="C0C0C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zh-CN" altLang="en-US" dirty="0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EC2ADDE7-A079-4025-8C7A-9B121C28F81F}"/>
                  </a:ext>
                </a:extLst>
              </p:cNvPr>
              <p:cNvSpPr/>
              <p:nvPr/>
            </p:nvSpPr>
            <p:spPr>
              <a:xfrm>
                <a:off x="5226424" y="2412408"/>
                <a:ext cx="3193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/>
                  <a:t>+</a:t>
                </a:r>
                <a:endParaRPr lang="zh-CN" altLang="en-US" dirty="0"/>
              </a:p>
            </p:txBody>
          </p:sp>
        </p:grp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A77A516F-5FB8-49B2-9F80-26DD953B948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467778" y="2052918"/>
              <a:ext cx="210106" cy="369566"/>
            </a:xfrm>
            <a:prstGeom prst="straightConnector1">
              <a:avLst/>
            </a:prstGeom>
            <a:solidFill>
              <a:srgbClr val="C0C0C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14936BDD-1631-45A5-8201-4A8A127BF1A7}"/>
                </a:ext>
              </a:extLst>
            </p:cNvPr>
            <p:cNvSpPr/>
            <p:nvPr/>
          </p:nvSpPr>
          <p:spPr>
            <a:xfrm>
              <a:off x="5438075" y="1723471"/>
              <a:ext cx="47961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rgbClr val="000000"/>
                  </a:solidFill>
                  <a:cs typeface="Arial" panose="020B0604020202020204" pitchFamily="34" charset="0"/>
                  <a:sym typeface="Wingdings" pitchFamily="2" charset="2"/>
                </a:rPr>
                <a:t>R6</a:t>
              </a:r>
              <a:endParaRPr lang="zh-CN" altLang="en-US" dirty="0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45AF66C5-D343-46B1-B7CC-C3E2F523F2A9}"/>
                </a:ext>
              </a:extLst>
            </p:cNvPr>
            <p:cNvSpPr/>
            <p:nvPr/>
          </p:nvSpPr>
          <p:spPr>
            <a:xfrm>
              <a:off x="6010398" y="1750603"/>
              <a:ext cx="47961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rgbClr val="000000"/>
                  </a:solidFill>
                  <a:cs typeface="Arial" panose="020B0604020202020204" pitchFamily="34" charset="0"/>
                  <a:sym typeface="Wingdings" pitchFamily="2" charset="2"/>
                </a:rPr>
                <a:t>R8</a:t>
              </a:r>
              <a:endParaRPr lang="zh-CN" altLang="en-US" dirty="0"/>
            </a:p>
          </p:txBody>
        </p: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E0B39187-3D76-4EAD-8CB8-19DEC322D6E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248400" y="2052918"/>
              <a:ext cx="200474" cy="369567"/>
            </a:xfrm>
            <a:prstGeom prst="straightConnector1">
              <a:avLst/>
            </a:prstGeom>
            <a:solidFill>
              <a:srgbClr val="C0C0C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E0218F5D-43DD-4DAE-BD95-6121169E427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735121" y="2052918"/>
              <a:ext cx="382845" cy="369567"/>
            </a:xfrm>
            <a:prstGeom prst="straightConnector1">
              <a:avLst/>
            </a:prstGeom>
            <a:solidFill>
              <a:srgbClr val="C0C0C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99D2C8EE-7639-4B1F-B453-0D5D7B6237B8}"/>
                </a:ext>
              </a:extLst>
            </p:cNvPr>
            <p:cNvSpPr/>
            <p:nvPr/>
          </p:nvSpPr>
          <p:spPr>
            <a:xfrm>
              <a:off x="6885260" y="1723471"/>
              <a:ext cx="47961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rgbClr val="000000"/>
                  </a:solidFill>
                  <a:cs typeface="Arial" panose="020B0604020202020204" pitchFamily="34" charset="0"/>
                  <a:sym typeface="Wingdings" pitchFamily="2" charset="2"/>
                </a:rPr>
                <a:t>R9</a:t>
              </a:r>
              <a:endParaRPr lang="zh-CN" altLang="en-US" dirty="0"/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3CD9016F-594B-4C4C-A835-647C0BE1F851}"/>
                </a:ext>
              </a:extLst>
            </p:cNvPr>
            <p:cNvCxnSpPr>
              <a:cxnSpLocks/>
              <a:endCxn id="39" idx="1"/>
            </p:cNvCxnSpPr>
            <p:nvPr/>
          </p:nvCxnSpPr>
          <p:spPr bwMode="auto">
            <a:xfrm>
              <a:off x="4253220" y="2742967"/>
              <a:ext cx="49201" cy="462222"/>
            </a:xfrm>
            <a:prstGeom prst="straightConnector1">
              <a:avLst/>
            </a:prstGeom>
            <a:solidFill>
              <a:srgbClr val="C0C0C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5F353B69-32EA-4E98-B57D-B1112A62BF96}"/>
                </a:ext>
              </a:extLst>
            </p:cNvPr>
            <p:cNvGrpSpPr/>
            <p:nvPr/>
          </p:nvGrpSpPr>
          <p:grpSpPr>
            <a:xfrm>
              <a:off x="4243138" y="3149393"/>
              <a:ext cx="404813" cy="381000"/>
              <a:chOff x="5181600" y="2406574"/>
              <a:chExt cx="404813" cy="381000"/>
            </a:xfrm>
          </p:grpSpPr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D8D32BCB-82B3-4F0A-AD88-B5818A61512B}"/>
                  </a:ext>
                </a:extLst>
              </p:cNvPr>
              <p:cNvSpPr/>
              <p:nvPr/>
            </p:nvSpPr>
            <p:spPr bwMode="auto">
              <a:xfrm>
                <a:off x="5181600" y="2406574"/>
                <a:ext cx="404813" cy="381000"/>
              </a:xfrm>
              <a:prstGeom prst="ellipse">
                <a:avLst/>
              </a:prstGeom>
              <a:solidFill>
                <a:srgbClr val="C0C0C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zh-CN" altLang="en-US" dirty="0"/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537704D9-604C-4FAC-A868-BD2198315834}"/>
                  </a:ext>
                </a:extLst>
              </p:cNvPr>
              <p:cNvSpPr/>
              <p:nvPr/>
            </p:nvSpPr>
            <p:spPr>
              <a:xfrm>
                <a:off x="5219223" y="2412408"/>
                <a:ext cx="3193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/>
                  <a:t>+</a:t>
                </a:r>
                <a:endParaRPr lang="zh-CN" altLang="en-US" dirty="0"/>
              </a:p>
            </p:txBody>
          </p:sp>
        </p:grp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9DE5B02C-9475-49A2-BC43-B9241D5BFF57}"/>
                </a:ext>
              </a:extLst>
            </p:cNvPr>
            <p:cNvCxnSpPr>
              <a:cxnSpLocks/>
              <a:endCxn id="39" idx="7"/>
            </p:cNvCxnSpPr>
            <p:nvPr/>
          </p:nvCxnSpPr>
          <p:spPr bwMode="auto">
            <a:xfrm flipH="1">
              <a:off x="4588668" y="2971683"/>
              <a:ext cx="164616" cy="233506"/>
            </a:xfrm>
            <a:prstGeom prst="straightConnector1">
              <a:avLst/>
            </a:prstGeom>
            <a:solidFill>
              <a:srgbClr val="C0C0C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781E8CF3-745B-49A1-A99C-328742F981D7}"/>
                </a:ext>
              </a:extLst>
            </p:cNvPr>
            <p:cNvSpPr/>
            <p:nvPr/>
          </p:nvSpPr>
          <p:spPr>
            <a:xfrm>
              <a:off x="4616851" y="2710940"/>
              <a:ext cx="47961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rgbClr val="000000"/>
                  </a:solidFill>
                  <a:cs typeface="Arial" panose="020B0604020202020204" pitchFamily="34" charset="0"/>
                  <a:sym typeface="Wingdings" pitchFamily="2" charset="2"/>
                </a:rPr>
                <a:t>R4</a:t>
              </a:r>
              <a:endParaRPr lang="zh-CN" altLang="en-US" dirty="0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50339A0F-E2DA-46FB-979D-771514F431E3}"/>
                </a:ext>
              </a:extLst>
            </p:cNvPr>
            <p:cNvSpPr/>
            <p:nvPr/>
          </p:nvSpPr>
          <p:spPr bwMode="auto">
            <a:xfrm>
              <a:off x="5715000" y="3133354"/>
              <a:ext cx="404813" cy="381000"/>
            </a:xfrm>
            <a:prstGeom prst="ellipse">
              <a:avLst/>
            </a:prstGeom>
            <a:solidFill>
              <a:srgbClr val="C0C0C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rPr>
                <a:t>*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CB2570EA-11CE-461A-80CB-E637839F93AC}"/>
                </a:ext>
              </a:extLst>
            </p:cNvPr>
            <p:cNvCxnSpPr>
              <a:cxnSpLocks/>
              <a:endCxn id="47" idx="1"/>
            </p:cNvCxnSpPr>
            <p:nvPr/>
          </p:nvCxnSpPr>
          <p:spPr bwMode="auto">
            <a:xfrm>
              <a:off x="5374072" y="2749702"/>
              <a:ext cx="400211" cy="439448"/>
            </a:xfrm>
            <a:prstGeom prst="straightConnector1">
              <a:avLst/>
            </a:prstGeom>
            <a:solidFill>
              <a:srgbClr val="C0C0C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6F39FF5A-9724-41D1-860D-1DD809C4CED9}"/>
                </a:ext>
              </a:extLst>
            </p:cNvPr>
            <p:cNvCxnSpPr>
              <a:cxnSpLocks/>
              <a:stCxn id="28" idx="2"/>
              <a:endCxn id="47" idx="7"/>
            </p:cNvCxnSpPr>
            <p:nvPr/>
          </p:nvCxnSpPr>
          <p:spPr bwMode="auto">
            <a:xfrm flipH="1">
              <a:off x="6060530" y="2743868"/>
              <a:ext cx="516178" cy="445282"/>
            </a:xfrm>
            <a:prstGeom prst="straightConnector1">
              <a:avLst/>
            </a:prstGeom>
            <a:solidFill>
              <a:srgbClr val="C0C0C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F4F82BF0-94A6-494D-ACF4-5E43F6196597}"/>
                </a:ext>
              </a:extLst>
            </p:cNvPr>
            <p:cNvGrpSpPr/>
            <p:nvPr/>
          </p:nvGrpSpPr>
          <p:grpSpPr>
            <a:xfrm>
              <a:off x="4969259" y="3895012"/>
              <a:ext cx="404813" cy="381000"/>
              <a:chOff x="5181600" y="2406574"/>
              <a:chExt cx="404813" cy="381000"/>
            </a:xfrm>
          </p:grpSpPr>
          <p:sp>
            <p:nvSpPr>
              <p:cNvPr id="54" name="椭圆 53">
                <a:extLst>
                  <a:ext uri="{FF2B5EF4-FFF2-40B4-BE49-F238E27FC236}">
                    <a16:creationId xmlns:a16="http://schemas.microsoft.com/office/drawing/2014/main" id="{A16627BA-CACC-491A-B409-2A4611FAC36E}"/>
                  </a:ext>
                </a:extLst>
              </p:cNvPr>
              <p:cNvSpPr/>
              <p:nvPr/>
            </p:nvSpPr>
            <p:spPr bwMode="auto">
              <a:xfrm>
                <a:off x="5181600" y="2406574"/>
                <a:ext cx="404813" cy="381000"/>
              </a:xfrm>
              <a:prstGeom prst="ellipse">
                <a:avLst/>
              </a:prstGeom>
              <a:solidFill>
                <a:srgbClr val="C0C0C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zh-CN" altLang="en-US" dirty="0"/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57402E8D-E22A-4D72-917D-980FC92BBC83}"/>
                  </a:ext>
                </a:extLst>
              </p:cNvPr>
              <p:cNvSpPr/>
              <p:nvPr/>
            </p:nvSpPr>
            <p:spPr>
              <a:xfrm>
                <a:off x="5219223" y="2412408"/>
                <a:ext cx="3193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/>
                  <a:t>+</a:t>
                </a:r>
                <a:endParaRPr lang="zh-CN" altLang="en-US" dirty="0"/>
              </a:p>
            </p:txBody>
          </p:sp>
        </p:grp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94D8A1F9-FB98-42A6-AB07-1AD6AE13DBF9}"/>
                </a:ext>
              </a:extLst>
            </p:cNvPr>
            <p:cNvCxnSpPr>
              <a:cxnSpLocks/>
              <a:stCxn id="40" idx="2"/>
              <a:endCxn id="54" idx="1"/>
            </p:cNvCxnSpPr>
            <p:nvPr/>
          </p:nvCxnSpPr>
          <p:spPr bwMode="auto">
            <a:xfrm>
              <a:off x="4440420" y="3524559"/>
              <a:ext cx="588122" cy="426249"/>
            </a:xfrm>
            <a:prstGeom prst="straightConnector1">
              <a:avLst/>
            </a:prstGeom>
            <a:solidFill>
              <a:srgbClr val="C0C0C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122092A4-A389-4BAA-B204-05FAA223D883}"/>
                </a:ext>
              </a:extLst>
            </p:cNvPr>
            <p:cNvCxnSpPr>
              <a:cxnSpLocks/>
              <a:stCxn id="47" idx="4"/>
            </p:cNvCxnSpPr>
            <p:nvPr/>
          </p:nvCxnSpPr>
          <p:spPr bwMode="auto">
            <a:xfrm flipH="1">
              <a:off x="5324404" y="3514354"/>
              <a:ext cx="593003" cy="436454"/>
            </a:xfrm>
            <a:prstGeom prst="straightConnector1">
              <a:avLst/>
            </a:prstGeom>
            <a:solidFill>
              <a:srgbClr val="C0C0C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ECEFF161-0AFE-4565-BF7D-070CBD5DF897}"/>
                </a:ext>
              </a:extLst>
            </p:cNvPr>
            <p:cNvSpPr/>
            <p:nvPr/>
          </p:nvSpPr>
          <p:spPr>
            <a:xfrm>
              <a:off x="4852017" y="4396216"/>
              <a:ext cx="82586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rgbClr val="000000"/>
                  </a:solidFill>
                  <a:cs typeface="Arial" panose="020B0604020202020204" pitchFamily="34" charset="0"/>
                  <a:sym typeface="Wingdings" pitchFamily="2" charset="2"/>
                </a:rPr>
                <a:t>R5 (</a:t>
              </a:r>
              <a:r>
                <a:rPr lang="en-US" altLang="en-US" dirty="0">
                  <a:solidFill>
                    <a:srgbClr val="FF0000"/>
                  </a:solidFill>
                  <a:cs typeface="Arial" panose="020B0604020202020204" pitchFamily="34" charset="0"/>
                  <a:sym typeface="Wingdings" pitchFamily="2" charset="2"/>
                </a:rPr>
                <a:t>d</a:t>
              </a:r>
              <a:r>
                <a:rPr lang="en-US" altLang="en-US" dirty="0">
                  <a:solidFill>
                    <a:srgbClr val="000000"/>
                  </a:solidFill>
                  <a:cs typeface="Arial" panose="020B0604020202020204" pitchFamily="34" charset="0"/>
                  <a:sym typeface="Wingdings" pitchFamily="2" charset="2"/>
                </a:rPr>
                <a:t>)</a:t>
              </a:r>
              <a:endParaRPr lang="zh-CN" altLang="en-US" dirty="0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3543B4F0-C792-4340-8807-26583E191ACA}"/>
                </a:ext>
              </a:extLst>
            </p:cNvPr>
            <p:cNvSpPr/>
            <p:nvPr/>
          </p:nvSpPr>
          <p:spPr>
            <a:xfrm>
              <a:off x="5889024" y="3479915"/>
              <a:ext cx="9241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rgbClr val="000000"/>
                  </a:solidFill>
                  <a:cs typeface="Arial" panose="020B0604020202020204" pitchFamily="34" charset="0"/>
                  <a:sym typeface="Wingdings" pitchFamily="2" charset="2"/>
                </a:rPr>
                <a:t>R11 (</a:t>
              </a:r>
              <a:r>
                <a:rPr lang="en-US" altLang="en-US" dirty="0">
                  <a:solidFill>
                    <a:srgbClr val="FF0000"/>
                  </a:solidFill>
                  <a:cs typeface="Arial" panose="020B0604020202020204" pitchFamily="34" charset="0"/>
                  <a:sym typeface="Wingdings" pitchFamily="2" charset="2"/>
                </a:rPr>
                <a:t>y</a:t>
              </a:r>
              <a:r>
                <a:rPr lang="en-US" altLang="en-US" dirty="0">
                  <a:solidFill>
                    <a:srgbClr val="000000"/>
                  </a:solidFill>
                  <a:cs typeface="Arial" panose="020B0604020202020204" pitchFamily="34" charset="0"/>
                  <a:sym typeface="Wingdings" pitchFamily="2" charset="2"/>
                </a:rPr>
                <a:t>)</a:t>
              </a:r>
              <a:endParaRPr lang="zh-CN" altLang="en-US" dirty="0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323F47DC-B3E9-47E6-A053-1261AF4FA903}"/>
                </a:ext>
              </a:extLst>
            </p:cNvPr>
            <p:cNvSpPr/>
            <p:nvPr/>
          </p:nvSpPr>
          <p:spPr>
            <a:xfrm>
              <a:off x="6539590" y="2672255"/>
              <a:ext cx="95410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rgbClr val="000000"/>
                  </a:solidFill>
                  <a:cs typeface="Arial" panose="020B0604020202020204" pitchFamily="34" charset="0"/>
                  <a:sym typeface="Wingdings" pitchFamily="2" charset="2"/>
                </a:rPr>
                <a:t>R10 (</a:t>
              </a:r>
              <a:r>
                <a:rPr lang="en-US" altLang="en-US" dirty="0">
                  <a:solidFill>
                    <a:srgbClr val="FF0000"/>
                  </a:solidFill>
                  <a:cs typeface="Arial" panose="020B0604020202020204" pitchFamily="34" charset="0"/>
                  <a:sym typeface="Wingdings" pitchFamily="2" charset="2"/>
                </a:rPr>
                <a:t>c</a:t>
              </a:r>
              <a:r>
                <a:rPr lang="en-US" altLang="en-US" dirty="0">
                  <a:solidFill>
                    <a:srgbClr val="000000"/>
                  </a:solidFill>
                  <a:cs typeface="Arial" panose="020B0604020202020204" pitchFamily="34" charset="0"/>
                  <a:sym typeface="Wingdings" pitchFamily="2" charset="2"/>
                </a:rPr>
                <a:t>)</a:t>
              </a:r>
              <a:endParaRPr lang="zh-CN" altLang="en-US" dirty="0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BA9F4537-B5DA-40B9-90E1-1F4896C022B3}"/>
                </a:ext>
              </a:extLst>
            </p:cNvPr>
            <p:cNvSpPr/>
            <p:nvPr/>
          </p:nvSpPr>
          <p:spPr>
            <a:xfrm>
              <a:off x="3766472" y="3492025"/>
              <a:ext cx="82586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rgbClr val="000000"/>
                  </a:solidFill>
                  <a:cs typeface="Arial" panose="020B0604020202020204" pitchFamily="34" charset="0"/>
                  <a:sym typeface="Wingdings" pitchFamily="2" charset="2"/>
                </a:rPr>
                <a:t>R5 (</a:t>
              </a:r>
              <a:r>
                <a:rPr lang="en-US" altLang="en-US" dirty="0">
                  <a:solidFill>
                    <a:srgbClr val="FF0000"/>
                  </a:solidFill>
                  <a:cs typeface="Arial" panose="020B0604020202020204" pitchFamily="34" charset="0"/>
                  <a:sym typeface="Wingdings" pitchFamily="2" charset="2"/>
                </a:rPr>
                <a:t>a</a:t>
              </a:r>
              <a:r>
                <a:rPr lang="en-US" altLang="en-US" dirty="0">
                  <a:solidFill>
                    <a:srgbClr val="000000"/>
                  </a:solidFill>
                  <a:cs typeface="Arial" panose="020B0604020202020204" pitchFamily="34" charset="0"/>
                  <a:sym typeface="Wingdings" pitchFamily="2" charset="2"/>
                </a:rPr>
                <a:t>)</a:t>
              </a:r>
              <a:endParaRPr lang="zh-CN" altLang="en-US" dirty="0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DF0333E7-B107-4576-8A09-B9CC2AECEB60}"/>
                </a:ext>
              </a:extLst>
            </p:cNvPr>
            <p:cNvSpPr/>
            <p:nvPr/>
          </p:nvSpPr>
          <p:spPr>
            <a:xfrm>
              <a:off x="3490541" y="2652243"/>
              <a:ext cx="81304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rgbClr val="000000"/>
                  </a:solidFill>
                  <a:cs typeface="Arial" panose="020B0604020202020204" pitchFamily="34" charset="0"/>
                  <a:sym typeface="Wingdings" pitchFamily="2" charset="2"/>
                </a:rPr>
                <a:t>R3 (</a:t>
              </a:r>
              <a:r>
                <a:rPr lang="en-US" altLang="en-US" dirty="0">
                  <a:solidFill>
                    <a:srgbClr val="FF0000"/>
                  </a:solidFill>
                  <a:cs typeface="Arial" panose="020B0604020202020204" pitchFamily="34" charset="0"/>
                  <a:sym typeface="Wingdings" pitchFamily="2" charset="2"/>
                </a:rPr>
                <a:t>x</a:t>
              </a:r>
              <a:r>
                <a:rPr lang="en-US" altLang="en-US" dirty="0">
                  <a:solidFill>
                    <a:srgbClr val="000000"/>
                  </a:solidFill>
                  <a:cs typeface="Arial" panose="020B0604020202020204" pitchFamily="34" charset="0"/>
                  <a:sym typeface="Wingdings" pitchFamily="2" charset="2"/>
                </a:rPr>
                <a:t>)</a:t>
              </a:r>
              <a:endParaRPr lang="zh-CN" altLang="en-US" dirty="0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43FA3DD1-A79F-43C9-9D25-613A336E9294}"/>
                </a:ext>
              </a:extLst>
            </p:cNvPr>
            <p:cNvSpPr/>
            <p:nvPr/>
          </p:nvSpPr>
          <p:spPr>
            <a:xfrm>
              <a:off x="5400409" y="2551589"/>
              <a:ext cx="82586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rgbClr val="000000"/>
                  </a:solidFill>
                  <a:cs typeface="Arial" panose="020B0604020202020204" pitchFamily="34" charset="0"/>
                  <a:sym typeface="Wingdings" pitchFamily="2" charset="2"/>
                </a:rPr>
                <a:t>R7 (</a:t>
              </a:r>
              <a:r>
                <a:rPr lang="en-US" altLang="en-US" dirty="0">
                  <a:solidFill>
                    <a:srgbClr val="FF0000"/>
                  </a:solidFill>
                  <a:cs typeface="Arial" panose="020B0604020202020204" pitchFamily="34" charset="0"/>
                  <a:sym typeface="Wingdings" pitchFamily="2" charset="2"/>
                </a:rPr>
                <a:t>b</a:t>
              </a:r>
              <a:r>
                <a:rPr lang="en-US" altLang="en-US" dirty="0">
                  <a:solidFill>
                    <a:srgbClr val="000000"/>
                  </a:solidFill>
                  <a:cs typeface="Arial" panose="020B0604020202020204" pitchFamily="34" charset="0"/>
                  <a:sym typeface="Wingdings" pitchFamily="2" charset="2"/>
                </a:rPr>
                <a:t>)</a:t>
              </a:r>
              <a:endParaRPr lang="zh-CN" altLang="en-US" dirty="0"/>
            </a:p>
          </p:txBody>
        </p: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F24FF5F1-546D-46C9-9968-C44245F1082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76240" y="4267000"/>
              <a:ext cx="0" cy="228800"/>
            </a:xfrm>
            <a:prstGeom prst="straightConnector1">
              <a:avLst/>
            </a:prstGeom>
            <a:solidFill>
              <a:srgbClr val="C0C0C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AF87A731-669F-7340-8869-2AD4F0B96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Summary of OOO Execution Concepts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EB3DB8F0-12E4-5845-AAB7-40C46E987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Register </a:t>
            </a:r>
            <a:r>
              <a:rPr lang="en-US" altLang="en-US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renaming</a:t>
            </a:r>
            <a:r>
              <a:rPr lang="en-US" altLang="en-US" dirty="0">
                <a:ea typeface="ＭＳ Ｐゴシック" panose="020B0600070205080204" pitchFamily="34" charset="-128"/>
              </a:rPr>
              <a:t> eliminates false dependences, enables linking of producer to consumers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Buffering in </a:t>
            </a:r>
            <a:r>
              <a:rPr lang="en-US" altLang="en-US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reservation stations </a:t>
            </a:r>
            <a:r>
              <a:rPr lang="en-US" altLang="en-US" dirty="0">
                <a:ea typeface="ＭＳ Ｐゴシック" panose="020B0600070205080204" pitchFamily="34" charset="-128"/>
              </a:rPr>
              <a:t>enables the pipeline to move for independent instructions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Tag broadcast enables communication (of readiness of produced value) between instructions</a:t>
            </a:r>
            <a:endParaRPr lang="en-US" altLang="en-US" dirty="0">
              <a:ea typeface="ＭＳ Ｐゴシック" panose="020B0600070205080204" pitchFamily="34" charset="-128"/>
              <a:sym typeface="Wingdings" pitchFamily="2" charset="2"/>
            </a:endParaRPr>
          </a:p>
          <a:p>
            <a:endParaRPr lang="en-US" altLang="en-US" dirty="0">
              <a:ea typeface="ＭＳ Ｐゴシック" panose="020B0600070205080204" pitchFamily="34" charset="-128"/>
              <a:sym typeface="Wingdings" pitchFamily="2" charset="2"/>
            </a:endParaRPr>
          </a:p>
          <a:p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Wakeup and select enables out-of-order dispatch</a:t>
            </a:r>
          </a:p>
          <a:p>
            <a:endParaRPr lang="en-US" altLang="en-US" dirty="0">
              <a:solidFill>
                <a:srgbClr val="0000FF"/>
              </a:solidFill>
              <a:ea typeface="ＭＳ Ｐゴシック" panose="020B0600070205080204" pitchFamily="34" charset="-128"/>
              <a:sym typeface="Wingdings" pitchFamily="2" charset="2"/>
            </a:endParaRPr>
          </a:p>
        </p:txBody>
      </p:sp>
      <p:sp>
        <p:nvSpPr>
          <p:cNvPr id="41987" name="Slide Number Placeholder 3">
            <a:extLst>
              <a:ext uri="{FF2B5EF4-FFF2-40B4-BE49-F238E27FC236}">
                <a16:creationId xmlns:a16="http://schemas.microsoft.com/office/drawing/2014/main" id="{FD07E9B2-5B1F-8C46-8788-921E1C36C1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D45BAD-CBE0-1448-B34F-1205FEF39013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7301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id="{FB57F4CC-0167-EE49-A662-83AA5360C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8" y="142875"/>
            <a:ext cx="9067800" cy="1066800"/>
          </a:xfrm>
        </p:spPr>
        <p:txBody>
          <a:bodyPr/>
          <a:lstStyle/>
          <a:p>
            <a:r>
              <a:rPr lang="en-US" altLang="en-US" sz="3800" dirty="0">
                <a:ea typeface="ＭＳ Ｐゴシック" panose="020B0600070205080204" pitchFamily="34" charset="-128"/>
              </a:rPr>
              <a:t>For You: An Exercise, wo/ Precise Exceptions</a:t>
            </a:r>
          </a:p>
        </p:txBody>
      </p:sp>
      <p:sp>
        <p:nvSpPr>
          <p:cNvPr id="35842" name="Content Placeholder 2">
            <a:extLst>
              <a:ext uri="{FF2B5EF4-FFF2-40B4-BE49-F238E27FC236}">
                <a16:creationId xmlns:a16="http://schemas.microsoft.com/office/drawing/2014/main" id="{60E66135-39DB-D544-B567-084A4821A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38" y="996950"/>
            <a:ext cx="8610600" cy="5403850"/>
          </a:xfrm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b="1" dirty="0">
                <a:ea typeface="ＭＳ Ｐゴシック" panose="020B0600070205080204" pitchFamily="34" charset="-128"/>
              </a:rPr>
              <a:t>Assume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ADD (4 cycle execute), MUL (6 cycle execute)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One adder and one multiplier</a:t>
            </a:r>
          </a:p>
          <a:p>
            <a:r>
              <a:rPr lang="en-US" altLang="en-US" b="1" dirty="0">
                <a:ea typeface="ＭＳ Ｐゴシック" panose="020B0600070205080204" pitchFamily="34" charset="-128"/>
              </a:rPr>
              <a:t>How many cycles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in an in-order-dispatch pipelined machine wo reorder buffer (no forwarding and full forwarding)?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in an out-of-order dispatch pipelined machine wo reorder buffer (full forwarding)?</a:t>
            </a: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1C3BB95A-430C-EC42-B687-6649D9D116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F3EFEE2-8DBB-AA4D-92ED-4DA53BA6BE2A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5844" name="TextBox 4">
            <a:extLst>
              <a:ext uri="{FF2B5EF4-FFF2-40B4-BE49-F238E27FC236}">
                <a16:creationId xmlns:a16="http://schemas.microsoft.com/office/drawing/2014/main" id="{B8A67B8D-3DFC-EF4C-9F34-8CACA14D4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996950"/>
            <a:ext cx="2359941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MUL   R3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 R1, R3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ADD   R5  R3, R4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ADD   R7  R2, R6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ADD   R10  R8, R9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MUL   R11  R5, R6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ADD   R5  R5, R3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5845" name="Group 5">
            <a:extLst>
              <a:ext uri="{FF2B5EF4-FFF2-40B4-BE49-F238E27FC236}">
                <a16:creationId xmlns:a16="http://schemas.microsoft.com/office/drawing/2014/main" id="{D9F4533B-E1DD-8B45-A9C2-EB0CF95A960A}"/>
              </a:ext>
            </a:extLst>
          </p:cNvPr>
          <p:cNvGrpSpPr>
            <a:grpSpLocks/>
          </p:cNvGrpSpPr>
          <p:nvPr/>
        </p:nvGrpSpPr>
        <p:grpSpPr bwMode="auto">
          <a:xfrm>
            <a:off x="3452813" y="1584325"/>
            <a:ext cx="804862" cy="369888"/>
            <a:chOff x="1001099" y="4100530"/>
            <a:chExt cx="805656" cy="369887"/>
          </a:xfrm>
        </p:grpSpPr>
        <p:sp>
          <p:nvSpPr>
            <p:cNvPr id="35849" name="Rectangle 10">
              <a:extLst>
                <a:ext uri="{FF2B5EF4-FFF2-40B4-BE49-F238E27FC236}">
                  <a16:creationId xmlns:a16="http://schemas.microsoft.com/office/drawing/2014/main" id="{A8B53E33-D0A8-2C4D-A3E7-F18F9D782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1099" y="4100530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</a:t>
              </a:r>
            </a:p>
          </p:txBody>
        </p:sp>
        <p:sp>
          <p:nvSpPr>
            <p:cNvPr id="35850" name="Rectangle 11">
              <a:extLst>
                <a:ext uri="{FF2B5EF4-FFF2-40B4-BE49-F238E27FC236}">
                  <a16:creationId xmlns:a16="http://schemas.microsoft.com/office/drawing/2014/main" id="{EB41D4D4-8E30-434D-A93B-9C320D76B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3927" y="4100530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</a:t>
              </a:r>
            </a:p>
          </p:txBody>
        </p:sp>
      </p:grpSp>
      <p:sp>
        <p:nvSpPr>
          <p:cNvPr id="35846" name="Rectangle 12">
            <a:extLst>
              <a:ext uri="{FF2B5EF4-FFF2-40B4-BE49-F238E27FC236}">
                <a16:creationId xmlns:a16="http://schemas.microsoft.com/office/drawing/2014/main" id="{54C5BB90-33B0-1A48-9D96-EE26EBF10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7675" y="1587500"/>
            <a:ext cx="403225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</a:t>
            </a:r>
          </a:p>
        </p:txBody>
      </p:sp>
      <p:sp>
        <p:nvSpPr>
          <p:cNvPr id="35848" name="Rectangle 13">
            <a:extLst>
              <a:ext uri="{FF2B5EF4-FFF2-40B4-BE49-F238E27FC236}">
                <a16:creationId xmlns:a16="http://schemas.microsoft.com/office/drawing/2014/main" id="{0C25AEA4-1819-0744-B0B5-F6842E528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3756" y="1584325"/>
            <a:ext cx="401638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3064956422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>
            <a:extLst>
              <a:ext uri="{FF2B5EF4-FFF2-40B4-BE49-F238E27FC236}">
                <a16:creationId xmlns:a16="http://schemas.microsoft.com/office/drawing/2014/main" id="{33D3BB4C-E047-3044-8EF7-D80290111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400">
                <a:solidFill>
                  <a:srgbClr val="006633"/>
                </a:solidFill>
                <a:ea typeface="ＭＳ Ｐゴシック" panose="020B0600070205080204" pitchFamily="34" charset="-128"/>
              </a:rPr>
              <a:t>Out-of-Order Execution with Precise Exceptions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7890" name="Content Placeholder 2">
            <a:extLst>
              <a:ext uri="{FF2B5EF4-FFF2-40B4-BE49-F238E27FC236}">
                <a16:creationId xmlns:a16="http://schemas.microsoft.com/office/drawing/2014/main" id="{2A9820B4-1283-604B-BDB0-5885D467E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6950"/>
            <a:ext cx="8809038" cy="5194300"/>
          </a:xfrm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Hump 1: Reservation stations (scheduling window)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Hump 2: Reordering (reorder buffer, aka instruction window or active window)</a:t>
            </a:r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EE1BC029-8D83-0F40-B2FF-D111AD88F2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ABB10A-96A9-5549-946C-C635884D8795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7892" name="Group 4">
            <a:extLst>
              <a:ext uri="{FF2B5EF4-FFF2-40B4-BE49-F238E27FC236}">
                <a16:creationId xmlns:a16="http://schemas.microsoft.com/office/drawing/2014/main" id="{535A9EA5-5890-A44A-BE90-04876A8FCF21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825750"/>
            <a:ext cx="806450" cy="369888"/>
            <a:chOff x="1001099" y="4100530"/>
            <a:chExt cx="805656" cy="369887"/>
          </a:xfrm>
        </p:grpSpPr>
        <p:sp>
          <p:nvSpPr>
            <p:cNvPr id="37947" name="Rectangle 10">
              <a:extLst>
                <a:ext uri="{FF2B5EF4-FFF2-40B4-BE49-F238E27FC236}">
                  <a16:creationId xmlns:a16="http://schemas.microsoft.com/office/drawing/2014/main" id="{C5BC2FC7-A3F3-BE4D-884B-106049BE5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1099" y="4100530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</a:t>
              </a:r>
            </a:p>
          </p:txBody>
        </p:sp>
        <p:sp>
          <p:nvSpPr>
            <p:cNvPr id="37948" name="Rectangle 11">
              <a:extLst>
                <a:ext uri="{FF2B5EF4-FFF2-40B4-BE49-F238E27FC236}">
                  <a16:creationId xmlns:a16="http://schemas.microsoft.com/office/drawing/2014/main" id="{B9133B8B-4463-D14A-A379-C70B91DB19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3927" y="4100530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</a:t>
              </a:r>
            </a:p>
          </p:txBody>
        </p:sp>
      </p:grpSp>
      <p:sp>
        <p:nvSpPr>
          <p:cNvPr id="37893" name="Rectangle 8">
            <a:extLst>
              <a:ext uri="{FF2B5EF4-FFF2-40B4-BE49-F238E27FC236}">
                <a16:creationId xmlns:a16="http://schemas.microsoft.com/office/drawing/2014/main" id="{6C1BD4BE-84CC-EE4C-BC9E-812962EC6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1" y="1752600"/>
            <a:ext cx="1481137" cy="2493963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37894" name="Straight Arrow Connector 10">
            <a:extLst>
              <a:ext uri="{FF2B5EF4-FFF2-40B4-BE49-F238E27FC236}">
                <a16:creationId xmlns:a16="http://schemas.microsoft.com/office/drawing/2014/main" id="{F5B494C9-E824-BB40-9BEF-582BF25CC23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66825" y="3011488"/>
            <a:ext cx="3333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895" name="Rectangle 12">
            <a:extLst>
              <a:ext uri="{FF2B5EF4-FFF2-40B4-BE49-F238E27FC236}">
                <a16:creationId xmlns:a16="http://schemas.microsoft.com/office/drawing/2014/main" id="{78FBAA39-91ED-EB46-9A55-6C84325F6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2325" y="2174875"/>
            <a:ext cx="403225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</a:t>
            </a:r>
          </a:p>
        </p:txBody>
      </p:sp>
      <p:sp>
        <p:nvSpPr>
          <p:cNvPr id="37896" name="Rectangle 13">
            <a:extLst>
              <a:ext uri="{FF2B5EF4-FFF2-40B4-BE49-F238E27FC236}">
                <a16:creationId xmlns:a16="http://schemas.microsoft.com/office/drawing/2014/main" id="{F71A23F7-E6BA-734B-939E-1D371F803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1188" y="2874963"/>
            <a:ext cx="401637" cy="369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</a:t>
            </a:r>
          </a:p>
        </p:txBody>
      </p:sp>
      <p:grpSp>
        <p:nvGrpSpPr>
          <p:cNvPr id="37897" name="Group 17">
            <a:extLst>
              <a:ext uri="{FF2B5EF4-FFF2-40B4-BE49-F238E27FC236}">
                <a16:creationId xmlns:a16="http://schemas.microsoft.com/office/drawing/2014/main" id="{4985C368-04B8-5B4B-8FCC-8A61ED3B410C}"/>
              </a:ext>
            </a:extLst>
          </p:cNvPr>
          <p:cNvGrpSpPr>
            <a:grpSpLocks/>
          </p:cNvGrpSpPr>
          <p:nvPr/>
        </p:nvGrpSpPr>
        <p:grpSpPr bwMode="auto">
          <a:xfrm>
            <a:off x="3362325" y="3222625"/>
            <a:ext cx="3222625" cy="369888"/>
            <a:chOff x="2783717" y="3915586"/>
            <a:chExt cx="3222624" cy="369887"/>
          </a:xfrm>
        </p:grpSpPr>
        <p:sp>
          <p:nvSpPr>
            <p:cNvPr id="37939" name="Rectangle 12">
              <a:extLst>
                <a:ext uri="{FF2B5EF4-FFF2-40B4-BE49-F238E27FC236}">
                  <a16:creationId xmlns:a16="http://schemas.microsoft.com/office/drawing/2014/main" id="{F12CC2EA-65EA-0142-852C-D43B7D141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3717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37940" name="Rectangle 12">
              <a:extLst>
                <a:ext uri="{FF2B5EF4-FFF2-40B4-BE49-F238E27FC236}">
                  <a16:creationId xmlns:a16="http://schemas.microsoft.com/office/drawing/2014/main" id="{965319C1-CC05-6F4A-9FA2-47C2B7401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6545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37941" name="Rectangle 20">
              <a:extLst>
                <a:ext uri="{FF2B5EF4-FFF2-40B4-BE49-F238E27FC236}">
                  <a16:creationId xmlns:a16="http://schemas.microsoft.com/office/drawing/2014/main" id="{7C43553C-64D1-B049-AC34-6FA14EA39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9373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37942" name="Rectangle 21">
              <a:extLst>
                <a:ext uri="{FF2B5EF4-FFF2-40B4-BE49-F238E27FC236}">
                  <a16:creationId xmlns:a16="http://schemas.microsoft.com/office/drawing/2014/main" id="{3DC9760F-C3B5-E54B-A7F3-72E8E7EC3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201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37943" name="Rectangle 12">
              <a:extLst>
                <a:ext uri="{FF2B5EF4-FFF2-40B4-BE49-F238E27FC236}">
                  <a16:creationId xmlns:a16="http://schemas.microsoft.com/office/drawing/2014/main" id="{764ADC32-E356-CD40-BAAC-CDCE659FC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029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37944" name="Rectangle 12">
              <a:extLst>
                <a:ext uri="{FF2B5EF4-FFF2-40B4-BE49-F238E27FC236}">
                  <a16:creationId xmlns:a16="http://schemas.microsoft.com/office/drawing/2014/main" id="{D59A0BB5-401B-8048-B01B-5ADECB2A7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7857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37945" name="Rectangle 12">
              <a:extLst>
                <a:ext uri="{FF2B5EF4-FFF2-40B4-BE49-F238E27FC236}">
                  <a16:creationId xmlns:a16="http://schemas.microsoft.com/office/drawing/2014/main" id="{D69B1F87-85A9-4742-9AFC-CD1BD1DD2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0685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37946" name="Rectangle 25">
              <a:extLst>
                <a:ext uri="{FF2B5EF4-FFF2-40B4-BE49-F238E27FC236}">
                  <a16:creationId xmlns:a16="http://schemas.microsoft.com/office/drawing/2014/main" id="{E4693C4F-2674-6D45-8429-37EFB8136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3513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</p:grpSp>
      <p:grpSp>
        <p:nvGrpSpPr>
          <p:cNvPr id="37898" name="Group 26">
            <a:extLst>
              <a:ext uri="{FF2B5EF4-FFF2-40B4-BE49-F238E27FC236}">
                <a16:creationId xmlns:a16="http://schemas.microsoft.com/office/drawing/2014/main" id="{0E7C7704-7F79-B04C-8A6A-AA0F0FD80D08}"/>
              </a:ext>
            </a:extLst>
          </p:cNvPr>
          <p:cNvGrpSpPr>
            <a:grpSpLocks/>
          </p:cNvGrpSpPr>
          <p:nvPr/>
        </p:nvGrpSpPr>
        <p:grpSpPr bwMode="auto">
          <a:xfrm>
            <a:off x="3362325" y="2690813"/>
            <a:ext cx="1611313" cy="374650"/>
            <a:chOff x="2783717" y="3915586"/>
            <a:chExt cx="1611312" cy="374488"/>
          </a:xfrm>
        </p:grpSpPr>
        <p:sp>
          <p:nvSpPr>
            <p:cNvPr id="37935" name="Rectangle 12">
              <a:extLst>
                <a:ext uri="{FF2B5EF4-FFF2-40B4-BE49-F238E27FC236}">
                  <a16:creationId xmlns:a16="http://schemas.microsoft.com/office/drawing/2014/main" id="{1A64BA17-5E1E-684D-8F06-C9FE949C3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3717" y="3920187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37936" name="Rectangle 12">
              <a:extLst>
                <a:ext uri="{FF2B5EF4-FFF2-40B4-BE49-F238E27FC236}">
                  <a16:creationId xmlns:a16="http://schemas.microsoft.com/office/drawing/2014/main" id="{2FB6B61D-FCCA-1446-8776-81B1993CD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6545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37937" name="Rectangle 12">
              <a:extLst>
                <a:ext uri="{FF2B5EF4-FFF2-40B4-BE49-F238E27FC236}">
                  <a16:creationId xmlns:a16="http://schemas.microsoft.com/office/drawing/2014/main" id="{0BD71DD9-BE39-6F4E-9F09-9F3C512CF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9373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37938" name="Rectangle 12">
              <a:extLst>
                <a:ext uri="{FF2B5EF4-FFF2-40B4-BE49-F238E27FC236}">
                  <a16:creationId xmlns:a16="http://schemas.microsoft.com/office/drawing/2014/main" id="{2463A211-E25D-7247-A281-849F45431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201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</p:grpSp>
      <p:grpSp>
        <p:nvGrpSpPr>
          <p:cNvPr id="37899" name="Group 31">
            <a:extLst>
              <a:ext uri="{FF2B5EF4-FFF2-40B4-BE49-F238E27FC236}">
                <a16:creationId xmlns:a16="http://schemas.microsoft.com/office/drawing/2014/main" id="{2BB9C377-5C1E-3945-803E-32E7C308838B}"/>
              </a:ext>
            </a:extLst>
          </p:cNvPr>
          <p:cNvGrpSpPr>
            <a:grpSpLocks/>
          </p:cNvGrpSpPr>
          <p:nvPr/>
        </p:nvGrpSpPr>
        <p:grpSpPr bwMode="auto">
          <a:xfrm>
            <a:off x="3362325" y="3592513"/>
            <a:ext cx="3903663" cy="523875"/>
            <a:chOff x="2783717" y="5184853"/>
            <a:chExt cx="3904221" cy="523220"/>
          </a:xfrm>
        </p:grpSpPr>
        <p:grpSp>
          <p:nvGrpSpPr>
            <p:cNvPr id="37925" name="Group 32">
              <a:extLst>
                <a:ext uri="{FF2B5EF4-FFF2-40B4-BE49-F238E27FC236}">
                  <a16:creationId xmlns:a16="http://schemas.microsoft.com/office/drawing/2014/main" id="{C57CC2EB-689B-3447-B953-0055C10057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3717" y="5338186"/>
              <a:ext cx="3222624" cy="369887"/>
              <a:chOff x="2783717" y="3915586"/>
              <a:chExt cx="3222624" cy="369887"/>
            </a:xfrm>
          </p:grpSpPr>
          <p:sp>
            <p:nvSpPr>
              <p:cNvPr id="37927" name="Rectangle 12">
                <a:extLst>
                  <a:ext uri="{FF2B5EF4-FFF2-40B4-BE49-F238E27FC236}">
                    <a16:creationId xmlns:a16="http://schemas.microsoft.com/office/drawing/2014/main" id="{F7E56CC4-41E8-884D-B7A7-D816F8CAB5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3717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37928" name="Rectangle 12">
                <a:extLst>
                  <a:ext uri="{FF2B5EF4-FFF2-40B4-BE49-F238E27FC236}">
                    <a16:creationId xmlns:a16="http://schemas.microsoft.com/office/drawing/2014/main" id="{B9201731-5A22-7045-BD4B-2CEF5A41B3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6545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37929" name="Rectangle 12">
                <a:extLst>
                  <a:ext uri="{FF2B5EF4-FFF2-40B4-BE49-F238E27FC236}">
                    <a16:creationId xmlns:a16="http://schemas.microsoft.com/office/drawing/2014/main" id="{CD056C74-2AFA-F54E-A2CA-D7B86F1E83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373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37930" name="Rectangle 37">
                <a:extLst>
                  <a:ext uri="{FF2B5EF4-FFF2-40B4-BE49-F238E27FC236}">
                    <a16:creationId xmlns:a16="http://schemas.microsoft.com/office/drawing/2014/main" id="{F118376D-4B67-2249-8D23-BECC7034D0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201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37931" name="Rectangle 12">
                <a:extLst>
                  <a:ext uri="{FF2B5EF4-FFF2-40B4-BE49-F238E27FC236}">
                    <a16:creationId xmlns:a16="http://schemas.microsoft.com/office/drawing/2014/main" id="{6F5B8514-E454-E145-BAA5-39ADDFEAA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5029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37932" name="Rectangle 12">
                <a:extLst>
                  <a:ext uri="{FF2B5EF4-FFF2-40B4-BE49-F238E27FC236}">
                    <a16:creationId xmlns:a16="http://schemas.microsoft.com/office/drawing/2014/main" id="{DC615ED2-B00F-CB43-AFA7-AA75DF6A7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7857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37933" name="Rectangle 12">
                <a:extLst>
                  <a:ext uri="{FF2B5EF4-FFF2-40B4-BE49-F238E27FC236}">
                    <a16:creationId xmlns:a16="http://schemas.microsoft.com/office/drawing/2014/main" id="{5362DBD1-1309-B44C-899D-B408A8F57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00685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37934" name="Rectangle 41">
                <a:extLst>
                  <a:ext uri="{FF2B5EF4-FFF2-40B4-BE49-F238E27FC236}">
                    <a16:creationId xmlns:a16="http://schemas.microsoft.com/office/drawing/2014/main" id="{48FC098E-C109-9F4A-B9A5-B534F1FF01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03513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</p:grpSp>
        <p:sp>
          <p:nvSpPr>
            <p:cNvPr id="37926" name="TextBox 33">
              <a:extLst>
                <a:ext uri="{FF2B5EF4-FFF2-40B4-BE49-F238E27FC236}">
                  <a16:creationId xmlns:a16="http://schemas.microsoft.com/office/drawing/2014/main" id="{A2D7B72C-B1BB-BD44-9D03-3C8ABAA5DE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6341" y="5184853"/>
              <a:ext cx="68159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. . .</a:t>
              </a:r>
            </a:p>
          </p:txBody>
        </p:sp>
      </p:grpSp>
      <p:cxnSp>
        <p:nvCxnSpPr>
          <p:cNvPr id="37900" name="Straight Connector 43">
            <a:extLst>
              <a:ext uri="{FF2B5EF4-FFF2-40B4-BE49-F238E27FC236}">
                <a16:creationId xmlns:a16="http://schemas.microsoft.com/office/drawing/2014/main" id="{D4B52ACE-F88B-8040-814D-031453E5ED66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2268538" y="3136900"/>
            <a:ext cx="160813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1" name="Straight Arrow Connector 44">
            <a:extLst>
              <a:ext uri="{FF2B5EF4-FFF2-40B4-BE49-F238E27FC236}">
                <a16:creationId xmlns:a16="http://schemas.microsoft.com/office/drawing/2014/main" id="{DAE53860-A4D1-BC45-A448-C7D1FCDDA19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3400" y="3941763"/>
            <a:ext cx="28892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2" name="Straight Arrow Connector 45">
            <a:extLst>
              <a:ext uri="{FF2B5EF4-FFF2-40B4-BE49-F238E27FC236}">
                <a16:creationId xmlns:a16="http://schemas.microsoft.com/office/drawing/2014/main" id="{239D2DCA-D1DC-A249-A66C-113489476C5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1813" y="3408363"/>
            <a:ext cx="2905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3" name="Straight Arrow Connector 46">
            <a:extLst>
              <a:ext uri="{FF2B5EF4-FFF2-40B4-BE49-F238E27FC236}">
                <a16:creationId xmlns:a16="http://schemas.microsoft.com/office/drawing/2014/main" id="{61662F8C-E8FA-D84F-B5FC-9F708EF6412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9750" y="2333625"/>
            <a:ext cx="2905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4" name="Straight Arrow Connector 47">
            <a:extLst>
              <a:ext uri="{FF2B5EF4-FFF2-40B4-BE49-F238E27FC236}">
                <a16:creationId xmlns:a16="http://schemas.microsoft.com/office/drawing/2014/main" id="{82AE08FF-C4C5-C744-BFB0-99A2CC6C108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2879725"/>
            <a:ext cx="2905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5" name="Straight Connector 48">
            <a:extLst>
              <a:ext uri="{FF2B5EF4-FFF2-40B4-BE49-F238E27FC236}">
                <a16:creationId xmlns:a16="http://schemas.microsoft.com/office/drawing/2014/main" id="{8CC5D5B6-46B5-9742-9CD8-EB92269CBFFC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551613" y="3138488"/>
            <a:ext cx="16081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6" name="Straight Arrow Connector 49">
            <a:extLst>
              <a:ext uri="{FF2B5EF4-FFF2-40B4-BE49-F238E27FC236}">
                <a16:creationId xmlns:a16="http://schemas.microsoft.com/office/drawing/2014/main" id="{2D1FE9BD-E8DE-7B44-97E8-8BB34735EA2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56475" y="3065463"/>
            <a:ext cx="236538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7" name="Straight Arrow Connector 50">
            <a:extLst>
              <a:ext uri="{FF2B5EF4-FFF2-40B4-BE49-F238E27FC236}">
                <a16:creationId xmlns:a16="http://schemas.microsoft.com/office/drawing/2014/main" id="{F52989B6-1598-8947-B62D-97A68F9D929E}"/>
              </a:ext>
            </a:extLst>
          </p:cNvPr>
          <p:cNvCxnSpPr>
            <a:cxnSpLocks noChangeShapeType="1"/>
            <a:stCxn id="37895" idx="3"/>
          </p:cNvCxnSpPr>
          <p:nvPr/>
        </p:nvCxnSpPr>
        <p:spPr bwMode="auto">
          <a:xfrm>
            <a:off x="3765550" y="2360613"/>
            <a:ext cx="359092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8" name="Straight Arrow Connector 51">
            <a:extLst>
              <a:ext uri="{FF2B5EF4-FFF2-40B4-BE49-F238E27FC236}">
                <a16:creationId xmlns:a16="http://schemas.microsoft.com/office/drawing/2014/main" id="{46F734E0-A929-8449-94AD-D180B3B1DAB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73638" y="2876550"/>
            <a:ext cx="2382837" cy="3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9" name="Straight Arrow Connector 52">
            <a:extLst>
              <a:ext uri="{FF2B5EF4-FFF2-40B4-BE49-F238E27FC236}">
                <a16:creationId xmlns:a16="http://schemas.microsoft.com/office/drawing/2014/main" id="{3FF15869-2C50-6C4A-9549-87F0F6F0681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584950" y="3408363"/>
            <a:ext cx="7715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0" name="Straight Arrow Connector 53">
            <a:extLst>
              <a:ext uri="{FF2B5EF4-FFF2-40B4-BE49-F238E27FC236}">
                <a16:creationId xmlns:a16="http://schemas.microsoft.com/office/drawing/2014/main" id="{FE56BC7F-A8DC-BE47-9434-DB154B59139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154863" y="3943350"/>
            <a:ext cx="201612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11" name="TextBox 54">
            <a:extLst>
              <a:ext uri="{FF2B5EF4-FFF2-40B4-BE49-F238E27FC236}">
                <a16:creationId xmlns:a16="http://schemas.microsoft.com/office/drawing/2014/main" id="{354EF88C-3D82-6242-91F5-4ECAD3353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5725" y="2085975"/>
            <a:ext cx="10874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Integer add</a:t>
            </a:r>
          </a:p>
        </p:txBody>
      </p:sp>
      <p:sp>
        <p:nvSpPr>
          <p:cNvPr id="37912" name="TextBox 55">
            <a:extLst>
              <a:ext uri="{FF2B5EF4-FFF2-40B4-BE49-F238E27FC236}">
                <a16:creationId xmlns:a16="http://schemas.microsoft.com/office/drawing/2014/main" id="{E4FA4447-3DCB-CC45-9F8A-F3F8D589D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2700" y="2481263"/>
            <a:ext cx="10795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Integer mul</a:t>
            </a:r>
          </a:p>
        </p:txBody>
      </p:sp>
      <p:sp>
        <p:nvSpPr>
          <p:cNvPr id="37913" name="TextBox 56">
            <a:extLst>
              <a:ext uri="{FF2B5EF4-FFF2-40B4-BE49-F238E27FC236}">
                <a16:creationId xmlns:a16="http://schemas.microsoft.com/office/drawing/2014/main" id="{B8CACE3E-3453-E543-8B6E-996ED2FA0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4950" y="3038475"/>
            <a:ext cx="7493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FP mul</a:t>
            </a:r>
          </a:p>
        </p:txBody>
      </p:sp>
      <p:sp>
        <p:nvSpPr>
          <p:cNvPr id="37914" name="TextBox 57">
            <a:extLst>
              <a:ext uri="{FF2B5EF4-FFF2-40B4-BE49-F238E27FC236}">
                <a16:creationId xmlns:a16="http://schemas.microsoft.com/office/drawing/2014/main" id="{B7A09AA6-1276-0845-B43D-66C4B3D780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8763" y="4124325"/>
            <a:ext cx="12207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Load/store</a:t>
            </a:r>
          </a:p>
        </p:txBody>
      </p:sp>
      <p:sp>
        <p:nvSpPr>
          <p:cNvPr id="37915" name="Rectangle 13">
            <a:extLst>
              <a:ext uri="{FF2B5EF4-FFF2-40B4-BE49-F238E27FC236}">
                <a16:creationId xmlns:a16="http://schemas.microsoft.com/office/drawing/2014/main" id="{2040FA2D-E7E1-C347-8EF8-3A56CD6C3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3013" y="2022475"/>
            <a:ext cx="401637" cy="21304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</a:t>
            </a:r>
          </a:p>
        </p:txBody>
      </p:sp>
      <p:cxnSp>
        <p:nvCxnSpPr>
          <p:cNvPr id="37916" name="Straight Arrow Connector 59">
            <a:extLst>
              <a:ext uri="{FF2B5EF4-FFF2-40B4-BE49-F238E27FC236}">
                <a16:creationId xmlns:a16="http://schemas.microsoft.com/office/drawing/2014/main" id="{2DE78189-776A-BD40-AA04-76A87EB4B94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994650" y="3059113"/>
            <a:ext cx="236538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17" name="TextBox 61">
            <a:extLst>
              <a:ext uri="{FF2B5EF4-FFF2-40B4-BE49-F238E27FC236}">
                <a16:creationId xmlns:a16="http://schemas.microsoft.com/office/drawing/2014/main" id="{05837FB9-C56A-5D42-8898-085404BCD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846" y="2676415"/>
            <a:ext cx="14157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Reservation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Station</a:t>
            </a:r>
          </a:p>
        </p:txBody>
      </p:sp>
      <p:cxnSp>
        <p:nvCxnSpPr>
          <p:cNvPr id="37918" name="Straight Connector 63">
            <a:extLst>
              <a:ext uri="{FF2B5EF4-FFF2-40B4-BE49-F238E27FC236}">
                <a16:creationId xmlns:a16="http://schemas.microsoft.com/office/drawing/2014/main" id="{B096BBBB-5A70-E74A-9C2F-D7B2998A6AD8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6602413" y="2190750"/>
            <a:ext cx="1738312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9" name="Straight Connector 66">
            <a:extLst>
              <a:ext uri="{FF2B5EF4-FFF2-40B4-BE49-F238E27FC236}">
                <a16:creationId xmlns:a16="http://schemas.microsoft.com/office/drawing/2014/main" id="{6FBF9FE7-A3CB-A14D-8E5E-F53435410D7E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332830" y="1266825"/>
            <a:ext cx="5137946" cy="5715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20" name="Straight Arrow Connector 68">
            <a:extLst>
              <a:ext uri="{FF2B5EF4-FFF2-40B4-BE49-F238E27FC236}">
                <a16:creationId xmlns:a16="http://schemas.microsoft.com/office/drawing/2014/main" id="{D190A782-9316-0849-8789-6BD5B5FEE658}"/>
              </a:ext>
            </a:extLst>
          </p:cNvPr>
          <p:cNvCxnSpPr>
            <a:cxnSpLocks noChangeShapeType="1"/>
            <a:endCxn id="37893" idx="0"/>
          </p:cNvCxnSpPr>
          <p:nvPr/>
        </p:nvCxnSpPr>
        <p:spPr bwMode="auto">
          <a:xfrm>
            <a:off x="2332830" y="1266825"/>
            <a:ext cx="0" cy="485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21" name="TextBox 69">
            <a:extLst>
              <a:ext uri="{FF2B5EF4-FFF2-40B4-BE49-F238E27FC236}">
                <a16:creationId xmlns:a16="http://schemas.microsoft.com/office/drawing/2014/main" id="{A38BA302-DC27-804D-8C5B-AD5ADD6CC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3" y="1014413"/>
            <a:ext cx="2728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TAG and VALUE Broadcast Bus</a:t>
            </a:r>
          </a:p>
        </p:txBody>
      </p:sp>
      <p:sp>
        <p:nvSpPr>
          <p:cNvPr id="37922" name="TextBox 70">
            <a:extLst>
              <a:ext uri="{FF2B5EF4-FFF2-40B4-BE49-F238E27FC236}">
                <a16:creationId xmlns:a16="http://schemas.microsoft.com/office/drawing/2014/main" id="{7E3DDFD7-D8D2-C84D-915F-1F5C83145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20" y="4419601"/>
            <a:ext cx="9667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order</a:t>
            </a:r>
          </a:p>
        </p:txBody>
      </p:sp>
      <p:sp>
        <p:nvSpPr>
          <p:cNvPr id="37923" name="TextBox 71">
            <a:extLst>
              <a:ext uri="{FF2B5EF4-FFF2-40B4-BE49-F238E27FC236}">
                <a16:creationId xmlns:a16="http://schemas.microsoft.com/office/drawing/2014/main" id="{E74EDE64-3CBF-7741-A2CF-05DA9543B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5550" y="4462463"/>
            <a:ext cx="13636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out of order</a:t>
            </a:r>
          </a:p>
        </p:txBody>
      </p:sp>
      <p:sp>
        <p:nvSpPr>
          <p:cNvPr id="37924" name="TextBox 72">
            <a:extLst>
              <a:ext uri="{FF2B5EF4-FFF2-40B4-BE49-F238E27FC236}">
                <a16:creationId xmlns:a16="http://schemas.microsoft.com/office/drawing/2014/main" id="{0A5C85DF-3114-4D48-94BA-BD071A358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9550" y="4462463"/>
            <a:ext cx="9667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order</a:t>
            </a:r>
          </a:p>
        </p:txBody>
      </p:sp>
    </p:spTree>
    <p:extLst>
      <p:ext uri="{BB962C8B-B14F-4D97-AF65-F5344CB8AC3E}">
        <p14:creationId xmlns:p14="http://schemas.microsoft.com/office/powerpoint/2010/main" val="4243387839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id="{AB752953-2D82-E649-AC84-F24AC67D8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Two Humps in a Modern Pipeline</a:t>
            </a:r>
          </a:p>
        </p:txBody>
      </p:sp>
      <p:sp>
        <p:nvSpPr>
          <p:cNvPr id="103426" name="Content Placeholder 2">
            <a:extLst>
              <a:ext uri="{FF2B5EF4-FFF2-40B4-BE49-F238E27FC236}">
                <a16:creationId xmlns:a16="http://schemas.microsoft.com/office/drawing/2014/main" id="{CA7B9045-9CBC-374F-9456-4FE6976DC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6950"/>
            <a:ext cx="8809038" cy="5194300"/>
          </a:xfrm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Hump 1: Reservation stations (scheduling window)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Hump 2: Reordering (reorder buffer, aka instruction window or active window)</a:t>
            </a:r>
          </a:p>
        </p:txBody>
      </p:sp>
      <p:sp>
        <p:nvSpPr>
          <p:cNvPr id="47107" name="Slide Number Placeholder 3">
            <a:extLst>
              <a:ext uri="{FF2B5EF4-FFF2-40B4-BE49-F238E27FC236}">
                <a16:creationId xmlns:a16="http://schemas.microsoft.com/office/drawing/2014/main" id="{5F9E9541-7E8F-1443-88A5-40FBD947A2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10FD897-6B18-1F44-96AA-66F725E33442}" type="slidenum"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47108" name="Group 4">
            <a:extLst>
              <a:ext uri="{FF2B5EF4-FFF2-40B4-BE49-F238E27FC236}">
                <a16:creationId xmlns:a16="http://schemas.microsoft.com/office/drawing/2014/main" id="{AE5DD14D-2ED6-8B4C-A755-0ADDF4D7D7BB}"/>
              </a:ext>
            </a:extLst>
          </p:cNvPr>
          <p:cNvGrpSpPr>
            <a:grpSpLocks/>
          </p:cNvGrpSpPr>
          <p:nvPr/>
        </p:nvGrpSpPr>
        <p:grpSpPr bwMode="auto">
          <a:xfrm>
            <a:off x="704850" y="2825750"/>
            <a:ext cx="806450" cy="369888"/>
            <a:chOff x="1001099" y="4100530"/>
            <a:chExt cx="805656" cy="369887"/>
          </a:xfrm>
        </p:grpSpPr>
        <p:sp>
          <p:nvSpPr>
            <p:cNvPr id="47163" name="Rectangle 10">
              <a:extLst>
                <a:ext uri="{FF2B5EF4-FFF2-40B4-BE49-F238E27FC236}">
                  <a16:creationId xmlns:a16="http://schemas.microsoft.com/office/drawing/2014/main" id="{9F598FC3-6E94-7945-B0D8-F98090AB7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1099" y="4100530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</a:t>
              </a:r>
            </a:p>
          </p:txBody>
        </p:sp>
        <p:sp>
          <p:nvSpPr>
            <p:cNvPr id="47164" name="Rectangle 11">
              <a:extLst>
                <a:ext uri="{FF2B5EF4-FFF2-40B4-BE49-F238E27FC236}">
                  <a16:creationId xmlns:a16="http://schemas.microsoft.com/office/drawing/2014/main" id="{1575E324-FB74-1A44-8C50-561B4AA1B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3927" y="4100530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</a:t>
              </a:r>
            </a:p>
          </p:txBody>
        </p:sp>
      </p:grpSp>
      <p:sp>
        <p:nvSpPr>
          <p:cNvPr id="47109" name="Rectangle 8">
            <a:extLst>
              <a:ext uri="{FF2B5EF4-FFF2-40B4-BE49-F238E27FC236}">
                <a16:creationId xmlns:a16="http://schemas.microsoft.com/office/drawing/2014/main" id="{ADB73170-19EC-AC4F-9CB0-B76A9D46E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1809750"/>
            <a:ext cx="1227138" cy="2493963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47110" name="Straight Arrow Connector 10">
            <a:extLst>
              <a:ext uri="{FF2B5EF4-FFF2-40B4-BE49-F238E27FC236}">
                <a16:creationId xmlns:a16="http://schemas.microsoft.com/office/drawing/2014/main" id="{8E1A7DA6-B792-454F-B197-07B5F8FD8E5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514475" y="3011488"/>
            <a:ext cx="33337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11" name="Rectangle 12">
            <a:extLst>
              <a:ext uri="{FF2B5EF4-FFF2-40B4-BE49-F238E27FC236}">
                <a16:creationId xmlns:a16="http://schemas.microsoft.com/office/drawing/2014/main" id="{3CBFBE8C-F8B6-D345-BD6F-A32A635CF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2325" y="2174875"/>
            <a:ext cx="403225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</a:t>
            </a:r>
          </a:p>
        </p:txBody>
      </p:sp>
      <p:sp>
        <p:nvSpPr>
          <p:cNvPr id="47112" name="Rectangle 13">
            <a:extLst>
              <a:ext uri="{FF2B5EF4-FFF2-40B4-BE49-F238E27FC236}">
                <a16:creationId xmlns:a16="http://schemas.microsoft.com/office/drawing/2014/main" id="{A590F39E-2B74-1F49-8715-EF8F7907D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1188" y="2874963"/>
            <a:ext cx="401637" cy="369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</a:t>
            </a:r>
          </a:p>
        </p:txBody>
      </p:sp>
      <p:grpSp>
        <p:nvGrpSpPr>
          <p:cNvPr id="47113" name="Group 17">
            <a:extLst>
              <a:ext uri="{FF2B5EF4-FFF2-40B4-BE49-F238E27FC236}">
                <a16:creationId xmlns:a16="http://schemas.microsoft.com/office/drawing/2014/main" id="{8CEB35F6-E70D-B246-A0ED-DC5D50B5B598}"/>
              </a:ext>
            </a:extLst>
          </p:cNvPr>
          <p:cNvGrpSpPr>
            <a:grpSpLocks/>
          </p:cNvGrpSpPr>
          <p:nvPr/>
        </p:nvGrpSpPr>
        <p:grpSpPr bwMode="auto">
          <a:xfrm>
            <a:off x="3362325" y="3222625"/>
            <a:ext cx="3222625" cy="369888"/>
            <a:chOff x="2783717" y="3915586"/>
            <a:chExt cx="3222624" cy="369887"/>
          </a:xfrm>
        </p:grpSpPr>
        <p:sp>
          <p:nvSpPr>
            <p:cNvPr id="47155" name="Rectangle 12">
              <a:extLst>
                <a:ext uri="{FF2B5EF4-FFF2-40B4-BE49-F238E27FC236}">
                  <a16:creationId xmlns:a16="http://schemas.microsoft.com/office/drawing/2014/main" id="{0511977C-8275-F346-8704-3306229D3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3717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47156" name="Rectangle 12">
              <a:extLst>
                <a:ext uri="{FF2B5EF4-FFF2-40B4-BE49-F238E27FC236}">
                  <a16:creationId xmlns:a16="http://schemas.microsoft.com/office/drawing/2014/main" id="{2D803880-E041-D44D-AC2C-9B2EC7258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6545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47157" name="Rectangle 20">
              <a:extLst>
                <a:ext uri="{FF2B5EF4-FFF2-40B4-BE49-F238E27FC236}">
                  <a16:creationId xmlns:a16="http://schemas.microsoft.com/office/drawing/2014/main" id="{AF2663D0-5B1C-D544-B05E-7079DA94F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9373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47158" name="Rectangle 21">
              <a:extLst>
                <a:ext uri="{FF2B5EF4-FFF2-40B4-BE49-F238E27FC236}">
                  <a16:creationId xmlns:a16="http://schemas.microsoft.com/office/drawing/2014/main" id="{E53046A0-964C-A540-8AEB-D8CF4E96E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201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47159" name="Rectangle 12">
              <a:extLst>
                <a:ext uri="{FF2B5EF4-FFF2-40B4-BE49-F238E27FC236}">
                  <a16:creationId xmlns:a16="http://schemas.microsoft.com/office/drawing/2014/main" id="{0F042364-C3BD-0640-96B8-164B23D49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029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47160" name="Rectangle 12">
              <a:extLst>
                <a:ext uri="{FF2B5EF4-FFF2-40B4-BE49-F238E27FC236}">
                  <a16:creationId xmlns:a16="http://schemas.microsoft.com/office/drawing/2014/main" id="{2C055215-8BC6-E146-8D0D-5D9B8DBB4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7857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47161" name="Rectangle 12">
              <a:extLst>
                <a:ext uri="{FF2B5EF4-FFF2-40B4-BE49-F238E27FC236}">
                  <a16:creationId xmlns:a16="http://schemas.microsoft.com/office/drawing/2014/main" id="{33D92E9B-4098-3C4D-87E0-9648EAF1D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0685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47162" name="Rectangle 25">
              <a:extLst>
                <a:ext uri="{FF2B5EF4-FFF2-40B4-BE49-F238E27FC236}">
                  <a16:creationId xmlns:a16="http://schemas.microsoft.com/office/drawing/2014/main" id="{1AB5AA3C-DE54-024C-B00F-2A082F7A7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3513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</p:grpSp>
      <p:grpSp>
        <p:nvGrpSpPr>
          <p:cNvPr id="47114" name="Group 26">
            <a:extLst>
              <a:ext uri="{FF2B5EF4-FFF2-40B4-BE49-F238E27FC236}">
                <a16:creationId xmlns:a16="http://schemas.microsoft.com/office/drawing/2014/main" id="{7F7396B7-DA1D-7D40-9802-E70F82DA82D8}"/>
              </a:ext>
            </a:extLst>
          </p:cNvPr>
          <p:cNvGrpSpPr>
            <a:grpSpLocks/>
          </p:cNvGrpSpPr>
          <p:nvPr/>
        </p:nvGrpSpPr>
        <p:grpSpPr bwMode="auto">
          <a:xfrm>
            <a:off x="3362325" y="2690813"/>
            <a:ext cx="1611313" cy="374650"/>
            <a:chOff x="2783717" y="3915586"/>
            <a:chExt cx="1611312" cy="374488"/>
          </a:xfrm>
        </p:grpSpPr>
        <p:sp>
          <p:nvSpPr>
            <p:cNvPr id="47151" name="Rectangle 12">
              <a:extLst>
                <a:ext uri="{FF2B5EF4-FFF2-40B4-BE49-F238E27FC236}">
                  <a16:creationId xmlns:a16="http://schemas.microsoft.com/office/drawing/2014/main" id="{5B040F47-DF46-7043-B3C3-1615BD998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3717" y="3920187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47152" name="Rectangle 12">
              <a:extLst>
                <a:ext uri="{FF2B5EF4-FFF2-40B4-BE49-F238E27FC236}">
                  <a16:creationId xmlns:a16="http://schemas.microsoft.com/office/drawing/2014/main" id="{E554B5DB-4D1F-D645-B0D3-494359673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6545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47153" name="Rectangle 12">
              <a:extLst>
                <a:ext uri="{FF2B5EF4-FFF2-40B4-BE49-F238E27FC236}">
                  <a16:creationId xmlns:a16="http://schemas.microsoft.com/office/drawing/2014/main" id="{6C5AFC40-1FE4-924C-86CC-221F3EB51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9373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47154" name="Rectangle 12">
              <a:extLst>
                <a:ext uri="{FF2B5EF4-FFF2-40B4-BE49-F238E27FC236}">
                  <a16:creationId xmlns:a16="http://schemas.microsoft.com/office/drawing/2014/main" id="{2AA8DF29-C81A-C243-B7B0-1A56DA845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201" y="3915586"/>
              <a:ext cx="402828" cy="369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</p:grpSp>
      <p:grpSp>
        <p:nvGrpSpPr>
          <p:cNvPr id="47115" name="Group 31">
            <a:extLst>
              <a:ext uri="{FF2B5EF4-FFF2-40B4-BE49-F238E27FC236}">
                <a16:creationId xmlns:a16="http://schemas.microsoft.com/office/drawing/2014/main" id="{E64A0743-5AE5-5F49-A889-ED4493FE57A4}"/>
              </a:ext>
            </a:extLst>
          </p:cNvPr>
          <p:cNvGrpSpPr>
            <a:grpSpLocks/>
          </p:cNvGrpSpPr>
          <p:nvPr/>
        </p:nvGrpSpPr>
        <p:grpSpPr bwMode="auto">
          <a:xfrm>
            <a:off x="3362325" y="3592513"/>
            <a:ext cx="3903663" cy="523875"/>
            <a:chOff x="2783717" y="5184853"/>
            <a:chExt cx="3904221" cy="523220"/>
          </a:xfrm>
        </p:grpSpPr>
        <p:grpSp>
          <p:nvGrpSpPr>
            <p:cNvPr id="47141" name="Group 32">
              <a:extLst>
                <a:ext uri="{FF2B5EF4-FFF2-40B4-BE49-F238E27FC236}">
                  <a16:creationId xmlns:a16="http://schemas.microsoft.com/office/drawing/2014/main" id="{157E1D9E-E8FD-264F-9C0D-6CF563FF69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3717" y="5338186"/>
              <a:ext cx="3222624" cy="369887"/>
              <a:chOff x="2783717" y="3915586"/>
              <a:chExt cx="3222624" cy="369887"/>
            </a:xfrm>
          </p:grpSpPr>
          <p:sp>
            <p:nvSpPr>
              <p:cNvPr id="47143" name="Rectangle 12">
                <a:extLst>
                  <a:ext uri="{FF2B5EF4-FFF2-40B4-BE49-F238E27FC236}">
                    <a16:creationId xmlns:a16="http://schemas.microsoft.com/office/drawing/2014/main" id="{46748ACD-2014-574B-9D8E-FF9223258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3717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47144" name="Rectangle 12">
                <a:extLst>
                  <a:ext uri="{FF2B5EF4-FFF2-40B4-BE49-F238E27FC236}">
                    <a16:creationId xmlns:a16="http://schemas.microsoft.com/office/drawing/2014/main" id="{F0C074E6-52B4-4B47-8599-DF1C191C3A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6545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47145" name="Rectangle 12">
                <a:extLst>
                  <a:ext uri="{FF2B5EF4-FFF2-40B4-BE49-F238E27FC236}">
                    <a16:creationId xmlns:a16="http://schemas.microsoft.com/office/drawing/2014/main" id="{92104211-C4DD-9F49-AD50-B19A3E89F6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373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47146" name="Rectangle 37">
                <a:extLst>
                  <a:ext uri="{FF2B5EF4-FFF2-40B4-BE49-F238E27FC236}">
                    <a16:creationId xmlns:a16="http://schemas.microsoft.com/office/drawing/2014/main" id="{22E33E60-FBF7-5740-A553-9FB2FB6CD8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201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47147" name="Rectangle 12">
                <a:extLst>
                  <a:ext uri="{FF2B5EF4-FFF2-40B4-BE49-F238E27FC236}">
                    <a16:creationId xmlns:a16="http://schemas.microsoft.com/office/drawing/2014/main" id="{31E85003-DD2D-E64F-8315-E543BEF090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5029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47148" name="Rectangle 12">
                <a:extLst>
                  <a:ext uri="{FF2B5EF4-FFF2-40B4-BE49-F238E27FC236}">
                    <a16:creationId xmlns:a16="http://schemas.microsoft.com/office/drawing/2014/main" id="{BB0A0D67-28E4-4D44-B0E3-ED358A23E0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7857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47149" name="Rectangle 12">
                <a:extLst>
                  <a:ext uri="{FF2B5EF4-FFF2-40B4-BE49-F238E27FC236}">
                    <a16:creationId xmlns:a16="http://schemas.microsoft.com/office/drawing/2014/main" id="{DE24F1A9-AE21-4B4D-AB60-24FC64016D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00685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47150" name="Rectangle 41">
                <a:extLst>
                  <a:ext uri="{FF2B5EF4-FFF2-40B4-BE49-F238E27FC236}">
                    <a16:creationId xmlns:a16="http://schemas.microsoft.com/office/drawing/2014/main" id="{7B8B4279-11C6-4743-8695-5622BE1E56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03513" y="3915586"/>
                <a:ext cx="402828" cy="36988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</p:grpSp>
        <p:sp>
          <p:nvSpPr>
            <p:cNvPr id="47142" name="TextBox 33">
              <a:extLst>
                <a:ext uri="{FF2B5EF4-FFF2-40B4-BE49-F238E27FC236}">
                  <a16:creationId xmlns:a16="http://schemas.microsoft.com/office/drawing/2014/main" id="{78170F8C-F020-6A43-B7C9-65DA0F2D8E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6341" y="5184853"/>
              <a:ext cx="68159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. . .</a:t>
              </a:r>
            </a:p>
          </p:txBody>
        </p:sp>
      </p:grpSp>
      <p:cxnSp>
        <p:nvCxnSpPr>
          <p:cNvPr id="47116" name="Straight Connector 43">
            <a:extLst>
              <a:ext uri="{FF2B5EF4-FFF2-40B4-BE49-F238E27FC236}">
                <a16:creationId xmlns:a16="http://schemas.microsoft.com/office/drawing/2014/main" id="{22ADAFBE-4712-9A44-90C5-F32F1B634015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2268538" y="3136900"/>
            <a:ext cx="160813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7" name="Straight Arrow Connector 44">
            <a:extLst>
              <a:ext uri="{FF2B5EF4-FFF2-40B4-BE49-F238E27FC236}">
                <a16:creationId xmlns:a16="http://schemas.microsoft.com/office/drawing/2014/main" id="{BB7DBA87-8912-CC44-B04D-3807C1D9E13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3400" y="3941763"/>
            <a:ext cx="28892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8" name="Straight Arrow Connector 45">
            <a:extLst>
              <a:ext uri="{FF2B5EF4-FFF2-40B4-BE49-F238E27FC236}">
                <a16:creationId xmlns:a16="http://schemas.microsoft.com/office/drawing/2014/main" id="{D25FF904-8473-B449-B8E8-506A1A0E1B7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1813" y="3408363"/>
            <a:ext cx="2905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9" name="Straight Arrow Connector 46">
            <a:extLst>
              <a:ext uri="{FF2B5EF4-FFF2-40B4-BE49-F238E27FC236}">
                <a16:creationId xmlns:a16="http://schemas.microsoft.com/office/drawing/2014/main" id="{8AE9026E-658E-D542-B429-8092FBA7377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9750" y="2333625"/>
            <a:ext cx="2905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0" name="Straight Arrow Connector 47">
            <a:extLst>
              <a:ext uri="{FF2B5EF4-FFF2-40B4-BE49-F238E27FC236}">
                <a16:creationId xmlns:a16="http://schemas.microsoft.com/office/drawing/2014/main" id="{D0A40A9E-9890-7047-8A63-7159B9F13A8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2879725"/>
            <a:ext cx="29051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1" name="Straight Connector 48">
            <a:extLst>
              <a:ext uri="{FF2B5EF4-FFF2-40B4-BE49-F238E27FC236}">
                <a16:creationId xmlns:a16="http://schemas.microsoft.com/office/drawing/2014/main" id="{4DA7CDE8-0C0F-664E-982D-B58325907F7E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551613" y="3138488"/>
            <a:ext cx="16081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2" name="Straight Arrow Connector 49">
            <a:extLst>
              <a:ext uri="{FF2B5EF4-FFF2-40B4-BE49-F238E27FC236}">
                <a16:creationId xmlns:a16="http://schemas.microsoft.com/office/drawing/2014/main" id="{2365D134-3C7D-DD42-93C5-7FDE271FC49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56475" y="3065463"/>
            <a:ext cx="236538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3" name="Straight Arrow Connector 50">
            <a:extLst>
              <a:ext uri="{FF2B5EF4-FFF2-40B4-BE49-F238E27FC236}">
                <a16:creationId xmlns:a16="http://schemas.microsoft.com/office/drawing/2014/main" id="{68CAA3DF-38FE-564A-A2C4-DE973DA56A0C}"/>
              </a:ext>
            </a:extLst>
          </p:cNvPr>
          <p:cNvCxnSpPr>
            <a:cxnSpLocks noChangeShapeType="1"/>
            <a:stCxn id="47111" idx="3"/>
          </p:cNvCxnSpPr>
          <p:nvPr/>
        </p:nvCxnSpPr>
        <p:spPr bwMode="auto">
          <a:xfrm>
            <a:off x="3765550" y="2360613"/>
            <a:ext cx="359092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4" name="Straight Arrow Connector 51">
            <a:extLst>
              <a:ext uri="{FF2B5EF4-FFF2-40B4-BE49-F238E27FC236}">
                <a16:creationId xmlns:a16="http://schemas.microsoft.com/office/drawing/2014/main" id="{21F52A2B-4441-C949-8D20-B96981CFDDC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73638" y="2876550"/>
            <a:ext cx="2382837" cy="3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5" name="Straight Arrow Connector 52">
            <a:extLst>
              <a:ext uri="{FF2B5EF4-FFF2-40B4-BE49-F238E27FC236}">
                <a16:creationId xmlns:a16="http://schemas.microsoft.com/office/drawing/2014/main" id="{04EC8A8F-89E6-A947-BF49-AE313CDD271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584950" y="3408363"/>
            <a:ext cx="7715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6" name="Straight Arrow Connector 53">
            <a:extLst>
              <a:ext uri="{FF2B5EF4-FFF2-40B4-BE49-F238E27FC236}">
                <a16:creationId xmlns:a16="http://schemas.microsoft.com/office/drawing/2014/main" id="{7198FE0F-9573-354D-8AAC-D1190B8FB5F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154863" y="3943350"/>
            <a:ext cx="201612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27" name="TextBox 54">
            <a:extLst>
              <a:ext uri="{FF2B5EF4-FFF2-40B4-BE49-F238E27FC236}">
                <a16:creationId xmlns:a16="http://schemas.microsoft.com/office/drawing/2014/main" id="{113AAF81-8271-E346-A694-F3000FAA6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5725" y="2085975"/>
            <a:ext cx="10874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Integer add</a:t>
            </a:r>
          </a:p>
        </p:txBody>
      </p:sp>
      <p:sp>
        <p:nvSpPr>
          <p:cNvPr id="47128" name="TextBox 55">
            <a:extLst>
              <a:ext uri="{FF2B5EF4-FFF2-40B4-BE49-F238E27FC236}">
                <a16:creationId xmlns:a16="http://schemas.microsoft.com/office/drawing/2014/main" id="{98F26484-A333-744B-9131-AE5311300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2700" y="2481263"/>
            <a:ext cx="10795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Integer mul</a:t>
            </a:r>
          </a:p>
        </p:txBody>
      </p:sp>
      <p:sp>
        <p:nvSpPr>
          <p:cNvPr id="47129" name="TextBox 56">
            <a:extLst>
              <a:ext uri="{FF2B5EF4-FFF2-40B4-BE49-F238E27FC236}">
                <a16:creationId xmlns:a16="http://schemas.microsoft.com/office/drawing/2014/main" id="{C806C382-BEC1-814B-A24B-84210F75A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4950" y="3038475"/>
            <a:ext cx="7493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FP mul</a:t>
            </a:r>
          </a:p>
        </p:txBody>
      </p:sp>
      <p:sp>
        <p:nvSpPr>
          <p:cNvPr id="47130" name="TextBox 57">
            <a:extLst>
              <a:ext uri="{FF2B5EF4-FFF2-40B4-BE49-F238E27FC236}">
                <a16:creationId xmlns:a16="http://schemas.microsoft.com/office/drawing/2014/main" id="{8825F9C3-7066-9D4A-AF94-CDADBCBBF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8763" y="4124325"/>
            <a:ext cx="12207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Load/store</a:t>
            </a:r>
          </a:p>
        </p:txBody>
      </p:sp>
      <p:sp>
        <p:nvSpPr>
          <p:cNvPr id="47131" name="Rectangle 13">
            <a:extLst>
              <a:ext uri="{FF2B5EF4-FFF2-40B4-BE49-F238E27FC236}">
                <a16:creationId xmlns:a16="http://schemas.microsoft.com/office/drawing/2014/main" id="{7873D087-37A1-BD4C-BAF0-7C0766F5F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3013" y="2022475"/>
            <a:ext cx="401637" cy="21304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</a:t>
            </a:r>
          </a:p>
        </p:txBody>
      </p:sp>
      <p:cxnSp>
        <p:nvCxnSpPr>
          <p:cNvPr id="47132" name="Straight Arrow Connector 59">
            <a:extLst>
              <a:ext uri="{FF2B5EF4-FFF2-40B4-BE49-F238E27FC236}">
                <a16:creationId xmlns:a16="http://schemas.microsoft.com/office/drawing/2014/main" id="{1CF57462-3F9C-F646-B3CA-2C53DEB75F8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994650" y="3059113"/>
            <a:ext cx="236538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33" name="TextBox 61">
            <a:extLst>
              <a:ext uri="{FF2B5EF4-FFF2-40B4-BE49-F238E27FC236}">
                <a16:creationId xmlns:a16="http://schemas.microsoft.com/office/drawing/2014/main" id="{F6C341CC-2F47-044A-8170-D50EC285B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1919288"/>
            <a:ext cx="350837" cy="230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</a:t>
            </a:r>
          </a:p>
        </p:txBody>
      </p:sp>
      <p:cxnSp>
        <p:nvCxnSpPr>
          <p:cNvPr id="47134" name="Straight Connector 63">
            <a:extLst>
              <a:ext uri="{FF2B5EF4-FFF2-40B4-BE49-F238E27FC236}">
                <a16:creationId xmlns:a16="http://schemas.microsoft.com/office/drawing/2014/main" id="{E0C72D7D-A897-B241-9227-E4F38901C0C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6602413" y="2190750"/>
            <a:ext cx="1738312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35" name="Straight Connector 66">
            <a:extLst>
              <a:ext uri="{FF2B5EF4-FFF2-40B4-BE49-F238E27FC236}">
                <a16:creationId xmlns:a16="http://schemas.microsoft.com/office/drawing/2014/main" id="{19CB6DD4-B2FB-E648-9206-77860DC203C8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2457450" y="1322388"/>
            <a:ext cx="5013325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36" name="Straight Arrow Connector 68">
            <a:extLst>
              <a:ext uri="{FF2B5EF4-FFF2-40B4-BE49-F238E27FC236}">
                <a16:creationId xmlns:a16="http://schemas.microsoft.com/office/drawing/2014/main" id="{54A70F88-C88C-7F42-B489-74CC1B75C44A}"/>
              </a:ext>
            </a:extLst>
          </p:cNvPr>
          <p:cNvCxnSpPr>
            <a:cxnSpLocks noChangeShapeType="1"/>
            <a:endCxn id="47109" idx="0"/>
          </p:cNvCxnSpPr>
          <p:nvPr/>
        </p:nvCxnSpPr>
        <p:spPr bwMode="auto">
          <a:xfrm rot="16200000" flipH="1">
            <a:off x="2216944" y="1564481"/>
            <a:ext cx="485775" cy="47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37" name="TextBox 69">
            <a:extLst>
              <a:ext uri="{FF2B5EF4-FFF2-40B4-BE49-F238E27FC236}">
                <a16:creationId xmlns:a16="http://schemas.microsoft.com/office/drawing/2014/main" id="{4A8F26CF-DFE5-2B40-AD22-652542106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3" y="1014413"/>
            <a:ext cx="2728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TAG and VALUE Broadcast Bus</a:t>
            </a:r>
          </a:p>
        </p:txBody>
      </p:sp>
      <p:sp>
        <p:nvSpPr>
          <p:cNvPr id="47138" name="TextBox 70">
            <a:extLst>
              <a:ext uri="{FF2B5EF4-FFF2-40B4-BE49-F238E27FC236}">
                <a16:creationId xmlns:a16="http://schemas.microsoft.com/office/drawing/2014/main" id="{45A143A8-6F57-C843-A209-35E544EA7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5" y="4462463"/>
            <a:ext cx="9667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order</a:t>
            </a:r>
          </a:p>
        </p:txBody>
      </p:sp>
      <p:sp>
        <p:nvSpPr>
          <p:cNvPr id="47139" name="TextBox 71">
            <a:extLst>
              <a:ext uri="{FF2B5EF4-FFF2-40B4-BE49-F238E27FC236}">
                <a16:creationId xmlns:a16="http://schemas.microsoft.com/office/drawing/2014/main" id="{2CFEC45F-421D-DD45-9303-7700EFD3D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5550" y="4462463"/>
            <a:ext cx="13636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out of order</a:t>
            </a:r>
          </a:p>
        </p:txBody>
      </p:sp>
      <p:sp>
        <p:nvSpPr>
          <p:cNvPr id="47140" name="TextBox 72">
            <a:extLst>
              <a:ext uri="{FF2B5EF4-FFF2-40B4-BE49-F238E27FC236}">
                <a16:creationId xmlns:a16="http://schemas.microsoft.com/office/drawing/2014/main" id="{5EFFA50A-7107-1242-9727-7F24CCA3E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9550" y="4462463"/>
            <a:ext cx="9667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order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42181E-D487-0B42-BF2B-053FF1926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066800"/>
            <a:ext cx="9375321" cy="50482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7DEAF7-A465-6144-A83A-CA9C608BC293}"/>
              </a:ext>
            </a:extLst>
          </p:cNvPr>
          <p:cNvSpPr txBox="1"/>
          <p:nvPr/>
        </p:nvSpPr>
        <p:spPr>
          <a:xfrm>
            <a:off x="76200" y="6553200"/>
            <a:ext cx="38779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Photo credit: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  <a:hlinkClick r:id="rId3"/>
              </a:rPr>
              <a:t>http://true-wildlife.blogspot.ch/2010/10/bactrian-camel.html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9710864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>
            <a:extLst>
              <a:ext uri="{FF2B5EF4-FFF2-40B4-BE49-F238E27FC236}">
                <a16:creationId xmlns:a16="http://schemas.microsoft.com/office/drawing/2014/main" id="{752D73E5-6CFA-9E41-869C-CF7CB8CD6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/>
          <a:lstStyle/>
          <a:p>
            <a:r>
              <a:rPr lang="en-US" altLang="en-US" sz="3600">
                <a:ea typeface="ＭＳ Ｐゴシック" panose="020B0600070205080204" pitchFamily="34" charset="-128"/>
              </a:rPr>
              <a:t>Modern OoO Execution w/ Precise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F4385-29B6-7345-99D0-ADA62810E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6950"/>
            <a:ext cx="8915400" cy="51943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Most modern processors use the following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Reorder buffer </a:t>
            </a:r>
            <a:r>
              <a:rPr lang="en-US" altLang="en-US" dirty="0">
                <a:ea typeface="ＭＳ Ｐゴシック" panose="020B0600070205080204" pitchFamily="34" charset="-128"/>
              </a:rPr>
              <a:t>to support in-order retirement of instructions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A single register file</a:t>
            </a:r>
            <a:r>
              <a:rPr lang="en-US" altLang="en-US" dirty="0">
                <a:ea typeface="ＭＳ Ｐゴシック" panose="020B0600070205080204" pitchFamily="34" charset="-128"/>
              </a:rPr>
              <a:t> to store all registers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Both speculative and architectural registers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INT and FP are still separate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Two register maps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Future/frontend register map </a:t>
            </a:r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 used for renaming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Architectural register map </a:t>
            </a:r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 used for maintaining precise state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8915" name="Slide Number Placeholder 3">
            <a:extLst>
              <a:ext uri="{FF2B5EF4-FFF2-40B4-BE49-F238E27FC236}">
                <a16:creationId xmlns:a16="http://schemas.microsoft.com/office/drawing/2014/main" id="{6742D3A5-62BF-CC4E-AA70-4228449895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8D1AEF-3294-1E4D-8D64-F67C10D084D0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7358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888981DC-3A78-B949-BC73-FB1D6C687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400">
                <a:ea typeface="ＭＳ Ｐゴシック" panose="020B0600070205080204" pitchFamily="34" charset="-128"/>
              </a:rPr>
              <a:t>Out-of-Order Execution with Precise Exceptions</a:t>
            </a:r>
          </a:p>
        </p:txBody>
      </p:sp>
      <p:sp>
        <p:nvSpPr>
          <p:cNvPr id="73730" name="Content Placeholder 2">
            <a:extLst>
              <a:ext uri="{FF2B5EF4-FFF2-40B4-BE49-F238E27FC236}">
                <a16:creationId xmlns:a16="http://schemas.microsoft.com/office/drawing/2014/main" id="{8210759B-1DE8-1F4E-8A2A-A68B84ADA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14400"/>
            <a:ext cx="8991600" cy="5099050"/>
          </a:xfrm>
        </p:spPr>
        <p:txBody>
          <a:bodyPr/>
          <a:lstStyle/>
          <a:p>
            <a:r>
              <a:rPr lang="en-US" altLang="en-US" b="1" dirty="0">
                <a:ea typeface="ＭＳ Ｐゴシック" panose="020B0600070205080204" pitchFamily="34" charset="-128"/>
              </a:rPr>
              <a:t>Idea: </a:t>
            </a:r>
            <a:r>
              <a:rPr lang="en-US" altLang="en-US" dirty="0">
                <a:ea typeface="ＭＳ Ｐゴシック" panose="020B0600070205080204" pitchFamily="34" charset="-128"/>
              </a:rPr>
              <a:t>Use a reorder buffer to reorder instructions before committing them to architectural state</a:t>
            </a:r>
          </a:p>
          <a:p>
            <a:pPr lvl="1"/>
            <a:endParaRPr lang="en-US" altLang="en-US" sz="1600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An instruction updates the RAT when it completes execution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Also called </a:t>
            </a:r>
            <a:r>
              <a:rPr lang="en-US" altLang="en-US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frontend register file</a:t>
            </a:r>
          </a:p>
          <a:p>
            <a:endParaRPr lang="en-US" altLang="en-US" sz="1600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An instruction updates a </a:t>
            </a:r>
            <a:r>
              <a:rPr lang="en-US" altLang="en-US" b="1" dirty="0">
                <a:ea typeface="ＭＳ Ｐゴシック" panose="020B0600070205080204" pitchFamily="34" charset="-128"/>
              </a:rPr>
              <a:t>separate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architectural register file </a:t>
            </a:r>
            <a:r>
              <a:rPr lang="en-US" altLang="en-US" dirty="0">
                <a:ea typeface="ＭＳ Ｐゴシック" panose="020B0600070205080204" pitchFamily="34" charset="-128"/>
              </a:rPr>
              <a:t>when it retires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i.e., when it is the oldest in the machine and has completed execution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In other words, </a:t>
            </a:r>
            <a:r>
              <a:rPr lang="en-US" altLang="en-US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the architectural register file is always updated in program order</a:t>
            </a:r>
          </a:p>
          <a:p>
            <a:pPr lvl="1"/>
            <a:endParaRPr lang="en-US" altLang="en-US" sz="1600" dirty="0">
              <a:solidFill>
                <a:srgbClr val="0000FF"/>
              </a:solidFill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On an exception: flush pipeline, copy architectural register file into frontend register file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DC1A8961-7A21-034D-B640-EF7456C8DD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7659659-ABC9-D245-9D9A-E8ABAA12363E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5509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313F45D4-3866-964A-A61D-C89328ACB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An Example from Modern Processors</a:t>
            </a:r>
          </a:p>
        </p:txBody>
      </p:sp>
      <p:sp>
        <p:nvSpPr>
          <p:cNvPr id="39938" name="Slide Number Placeholder 3">
            <a:extLst>
              <a:ext uri="{FF2B5EF4-FFF2-40B4-BE49-F238E27FC236}">
                <a16:creationId xmlns:a16="http://schemas.microsoft.com/office/drawing/2014/main" id="{DF419CEB-2F92-1847-A58C-5EFB85E28A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7B970D2-E74C-A947-8320-6DA5E6BFD38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39939" name="Picture 4">
            <a:extLst>
              <a:ext uri="{FF2B5EF4-FFF2-40B4-BE49-F238E27FC236}">
                <a16:creationId xmlns:a16="http://schemas.microsoft.com/office/drawing/2014/main" id="{AFF10B09-B120-DB48-9565-29B5985DB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41400"/>
            <a:ext cx="9144000" cy="482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0" name="Rectangle 9">
            <a:extLst>
              <a:ext uri="{FF2B5EF4-FFF2-40B4-BE49-F238E27FC236}">
                <a16:creationId xmlns:a16="http://schemas.microsoft.com/office/drawing/2014/main" id="{388AEAF8-D914-B746-959C-935369F1B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0"/>
            <a:ext cx="92202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Boggs et al., “</a:t>
            </a: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The Microarchitecture of the Pentium 4 Processor</a:t>
            </a: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,” Intel Technology Journal, 2001.</a:t>
            </a:r>
          </a:p>
        </p:txBody>
      </p:sp>
    </p:spTree>
    <p:extLst>
      <p:ext uri="{BB962C8B-B14F-4D97-AF65-F5344CB8AC3E}">
        <p14:creationId xmlns:p14="http://schemas.microsoft.com/office/powerpoint/2010/main" val="4052943031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4123B037-1ABC-D24F-BCE9-D5303A4D0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OOO Execution: Restricted Dataflow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B1E9A69C-D553-074A-9C0E-F20CBB21D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  <a:sym typeface="Wingdings" pitchFamily="2" charset="2"/>
              </a:rPr>
              <a:t>An out-of-order engine dynamically builds the dataflow graph</a:t>
            </a:r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 of a piece of the program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which piece?</a:t>
            </a:r>
          </a:p>
          <a:p>
            <a:pPr lvl="2"/>
            <a:endParaRPr lang="en-US" altLang="en-US" dirty="0">
              <a:ea typeface="ＭＳ Ｐゴシック" panose="020B0600070205080204" pitchFamily="34" charset="-128"/>
              <a:sym typeface="Wingdings" pitchFamily="2" charset="2"/>
            </a:endParaRPr>
          </a:p>
          <a:p>
            <a:r>
              <a:rPr lang="en-US" altLang="en-US" dirty="0">
                <a:solidFill>
                  <a:srgbClr val="0000FF"/>
                </a:solidFill>
                <a:ea typeface="ＭＳ Ｐゴシック" panose="020B0600070205080204" pitchFamily="34" charset="-128"/>
                <a:sym typeface="Wingdings" pitchFamily="2" charset="2"/>
              </a:rPr>
              <a:t>The dataflow graph is limited to the </a:t>
            </a:r>
            <a:r>
              <a:rPr lang="en-US" altLang="en-US" b="1" dirty="0">
                <a:solidFill>
                  <a:srgbClr val="0000FF"/>
                </a:solidFill>
                <a:ea typeface="ＭＳ Ｐゴシック" panose="020B0600070205080204" pitchFamily="34" charset="-128"/>
                <a:sym typeface="Wingdings" pitchFamily="2" charset="2"/>
              </a:rPr>
              <a:t>instruction window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Instruction window: all decoded but not yet retired instructions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  <a:sym typeface="Wingdings" pitchFamily="2" charset="2"/>
            </a:endParaRPr>
          </a:p>
          <a:p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Can we do it for the whole program? </a:t>
            </a:r>
          </a:p>
          <a:p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Why would we like to?</a:t>
            </a:r>
          </a:p>
          <a:p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In other words, how can we have a large instruction window?</a:t>
            </a:r>
          </a:p>
          <a:p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Can we do it efficiently with </a:t>
            </a:r>
            <a:r>
              <a:rPr lang="en-US" altLang="en-US" dirty="0" err="1">
                <a:ea typeface="ＭＳ Ｐゴシック" panose="020B0600070205080204" pitchFamily="34" charset="-128"/>
                <a:sym typeface="Wingdings" pitchFamily="2" charset="2"/>
              </a:rPr>
              <a:t>Tomasulo’s</a:t>
            </a:r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 algorithm?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43011" name="Slide Number Placeholder 3">
            <a:extLst>
              <a:ext uri="{FF2B5EF4-FFF2-40B4-BE49-F238E27FC236}">
                <a16:creationId xmlns:a16="http://schemas.microsoft.com/office/drawing/2014/main" id="{E14467D2-306B-6147-8C67-D4C5853D23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0B4A5BC-A4DC-8646-9336-A786C5E52363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7505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id="{EA2259BD-86A3-464D-BC7F-850451CAD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Questions to Ponder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389-1D9F-F647-8B24-DCDE5E17A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Why is </a:t>
            </a:r>
            <a:r>
              <a:rPr lang="en-US" altLang="en-US" dirty="0" err="1">
                <a:ea typeface="ＭＳ Ｐゴシック" panose="020B0600070205080204" pitchFamily="34" charset="-128"/>
              </a:rPr>
              <a:t>OoO</a:t>
            </a:r>
            <a:r>
              <a:rPr lang="en-US" altLang="en-US" dirty="0">
                <a:ea typeface="ＭＳ Ｐゴシック" panose="020B0600070205080204" pitchFamily="34" charset="-128"/>
              </a:rPr>
              <a:t> execution beneficial?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What if all operations take a single cycle?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Latency tolerance</a:t>
            </a:r>
            <a:r>
              <a:rPr lang="en-US" altLang="en-US" dirty="0">
                <a:ea typeface="ＭＳ Ｐゴシック" panose="020B0600070205080204" pitchFamily="34" charset="-128"/>
              </a:rPr>
              <a:t>: </a:t>
            </a:r>
            <a:r>
              <a:rPr lang="en-US" altLang="en-US" dirty="0" err="1">
                <a:ea typeface="ＭＳ Ｐゴシック" panose="020B0600070205080204" pitchFamily="34" charset="-128"/>
              </a:rPr>
              <a:t>OoO</a:t>
            </a:r>
            <a:r>
              <a:rPr lang="en-US" altLang="en-US" dirty="0">
                <a:ea typeface="ＭＳ Ｐゴシック" panose="020B0600070205080204" pitchFamily="34" charset="-128"/>
              </a:rPr>
              <a:t> execution tolerates the latency of multi-cycle operations by executing independent operations concurrently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What if an instruction takes 1000 cycles?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How large of an instruction window do we need to continue decoding?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How many cycles of latency can </a:t>
            </a:r>
            <a:r>
              <a:rPr lang="en-US" altLang="en-US" dirty="0" err="1">
                <a:ea typeface="ＭＳ Ｐゴシック" panose="020B0600070205080204" pitchFamily="34" charset="-128"/>
              </a:rPr>
              <a:t>OoO</a:t>
            </a:r>
            <a:r>
              <a:rPr lang="en-US" altLang="en-US" dirty="0">
                <a:ea typeface="ＭＳ Ｐゴシック" panose="020B0600070205080204" pitchFamily="34" charset="-128"/>
              </a:rPr>
              <a:t> tolerate?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What limits the latency tolerance scalability of </a:t>
            </a:r>
            <a:r>
              <a:rPr lang="en-US" altLang="en-US" dirty="0" err="1">
                <a:solidFill>
                  <a:srgbClr val="FF0000"/>
                </a:solidFill>
                <a:ea typeface="ＭＳ Ｐゴシック" panose="020B0600070205080204" pitchFamily="34" charset="-128"/>
              </a:rPr>
              <a:t>Tomasulo</a:t>
            </a:r>
            <a:r>
              <a:rPr lang="ja-JP" altLang="en-US">
                <a:solidFill>
                  <a:srgbClr val="FF0000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 algorithm?</a:t>
            </a:r>
          </a:p>
          <a:p>
            <a:pPr lvl="2"/>
            <a:r>
              <a:rPr lang="en-US" altLang="en-US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Instruction window size: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how many decoded but not yet retired instructions you can keep in the machine.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47107" name="Slide Number Placeholder 3">
            <a:extLst>
              <a:ext uri="{FF2B5EF4-FFF2-40B4-BE49-F238E27FC236}">
                <a16:creationId xmlns:a16="http://schemas.microsoft.com/office/drawing/2014/main" id="{842280AC-CE71-DA4F-8C11-A6377EA579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2C925B-DD53-BA44-A28B-21A8D90B645C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2712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26CCCDD6-8D9A-A743-BC72-4A5EC837A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/>
          <a:lstStyle/>
          <a:p>
            <a:r>
              <a:rPr lang="en-US" altLang="en-US" sz="3600">
                <a:ea typeface="ＭＳ Ｐゴシック" panose="020B0600070205080204" pitchFamily="34" charset="-128"/>
              </a:rPr>
              <a:t>General Organization of an OOO Processor</a:t>
            </a:r>
          </a:p>
        </p:txBody>
      </p:sp>
      <p:sp>
        <p:nvSpPr>
          <p:cNvPr id="48130" name="Content Placeholder 2">
            <a:extLst>
              <a:ext uri="{FF2B5EF4-FFF2-40B4-BE49-F238E27FC236}">
                <a16:creationId xmlns:a16="http://schemas.microsoft.com/office/drawing/2014/main" id="{18855DCE-5189-6247-9968-A2F19E9F5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6950"/>
            <a:ext cx="8763000" cy="5194300"/>
          </a:xfrm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pPr marL="342900" lvl="1" indent="-342900"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altLang="en-US" sz="1600" dirty="0">
                <a:ea typeface="ＭＳ Ｐゴシック" panose="020B0600070205080204" pitchFamily="34" charset="-128"/>
              </a:rPr>
              <a:t>Smith and </a:t>
            </a:r>
            <a:r>
              <a:rPr lang="en-US" altLang="en-US" sz="1600" dirty="0" err="1">
                <a:ea typeface="ＭＳ Ｐゴシック" panose="020B0600070205080204" pitchFamily="34" charset="-128"/>
              </a:rPr>
              <a:t>Sohi</a:t>
            </a:r>
            <a:r>
              <a:rPr lang="en-US" altLang="en-US" sz="1600" dirty="0">
                <a:ea typeface="ＭＳ Ｐゴシック" panose="020B0600070205080204" pitchFamily="34" charset="-128"/>
              </a:rPr>
              <a:t>, </a:t>
            </a:r>
            <a:r>
              <a:rPr lang="ja-JP" altLang="en-US" sz="1600" dirty="0">
                <a:ea typeface="ＭＳ Ｐゴシック" panose="020B0600070205080204" pitchFamily="34" charset="-128"/>
              </a:rPr>
              <a:t>“</a:t>
            </a:r>
            <a:r>
              <a:rPr lang="en-US" altLang="ja-JP" sz="1600" dirty="0">
                <a:ea typeface="ＭＳ Ｐゴシック" panose="020B0600070205080204" pitchFamily="34" charset="-128"/>
              </a:rPr>
              <a:t>The Microarchitecture of Superscalar Processors,</a:t>
            </a:r>
            <a:r>
              <a:rPr lang="ja-JP" altLang="en-US" sz="1600" dirty="0">
                <a:ea typeface="ＭＳ Ｐゴシック" panose="020B0600070205080204" pitchFamily="34" charset="-128"/>
              </a:rPr>
              <a:t>”</a:t>
            </a:r>
            <a:r>
              <a:rPr lang="en-US" altLang="ja-JP" sz="1600" dirty="0">
                <a:ea typeface="ＭＳ Ｐゴシック" panose="020B0600070205080204" pitchFamily="34" charset="-128"/>
              </a:rPr>
              <a:t> Proc. IEEE, Dec. 1995.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48131" name="Slide Number Placeholder 3">
            <a:extLst>
              <a:ext uri="{FF2B5EF4-FFF2-40B4-BE49-F238E27FC236}">
                <a16:creationId xmlns:a16="http://schemas.microsoft.com/office/drawing/2014/main" id="{48BAAE35-6CD1-0F40-9E78-A61D338706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487558-6D1A-9C40-AECD-6AACC39B4896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48132" name="Picture 2">
            <a:extLst>
              <a:ext uri="{FF2B5EF4-FFF2-40B4-BE49-F238E27FC236}">
                <a16:creationId xmlns:a16="http://schemas.microsoft.com/office/drawing/2014/main" id="{3A51AFC2-3F4B-534D-A8F6-956AB2824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19200"/>
            <a:ext cx="8277225" cy="417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3728016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>
            <a:extLst>
              <a:ext uri="{FF2B5EF4-FFF2-40B4-BE49-F238E27FC236}">
                <a16:creationId xmlns:a16="http://schemas.microsoft.com/office/drawing/2014/main" id="{2CD8C1C0-FAAD-9B45-888F-869097AA2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0"/>
            <a:ext cx="8610600" cy="10668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A Modern </a:t>
            </a:r>
            <a:r>
              <a:rPr lang="en-US" altLang="en-US" dirty="0" err="1">
                <a:ea typeface="ＭＳ Ｐゴシック" panose="020B0600070205080204" pitchFamily="34" charset="-128"/>
              </a:rPr>
              <a:t>OoO</a:t>
            </a:r>
            <a:r>
              <a:rPr lang="en-US" altLang="en-US" dirty="0">
                <a:ea typeface="ＭＳ Ｐゴシック" panose="020B0600070205080204" pitchFamily="34" charset="-128"/>
              </a:rPr>
              <a:t> Design: Intel Pentium 4</a:t>
            </a:r>
          </a:p>
        </p:txBody>
      </p:sp>
      <p:sp>
        <p:nvSpPr>
          <p:cNvPr id="49154" name="Slide Number Placeholder 3">
            <a:extLst>
              <a:ext uri="{FF2B5EF4-FFF2-40B4-BE49-F238E27FC236}">
                <a16:creationId xmlns:a16="http://schemas.microsoft.com/office/drawing/2014/main" id="{90627509-A676-984F-AB31-9571B6F673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AA1367D-E90B-8F45-9818-2B4AD79B40CF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49155" name="Picture 4">
            <a:extLst>
              <a:ext uri="{FF2B5EF4-FFF2-40B4-BE49-F238E27FC236}">
                <a16:creationId xmlns:a16="http://schemas.microsoft.com/office/drawing/2014/main" id="{3F0568CB-DD65-034F-A1C6-6393C0E9D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835944"/>
            <a:ext cx="7467600" cy="5148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6" name="Rectangle 1">
            <a:extLst>
              <a:ext uri="{FF2B5EF4-FFF2-40B4-BE49-F238E27FC236}">
                <a16:creationId xmlns:a16="http://schemas.microsoft.com/office/drawing/2014/main" id="{DB1FFB29-93C4-2441-9FC6-C281E0421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81" y="6096000"/>
            <a:ext cx="88852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Boggs et al., “</a:t>
            </a: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The Microarchitecture of the Pentium 4 Processor</a:t>
            </a: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,” Intel Technology Journal, 2001.</a:t>
            </a:r>
          </a:p>
        </p:txBody>
      </p:sp>
    </p:spTree>
    <p:extLst>
      <p:ext uri="{BB962C8B-B14F-4D97-AF65-F5344CB8AC3E}">
        <p14:creationId xmlns:p14="http://schemas.microsoft.com/office/powerpoint/2010/main" val="2872148240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>
            <a:extLst>
              <a:ext uri="{FF2B5EF4-FFF2-40B4-BE49-F238E27FC236}">
                <a16:creationId xmlns:a16="http://schemas.microsoft.com/office/drawing/2014/main" id="{7E63A927-C28A-9E46-9E94-0DA9AB0C9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0"/>
            <a:ext cx="8610600" cy="10668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Intel Pentium 4 Simplified</a:t>
            </a:r>
          </a:p>
        </p:txBody>
      </p:sp>
      <p:sp>
        <p:nvSpPr>
          <p:cNvPr id="50178" name="Slide Number Placeholder 3">
            <a:extLst>
              <a:ext uri="{FF2B5EF4-FFF2-40B4-BE49-F238E27FC236}">
                <a16:creationId xmlns:a16="http://schemas.microsoft.com/office/drawing/2014/main" id="{4A219328-04C2-FB48-B860-D2CB84E7D8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456937-AE7A-D14B-961E-828ACC17ACA7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50179" name="Picture 4">
            <a:extLst>
              <a:ext uri="{FF2B5EF4-FFF2-40B4-BE49-F238E27FC236}">
                <a16:creationId xmlns:a16="http://schemas.microsoft.com/office/drawing/2014/main" id="{8F7F84C8-BB3A-2841-B6B9-FC7304127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93738"/>
            <a:ext cx="9144000" cy="616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0" name="TextBox 2">
            <a:extLst>
              <a:ext uri="{FF2B5EF4-FFF2-40B4-BE49-F238E27FC236}">
                <a16:creationId xmlns:a16="http://schemas.microsoft.com/office/drawing/2014/main" id="{9A08DB82-943F-4A41-B998-CCFC3CC91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801688"/>
            <a:ext cx="33782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Mutlu+, “</a:t>
            </a:r>
            <a:r>
              <a:rPr kumimoji="0" lang="en-US" altLang="ja-JP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Runahead Execution</a:t>
            </a:r>
            <a:r>
              <a:rPr kumimoji="0" lang="en-US" altLang="ja-JP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,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”</a:t>
            </a:r>
            <a:r>
              <a:rPr kumimoji="0" lang="en-US" altLang="ja-JP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HPCA 2003.</a:t>
            </a:r>
          </a:p>
        </p:txBody>
      </p:sp>
    </p:spTree>
    <p:extLst>
      <p:ext uri="{BB962C8B-B14F-4D97-AF65-F5344CB8AC3E}">
        <p14:creationId xmlns:p14="http://schemas.microsoft.com/office/powerpoint/2010/main" val="270721154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>
            <a:extLst>
              <a:ext uri="{FF2B5EF4-FFF2-40B4-BE49-F238E27FC236}">
                <a16:creationId xmlns:a16="http://schemas.microsoft.com/office/drawing/2014/main" id="{1EAD8D1A-B74E-1C42-9DAD-6EB8B3D90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Alpha 21264</a:t>
            </a:r>
          </a:p>
        </p:txBody>
      </p:sp>
      <p:sp>
        <p:nvSpPr>
          <p:cNvPr id="51202" name="Slide Number Placeholder 3">
            <a:extLst>
              <a:ext uri="{FF2B5EF4-FFF2-40B4-BE49-F238E27FC236}">
                <a16:creationId xmlns:a16="http://schemas.microsoft.com/office/drawing/2014/main" id="{C4E4D2B7-B54B-4E4D-801D-1997516C23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EBFEC2-BE79-2244-A78B-77FD78BA10FF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51203" name="Picture 1">
            <a:extLst>
              <a:ext uri="{FF2B5EF4-FFF2-40B4-BE49-F238E27FC236}">
                <a16:creationId xmlns:a16="http://schemas.microsoft.com/office/drawing/2014/main" id="{071A184C-B513-F748-9A18-44574AB60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16000"/>
            <a:ext cx="9144000" cy="523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4" name="Rectangle 2">
            <a:extLst>
              <a:ext uri="{FF2B5EF4-FFF2-40B4-BE49-F238E27FC236}">
                <a16:creationId xmlns:a16="http://schemas.microsoft.com/office/drawing/2014/main" id="{40B844CF-5553-7745-8ED3-C73F5E072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488113"/>
            <a:ext cx="8305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Kessler, </a:t>
            </a:r>
            <a:r>
              <a:rPr kumimoji="0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“</a:t>
            </a:r>
            <a:r>
              <a:rPr kumimoji="0" lang="en-US" altLang="ja-JP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The Alpha 21264 Microprocessor,</a:t>
            </a:r>
            <a:r>
              <a:rPr kumimoji="0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”</a:t>
            </a:r>
            <a:r>
              <a:rPr kumimoji="0" lang="en-US" altLang="ja-JP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 IEEE Micro, March-April 1999.</a:t>
            </a:r>
          </a:p>
        </p:txBody>
      </p:sp>
    </p:spTree>
    <p:extLst>
      <p:ext uri="{BB962C8B-B14F-4D97-AF65-F5344CB8AC3E}">
        <p14:creationId xmlns:p14="http://schemas.microsoft.com/office/powerpoint/2010/main" val="1053349538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>
            <a:extLst>
              <a:ext uri="{FF2B5EF4-FFF2-40B4-BE49-F238E27FC236}">
                <a16:creationId xmlns:a16="http://schemas.microsoft.com/office/drawing/2014/main" id="{E6C1AEDA-6633-A643-B503-6F86D1688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MIPS R10000</a:t>
            </a:r>
          </a:p>
        </p:txBody>
      </p:sp>
      <p:sp>
        <p:nvSpPr>
          <p:cNvPr id="52226" name="Slide Number Placeholder 3">
            <a:extLst>
              <a:ext uri="{FF2B5EF4-FFF2-40B4-BE49-F238E27FC236}">
                <a16:creationId xmlns:a16="http://schemas.microsoft.com/office/drawing/2014/main" id="{FDE04A56-3BBB-E24D-93B3-EEF5958D24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D48AEA1-3D8C-1242-A8DF-5CA164DF6319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52227" name="Picture 1">
            <a:extLst>
              <a:ext uri="{FF2B5EF4-FFF2-40B4-BE49-F238E27FC236}">
                <a16:creationId xmlns:a16="http://schemas.microsoft.com/office/drawing/2014/main" id="{6ECD7248-892C-F549-806C-ED0E24440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0"/>
            <a:ext cx="9144000" cy="577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8" name="Rectangle 2">
            <a:extLst>
              <a:ext uri="{FF2B5EF4-FFF2-40B4-BE49-F238E27FC236}">
                <a16:creationId xmlns:a16="http://schemas.microsoft.com/office/drawing/2014/main" id="{A4E6CFCF-C646-2B4E-8F08-7398FBB60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6488113"/>
            <a:ext cx="89916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Yeager, “</a:t>
            </a:r>
            <a:r>
              <a:rPr kumimoji="0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The MIPS R10000 Superscalar Microprocessor</a:t>
            </a:r>
            <a:r>
              <a:rPr kumimoji="0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,</a:t>
            </a: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”</a:t>
            </a:r>
            <a:r>
              <a:rPr kumimoji="0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 IEEE Micro, April 1996</a:t>
            </a:r>
          </a:p>
        </p:txBody>
      </p:sp>
    </p:spTree>
    <p:extLst>
      <p:ext uri="{BB962C8B-B14F-4D97-AF65-F5344CB8AC3E}">
        <p14:creationId xmlns:p14="http://schemas.microsoft.com/office/powerpoint/2010/main" val="285880627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>
            <a:extLst>
              <a:ext uri="{FF2B5EF4-FFF2-40B4-BE49-F238E27FC236}">
                <a16:creationId xmlns:a16="http://schemas.microsoft.com/office/drawing/2014/main" id="{FFAF86D3-447C-3742-8E0B-260789293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IBM POWER4</a:t>
            </a:r>
          </a:p>
        </p:txBody>
      </p:sp>
      <p:sp>
        <p:nvSpPr>
          <p:cNvPr id="53250" name="Content Placeholder 2">
            <a:extLst>
              <a:ext uri="{FF2B5EF4-FFF2-40B4-BE49-F238E27FC236}">
                <a16:creationId xmlns:a16="http://schemas.microsoft.com/office/drawing/2014/main" id="{2887BDAA-2686-0541-9D11-023FF76D4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6950"/>
            <a:ext cx="3429000" cy="51943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Tendler et al., </a:t>
            </a:r>
            <a:r>
              <a:rPr lang="ja-JP" altLang="en-US">
                <a:ea typeface="ＭＳ Ｐゴシック" panose="020B0600070205080204" pitchFamily="34" charset="-128"/>
              </a:rPr>
              <a:t>“</a:t>
            </a:r>
            <a:r>
              <a:rPr lang="en-US" altLang="ja-JP">
                <a:solidFill>
                  <a:srgbClr val="0000FF"/>
                </a:solidFill>
                <a:ea typeface="ＭＳ Ｐゴシック" panose="020B0600070205080204" pitchFamily="34" charset="-128"/>
              </a:rPr>
              <a:t>POWER4 system microarchitecture</a:t>
            </a:r>
            <a:r>
              <a:rPr lang="en-US" altLang="ja-JP">
                <a:ea typeface="ＭＳ Ｐゴシック" panose="020B0600070205080204" pitchFamily="34" charset="-128"/>
              </a:rPr>
              <a:t>,</a:t>
            </a:r>
            <a:r>
              <a:rPr lang="ja-JP" altLang="en-US">
                <a:ea typeface="ＭＳ Ｐゴシック" panose="020B0600070205080204" pitchFamily="34" charset="-128"/>
              </a:rPr>
              <a:t>”</a:t>
            </a:r>
            <a:r>
              <a:rPr lang="en-US" altLang="ja-JP">
                <a:ea typeface="ＭＳ Ｐゴシック" panose="020B0600070205080204" pitchFamily="34" charset="-128"/>
              </a:rPr>
              <a:t> IBM J R&amp;D, 2002.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3251" name="Slide Number Placeholder 3">
            <a:extLst>
              <a:ext uri="{FF2B5EF4-FFF2-40B4-BE49-F238E27FC236}">
                <a16:creationId xmlns:a16="http://schemas.microsoft.com/office/drawing/2014/main" id="{F81F68A5-AB5D-7644-B654-F1DF818A87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26EA29-62E3-4742-A715-3CE2C0C8573C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53252" name="Picture 5" descr="power4-core.tiff">
            <a:extLst>
              <a:ext uri="{FF2B5EF4-FFF2-40B4-BE49-F238E27FC236}">
                <a16:creationId xmlns:a16="http://schemas.microsoft.com/office/drawing/2014/main" id="{BCEA3B0D-1AF3-234A-88C4-9D1B2A36AC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52400"/>
            <a:ext cx="4876800" cy="644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188799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>
            <a:extLst>
              <a:ext uri="{FF2B5EF4-FFF2-40B4-BE49-F238E27FC236}">
                <a16:creationId xmlns:a16="http://schemas.microsoft.com/office/drawing/2014/main" id="{BE5D510D-9FE0-4C49-830C-B4E87DD32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IBM POWER4</a:t>
            </a:r>
          </a:p>
        </p:txBody>
      </p:sp>
      <p:sp>
        <p:nvSpPr>
          <p:cNvPr id="54274" name="Content Placeholder 2">
            <a:extLst>
              <a:ext uri="{FF2B5EF4-FFF2-40B4-BE49-F238E27FC236}">
                <a16:creationId xmlns:a16="http://schemas.microsoft.com/office/drawing/2014/main" id="{9A4E4B6A-DF67-2945-A06B-F57BC34D2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2 cores, out-of-order execution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100-entry instruction window in each core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8-wide instruction fetch, issue, execute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Large, local+global hybrid branch predictor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1.5MB, 8-way L2 cache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Aggressive stream based prefetching</a:t>
            </a: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7A4F6009-DE6F-4347-B682-3DB248E205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82E8EA-61CE-B74B-B1EB-3BB0C854B94C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27886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>
            <a:extLst>
              <a:ext uri="{FF2B5EF4-FFF2-40B4-BE49-F238E27FC236}">
                <a16:creationId xmlns:a16="http://schemas.microsoft.com/office/drawing/2014/main" id="{A76BA713-E8A5-CA46-9286-1D8BE99CB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IBM POWER5</a:t>
            </a:r>
          </a:p>
        </p:txBody>
      </p:sp>
      <p:sp>
        <p:nvSpPr>
          <p:cNvPr id="55298" name="Content Placeholder 2">
            <a:extLst>
              <a:ext uri="{FF2B5EF4-FFF2-40B4-BE49-F238E27FC236}">
                <a16:creationId xmlns:a16="http://schemas.microsoft.com/office/drawing/2014/main" id="{EA1662E7-3B36-5341-A69B-B045E1DAA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pPr marL="342900" lvl="1" indent="-342900"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altLang="en-US" sz="1800">
                <a:ea typeface="ＭＳ Ｐゴシック" panose="020B0600070205080204" pitchFamily="34" charset="-128"/>
              </a:rPr>
              <a:t>Kalla et al., </a:t>
            </a:r>
            <a:r>
              <a:rPr lang="ja-JP" altLang="en-US" sz="1800">
                <a:ea typeface="ＭＳ Ｐゴシック" panose="020B0600070205080204" pitchFamily="34" charset="-128"/>
              </a:rPr>
              <a:t>“</a:t>
            </a:r>
            <a:r>
              <a:rPr lang="en-US" altLang="ja-JP" sz="1800">
                <a:solidFill>
                  <a:srgbClr val="0000FF"/>
                </a:solidFill>
                <a:ea typeface="ＭＳ Ｐゴシック" panose="020B0600070205080204" pitchFamily="34" charset="-128"/>
              </a:rPr>
              <a:t>IBM Power5 Chip: A Dual-Core Multithreaded Processor</a:t>
            </a:r>
            <a:r>
              <a:rPr lang="en-US" altLang="ja-JP" sz="1800">
                <a:ea typeface="ＭＳ Ｐゴシック" panose="020B0600070205080204" pitchFamily="34" charset="-128"/>
              </a:rPr>
              <a:t>,</a:t>
            </a:r>
            <a:r>
              <a:rPr lang="ja-JP" altLang="en-US" sz="1800">
                <a:ea typeface="ＭＳ Ｐゴシック" panose="020B0600070205080204" pitchFamily="34" charset="-128"/>
              </a:rPr>
              <a:t>”</a:t>
            </a:r>
            <a:r>
              <a:rPr lang="en-US" altLang="ja-JP" sz="1800">
                <a:ea typeface="ＭＳ Ｐゴシック" panose="020B0600070205080204" pitchFamily="34" charset="-128"/>
              </a:rPr>
              <a:t> IEEE Micro 2004.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5299" name="Slide Number Placeholder 3">
            <a:extLst>
              <a:ext uri="{FF2B5EF4-FFF2-40B4-BE49-F238E27FC236}">
                <a16:creationId xmlns:a16="http://schemas.microsoft.com/office/drawing/2014/main" id="{9CE7A227-9433-C343-AD9E-6D29E654D9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A2D1AA-5944-9641-AE0B-A88CBF7598ED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55300" name="Picture 4">
            <a:extLst>
              <a:ext uri="{FF2B5EF4-FFF2-40B4-BE49-F238E27FC236}">
                <a16:creationId xmlns:a16="http://schemas.microsoft.com/office/drawing/2014/main" id="{E6B4AA3D-B530-634E-AD57-C41E9E06D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1892300"/>
            <a:ext cx="9118600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3374233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>
            <a:extLst>
              <a:ext uri="{FF2B5EF4-FFF2-40B4-BE49-F238E27FC236}">
                <a16:creationId xmlns:a16="http://schemas.microsoft.com/office/drawing/2014/main" id="{BE5D510D-9FE0-4C49-830C-B4E87DD32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Intel Skylake (3</a:t>
            </a:r>
            <a:r>
              <a:rPr lang="en-US" altLang="en-US" baseline="30000" dirty="0">
                <a:ea typeface="ＭＳ Ｐゴシック" panose="020B0600070205080204" pitchFamily="34" charset="-128"/>
              </a:rPr>
              <a:t>rd</a:t>
            </a:r>
            <a:r>
              <a:rPr lang="en-US" altLang="en-US" dirty="0">
                <a:ea typeface="ＭＳ Ｐゴシック" panose="020B0600070205080204" pitchFamily="34" charset="-128"/>
              </a:rPr>
              <a:t> Xeon) </a:t>
            </a: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7A4F6009-DE6F-4347-B682-3DB248E205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82E8EA-61CE-B74B-B1EB-3BB0C854B94C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427877EE-BBB4-47A5-8D4E-2B6103E34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7263"/>
            <a:ext cx="9144000" cy="5360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2556344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>
            <a:extLst>
              <a:ext uri="{FF2B5EF4-FFF2-40B4-BE49-F238E27FC236}">
                <a16:creationId xmlns:a16="http://schemas.microsoft.com/office/drawing/2014/main" id="{BE5D510D-9FE0-4C49-830C-B4E87DD32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AMD Zen </a:t>
            </a: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7A4F6009-DE6F-4347-B682-3DB248E205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82E8EA-61CE-B74B-B1EB-3BB0C854B94C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2050" name="Picture 2" descr="image">
            <a:extLst>
              <a:ext uri="{FF2B5EF4-FFF2-40B4-BE49-F238E27FC236}">
                <a16:creationId xmlns:a16="http://schemas.microsoft.com/office/drawing/2014/main" id="{7C143B7C-D693-4FEB-8DAF-129C946519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9200"/>
            <a:ext cx="9144000" cy="376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5972789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>
            <a:extLst>
              <a:ext uri="{FF2B5EF4-FFF2-40B4-BE49-F238E27FC236}">
                <a16:creationId xmlns:a16="http://schemas.microsoft.com/office/drawing/2014/main" id="{B0FAE0CC-2797-1845-98ED-8426C4B879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Approaches to Dependence Detection (I)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AA994-F765-C344-BA1A-1A5A1B4199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en-US" b="1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Scoreboarding</a:t>
            </a:r>
            <a:endParaRPr lang="en-US" altLang="en-US" b="1" dirty="0">
              <a:solidFill>
                <a:srgbClr val="0000FF"/>
              </a:solidFill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Each register in register file has a Valid bit associated with it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An instruction that is writing to the register resets the Valid bit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An instruction in Decode stage checks if all its source and destination registers are Valid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Yes: No need to stall… No dependence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No: Stall the instruction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Advantage: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Simple. 1 bit per register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Disadvantage: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Need to stall for all types of dependences, not only flow dep.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pPr lvl="2"/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72707" name="Slide Number Placeholder 3">
            <a:extLst>
              <a:ext uri="{FF2B5EF4-FFF2-40B4-BE49-F238E27FC236}">
                <a16:creationId xmlns:a16="http://schemas.microsoft.com/office/drawing/2014/main" id="{8D3B5EF4-3EF3-5A44-B393-9BDBA5CB30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FD81C0-E717-034B-9C93-5BA5CF64C040}" type="slidenum">
              <a:rPr lang="en-US" altLang="en-US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71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99_Edge">
  <a:themeElements>
    <a:clrScheme name="1_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1_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70340</TotalTime>
  <Words>8771</Words>
  <Application>Microsoft Macintosh PowerPoint</Application>
  <PresentationFormat>On-screen Show (4:3)</PresentationFormat>
  <Paragraphs>5120</Paragraphs>
  <Slides>72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72</vt:i4>
      </vt:variant>
    </vt:vector>
  </HeadingPairs>
  <TitlesOfParts>
    <vt:vector size="81" baseType="lpstr">
      <vt:lpstr>ＭＳ Ｐゴシック</vt:lpstr>
      <vt:lpstr>Arial</vt:lpstr>
      <vt:lpstr>Calibri</vt:lpstr>
      <vt:lpstr>Consolas</vt:lpstr>
      <vt:lpstr>Garamond</vt:lpstr>
      <vt:lpstr>Tahoma</vt:lpstr>
      <vt:lpstr>Wingdings</vt:lpstr>
      <vt:lpstr>Edge</vt:lpstr>
      <vt:lpstr>99_Edge</vt:lpstr>
      <vt:lpstr> Computer Arch. &amp; AI Chip  Lecture 3: Tomasula</vt:lpstr>
      <vt:lpstr>Recall: Reorder Buffer (ROB)</vt:lpstr>
      <vt:lpstr>Recall: Reorder Buffer: For False Dependencies</vt:lpstr>
      <vt:lpstr>Reorder Buffer: For False Dependencies</vt:lpstr>
      <vt:lpstr>Recall: Reorder Buffer for Multi-cycle Execution and Interrupt</vt:lpstr>
      <vt:lpstr>Out-of-Order Execution (Dynamic Instruction Scheduling)</vt:lpstr>
      <vt:lpstr>Where Are We?</vt:lpstr>
      <vt:lpstr>An In-order Pipeline with only ROB</vt:lpstr>
      <vt:lpstr>Issue of In-order Dispatch</vt:lpstr>
      <vt:lpstr>Can We Do Better?</vt:lpstr>
      <vt:lpstr>How Can We Do Better?</vt:lpstr>
      <vt:lpstr>Preventing Dispatch Stalls</vt:lpstr>
      <vt:lpstr>Reservation Station: Out-of-order Execution </vt:lpstr>
      <vt:lpstr>In-order vs. Out-of-order Dispatch</vt:lpstr>
      <vt:lpstr>Tomasulo’s Algorithm for OoO Execution</vt:lpstr>
      <vt:lpstr>Two Humps in a Modern Pipeline</vt:lpstr>
      <vt:lpstr>Two Humps in a Modern Pipeline</vt:lpstr>
      <vt:lpstr>Enabling OoO Execution</vt:lpstr>
      <vt:lpstr>General Organization of an OOO Processor</vt:lpstr>
      <vt:lpstr>Tomasulo’s Machine: IBM 360/91</vt:lpstr>
      <vt:lpstr>Recall Once More: Register Renaming</vt:lpstr>
      <vt:lpstr>Tomasulo’s Algorithm: Three Components</vt:lpstr>
      <vt:lpstr>Tomasulo’s Algorithm</vt:lpstr>
      <vt:lpstr>Our First OoO Machine Simulation </vt:lpstr>
      <vt:lpstr>Cycle 0</vt:lpstr>
      <vt:lpstr>Cycle 1</vt:lpstr>
      <vt:lpstr>Cycle 2</vt:lpstr>
      <vt:lpstr>Cycle 3</vt:lpstr>
      <vt:lpstr>Cycle 4</vt:lpstr>
      <vt:lpstr>Cycle 5</vt:lpstr>
      <vt:lpstr>Cycle 6</vt:lpstr>
      <vt:lpstr>Cycle 7</vt:lpstr>
      <vt:lpstr>Cycle 8 (First Slide)</vt:lpstr>
      <vt:lpstr>Cycle 8 (Second Slide)</vt:lpstr>
      <vt:lpstr>Cycle 8 (Third Slide)</vt:lpstr>
      <vt:lpstr>Cycle 9</vt:lpstr>
      <vt:lpstr>Cycle 10</vt:lpstr>
      <vt:lpstr>Cycle 11</vt:lpstr>
      <vt:lpstr>Cycle 12</vt:lpstr>
      <vt:lpstr>Cycle 13</vt:lpstr>
      <vt:lpstr>Cycle 14</vt:lpstr>
      <vt:lpstr>Cycle 15</vt:lpstr>
      <vt:lpstr>Cycle 16</vt:lpstr>
      <vt:lpstr>Cycle 17</vt:lpstr>
      <vt:lpstr>Cycle 18</vt:lpstr>
      <vt:lpstr>Cycle 19</vt:lpstr>
      <vt:lpstr>Cycle 20</vt:lpstr>
      <vt:lpstr>Tomasulo’s Algorithm</vt:lpstr>
      <vt:lpstr>Some Questions</vt:lpstr>
      <vt:lpstr>Dataflow Graph for Our Example</vt:lpstr>
      <vt:lpstr>State of RAT and RS in Cycle 7</vt:lpstr>
      <vt:lpstr>Corresponding Dataflow Graph (Reverse Engineered)</vt:lpstr>
      <vt:lpstr>Summary of OOO Execution Concepts</vt:lpstr>
      <vt:lpstr>For You: An Exercise, wo/ Precise Exceptions</vt:lpstr>
      <vt:lpstr>Out-of-Order Execution with Precise Exceptions</vt:lpstr>
      <vt:lpstr>Two Humps in a Modern Pipeline</vt:lpstr>
      <vt:lpstr>Modern OoO Execution w/ Precise Exceptions</vt:lpstr>
      <vt:lpstr>Out-of-Order Execution with Precise Exceptions</vt:lpstr>
      <vt:lpstr>An Example from Modern Processors</vt:lpstr>
      <vt:lpstr>OOO Execution: Restricted Dataflow</vt:lpstr>
      <vt:lpstr>Questions to Ponder</vt:lpstr>
      <vt:lpstr>General Organization of an OOO Processor</vt:lpstr>
      <vt:lpstr>A Modern OoO Design: Intel Pentium 4</vt:lpstr>
      <vt:lpstr>Intel Pentium 4 Simplified</vt:lpstr>
      <vt:lpstr>Alpha 21264</vt:lpstr>
      <vt:lpstr>MIPS R10000</vt:lpstr>
      <vt:lpstr>IBM POWER4</vt:lpstr>
      <vt:lpstr>IBM POWER4</vt:lpstr>
      <vt:lpstr>IBM POWER5</vt:lpstr>
      <vt:lpstr>Intel Skylake (3rd Xeon) </vt:lpstr>
      <vt:lpstr>AMD Zen </vt:lpstr>
      <vt:lpstr>Approaches to Dependence Detection (I)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18-741  Advanced Computer Architecture Lecture 1: Intro and Basics</dc:title>
  <dc:creator>Onur Mutlu</dc:creator>
  <cp:lastModifiedBy>Zeke Wang</cp:lastModifiedBy>
  <cp:revision>970</cp:revision>
  <cp:lastPrinted>2021-04-19T09:05:42Z</cp:lastPrinted>
  <dcterms:created xsi:type="dcterms:W3CDTF">2010-09-08T00:51:32Z</dcterms:created>
  <dcterms:modified xsi:type="dcterms:W3CDTF">2026-03-22T10:42:33Z</dcterms:modified>
</cp:coreProperties>
</file>